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44"/>
  </p:notesMasterIdLst>
  <p:sldIdLst>
    <p:sldId id="497" r:id="rId2"/>
    <p:sldId id="490" r:id="rId3"/>
    <p:sldId id="498" r:id="rId4"/>
    <p:sldId id="499" r:id="rId5"/>
    <p:sldId id="500" r:id="rId6"/>
    <p:sldId id="501" r:id="rId7"/>
    <p:sldId id="502" r:id="rId8"/>
    <p:sldId id="488" r:id="rId9"/>
    <p:sldId id="495" r:id="rId10"/>
    <p:sldId id="428" r:id="rId11"/>
    <p:sldId id="470" r:id="rId12"/>
    <p:sldId id="433" r:id="rId13"/>
    <p:sldId id="560" r:id="rId14"/>
    <p:sldId id="372" r:id="rId15"/>
    <p:sldId id="376" r:id="rId16"/>
    <p:sldId id="379" r:id="rId17"/>
    <p:sldId id="381" r:id="rId18"/>
    <p:sldId id="383" r:id="rId19"/>
    <p:sldId id="384" r:id="rId20"/>
    <p:sldId id="386" r:id="rId21"/>
    <p:sldId id="387" r:id="rId22"/>
    <p:sldId id="388" r:id="rId23"/>
    <p:sldId id="456" r:id="rId24"/>
    <p:sldId id="390" r:id="rId25"/>
    <p:sldId id="413" r:id="rId26"/>
    <p:sldId id="559" r:id="rId27"/>
    <p:sldId id="385" r:id="rId28"/>
    <p:sldId id="392" r:id="rId29"/>
    <p:sldId id="394" r:id="rId30"/>
    <p:sldId id="395" r:id="rId31"/>
    <p:sldId id="399" r:id="rId32"/>
    <p:sldId id="561" r:id="rId33"/>
    <p:sldId id="562" r:id="rId34"/>
    <p:sldId id="401" r:id="rId35"/>
    <p:sldId id="402" r:id="rId36"/>
    <p:sldId id="403" r:id="rId37"/>
    <p:sldId id="404" r:id="rId38"/>
    <p:sldId id="405" r:id="rId39"/>
    <p:sldId id="556" r:id="rId40"/>
    <p:sldId id="557" r:id="rId41"/>
    <p:sldId id="411" r:id="rId42"/>
    <p:sldId id="55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1A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55" autoAdjust="0"/>
    <p:restoredTop sz="94660"/>
  </p:normalViewPr>
  <p:slideViewPr>
    <p:cSldViewPr>
      <p:cViewPr varScale="1">
        <p:scale>
          <a:sx n="66" d="100"/>
          <a:sy n="66" d="100"/>
        </p:scale>
        <p:origin x="-104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2B77A8-1A5F-46AC-B53B-0D2A1B4DA952}" type="datetimeFigureOut">
              <a:rPr lang="en-US" smtClean="0"/>
              <a:t>1/11/2026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2231FA-022D-4925-859B-BD92FDA40689}" type="slidenum">
              <a:rPr lang="en-US" smtClean="0"/>
              <a:t>‹#›</a:t>
            </a:fld>
            <a:endParaRPr lang="en-US"/>
          </a:p>
        </p:txBody>
      </p:sp>
    </p:spTree>
    <p:extLst>
      <p:ext uri="{BB962C8B-B14F-4D97-AF65-F5344CB8AC3E}">
        <p14:creationId xmlns:p14="http://schemas.microsoft.com/office/powerpoint/2010/main" val="141164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6B023E-21AB-4333-8A50-18F69CEAF8AD}"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307928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50F81-AA7C-4F22-B554-C82B85C97BFE}"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2583219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310132-4E80-459B-8C30-9D23621AA89D}"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1820793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75C068-1104-4468-BD93-CC2CF36E9986}" type="datetime1">
              <a:rPr lang="en-US" smtClean="0"/>
              <a:t>1/11/2026</a:t>
            </a:fld>
            <a:endParaRPr lang="en-US"/>
          </a:p>
        </p:txBody>
      </p:sp>
      <p:sp>
        <p:nvSpPr>
          <p:cNvPr id="6" name="Footer Placeholder 5"/>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169175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A4DF68-A22A-40E3-90D9-B02B4403C951}"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2249414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E399AC-EA1B-400F-B26A-DF54E6F88317}" type="datetime1">
              <a:rPr lang="en-US" smtClean="0"/>
              <a:t>1/11/2026</a:t>
            </a:fld>
            <a:endParaRPr lang="en-US"/>
          </a:p>
        </p:txBody>
      </p:sp>
      <p:sp>
        <p:nvSpPr>
          <p:cNvPr id="4" name="Footer Placeholder 3"/>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3486978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8A601-39CB-4E40-AC27-AA4668F1F7AA}" type="datetime1">
              <a:rPr lang="en-US" smtClean="0"/>
              <a:t>1/11/2026</a:t>
            </a:fld>
            <a:endParaRPr lang="en-US"/>
          </a:p>
        </p:txBody>
      </p:sp>
      <p:sp>
        <p:nvSpPr>
          <p:cNvPr id="3" name="Footer Placeholder 2"/>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4020151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39E10-0A73-4A0F-9A95-2BA6BBC9F0D7}" type="datetime1">
              <a:rPr lang="en-US" smtClean="0"/>
              <a:t>1/11/2026</a:t>
            </a:fld>
            <a:endParaRPr lang="en-US"/>
          </a:p>
        </p:txBody>
      </p:sp>
      <p:sp>
        <p:nvSpPr>
          <p:cNvPr id="6" name="Footer Placeholder 5"/>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2799379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783027-C0CE-4D4E-8305-29C01E27CF03}" type="datetime1">
              <a:rPr lang="en-US" smtClean="0"/>
              <a:t>1/11/2026</a:t>
            </a:fld>
            <a:endParaRPr lang="en-US"/>
          </a:p>
        </p:txBody>
      </p:sp>
      <p:sp>
        <p:nvSpPr>
          <p:cNvPr id="6" name="Footer Placeholder 5"/>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3187734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FAAA1F-642A-4CED-BE7A-847EB16FEC8D}"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2076087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1DC923-E932-4379-B72D-28055727B83C}"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F3849E17-9EEB-42C8-94C1-C1A74CE4A501}" type="slidenum">
              <a:rPr lang="en-US" smtClean="0"/>
              <a:pPr/>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23569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D15845F-5982-4B52-8D06-DF12B5DB0A04}" type="datetime1">
              <a:rPr lang="en-US" smtClean="0"/>
              <a:t>1/11/2026</a:t>
            </a:fld>
            <a:endParaRPr lang="en-US"/>
          </a:p>
        </p:txBody>
      </p:sp>
      <p:sp>
        <p:nvSpPr>
          <p:cNvPr id="6" name="Footer Placeholder 5"/>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3655989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63EFE29-7E20-46E5-B104-BEAEC664A1EE}" type="datetime1">
              <a:rPr lang="en-US" smtClean="0"/>
              <a:t>1/11/2026</a:t>
            </a:fld>
            <a:endParaRPr lang="en-US"/>
          </a:p>
        </p:txBody>
      </p:sp>
      <p:sp>
        <p:nvSpPr>
          <p:cNvPr id="6" name="Footer Placeholder 5"/>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3849E17-9EEB-42C8-94C1-C1A74CE4A501}" type="slidenum">
              <a:rPr lang="en-US" smtClean="0"/>
              <a:pPr/>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47453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4A77425-514C-490C-A6AA-58B778D57B93}" type="datetime1">
              <a:rPr lang="en-US" smtClean="0"/>
              <a:t>1/11/2026</a:t>
            </a:fld>
            <a:endParaRPr lang="en-US"/>
          </a:p>
        </p:txBody>
      </p:sp>
      <p:sp>
        <p:nvSpPr>
          <p:cNvPr id="6" name="Footer Placeholder 5"/>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2926847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4CCC85-B6A2-4645-AA0F-BE08C8E3B52F}"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2193371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6C3989-C6DD-4952-8F8B-E02704B67F58}"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849E17-9EEB-42C8-94C1-C1A74CE4A501}" type="slidenum">
              <a:rPr lang="en-US" smtClean="0"/>
              <a:pPr/>
              <a:t>‹#›</a:t>
            </a:fld>
            <a:endParaRPr lang="en-US"/>
          </a:p>
        </p:txBody>
      </p:sp>
    </p:spTree>
    <p:extLst>
      <p:ext uri="{BB962C8B-B14F-4D97-AF65-F5344CB8AC3E}">
        <p14:creationId xmlns:p14="http://schemas.microsoft.com/office/powerpoint/2010/main" val="192219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90476A01-7945-400F-981B-E4CCAE105B8D}" type="datetime1">
              <a:rPr lang="en-US" smtClean="0"/>
              <a:t>1/11/2026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F3849E17-9EEB-42C8-94C1-C1A74CE4A501}" type="slidenum">
              <a:rPr lang="en-US" smtClean="0"/>
              <a:pPr/>
              <a:t>‹#›</a:t>
            </a:fld>
            <a:endParaRPr lang="en-US"/>
          </a:p>
        </p:txBody>
      </p:sp>
    </p:spTree>
    <p:extLst>
      <p:ext uri="{BB962C8B-B14F-4D97-AF65-F5344CB8AC3E}">
        <p14:creationId xmlns:p14="http://schemas.microsoft.com/office/powerpoint/2010/main" val="214223529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Lst>
  <p:hf hdr="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26.xml.rels><?xml version="1.0" encoding="UTF-8" standalone="yes"?>
<Relationships xmlns="http://schemas.openxmlformats.org/package/2006/relationships"><Relationship Id="rId2" Type="http://schemas.openxmlformats.org/officeDocument/2006/relationships/hyperlink" Target="Dining%20Etiquette%20For%20Beginners.mp4" TargetMode="Externa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brightside.me/wonder-curiosities/12-etiquette-habits-we-dont-realize-are-crucial-for-a-well-mannered-person-732660/"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brightside.me/wonder-curiosities/12-etiquette-habits-we-dont-realize-are-crucial-for-a-well-mannered-person-732660/"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brightside.me/wonder-curiosities/12-etiquette-habits-we-dont-realize-are-crucial-for-a-well-mannered-person-732660/"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brightside.me/wonder-curiosities/12-etiquette-habits-we-dont-realize-are-crucial-for-a-well-mannered-person-732660/"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2819400"/>
            <a:ext cx="7010400" cy="2743200"/>
          </a:xfrm>
        </p:spPr>
        <p:txBody>
          <a:bodyPr>
            <a:noAutofit/>
          </a:bodyPr>
          <a:lstStyle/>
          <a:p>
            <a:pPr algn="ctr"/>
            <a:r>
              <a:rPr lang="en-US" sz="3600" dirty="0" smtClean="0">
                <a:solidFill>
                  <a:schemeClr val="tx1"/>
                </a:solidFill>
                <a:latin typeface="Preeti" pitchFamily="2" charset="0"/>
                <a:cs typeface="Arial" panose="020B0604020202020204" pitchFamily="34" charset="0"/>
              </a:rPr>
              <a:t> </a:t>
            </a:r>
            <a:r>
              <a:rPr lang="en-US" sz="3600" dirty="0" smtClean="0">
                <a:solidFill>
                  <a:schemeClr val="tx1"/>
                </a:solidFill>
                <a:latin typeface="Times New Roman" panose="02020603050405020304" pitchFamily="18" charset="0"/>
                <a:cs typeface="Times New Roman" panose="02020603050405020304" pitchFamily="18" charset="0"/>
              </a:rPr>
              <a:t>Presented by:</a:t>
            </a:r>
          </a:p>
          <a:p>
            <a:pPr algn="ctr"/>
            <a:r>
              <a:rPr lang="en-US" sz="3200" dirty="0" err="1" smtClean="0">
                <a:ln w="0"/>
                <a:solidFill>
                  <a:schemeClr val="tx1"/>
                </a:solidFill>
                <a:latin typeface="Times New Roman" panose="02020603050405020304" pitchFamily="18" charset="0"/>
                <a:cs typeface="Times New Roman" panose="02020603050405020304" pitchFamily="18" charset="0"/>
              </a:rPr>
              <a:t>Kedar</a:t>
            </a:r>
            <a:r>
              <a:rPr lang="en-US" sz="3200" dirty="0" smtClean="0">
                <a:ln w="0"/>
                <a:solidFill>
                  <a:schemeClr val="tx1"/>
                </a:solidFill>
                <a:latin typeface="Times New Roman" panose="02020603050405020304" pitchFamily="18" charset="0"/>
                <a:cs typeface="Times New Roman" panose="02020603050405020304" pitchFamily="18" charset="0"/>
              </a:rPr>
              <a:t> </a:t>
            </a:r>
            <a:r>
              <a:rPr lang="en-US" sz="3200" dirty="0" err="1">
                <a:ln w="0"/>
                <a:solidFill>
                  <a:schemeClr val="tx1"/>
                </a:solidFill>
                <a:latin typeface="Times New Roman" panose="02020603050405020304" pitchFamily="18" charset="0"/>
                <a:cs typeface="Times New Roman" panose="02020603050405020304" pitchFamily="18" charset="0"/>
              </a:rPr>
              <a:t>Paudel</a:t>
            </a:r>
            <a:endParaRPr lang="en-US" sz="3200" dirty="0">
              <a:ln w="0"/>
              <a:solidFill>
                <a:schemeClr val="tx1"/>
              </a:solidFill>
              <a:latin typeface="Times New Roman" panose="02020603050405020304" pitchFamily="18" charset="0"/>
              <a:cs typeface="Times New Roman" panose="02020603050405020304" pitchFamily="18" charset="0"/>
            </a:endParaRPr>
          </a:p>
          <a:p>
            <a:pPr algn="ctr"/>
            <a:r>
              <a:rPr lang="en-US" sz="32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endPar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r>
              <a:rPr lang="en-US" sz="3200" dirty="0" smtClean="0">
                <a:latin typeface="Arial" panose="020B0604020202020204" pitchFamily="34" charset="0"/>
                <a:cs typeface="Arial" panose="020B0604020202020204" pitchFamily="34" charset="0"/>
              </a:rPr>
              <a:t> </a:t>
            </a:r>
            <a:endParaRPr lang="en-US" sz="32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1143000" y="533400"/>
            <a:ext cx="7543800" cy="1752600"/>
          </a:xfrm>
        </p:spPr>
        <p:txBody>
          <a:bodyPr>
            <a:noAutofit/>
          </a:bodyPr>
          <a:lstStyle/>
          <a:p>
            <a:pPr algn="ctr"/>
            <a:r>
              <a:rPr lang="en-US" sz="4000" dirty="0" smtClean="0">
                <a:solidFill>
                  <a:schemeClr val="tx1"/>
                </a:solidFill>
                <a:latin typeface="Preeti" pitchFamily="2" charset="0"/>
              </a:rPr>
              <a:t> </a:t>
            </a:r>
            <a:r>
              <a:rPr lang="en-US" sz="1800" b="1" dirty="0" smtClean="0">
                <a:solidFill>
                  <a:schemeClr val="tx1"/>
                </a:solidFill>
                <a:latin typeface="Preeti" pitchFamily="2" charset="0"/>
                <a:cs typeface="Arial" panose="020B0604020202020204" pitchFamily="34" charset="0"/>
              </a:rPr>
              <a:t/>
            </a:r>
            <a:br>
              <a:rPr lang="en-US" sz="1800" b="1" dirty="0" smtClean="0">
                <a:solidFill>
                  <a:schemeClr val="tx1"/>
                </a:solidFill>
                <a:latin typeface="Preeti" pitchFamily="2" charset="0"/>
                <a:cs typeface="Arial" panose="020B0604020202020204" pitchFamily="34" charset="0"/>
              </a:rPr>
            </a:br>
            <a:r>
              <a:rPr lang="en-US" sz="4000" b="1" dirty="0" smtClean="0">
                <a:solidFill>
                  <a:schemeClr val="tx1"/>
                </a:solidFill>
                <a:latin typeface="Times New Roman" panose="02020603050405020304" pitchFamily="18" charset="0"/>
                <a:cs typeface="Times New Roman" panose="02020603050405020304" pitchFamily="18" charset="0"/>
              </a:rPr>
              <a:t>Protocol and </a:t>
            </a:r>
            <a:r>
              <a:rPr lang="en-US" sz="4000" b="1" dirty="0" smtClean="0">
                <a:solidFill>
                  <a:schemeClr val="tx1"/>
                </a:solidFill>
                <a:latin typeface="Times New Roman" panose="02020603050405020304" pitchFamily="18" charset="0"/>
                <a:cs typeface="Times New Roman" panose="02020603050405020304" pitchFamily="18" charset="0"/>
              </a:rPr>
              <a:t>General Etiquette</a:t>
            </a:r>
            <a:endParaRPr lang="en-US" sz="4000" b="1"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7A0EE37-F4D2-4453-8DC4-45818DDAD571}"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1</a:t>
            </a:fld>
            <a:endParaRPr lang="en-US"/>
          </a:p>
        </p:txBody>
      </p:sp>
    </p:spTree>
    <p:extLst>
      <p:ext uri="{BB962C8B-B14F-4D97-AF65-F5344CB8AC3E}">
        <p14:creationId xmlns:p14="http://schemas.microsoft.com/office/powerpoint/2010/main" val="7628994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752600"/>
            <a:ext cx="8305800" cy="2971800"/>
          </a:xfrm>
        </p:spPr>
        <p:txBody>
          <a:bodyPr>
            <a:normAutofit/>
          </a:bodyPr>
          <a:lstStyle/>
          <a:p>
            <a:pPr marL="0" indent="0">
              <a:buNone/>
            </a:pPr>
            <a:r>
              <a:rPr lang="en-US" sz="4800" dirty="0" smtClean="0">
                <a:latin typeface="Preeti" pitchFamily="2" charset="0"/>
              </a:rPr>
              <a:t>	pksf/L u'0fL JolQm lgx'/G5 lg/Gt/ .</a:t>
            </a:r>
          </a:p>
          <a:p>
            <a:pPr marL="0" indent="0">
              <a:buNone/>
            </a:pPr>
            <a:r>
              <a:rPr lang="en-US" sz="4800" dirty="0" smtClean="0">
                <a:latin typeface="Preeti" pitchFamily="2" charset="0"/>
              </a:rPr>
              <a:t>	kmn]sf] j[Ifsf] xfFuf] gem's]sf] sxfF 5 / ..</a:t>
            </a:r>
          </a:p>
          <a:p>
            <a:pPr marL="0" indent="0">
              <a:buNone/>
            </a:pPr>
            <a:r>
              <a:rPr lang="en-US" sz="4800" dirty="0" smtClean="0">
                <a:latin typeface="Preeti" pitchFamily="2" charset="0"/>
              </a:rPr>
              <a:t>           </a:t>
            </a:r>
            <a:r>
              <a:rPr lang="en-US" sz="4400" i="1" dirty="0" smtClean="0">
                <a:latin typeface="Preeti" pitchFamily="2" charset="0"/>
              </a:rPr>
              <a:t>slj lz/f]dl0f n]vgfy kf}8\ofn</a:t>
            </a:r>
            <a:endParaRPr lang="en-US" sz="4400" i="1" dirty="0">
              <a:latin typeface="Preeti" pitchFamily="2" charset="0"/>
            </a:endParaRPr>
          </a:p>
        </p:txBody>
      </p:sp>
      <p:sp>
        <p:nvSpPr>
          <p:cNvPr id="2" name="Date Placeholder 1"/>
          <p:cNvSpPr>
            <a:spLocks noGrp="1"/>
          </p:cNvSpPr>
          <p:nvPr>
            <p:ph type="dt" sz="half" idx="10"/>
          </p:nvPr>
        </p:nvSpPr>
        <p:spPr/>
        <p:txBody>
          <a:bodyPr/>
          <a:lstStyle/>
          <a:p>
            <a:fld id="{E0B7EB7B-60F5-4F0D-B3EB-4BAF2D237A7D}" type="datetime1">
              <a:rPr lang="en-US" smtClean="0"/>
              <a:t>1/11/2026</a:t>
            </a:fld>
            <a:endParaRPr lang="en-US"/>
          </a:p>
        </p:txBody>
      </p:sp>
      <p:sp>
        <p:nvSpPr>
          <p:cNvPr id="4" name="Footer Placeholder 3"/>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5" name="Slide Number Placeholder 4"/>
          <p:cNvSpPr>
            <a:spLocks noGrp="1"/>
          </p:cNvSpPr>
          <p:nvPr>
            <p:ph type="sldNum" sz="quarter" idx="12"/>
          </p:nvPr>
        </p:nvSpPr>
        <p:spPr/>
        <p:txBody>
          <a:bodyPr/>
          <a:lstStyle/>
          <a:p>
            <a:fld id="{F3849E17-9EEB-42C8-94C1-C1A74CE4A501}" type="slidenum">
              <a:rPr lang="en-US" smtClean="0"/>
              <a:pPr/>
              <a:t>2</a:t>
            </a:fld>
            <a:endParaRPr lang="en-US"/>
          </a:p>
        </p:txBody>
      </p:sp>
    </p:spTree>
    <p:extLst>
      <p:ext uri="{BB962C8B-B14F-4D97-AF65-F5344CB8AC3E}">
        <p14:creationId xmlns:p14="http://schemas.microsoft.com/office/powerpoint/2010/main" val="38672691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609600"/>
            <a:ext cx="8077200" cy="5562600"/>
          </a:xfrm>
        </p:spPr>
        <p:txBody>
          <a:bodyPr>
            <a:normAutofit fontScale="70000" lnSpcReduction="20000"/>
          </a:bodyPr>
          <a:lstStyle/>
          <a:p>
            <a:pPr>
              <a:lnSpc>
                <a:spcPct val="120000"/>
              </a:lnSpc>
              <a:spcBef>
                <a:spcPts val="0"/>
              </a:spcBef>
            </a:pPr>
            <a:r>
              <a:rPr lang="en-US" sz="2500" dirty="0" smtClean="0">
                <a:solidFill>
                  <a:schemeClr val="tx1"/>
                </a:solidFill>
                <a:latin typeface="Times New Roman" panose="02020603050405020304" pitchFamily="18" charset="0"/>
                <a:cs typeface="Times New Roman" panose="02020603050405020304" pitchFamily="18" charset="0"/>
              </a:rPr>
              <a:t> </a:t>
            </a:r>
            <a:r>
              <a:rPr lang="en-US" sz="3400" dirty="0">
                <a:solidFill>
                  <a:schemeClr val="tx1"/>
                </a:solidFill>
                <a:latin typeface="Times New Roman" panose="02020603050405020304" pitchFamily="18" charset="0"/>
                <a:cs typeface="Times New Roman" panose="02020603050405020304" pitchFamily="18" charset="0"/>
              </a:rPr>
              <a:t>“Many people are educated but not totally mannered.” </a:t>
            </a:r>
            <a:r>
              <a:rPr lang="en-US" sz="3400" i="1" dirty="0" smtClean="0">
                <a:solidFill>
                  <a:schemeClr val="tx1"/>
                </a:solidFill>
                <a:latin typeface="Times New Roman" panose="02020603050405020304" pitchFamily="18" charset="0"/>
                <a:cs typeface="Times New Roman" panose="02020603050405020304" pitchFamily="18" charset="0"/>
              </a:rPr>
              <a:t>															- Anonymous</a:t>
            </a:r>
            <a:endParaRPr lang="en-US" sz="3400"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US" sz="3400" b="1" dirty="0">
                <a:solidFill>
                  <a:schemeClr val="tx1"/>
                </a:solidFill>
                <a:latin typeface="Times New Roman" panose="02020603050405020304" pitchFamily="18" charset="0"/>
                <a:cs typeface="Times New Roman" panose="02020603050405020304" pitchFamily="18" charset="0"/>
              </a:rPr>
              <a:t> </a:t>
            </a:r>
            <a:r>
              <a:rPr lang="en-US" sz="3400" dirty="0">
                <a:solidFill>
                  <a:schemeClr val="tx1"/>
                </a:solidFill>
                <a:latin typeface="Times New Roman" panose="02020603050405020304" pitchFamily="18" charset="0"/>
                <a:cs typeface="Times New Roman" panose="02020603050405020304" pitchFamily="18" charset="0"/>
              </a:rPr>
              <a:t>“Maturity doesn’t mean age; it means sensitivity, manners, and how you react</a:t>
            </a:r>
            <a:r>
              <a:rPr lang="en-US" sz="3400"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 Anonymous</a:t>
            </a:r>
            <a:endParaRPr lang="en-US" sz="3400"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US" sz="3400" dirty="0">
                <a:solidFill>
                  <a:schemeClr val="tx1"/>
                </a:solidFill>
                <a:latin typeface="Times New Roman" panose="02020603050405020304" pitchFamily="18" charset="0"/>
                <a:cs typeface="Times New Roman" panose="02020603050405020304" pitchFamily="18" charset="0"/>
              </a:rPr>
              <a:t>Politeness is the chief sign of culture. </a:t>
            </a:r>
            <a:r>
              <a:rPr lang="en-US" sz="3400"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Baltasar </a:t>
            </a:r>
            <a:r>
              <a:rPr lang="en-US" sz="3400" i="1" dirty="0">
                <a:solidFill>
                  <a:schemeClr val="tx1"/>
                </a:solidFill>
                <a:latin typeface="Times New Roman" panose="02020603050405020304" pitchFamily="18" charset="0"/>
                <a:cs typeface="Times New Roman" panose="02020603050405020304" pitchFamily="18" charset="0"/>
              </a:rPr>
              <a:t>Gracian</a:t>
            </a:r>
            <a:endParaRPr lang="en-US" sz="3400"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US" sz="3400" dirty="0" smtClean="0">
                <a:solidFill>
                  <a:schemeClr val="tx1"/>
                </a:solidFill>
                <a:latin typeface="Times New Roman" panose="02020603050405020304" pitchFamily="18" charset="0"/>
                <a:cs typeface="Times New Roman" panose="02020603050405020304" pitchFamily="18" charset="0"/>
              </a:rPr>
              <a:t> “</a:t>
            </a:r>
            <a:r>
              <a:rPr lang="en-US" sz="3400" dirty="0">
                <a:solidFill>
                  <a:schemeClr val="tx1"/>
                </a:solidFill>
                <a:latin typeface="Times New Roman" panose="02020603050405020304" pitchFamily="18" charset="0"/>
                <a:cs typeface="Times New Roman" panose="02020603050405020304" pitchFamily="18" charset="0"/>
              </a:rPr>
              <a:t>Your wealth is your good manners</a:t>
            </a:r>
            <a:r>
              <a:rPr lang="en-US" sz="3400" dirty="0" smtClean="0">
                <a:solidFill>
                  <a:schemeClr val="tx1"/>
                </a:solidFill>
                <a:latin typeface="Times New Roman" panose="02020603050405020304" pitchFamily="18" charset="0"/>
                <a:cs typeface="Times New Roman" panose="02020603050405020304" pitchFamily="18" charset="0"/>
              </a:rPr>
              <a:t>.”   </a:t>
            </a:r>
            <a:r>
              <a:rPr lang="en-US" sz="3400"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Anonymous</a:t>
            </a:r>
            <a:endParaRPr lang="en-US" sz="3400" i="1" dirty="0">
              <a:solidFill>
                <a:schemeClr val="tx1"/>
              </a:solidFill>
              <a:latin typeface="Times New Roman" panose="02020603050405020304" pitchFamily="18" charset="0"/>
              <a:cs typeface="Times New Roman" panose="02020603050405020304" pitchFamily="18" charset="0"/>
            </a:endParaRPr>
          </a:p>
          <a:p>
            <a:pPr>
              <a:lnSpc>
                <a:spcPct val="120000"/>
              </a:lnSpc>
            </a:pPr>
            <a:r>
              <a:rPr lang="en-US" sz="3400" dirty="0">
                <a:solidFill>
                  <a:schemeClr val="tx1"/>
                </a:solidFill>
                <a:latin typeface="Times New Roman" panose="02020603050405020304" pitchFamily="18" charset="0"/>
                <a:cs typeface="Times New Roman" panose="02020603050405020304" pitchFamily="18" charset="0"/>
              </a:rPr>
              <a:t>“There are some things that money can’t buy, like manners, morals, </a:t>
            </a:r>
            <a:r>
              <a:rPr lang="en-US" sz="3400" dirty="0" smtClean="0">
                <a:solidFill>
                  <a:schemeClr val="tx1"/>
                </a:solidFill>
                <a:latin typeface="Times New Roman" panose="02020603050405020304" pitchFamily="18" charset="0"/>
                <a:cs typeface="Times New Roman" panose="02020603050405020304" pitchFamily="18" charset="0"/>
              </a:rPr>
              <a:t>and integrity</a:t>
            </a:r>
            <a:r>
              <a:rPr lang="en-US" sz="3400" i="1"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						- </a:t>
            </a:r>
            <a:r>
              <a:rPr lang="en-US" sz="3400" i="1" dirty="0" smtClean="0">
                <a:solidFill>
                  <a:schemeClr val="tx1"/>
                </a:solidFill>
                <a:latin typeface="Times New Roman" panose="02020603050405020304" pitchFamily="18" charset="0"/>
                <a:cs typeface="Times New Roman" panose="02020603050405020304" pitchFamily="18" charset="0"/>
              </a:rPr>
              <a:t>Anonymous</a:t>
            </a:r>
          </a:p>
          <a:p>
            <a:pPr>
              <a:lnSpc>
                <a:spcPct val="120000"/>
              </a:lnSpc>
            </a:pPr>
            <a:r>
              <a:rPr lang="en-US" sz="3400" dirty="0">
                <a:solidFill>
                  <a:schemeClr val="tx1"/>
                </a:solidFill>
                <a:latin typeface="Times New Roman" panose="02020603050405020304" pitchFamily="18" charset="0"/>
                <a:cs typeface="Times New Roman" panose="02020603050405020304" pitchFamily="18" charset="0"/>
              </a:rPr>
              <a:t>“People are </a:t>
            </a:r>
            <a:r>
              <a:rPr lang="en-US" sz="3400" dirty="0" smtClean="0">
                <a:solidFill>
                  <a:schemeClr val="tx1"/>
                </a:solidFill>
                <a:latin typeface="Times New Roman" panose="02020603050405020304" pitchFamily="18" charset="0"/>
                <a:cs typeface="Times New Roman" panose="02020603050405020304" pitchFamily="18" charset="0"/>
              </a:rPr>
              <a:t>people no </a:t>
            </a:r>
            <a:r>
              <a:rPr lang="en-US" sz="3400" dirty="0">
                <a:solidFill>
                  <a:schemeClr val="tx1"/>
                </a:solidFill>
                <a:latin typeface="Times New Roman" panose="02020603050405020304" pitchFamily="18" charset="0"/>
                <a:cs typeface="Times New Roman" panose="02020603050405020304" pitchFamily="18" charset="0"/>
              </a:rPr>
              <a:t>matter where you go, they </a:t>
            </a:r>
            <a:r>
              <a:rPr lang="en-US" sz="3400" dirty="0" smtClean="0">
                <a:solidFill>
                  <a:schemeClr val="tx1"/>
                </a:solidFill>
                <a:latin typeface="Times New Roman" panose="02020603050405020304" pitchFamily="18" charset="0"/>
                <a:cs typeface="Times New Roman" panose="02020603050405020304" pitchFamily="18" charset="0"/>
              </a:rPr>
              <a:t>want </a:t>
            </a:r>
            <a:r>
              <a:rPr lang="en-US" sz="3400" dirty="0">
                <a:solidFill>
                  <a:schemeClr val="tx1"/>
                </a:solidFill>
                <a:latin typeface="Times New Roman" panose="02020603050405020304" pitchFamily="18" charset="0"/>
                <a:cs typeface="Times New Roman" panose="02020603050405020304" pitchFamily="18" charset="0"/>
              </a:rPr>
              <a:t>to be valued</a:t>
            </a:r>
            <a:r>
              <a:rPr lang="en-US" sz="3400" dirty="0" smtClean="0">
                <a:solidFill>
                  <a:schemeClr val="tx1"/>
                </a:solidFill>
                <a:latin typeface="Times New Roman" panose="02020603050405020304" pitchFamily="18" charset="0"/>
                <a:cs typeface="Times New Roman" panose="02020603050405020304" pitchFamily="18" charset="0"/>
              </a:rPr>
              <a:t>.” </a:t>
            </a:r>
            <a:r>
              <a:rPr lang="en-US" sz="3400" dirty="0" smtClean="0">
                <a:solidFill>
                  <a:schemeClr val="tx1"/>
                </a:solidFill>
                <a:latin typeface="Times New Roman" panose="02020603050405020304" pitchFamily="18" charset="0"/>
                <a:cs typeface="Times New Roman" panose="02020603050405020304" pitchFamily="18" charset="0"/>
              </a:rPr>
              <a:t>										- </a:t>
            </a:r>
            <a:r>
              <a:rPr lang="en-US" sz="3400" i="1" dirty="0" smtClean="0">
                <a:solidFill>
                  <a:schemeClr val="tx1"/>
                </a:solidFill>
                <a:latin typeface="Times New Roman" panose="02020603050405020304" pitchFamily="18" charset="0"/>
                <a:cs typeface="Times New Roman" panose="02020603050405020304" pitchFamily="18" charset="0"/>
              </a:rPr>
              <a:t>Cindy </a:t>
            </a:r>
            <a:r>
              <a:rPr lang="en-US" sz="3400" i="1" dirty="0">
                <a:solidFill>
                  <a:schemeClr val="tx1"/>
                </a:solidFill>
                <a:latin typeface="Times New Roman" panose="02020603050405020304" pitchFamily="18" charset="0"/>
                <a:cs typeface="Times New Roman" panose="02020603050405020304" pitchFamily="18" charset="0"/>
              </a:rPr>
              <a:t>Grosso</a:t>
            </a:r>
          </a:p>
          <a:p>
            <a:pPr>
              <a:lnSpc>
                <a:spcPct val="120000"/>
              </a:lnSpc>
            </a:pPr>
            <a:r>
              <a:rPr lang="en-US" sz="3400" dirty="0">
                <a:solidFill>
                  <a:srgbClr val="FF0000"/>
                </a:solidFill>
                <a:latin typeface="Times New Roman" panose="02020603050405020304" pitchFamily="18" charset="0"/>
                <a:cs typeface="Times New Roman" panose="02020603050405020304" pitchFamily="18" charset="0"/>
              </a:rPr>
              <a:t>“ Good manners will open doors that the good education cannot</a:t>
            </a:r>
            <a:r>
              <a:rPr lang="en-US" sz="3400" dirty="0" smtClean="0">
                <a:solidFill>
                  <a:srgbClr val="FF0000"/>
                </a:solidFill>
                <a:latin typeface="Times New Roman" panose="02020603050405020304" pitchFamily="18" charset="0"/>
                <a:cs typeface="Times New Roman" panose="02020603050405020304" pitchFamily="18" charset="0"/>
              </a:rPr>
              <a:t>”</a:t>
            </a:r>
            <a:r>
              <a:rPr lang="en-US" sz="3400"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 </a:t>
            </a:r>
            <a:r>
              <a:rPr lang="en-US" sz="3400" i="1" dirty="0" smtClean="0">
                <a:solidFill>
                  <a:schemeClr val="tx1"/>
                </a:solidFill>
                <a:latin typeface="Times New Roman" panose="02020603050405020304" pitchFamily="18" charset="0"/>
                <a:cs typeface="Times New Roman" panose="02020603050405020304" pitchFamily="18" charset="0"/>
              </a:rPr>
              <a:t>C. </a:t>
            </a:r>
            <a:r>
              <a:rPr lang="en-US" sz="3400" i="1" dirty="0" err="1" smtClean="0">
                <a:solidFill>
                  <a:schemeClr val="tx1"/>
                </a:solidFill>
                <a:latin typeface="Times New Roman" panose="02020603050405020304" pitchFamily="18" charset="0"/>
                <a:cs typeface="Times New Roman" panose="02020603050405020304" pitchFamily="18" charset="0"/>
              </a:rPr>
              <a:t>thomas</a:t>
            </a:r>
            <a:endParaRPr lang="en-US" sz="3000" i="1" dirty="0">
              <a:latin typeface="Preeti" pitchFamily="2" charset="0"/>
            </a:endParaRPr>
          </a:p>
        </p:txBody>
      </p:sp>
      <p:sp>
        <p:nvSpPr>
          <p:cNvPr id="2" name="Footer Placeholder 1"/>
          <p:cNvSpPr>
            <a:spLocks noGrp="1"/>
          </p:cNvSpPr>
          <p:nvPr>
            <p:ph type="ftr" sz="quarter" idx="11"/>
          </p:nvPr>
        </p:nvSpPr>
        <p:spPr>
          <a:xfrm>
            <a:off x="2057400" y="6455230"/>
            <a:ext cx="5716488" cy="402770"/>
          </a:xfrm>
        </p:spPr>
        <p:txBody>
          <a:bodyPr/>
          <a:lstStyle/>
          <a:p>
            <a:r>
              <a:rPr lang="en-US" smtClean="0"/>
              <a:t>Protocol and Etiquette, Induction Training of District Court Judges, 2082   </a:t>
            </a:r>
            <a:endParaRPr lang="en-US" dirty="0"/>
          </a:p>
        </p:txBody>
      </p:sp>
      <p:sp>
        <p:nvSpPr>
          <p:cNvPr id="4" name="Slide Number Placeholder 3"/>
          <p:cNvSpPr>
            <a:spLocks noGrp="1"/>
          </p:cNvSpPr>
          <p:nvPr>
            <p:ph type="sldNum" sz="quarter" idx="12"/>
          </p:nvPr>
        </p:nvSpPr>
        <p:spPr/>
        <p:txBody>
          <a:bodyPr/>
          <a:lstStyle/>
          <a:p>
            <a:fld id="{F3849E17-9EEB-42C8-94C1-C1A74CE4A501}" type="slidenum">
              <a:rPr lang="en-US" smtClean="0"/>
              <a:pPr/>
              <a:t>3</a:t>
            </a:fld>
            <a:endParaRPr lang="en-US" dirty="0"/>
          </a:p>
        </p:txBody>
      </p:sp>
      <p:sp>
        <p:nvSpPr>
          <p:cNvPr id="5" name="Date Placeholder 4"/>
          <p:cNvSpPr>
            <a:spLocks noGrp="1"/>
          </p:cNvSpPr>
          <p:nvPr>
            <p:ph type="dt" sz="half" idx="10"/>
          </p:nvPr>
        </p:nvSpPr>
        <p:spPr/>
        <p:txBody>
          <a:bodyPr/>
          <a:lstStyle/>
          <a:p>
            <a:fld id="{BE0B15DD-7B52-46A0-91C7-B23D6B46D231}" type="datetime1">
              <a:rPr lang="en-US" smtClean="0"/>
              <a:t>1/11/2026</a:t>
            </a:fld>
            <a:endParaRPr lang="en-US"/>
          </a:p>
        </p:txBody>
      </p:sp>
    </p:spTree>
    <p:extLst>
      <p:ext uri="{BB962C8B-B14F-4D97-AF65-F5344CB8AC3E}">
        <p14:creationId xmlns:p14="http://schemas.microsoft.com/office/powerpoint/2010/main" val="15604165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Protocol, Manner and Etiquette: simple understanding</a:t>
            </a:r>
            <a:endParaRPr lang="en-US" dirty="0"/>
          </a:p>
        </p:txBody>
      </p:sp>
      <p:sp>
        <p:nvSpPr>
          <p:cNvPr id="4" name="Date Placeholder 3"/>
          <p:cNvSpPr>
            <a:spLocks noGrp="1"/>
          </p:cNvSpPr>
          <p:nvPr>
            <p:ph type="dt" sz="half" idx="10"/>
          </p:nvPr>
        </p:nvSpPr>
        <p:spPr/>
        <p:txBody>
          <a:bodyPr/>
          <a:lstStyle/>
          <a:p>
            <a:fld id="{D8F74B29-B125-4C78-83E0-7C5D10710863}"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4</a:t>
            </a:fld>
            <a:endParaRPr lang="en-US"/>
          </a:p>
        </p:txBody>
      </p:sp>
      <p:sp>
        <p:nvSpPr>
          <p:cNvPr id="3" name="Content Placeholder 2"/>
          <p:cNvSpPr>
            <a:spLocks noGrp="1"/>
          </p:cNvSpPr>
          <p:nvPr>
            <p:ph idx="1"/>
          </p:nvPr>
        </p:nvSpPr>
        <p:spPr>
          <a:xfrm>
            <a:off x="1942415" y="2057400"/>
            <a:ext cx="6591985" cy="3352800"/>
          </a:xfrm>
        </p:spPr>
        <p:txBody>
          <a:bodyPr>
            <a:normAutofit/>
          </a:bodyPr>
          <a:lstStyle/>
          <a:p>
            <a:r>
              <a:rPr lang="en-US" sz="2800" dirty="0" smtClean="0">
                <a:solidFill>
                  <a:schemeClr val="tx1"/>
                </a:solidFill>
                <a:latin typeface="Times New Roman" panose="02020603050405020304" pitchFamily="18" charset="0"/>
                <a:cs typeface="Times New Roman" panose="02020603050405020304" pitchFamily="18" charset="0"/>
              </a:rPr>
              <a:t>Protocol</a:t>
            </a:r>
            <a:r>
              <a:rPr lang="en-US" sz="2800" dirty="0">
                <a:solidFill>
                  <a:schemeClr val="tx1"/>
                </a:solidFill>
                <a:latin typeface="Times New Roman" panose="02020603050405020304" pitchFamily="18" charset="0"/>
                <a:cs typeface="Times New Roman" panose="02020603050405020304" pitchFamily="18" charset="0"/>
              </a:rPr>
              <a:t>, Manners and Etiquette are not only different words for the same meaning. However</a:t>
            </a:r>
            <a:r>
              <a:rPr lang="en-US" sz="2800" dirty="0" smtClean="0">
                <a:solidFill>
                  <a:schemeClr val="tx1"/>
                </a:solidFill>
                <a:latin typeface="Times New Roman" panose="02020603050405020304" pitchFamily="18" charset="0"/>
                <a:cs typeface="Times New Roman" panose="02020603050405020304" pitchFamily="18" charset="0"/>
              </a:rPr>
              <a:t>,</a:t>
            </a:r>
          </a:p>
          <a:p>
            <a:r>
              <a:rPr lang="en-US" sz="2800" dirty="0" smtClean="0">
                <a:solidFill>
                  <a:schemeClr val="tx1"/>
                </a:solidFill>
                <a:latin typeface="Times New Roman" panose="02020603050405020304" pitchFamily="18" charset="0"/>
                <a:cs typeface="Times New Roman" panose="02020603050405020304" pitchFamily="18" charset="0"/>
              </a:rPr>
              <a:t>Manners:</a:t>
            </a:r>
            <a:r>
              <a:rPr lang="en-US" sz="2800" dirty="0" smtClean="0">
                <a:latin typeface="Times New Roman" panose="02020603050405020304" pitchFamily="18" charset="0"/>
                <a:cs typeface="Times New Roman" panose="02020603050405020304" pitchFamily="18" charset="0"/>
              </a:rPr>
              <a:t> </a:t>
            </a:r>
            <a:r>
              <a:rPr lang="en-US" sz="2800" dirty="0" smtClean="0">
                <a:solidFill>
                  <a:srgbClr val="FF0000"/>
                </a:solidFill>
                <a:latin typeface="Times New Roman" panose="02020603050405020304" pitchFamily="18" charset="0"/>
                <a:cs typeface="Times New Roman" panose="02020603050405020304" pitchFamily="18" charset="0"/>
              </a:rPr>
              <a:t>What</a:t>
            </a:r>
            <a:r>
              <a:rPr lang="en-US" sz="2800" dirty="0" smtClean="0">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to </a:t>
            </a:r>
            <a:r>
              <a:rPr lang="en-US" sz="2800" dirty="0" smtClean="0">
                <a:solidFill>
                  <a:schemeClr val="tx1"/>
                </a:solidFill>
                <a:latin typeface="Times New Roman" panose="02020603050405020304" pitchFamily="18" charset="0"/>
                <a:cs typeface="Times New Roman" panose="02020603050405020304" pitchFamily="18" charset="0"/>
              </a:rPr>
              <a:t>do it.</a:t>
            </a:r>
          </a:p>
          <a:p>
            <a:r>
              <a:rPr lang="en-US" sz="2800" dirty="0" smtClean="0">
                <a:solidFill>
                  <a:schemeClr val="tx1"/>
                </a:solidFill>
                <a:latin typeface="Times New Roman" panose="02020603050405020304" pitchFamily="18" charset="0"/>
                <a:cs typeface="Times New Roman" panose="02020603050405020304" pitchFamily="18" charset="0"/>
              </a:rPr>
              <a:t>Etiquette: </a:t>
            </a:r>
            <a:r>
              <a:rPr lang="en-US" sz="2800" dirty="0" smtClean="0">
                <a:solidFill>
                  <a:srgbClr val="002060"/>
                </a:solidFill>
                <a:latin typeface="Times New Roman" panose="02020603050405020304" pitchFamily="18" charset="0"/>
                <a:cs typeface="Times New Roman" panose="02020603050405020304" pitchFamily="18" charset="0"/>
              </a:rPr>
              <a:t>How</a:t>
            </a:r>
            <a:r>
              <a:rPr lang="en-US" sz="2800" dirty="0" smtClean="0">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to do it. </a:t>
            </a:r>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Protocol:</a:t>
            </a:r>
            <a:r>
              <a:rPr lang="en-US" sz="2800" dirty="0" smtClean="0">
                <a:latin typeface="Times New Roman" panose="02020603050405020304" pitchFamily="18" charset="0"/>
                <a:cs typeface="Times New Roman" panose="02020603050405020304" pitchFamily="18" charset="0"/>
              </a:rPr>
              <a:t> </a:t>
            </a:r>
            <a:r>
              <a:rPr lang="en-US" sz="2800" dirty="0" smtClean="0">
                <a:solidFill>
                  <a:srgbClr val="FF0000"/>
                </a:solidFill>
                <a:latin typeface="Times New Roman" panose="02020603050405020304" pitchFamily="18" charset="0"/>
                <a:cs typeface="Times New Roman" panose="02020603050405020304" pitchFamily="18" charset="0"/>
              </a:rPr>
              <a:t>When</a:t>
            </a:r>
            <a:r>
              <a:rPr lang="en-US" sz="2800" dirty="0" smtClean="0">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to do it</a:t>
            </a:r>
            <a:r>
              <a:rPr lang="en-US" sz="2800" dirty="0" smtClean="0">
                <a:solidFill>
                  <a:schemeClr val="tx1"/>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US" sz="2400" dirty="0"/>
          </a:p>
        </p:txBody>
      </p:sp>
    </p:spTree>
    <p:extLst>
      <p:ext uri="{BB962C8B-B14F-4D97-AF65-F5344CB8AC3E}">
        <p14:creationId xmlns:p14="http://schemas.microsoft.com/office/powerpoint/2010/main" val="18178303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381000"/>
            <a:ext cx="6589199" cy="771908"/>
          </a:xfrm>
        </p:spPr>
        <p:txBody>
          <a:bodyPr>
            <a:normAutofit/>
          </a:bodyPr>
          <a:lstStyle/>
          <a:p>
            <a:r>
              <a:rPr lang="en-US" dirty="0" smtClean="0">
                <a:latin typeface="Times New Roman" panose="02020603050405020304" pitchFamily="18" charset="0"/>
                <a:cs typeface="Times New Roman" panose="02020603050405020304" pitchFamily="18" charset="0"/>
              </a:rPr>
              <a:t>Protocol</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ABDD071-5CA9-4A8C-819D-1B9401CEF290}"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5</a:t>
            </a:fld>
            <a:endParaRPr lang="en-US"/>
          </a:p>
        </p:txBody>
      </p:sp>
      <p:sp>
        <p:nvSpPr>
          <p:cNvPr id="3" name="Content Placeholder 2"/>
          <p:cNvSpPr>
            <a:spLocks noGrp="1"/>
          </p:cNvSpPr>
          <p:nvPr>
            <p:ph idx="1"/>
          </p:nvPr>
        </p:nvSpPr>
        <p:spPr>
          <a:xfrm>
            <a:off x="1447801" y="1152908"/>
            <a:ext cx="7086600" cy="4562092"/>
          </a:xfrm>
        </p:spPr>
        <p:txBody>
          <a:bodyPr>
            <a:noAutofit/>
          </a:bodyPr>
          <a:lstStyle/>
          <a:p>
            <a:r>
              <a:rPr lang="en-US" sz="2400" b="1" dirty="0" smtClean="0">
                <a:solidFill>
                  <a:srgbClr val="FF0000"/>
                </a:solidFill>
                <a:latin typeface="Times New Roman" panose="02020603050405020304" pitchFamily="18" charset="0"/>
                <a:cs typeface="Times New Roman" panose="02020603050405020304" pitchFamily="18" charset="0"/>
              </a:rPr>
              <a:t>Protocol</a:t>
            </a:r>
            <a:r>
              <a:rPr lang="en-US" sz="2400" dirty="0">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is about following correct procedures. It is the art of ensuring that official </a:t>
            </a:r>
            <a:r>
              <a:rPr lang="en-US" sz="2400" dirty="0" smtClean="0">
                <a:solidFill>
                  <a:schemeClr val="tx1"/>
                </a:solidFill>
                <a:latin typeface="Times New Roman" panose="02020603050405020304" pitchFamily="18" charset="0"/>
                <a:cs typeface="Times New Roman" panose="02020603050405020304" pitchFamily="18" charset="0"/>
              </a:rPr>
              <a:t>visits</a:t>
            </a:r>
            <a:r>
              <a:rPr lang="en-US" sz="2400" dirty="0">
                <a:solidFill>
                  <a:schemeClr val="tx1"/>
                </a:solidFill>
                <a:latin typeface="Times New Roman" panose="02020603050405020304" pitchFamily="18" charset="0"/>
                <a:cs typeface="Times New Roman" panose="02020603050405020304" pitchFamily="18" charset="0"/>
              </a:rPr>
              <a:t>, meetings and functions are planned and conducted in accordance with a </a:t>
            </a:r>
            <a:r>
              <a:rPr lang="en-US" sz="2400" dirty="0" smtClean="0">
                <a:solidFill>
                  <a:schemeClr val="tx1"/>
                </a:solidFill>
                <a:latin typeface="Times New Roman" panose="02020603050405020304" pitchFamily="18" charset="0"/>
                <a:cs typeface="Times New Roman" panose="02020603050405020304" pitchFamily="18" charset="0"/>
              </a:rPr>
              <a:t>established set </a:t>
            </a:r>
            <a:r>
              <a:rPr lang="en-US" sz="2400" dirty="0">
                <a:solidFill>
                  <a:schemeClr val="tx1"/>
                </a:solidFill>
                <a:latin typeface="Times New Roman" panose="02020603050405020304" pitchFamily="18" charset="0"/>
                <a:cs typeface="Times New Roman" panose="02020603050405020304" pitchFamily="18" charset="0"/>
              </a:rPr>
              <a:t>of rules that are formally, socially and culturally accepted and expected by the parties involved</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r>
              <a:rPr lang="en-US" sz="2400" b="1" dirty="0">
                <a:solidFill>
                  <a:srgbClr val="002060"/>
                </a:solidFill>
                <a:latin typeface="Times New Roman" panose="02020603050405020304" pitchFamily="18" charset="0"/>
                <a:cs typeface="Times New Roman" panose="02020603050405020304" pitchFamily="18" charset="0"/>
              </a:rPr>
              <a:t>protocol</a:t>
            </a:r>
            <a:r>
              <a:rPr lang="en-US" sz="2400" dirty="0">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is a rule which describes how an activity should be performed, especially in the field of diplomacy</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A</a:t>
            </a:r>
            <a:r>
              <a:rPr lang="en-US" sz="2400" dirty="0" smtClean="0">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Protocol</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is</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a</a:t>
            </a:r>
            <a:r>
              <a:rPr lang="en-US" sz="2400" b="1" dirty="0" smtClean="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forms </a:t>
            </a:r>
            <a:r>
              <a:rPr lang="en-US" sz="2400" dirty="0">
                <a:solidFill>
                  <a:schemeClr val="tx1"/>
                </a:solidFill>
                <a:latin typeface="Times New Roman" panose="02020603050405020304" pitchFamily="18" charset="0"/>
                <a:cs typeface="Times New Roman" panose="02020603050405020304" pitchFamily="18" charset="0"/>
              </a:rPr>
              <a:t>of ceremony and </a:t>
            </a:r>
            <a:r>
              <a:rPr lang="en-US" sz="2400" dirty="0" smtClean="0">
                <a:solidFill>
                  <a:schemeClr val="tx1"/>
                </a:solidFill>
                <a:latin typeface="Times New Roman" panose="02020603050405020304" pitchFamily="18" charset="0"/>
                <a:cs typeface="Times New Roman" panose="02020603050405020304" pitchFamily="18" charset="0"/>
              </a:rPr>
              <a:t>diplomatic etiquette </a:t>
            </a:r>
            <a:r>
              <a:rPr lang="en-US" sz="2400" dirty="0">
                <a:solidFill>
                  <a:schemeClr val="tx1"/>
                </a:solidFill>
                <a:latin typeface="Times New Roman" panose="02020603050405020304" pitchFamily="18" charset="0"/>
                <a:cs typeface="Times New Roman" panose="02020603050405020304" pitchFamily="18" charset="0"/>
              </a:rPr>
              <a:t>observed by diplomats and </a:t>
            </a:r>
            <a:r>
              <a:rPr lang="en-US" sz="2400" dirty="0" smtClean="0">
                <a:solidFill>
                  <a:schemeClr val="tx1"/>
                </a:solidFill>
                <a:latin typeface="Times New Roman" panose="02020603050405020304" pitchFamily="18" charset="0"/>
                <a:cs typeface="Times New Roman" panose="02020603050405020304" pitchFamily="18" charset="0"/>
              </a:rPr>
              <a:t>heads of </a:t>
            </a:r>
            <a:r>
              <a:rPr lang="en-US" sz="2400" dirty="0" smtClean="0">
                <a:solidFill>
                  <a:schemeClr val="tx1"/>
                </a:solidFill>
                <a:latin typeface="Times New Roman" panose="02020603050405020304" pitchFamily="18" charset="0"/>
                <a:cs typeface="Times New Roman" panose="02020603050405020304" pitchFamily="18" charset="0"/>
              </a:rPr>
              <a:t>state.</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8206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381000"/>
            <a:ext cx="6589199" cy="762000"/>
          </a:xfrm>
        </p:spPr>
        <p:txBody>
          <a:bodyPr/>
          <a:lstStyle/>
          <a:p>
            <a:pPr algn="ctr"/>
            <a:r>
              <a:rPr lang="en-US" b="1" dirty="0">
                <a:latin typeface="Arial" panose="020B0604020202020204" pitchFamily="34" charset="0"/>
                <a:cs typeface="Arial" panose="020B0604020202020204" pitchFamily="34" charset="0"/>
              </a:rPr>
              <a:t>Manner</a:t>
            </a:r>
          </a:p>
        </p:txBody>
      </p:sp>
      <p:sp>
        <p:nvSpPr>
          <p:cNvPr id="3" name="Content Placeholder 2"/>
          <p:cNvSpPr>
            <a:spLocks noGrp="1"/>
          </p:cNvSpPr>
          <p:nvPr>
            <p:ph idx="1"/>
          </p:nvPr>
        </p:nvSpPr>
        <p:spPr>
          <a:xfrm>
            <a:off x="990600" y="1447800"/>
            <a:ext cx="7924800" cy="3657600"/>
          </a:xfrm>
        </p:spPr>
        <p:txBody>
          <a:bodyPr>
            <a:noAutofit/>
          </a:bodyPr>
          <a:lstStyle/>
          <a:p>
            <a:pPr algn="just"/>
            <a:r>
              <a:rPr lang="en-US" sz="2800" dirty="0" smtClean="0">
                <a:latin typeface="Arial" pitchFamily="34" charset="0"/>
                <a:cs typeface="Arial" pitchFamily="34" charset="0"/>
              </a:rPr>
              <a:t> </a:t>
            </a:r>
            <a:r>
              <a:rPr lang="en-US" sz="2800" dirty="0" smtClean="0">
                <a:solidFill>
                  <a:schemeClr val="tx1"/>
                </a:solidFill>
                <a:latin typeface="Times New Roman" panose="02020603050405020304" pitchFamily="18" charset="0"/>
                <a:cs typeface="Times New Roman" panose="02020603050405020304" pitchFamily="18" charset="0"/>
              </a:rPr>
              <a:t>It </a:t>
            </a:r>
            <a:r>
              <a:rPr lang="en-US" sz="2800" dirty="0">
                <a:solidFill>
                  <a:schemeClr val="tx1"/>
                </a:solidFill>
                <a:latin typeface="Times New Roman" panose="02020603050405020304" pitchFamily="18" charset="0"/>
                <a:cs typeface="Times New Roman" panose="02020603050405020304" pitchFamily="18" charset="0"/>
              </a:rPr>
              <a:t>is an attitude of a person that sets of his/her traits. </a:t>
            </a:r>
            <a:r>
              <a:rPr lang="en-US" sz="2800" dirty="0" smtClean="0">
                <a:solidFill>
                  <a:schemeClr val="tx1"/>
                </a:solidFill>
                <a:latin typeface="Times New Roman" panose="02020603050405020304" pitchFamily="18" charset="0"/>
                <a:cs typeface="Times New Roman" panose="02020603050405020304" pitchFamily="18" charset="0"/>
              </a:rPr>
              <a:t> </a:t>
            </a:r>
          </a:p>
          <a:p>
            <a:pPr algn="just"/>
            <a:r>
              <a:rPr lang="en-US" sz="2800" dirty="0">
                <a:solidFill>
                  <a:schemeClr val="tx1"/>
                </a:solidFill>
                <a:latin typeface="Times New Roman" panose="02020603050405020304" pitchFamily="18" charset="0"/>
                <a:cs typeface="Times New Roman" panose="02020603050405020304" pitchFamily="18" charset="0"/>
              </a:rPr>
              <a:t> Manners are an expression of inner </a:t>
            </a:r>
            <a:r>
              <a:rPr lang="en-US" sz="2800" dirty="0" smtClean="0">
                <a:solidFill>
                  <a:schemeClr val="tx1"/>
                </a:solidFill>
                <a:latin typeface="Times New Roman" panose="02020603050405020304" pitchFamily="18" charset="0"/>
                <a:cs typeface="Times New Roman" panose="02020603050405020304" pitchFamily="18" charset="0"/>
              </a:rPr>
              <a:t>character of a person.</a:t>
            </a:r>
          </a:p>
          <a:p>
            <a:pPr algn="just"/>
            <a:r>
              <a:rPr lang="en-US" sz="2800" dirty="0">
                <a:solidFill>
                  <a:schemeClr val="tx1"/>
                </a:solidFill>
                <a:latin typeface="Times New Roman" panose="02020603050405020304" pitchFamily="18" charset="0"/>
                <a:cs typeface="Times New Roman" panose="02020603050405020304" pitchFamily="18" charset="0"/>
              </a:rPr>
              <a:t> The treatment of other people with courtesy and politeness, and showing correct public behaviour.</a:t>
            </a:r>
          </a:p>
          <a:p>
            <a:pPr marL="0" indent="0" algn="just">
              <a:buNone/>
            </a:pPr>
            <a:endParaRPr lang="en-US" sz="2800" dirty="0">
              <a:latin typeface="Arial" pitchFamily="34" charset="0"/>
              <a:cs typeface="Arial" pitchFamily="34" charset="0"/>
            </a:endParaRPr>
          </a:p>
        </p:txBody>
      </p:sp>
      <p:sp>
        <p:nvSpPr>
          <p:cNvPr id="4" name="Footer Placeholder 3"/>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5" name="Slide Number Placeholder 4"/>
          <p:cNvSpPr>
            <a:spLocks noGrp="1"/>
          </p:cNvSpPr>
          <p:nvPr>
            <p:ph type="sldNum" sz="quarter" idx="12"/>
          </p:nvPr>
        </p:nvSpPr>
        <p:spPr/>
        <p:txBody>
          <a:bodyPr/>
          <a:lstStyle/>
          <a:p>
            <a:fld id="{F3849E17-9EEB-42C8-94C1-C1A74CE4A501}" type="slidenum">
              <a:rPr lang="en-US" smtClean="0"/>
              <a:pPr/>
              <a:t>6</a:t>
            </a:fld>
            <a:endParaRPr lang="en-US"/>
          </a:p>
        </p:txBody>
      </p:sp>
      <p:sp>
        <p:nvSpPr>
          <p:cNvPr id="6" name="Date Placeholder 5"/>
          <p:cNvSpPr>
            <a:spLocks noGrp="1"/>
          </p:cNvSpPr>
          <p:nvPr>
            <p:ph type="dt" sz="half" idx="10"/>
          </p:nvPr>
        </p:nvSpPr>
        <p:spPr/>
        <p:txBody>
          <a:bodyPr/>
          <a:lstStyle/>
          <a:p>
            <a:fld id="{F8AE5727-BD44-4BB6-8E59-505841AD29B0}" type="datetime1">
              <a:rPr lang="en-US" smtClean="0"/>
              <a:t>1/11/2026</a:t>
            </a:fld>
            <a:endParaRPr lang="en-US"/>
          </a:p>
        </p:txBody>
      </p:sp>
    </p:spTree>
    <p:extLst>
      <p:ext uri="{BB962C8B-B14F-4D97-AF65-F5344CB8AC3E}">
        <p14:creationId xmlns:p14="http://schemas.microsoft.com/office/powerpoint/2010/main" val="12477738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604580" y="367672"/>
            <a:ext cx="6934200" cy="609600"/>
          </a:xfrm>
        </p:spPr>
        <p:txBody>
          <a:bodyPr>
            <a:normAutofit/>
          </a:bodyPr>
          <a:lstStyle/>
          <a:p>
            <a:pPr algn="ctr" eaLnBrk="1" fontAlgn="auto" hangingPunct="1">
              <a:spcAft>
                <a:spcPts val="0"/>
              </a:spcAft>
              <a:defRPr/>
            </a:pPr>
            <a:r>
              <a:rPr lang="en-US" sz="3200" b="1" dirty="0">
                <a:latin typeface="Arial" panose="020B0604020202020204" pitchFamily="34" charset="0"/>
                <a:cs typeface="Arial" panose="020B0604020202020204" pitchFamily="34" charset="0"/>
              </a:rPr>
              <a:t>Etiquette</a:t>
            </a:r>
          </a:p>
        </p:txBody>
      </p:sp>
      <p:sp>
        <p:nvSpPr>
          <p:cNvPr id="2" name="Footer Placeholder 1"/>
          <p:cNvSpPr>
            <a:spLocks noGrp="1"/>
          </p:cNvSpPr>
          <p:nvPr>
            <p:ph type="ftr" sz="quarter" idx="11"/>
          </p:nvPr>
        </p:nvSpPr>
        <p:spPr>
          <a:xfrm>
            <a:off x="1981200" y="6248400"/>
            <a:ext cx="5716488" cy="365125"/>
          </a:xfrm>
        </p:spPr>
        <p:txBody>
          <a:bodyPr/>
          <a:lstStyle/>
          <a:p>
            <a:r>
              <a:rPr lang="en-US" smtClean="0"/>
              <a:t>Protocol and Etiquette, Induction Training of District Court Judges, 2082   </a:t>
            </a:r>
            <a:endParaRPr lang="en-US" dirty="0"/>
          </a:p>
        </p:txBody>
      </p:sp>
      <p:sp>
        <p:nvSpPr>
          <p:cNvPr id="24579" name="Content Placeholder 2"/>
          <p:cNvSpPr>
            <a:spLocks noGrp="1"/>
          </p:cNvSpPr>
          <p:nvPr>
            <p:ph idx="1"/>
          </p:nvPr>
        </p:nvSpPr>
        <p:spPr>
          <a:xfrm>
            <a:off x="609600" y="977272"/>
            <a:ext cx="8382000" cy="4813929"/>
          </a:xfrm>
        </p:spPr>
        <p:txBody>
          <a:bodyPr>
            <a:normAutofit fontScale="92500"/>
          </a:bodyPr>
          <a:lstStyle/>
          <a:p>
            <a:r>
              <a:rPr lang="en-US" sz="2600" dirty="0">
                <a:solidFill>
                  <a:schemeClr val="tx1"/>
                </a:solidFill>
                <a:latin typeface="Times New Roman" panose="02020603050405020304" pitchFamily="18" charset="0"/>
                <a:cs typeface="Times New Roman" panose="02020603050405020304" pitchFamily="18" charset="0"/>
              </a:rPr>
              <a:t>“The customary code of polite behaviour in society or members of a particular profession or group” </a:t>
            </a:r>
            <a:r>
              <a:rPr lang="en-US" sz="2600" i="1" dirty="0">
                <a:solidFill>
                  <a:schemeClr val="tx1"/>
                </a:solidFill>
                <a:latin typeface="Times New Roman" panose="02020603050405020304" pitchFamily="18" charset="0"/>
                <a:cs typeface="Times New Roman" panose="02020603050405020304" pitchFamily="18" charset="0"/>
              </a:rPr>
              <a:t>-Oxford Dictionary</a:t>
            </a:r>
          </a:p>
          <a:p>
            <a:r>
              <a:rPr lang="en-US" sz="2600" dirty="0" smtClean="0">
                <a:solidFill>
                  <a:schemeClr val="tx1"/>
                </a:solidFill>
                <a:latin typeface="Times New Roman" panose="02020603050405020304" pitchFamily="18" charset="0"/>
                <a:cs typeface="Times New Roman" panose="02020603050405020304" pitchFamily="18" charset="0"/>
              </a:rPr>
              <a:t>“</a:t>
            </a:r>
            <a:r>
              <a:rPr lang="en-US" sz="2600" dirty="0">
                <a:solidFill>
                  <a:schemeClr val="tx1"/>
                </a:solidFill>
                <a:latin typeface="Times New Roman" panose="02020603050405020304" pitchFamily="18" charset="0"/>
                <a:cs typeface="Times New Roman" panose="02020603050405020304" pitchFamily="18" charset="0"/>
              </a:rPr>
              <a:t>Etiquette is what you are doing and saying when people are looking and listening. What you are thinking is </a:t>
            </a:r>
            <a:r>
              <a:rPr lang="en-US" sz="2600" dirty="0" smtClean="0">
                <a:solidFill>
                  <a:schemeClr val="tx1"/>
                </a:solidFill>
                <a:latin typeface="Times New Roman" panose="02020603050405020304" pitchFamily="18" charset="0"/>
                <a:cs typeface="Times New Roman" panose="02020603050405020304" pitchFamily="18" charset="0"/>
              </a:rPr>
              <a:t>your business.” </a:t>
            </a:r>
            <a:r>
              <a:rPr lang="en-US" sz="2600" b="1" i="1" dirty="0" smtClean="0">
                <a:solidFill>
                  <a:schemeClr val="tx1"/>
                </a:solidFill>
                <a:latin typeface="Times New Roman" panose="02020603050405020304" pitchFamily="18" charset="0"/>
                <a:cs typeface="Times New Roman" panose="02020603050405020304" pitchFamily="18" charset="0"/>
              </a:rPr>
              <a:t>-</a:t>
            </a:r>
            <a:r>
              <a:rPr lang="en-US" sz="2600" i="1" dirty="0">
                <a:solidFill>
                  <a:schemeClr val="tx1"/>
                </a:solidFill>
                <a:latin typeface="Times New Roman" panose="02020603050405020304" pitchFamily="18" charset="0"/>
                <a:cs typeface="Times New Roman" panose="02020603050405020304" pitchFamily="18" charset="0"/>
              </a:rPr>
              <a:t>Virginia Cary </a:t>
            </a:r>
            <a:r>
              <a:rPr lang="en-US" sz="2600" i="1" dirty="0" smtClean="0">
                <a:solidFill>
                  <a:schemeClr val="tx1"/>
                </a:solidFill>
                <a:latin typeface="Times New Roman" panose="02020603050405020304" pitchFamily="18" charset="0"/>
                <a:cs typeface="Times New Roman" panose="02020603050405020304" pitchFamily="18" charset="0"/>
              </a:rPr>
              <a:t>Hudson</a:t>
            </a:r>
            <a:endParaRPr lang="en-US" sz="2600" dirty="0">
              <a:solidFill>
                <a:schemeClr val="tx1"/>
              </a:solidFill>
              <a:latin typeface="Times New Roman" panose="02020603050405020304" pitchFamily="18" charset="0"/>
              <a:cs typeface="Times New Roman" panose="02020603050405020304" pitchFamily="18" charset="0"/>
            </a:endParaRPr>
          </a:p>
          <a:p>
            <a:r>
              <a:rPr lang="en-US" sz="2600" dirty="0" smtClean="0">
                <a:solidFill>
                  <a:schemeClr val="tx1"/>
                </a:solidFill>
                <a:latin typeface="Times New Roman" panose="02020603050405020304" pitchFamily="18" charset="0"/>
                <a:cs typeface="Times New Roman" panose="02020603050405020304" pitchFamily="18" charset="0"/>
              </a:rPr>
              <a:t>  Etiquette is the </a:t>
            </a:r>
            <a:r>
              <a:rPr lang="en-US" sz="2600" dirty="0">
                <a:solidFill>
                  <a:schemeClr val="tx1"/>
                </a:solidFill>
                <a:latin typeface="Times New Roman" panose="02020603050405020304" pitchFamily="18" charset="0"/>
                <a:cs typeface="Times New Roman" panose="02020603050405020304" pitchFamily="18" charset="0"/>
              </a:rPr>
              <a:t>customs or rules governing behaviour regarded as correct or acceptable in social or official </a:t>
            </a:r>
            <a:r>
              <a:rPr lang="en-US" sz="2600" dirty="0" smtClean="0">
                <a:solidFill>
                  <a:schemeClr val="tx1"/>
                </a:solidFill>
                <a:latin typeface="Times New Roman" panose="02020603050405020304" pitchFamily="18" charset="0"/>
                <a:cs typeface="Times New Roman" panose="02020603050405020304" pitchFamily="18" charset="0"/>
              </a:rPr>
              <a:t>life.</a:t>
            </a:r>
          </a:p>
          <a:p>
            <a:r>
              <a:rPr lang="en-US" sz="2600" dirty="0" smtClean="0">
                <a:solidFill>
                  <a:schemeClr val="tx1"/>
                </a:solidFill>
                <a:latin typeface="Times New Roman" panose="02020603050405020304" pitchFamily="18" charset="0"/>
                <a:cs typeface="Times New Roman" panose="02020603050405020304" pitchFamily="18" charset="0"/>
              </a:rPr>
              <a:t> Etiquette is a </a:t>
            </a:r>
            <a:r>
              <a:rPr lang="en-US" sz="2600" dirty="0">
                <a:solidFill>
                  <a:schemeClr val="tx1"/>
                </a:solidFill>
                <a:latin typeface="Times New Roman" panose="02020603050405020304" pitchFamily="18" charset="0"/>
                <a:cs typeface="Times New Roman" panose="02020603050405020304" pitchFamily="18" charset="0"/>
              </a:rPr>
              <a:t>conventional but unwritten code of practice followed by members of any of certain professions or </a:t>
            </a:r>
            <a:r>
              <a:rPr lang="en-US" sz="2600" dirty="0" smtClean="0">
                <a:solidFill>
                  <a:schemeClr val="tx1"/>
                </a:solidFill>
                <a:latin typeface="Times New Roman" panose="02020603050405020304" pitchFamily="18" charset="0"/>
                <a:cs typeface="Times New Roman" panose="02020603050405020304" pitchFamily="18" charset="0"/>
              </a:rPr>
              <a:t>groups.</a:t>
            </a:r>
          </a:p>
          <a:p>
            <a:pPr>
              <a:buNone/>
            </a:pPr>
            <a:r>
              <a:rPr lang="en-US" sz="2600" dirty="0" smtClean="0">
                <a:latin typeface="Times New Roman" panose="02020603050405020304" pitchFamily="18" charset="0"/>
                <a:cs typeface="Times New Roman" panose="02020603050405020304" pitchFamily="18" charset="0"/>
              </a:rPr>
              <a:t> </a:t>
            </a:r>
            <a:r>
              <a:rPr lang="en-US" sz="2600" dirty="0" smtClean="0">
                <a:solidFill>
                  <a:srgbClr val="FF0000"/>
                </a:solidFill>
                <a:latin typeface="Times New Roman" panose="02020603050405020304" pitchFamily="18" charset="0"/>
                <a:cs typeface="Times New Roman" panose="02020603050405020304" pitchFamily="18" charset="0"/>
              </a:rPr>
              <a:t>Rules </a:t>
            </a:r>
            <a:r>
              <a:rPr lang="en-US" sz="2600" dirty="0">
                <a:solidFill>
                  <a:srgbClr val="FF0000"/>
                </a:solidFill>
                <a:latin typeface="Times New Roman" panose="02020603050405020304" pitchFamily="18" charset="0"/>
                <a:cs typeface="Times New Roman" panose="02020603050405020304" pitchFamily="18" charset="0"/>
              </a:rPr>
              <a:t>of etiquette are the guiding codes that enable us to practice manners.</a:t>
            </a:r>
          </a:p>
          <a:p>
            <a:pPr algn="ctr" eaLnBrk="1" hangingPunct="1">
              <a:buFont typeface="Arial" charset="0"/>
              <a:buNone/>
            </a:pPr>
            <a:endParaRPr lang="en-US" sz="24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F3849E17-9EEB-42C8-94C1-C1A74CE4A501}" type="slidenum">
              <a:rPr lang="en-US" smtClean="0"/>
              <a:pPr/>
              <a:t>7</a:t>
            </a:fld>
            <a:endParaRPr lang="en-US"/>
          </a:p>
        </p:txBody>
      </p:sp>
      <p:sp>
        <p:nvSpPr>
          <p:cNvPr id="4" name="Date Placeholder 3"/>
          <p:cNvSpPr>
            <a:spLocks noGrp="1"/>
          </p:cNvSpPr>
          <p:nvPr>
            <p:ph type="dt" sz="half" idx="10"/>
          </p:nvPr>
        </p:nvSpPr>
        <p:spPr/>
        <p:txBody>
          <a:bodyPr/>
          <a:lstStyle/>
          <a:p>
            <a:fld id="{0E68284A-DAFE-483A-8563-4AA98027500A}" type="datetime1">
              <a:rPr lang="en-US" smtClean="0"/>
              <a:t>1/11/2026</a:t>
            </a:fld>
            <a:endParaRPr lang="en-US"/>
          </a:p>
        </p:txBody>
      </p:sp>
    </p:spTree>
    <p:extLst>
      <p:ext uri="{BB962C8B-B14F-4D97-AF65-F5344CB8AC3E}">
        <p14:creationId xmlns:p14="http://schemas.microsoft.com/office/powerpoint/2010/main" val="24802510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457199"/>
            <a:ext cx="7391399" cy="5677889"/>
          </a:xfrm>
        </p:spPr>
        <p:txBody>
          <a:bodyPr>
            <a:normAutofit/>
          </a:bodyPr>
          <a:lstStyle/>
          <a:p>
            <a:pPr marL="0" indent="0">
              <a:lnSpc>
                <a:spcPct val="150000"/>
              </a:lnSpc>
              <a:buNone/>
            </a:pPr>
            <a:r>
              <a:rPr lang="en-US" sz="3200" dirty="0" smtClean="0">
                <a:latin typeface="Times New Roman" panose="02020603050405020304" pitchFamily="18" charset="0"/>
                <a:cs typeface="Times New Roman" panose="02020603050405020304" pitchFamily="18" charset="0"/>
              </a:rPr>
              <a:t>Etiquette </a:t>
            </a:r>
            <a:r>
              <a:rPr lang="en-US" sz="3200" dirty="0">
                <a:latin typeface="Times New Roman" panose="02020603050405020304" pitchFamily="18" charset="0"/>
                <a:cs typeface="Times New Roman" panose="02020603050405020304" pitchFamily="18" charset="0"/>
              </a:rPr>
              <a:t>and manners are important aspects of the court system. They help to maintain the decorum of the court, ensure the fair and impartial administration of justice, and demonstrate respect for the rule of law</a:t>
            </a:r>
            <a:r>
              <a:rPr lang="en-US" sz="3200" dirty="0" smtClean="0">
                <a:latin typeface="Times New Roman" panose="02020603050405020304" pitchFamily="18" charset="0"/>
                <a:cs typeface="Times New Roman" panose="02020603050405020304" pitchFamily="18" charset="0"/>
              </a:rPr>
              <a:t>.</a:t>
            </a:r>
            <a:endParaRPr lang="en-US" sz="3200" dirty="0"/>
          </a:p>
        </p:txBody>
      </p:sp>
      <p:sp>
        <p:nvSpPr>
          <p:cNvPr id="4" name="Date Placeholder 3"/>
          <p:cNvSpPr>
            <a:spLocks noGrp="1"/>
          </p:cNvSpPr>
          <p:nvPr>
            <p:ph type="dt" sz="half" idx="10"/>
          </p:nvPr>
        </p:nvSpPr>
        <p:spPr/>
        <p:txBody>
          <a:bodyPr/>
          <a:lstStyle/>
          <a:p>
            <a:fld id="{771A70CB-F0AA-4B96-A430-21F33107527D}"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8</a:t>
            </a:fld>
            <a:endParaRPr lang="en-US"/>
          </a:p>
        </p:txBody>
      </p:sp>
    </p:spTree>
    <p:extLst>
      <p:ext uri="{BB962C8B-B14F-4D97-AF65-F5344CB8AC3E}">
        <p14:creationId xmlns:p14="http://schemas.microsoft.com/office/powerpoint/2010/main" val="7843048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43000"/>
            <a:ext cx="6589199" cy="838200"/>
          </a:xfrm>
        </p:spPr>
        <p:txBody>
          <a:bodyPr>
            <a:normAutofit/>
          </a:bodyPr>
          <a:lstStyle/>
          <a:p>
            <a:r>
              <a:rPr lang="en-US" sz="2800" b="1" dirty="0">
                <a:latin typeface="Arial" panose="020B0604020202020204" pitchFamily="34" charset="0"/>
                <a:cs typeface="Arial" panose="020B0604020202020204" pitchFamily="34" charset="0"/>
              </a:rPr>
              <a:t>Avenues of Etiquettes and Manners</a:t>
            </a:r>
            <a:endParaRPr lang="en-US" sz="2800" dirty="0"/>
          </a:p>
        </p:txBody>
      </p:sp>
      <p:sp>
        <p:nvSpPr>
          <p:cNvPr id="3" name="Content Placeholder 2"/>
          <p:cNvSpPr>
            <a:spLocks noGrp="1"/>
          </p:cNvSpPr>
          <p:nvPr>
            <p:ph idx="1"/>
          </p:nvPr>
        </p:nvSpPr>
        <p:spPr>
          <a:xfrm>
            <a:off x="1942415" y="1981200"/>
            <a:ext cx="6591985" cy="3930022"/>
          </a:xfrm>
        </p:spPr>
        <p:txBody>
          <a:bodyPr>
            <a:normAutofit/>
          </a:bodyPr>
          <a:lstStyle/>
          <a:p>
            <a:r>
              <a:rPr lang="en-US" sz="2000" dirty="0">
                <a:solidFill>
                  <a:srgbClr val="002060"/>
                </a:solidFill>
                <a:latin typeface="Times New Roman" panose="02020603050405020304" pitchFamily="18" charset="0"/>
                <a:cs typeface="Times New Roman" panose="02020603050405020304" pitchFamily="18" charset="0"/>
              </a:rPr>
              <a:t>Professional Etiquette</a:t>
            </a:r>
          </a:p>
          <a:p>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Meeting and Conversation</a:t>
            </a:r>
          </a:p>
          <a:p>
            <a:pPr lvl="1"/>
            <a:r>
              <a:rPr lang="en-US" sz="2000" dirty="0">
                <a:solidFill>
                  <a:schemeClr val="tx1"/>
                </a:solidFill>
                <a:latin typeface="Times New Roman" panose="02020603050405020304" pitchFamily="18" charset="0"/>
                <a:cs typeface="Times New Roman" panose="02020603050405020304" pitchFamily="18" charset="0"/>
              </a:rPr>
              <a:t>Dress Code</a:t>
            </a:r>
          </a:p>
          <a:p>
            <a:pPr lvl="1"/>
            <a:r>
              <a:rPr lang="en-US" sz="2000" dirty="0">
                <a:solidFill>
                  <a:schemeClr val="tx1"/>
                </a:solidFill>
                <a:latin typeface="Times New Roman" panose="02020603050405020304" pitchFamily="18" charset="0"/>
                <a:cs typeface="Times New Roman" panose="02020603050405020304" pitchFamily="18" charset="0"/>
              </a:rPr>
              <a:t>Body Postures</a:t>
            </a:r>
          </a:p>
          <a:p>
            <a:pPr lvl="1"/>
            <a:r>
              <a:rPr lang="en-US" sz="2000" dirty="0">
                <a:solidFill>
                  <a:schemeClr val="tx1"/>
                </a:solidFill>
                <a:latin typeface="Times New Roman" panose="02020603050405020304" pitchFamily="18" charset="0"/>
                <a:cs typeface="Times New Roman" panose="02020603050405020304" pitchFamily="18" charset="0"/>
              </a:rPr>
              <a:t> Language and communication</a:t>
            </a:r>
          </a:p>
          <a:p>
            <a:r>
              <a:rPr lang="en-US" sz="2000" dirty="0">
                <a:solidFill>
                  <a:srgbClr val="002060"/>
                </a:solidFill>
                <a:latin typeface="Times New Roman" panose="02020603050405020304" pitchFamily="18" charset="0"/>
                <a:cs typeface="Times New Roman" panose="02020603050405020304" pitchFamily="18" charset="0"/>
              </a:rPr>
              <a:t>Social Functions</a:t>
            </a:r>
          </a:p>
          <a:p>
            <a:pPr lvl="1"/>
            <a:r>
              <a:rPr lang="en-US" sz="2000" dirty="0">
                <a:solidFill>
                  <a:schemeClr val="tx1"/>
                </a:solidFill>
                <a:latin typeface="Times New Roman" panose="02020603050405020304" pitchFamily="18" charset="0"/>
                <a:cs typeface="Times New Roman" panose="02020603050405020304" pitchFamily="18" charset="0"/>
              </a:rPr>
              <a:t>Respect to Culture</a:t>
            </a:r>
          </a:p>
          <a:p>
            <a:pPr lvl="1"/>
            <a:r>
              <a:rPr lang="en-US" sz="2000" dirty="0">
                <a:solidFill>
                  <a:schemeClr val="tx1"/>
                </a:solidFill>
                <a:latin typeface="Times New Roman" panose="02020603050405020304" pitchFamily="18" charset="0"/>
                <a:cs typeface="Times New Roman" panose="02020603050405020304" pitchFamily="18" charset="0"/>
              </a:rPr>
              <a:t>Table manner and meal etiquette</a:t>
            </a:r>
          </a:p>
          <a:p>
            <a:r>
              <a:rPr lang="en-US" sz="2000" dirty="0">
                <a:solidFill>
                  <a:schemeClr val="tx1"/>
                </a:solidFill>
                <a:latin typeface="Times New Roman" panose="02020603050405020304" pitchFamily="18" charset="0"/>
                <a:cs typeface="Times New Roman" panose="02020603050405020304" pitchFamily="18" charset="0"/>
              </a:rPr>
              <a:t> Other </a:t>
            </a:r>
            <a:r>
              <a:rPr lang="en-US" sz="2000" dirty="0">
                <a:latin typeface="Times New Roman" panose="02020603050405020304" pitchFamily="18" charset="0"/>
                <a:cs typeface="Times New Roman" panose="02020603050405020304" pitchFamily="18" charset="0"/>
              </a:rPr>
              <a:t>Dos and Do not (miscellaneous) </a:t>
            </a:r>
          </a:p>
          <a:p>
            <a:endParaRPr lang="en-US" dirty="0"/>
          </a:p>
        </p:txBody>
      </p:sp>
      <p:sp>
        <p:nvSpPr>
          <p:cNvPr id="4" name="Date Placeholder 3"/>
          <p:cNvSpPr>
            <a:spLocks noGrp="1"/>
          </p:cNvSpPr>
          <p:nvPr>
            <p:ph type="dt" sz="half" idx="10"/>
          </p:nvPr>
        </p:nvSpPr>
        <p:spPr/>
        <p:txBody>
          <a:bodyPr/>
          <a:lstStyle/>
          <a:p>
            <a:fld id="{72A01D19-7BA5-47F8-A144-57DE5C53F7E8}"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9</a:t>
            </a:fld>
            <a:endParaRPr lang="en-US"/>
          </a:p>
        </p:txBody>
      </p:sp>
    </p:spTree>
    <p:extLst>
      <p:ext uri="{BB962C8B-B14F-4D97-AF65-F5344CB8AC3E}">
        <p14:creationId xmlns:p14="http://schemas.microsoft.com/office/powerpoint/2010/main" val="14142182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624110"/>
            <a:ext cx="7010400" cy="899890"/>
          </a:xfrm>
        </p:spPr>
        <p:txBody>
          <a:bodyPr>
            <a:normAutofit/>
          </a:bodyPr>
          <a:lstStyle/>
          <a:p>
            <a:r>
              <a:rPr lang="en-US" sz="4000" dirty="0">
                <a:latin typeface="Times New Roman" panose="02020603050405020304" pitchFamily="18" charset="0"/>
                <a:cs typeface="Times New Roman" panose="02020603050405020304" pitchFamily="18" charset="0"/>
              </a:rPr>
              <a:t>Judges’ Professional Etiquette</a:t>
            </a:r>
          </a:p>
        </p:txBody>
      </p:sp>
      <p:sp>
        <p:nvSpPr>
          <p:cNvPr id="3" name="Content Placeholder 2"/>
          <p:cNvSpPr>
            <a:spLocks noGrp="1"/>
          </p:cNvSpPr>
          <p:nvPr>
            <p:ph idx="1"/>
          </p:nvPr>
        </p:nvSpPr>
        <p:spPr>
          <a:xfrm>
            <a:off x="990600" y="1524000"/>
            <a:ext cx="7772399" cy="4387222"/>
          </a:xfrm>
        </p:spPr>
        <p:txBody>
          <a:bodyPr>
            <a:normAutofit/>
          </a:bodyPr>
          <a:lstStyle/>
          <a:p>
            <a:r>
              <a:rPr lang="ne-NP" sz="3200" dirty="0" smtClean="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Courtroom </a:t>
            </a:r>
            <a:r>
              <a:rPr lang="en-US" sz="3200" dirty="0">
                <a:latin typeface="Times New Roman" panose="02020603050405020304" pitchFamily="18" charset="0"/>
                <a:cs typeface="Times New Roman" panose="02020603050405020304" pitchFamily="18" charset="0"/>
              </a:rPr>
              <a:t>Etiquette</a:t>
            </a:r>
          </a:p>
          <a:p>
            <a:r>
              <a:rPr lang="ne-NP" sz="3200" dirty="0" smtClean="0">
                <a:solidFill>
                  <a:srgbClr val="0070C0"/>
                </a:solidFill>
                <a:latin typeface="Times New Roman" panose="02020603050405020304" pitchFamily="18" charset="0"/>
                <a:cs typeface="Times New Roman" panose="02020603050405020304" pitchFamily="18" charset="0"/>
              </a:rPr>
              <a:t> </a:t>
            </a:r>
            <a:r>
              <a:rPr lang="en-US" sz="3200" dirty="0" smtClean="0">
                <a:solidFill>
                  <a:srgbClr val="0070C0"/>
                </a:solidFill>
                <a:latin typeface="Times New Roman" panose="02020603050405020304" pitchFamily="18" charset="0"/>
                <a:cs typeface="Times New Roman" panose="02020603050405020304" pitchFamily="18" charset="0"/>
              </a:rPr>
              <a:t>Etiquette </a:t>
            </a:r>
            <a:r>
              <a:rPr lang="en-US" sz="3200" dirty="0">
                <a:solidFill>
                  <a:srgbClr val="0070C0"/>
                </a:solidFill>
                <a:latin typeface="Times New Roman" panose="02020603050405020304" pitchFamily="18" charset="0"/>
                <a:cs typeface="Times New Roman" panose="02020603050405020304" pitchFamily="18" charset="0"/>
              </a:rPr>
              <a:t>under prescribed Rules and Code of </a:t>
            </a:r>
            <a:r>
              <a:rPr lang="en-US" sz="3200" dirty="0" smtClean="0">
                <a:solidFill>
                  <a:srgbClr val="0070C0"/>
                </a:solidFill>
                <a:latin typeface="Times New Roman" panose="02020603050405020304" pitchFamily="18" charset="0"/>
                <a:cs typeface="Times New Roman" panose="02020603050405020304" pitchFamily="18" charset="0"/>
              </a:rPr>
              <a:t>Conduct for Judges</a:t>
            </a:r>
            <a:endParaRPr lang="en-US" sz="3200" dirty="0">
              <a:solidFill>
                <a:srgbClr val="0070C0"/>
              </a:solidFill>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Meeting and Conversation Etiquette</a:t>
            </a:r>
          </a:p>
          <a:p>
            <a:r>
              <a:rPr lang="ne-NP" sz="3200" dirty="0" smtClean="0">
                <a:latin typeface="Times New Roman" panose="02020603050405020304" pitchFamily="18" charset="0"/>
                <a:cs typeface="Times New Roman" panose="02020603050405020304" pitchFamily="18" charset="0"/>
              </a:rPr>
              <a:t> </a:t>
            </a:r>
            <a:r>
              <a:rPr lang="en-US" sz="3200" dirty="0" smtClean="0">
                <a:solidFill>
                  <a:srgbClr val="FF0000"/>
                </a:solidFill>
                <a:latin typeface="Times New Roman" panose="02020603050405020304" pitchFamily="18" charset="0"/>
                <a:cs typeface="Times New Roman" panose="02020603050405020304" pitchFamily="18" charset="0"/>
              </a:rPr>
              <a:t>Social Etiquette </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xmlns="" id="{BECA99CA-A2B4-4A7A-9AA2-6C5C732ECF6B}"/>
              </a:ext>
            </a:extLst>
          </p:cNvPr>
          <p:cNvSpPr>
            <a:spLocks noGrp="1"/>
          </p:cNvSpPr>
          <p:nvPr>
            <p:ph type="sldNum" sz="quarter" idx="12"/>
          </p:nvPr>
        </p:nvSpPr>
        <p:spPr/>
        <p:txBody>
          <a:bodyPr/>
          <a:lstStyle/>
          <a:p>
            <a:fld id="{F3849E17-9EEB-42C8-94C1-C1A74CE4A501}" type="slidenum">
              <a:rPr lang="en-US" smtClean="0"/>
              <a:pPr/>
              <a:t>10</a:t>
            </a:fld>
            <a:endParaRPr lang="en-US"/>
          </a:p>
        </p:txBody>
      </p:sp>
      <p:sp>
        <p:nvSpPr>
          <p:cNvPr id="7" name="Date Placeholder 6"/>
          <p:cNvSpPr>
            <a:spLocks noGrp="1"/>
          </p:cNvSpPr>
          <p:nvPr>
            <p:ph type="dt" sz="half" idx="10"/>
          </p:nvPr>
        </p:nvSpPr>
        <p:spPr/>
        <p:txBody>
          <a:bodyPr/>
          <a:lstStyle/>
          <a:p>
            <a:fld id="{41842690-DD8A-4C67-98A3-80A38DA57EBB}"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1152574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624110"/>
            <a:ext cx="7315200" cy="899890"/>
          </a:xfrm>
        </p:spPr>
        <p:txBody>
          <a:bodyPr>
            <a:normAutofit/>
          </a:bodyPr>
          <a:lstStyle/>
          <a:p>
            <a:r>
              <a:rPr sz="3200" dirty="0">
                <a:latin typeface="Times New Roman" panose="02020603050405020304" pitchFamily="18" charset="0"/>
                <a:cs typeface="Times New Roman" panose="02020603050405020304" pitchFamily="18" charset="0"/>
              </a:rPr>
              <a:t>Professional Conduct of </a:t>
            </a:r>
            <a:r>
              <a:rPr lang="en-US" sz="3200" dirty="0" smtClean="0">
                <a:latin typeface="Times New Roman" panose="02020603050405020304" pitchFamily="18" charset="0"/>
                <a:cs typeface="Times New Roman" panose="02020603050405020304" pitchFamily="18" charset="0"/>
              </a:rPr>
              <a:t> </a:t>
            </a:r>
            <a:r>
              <a:rPr sz="3200" dirty="0" smtClean="0">
                <a:latin typeface="Times New Roman" panose="02020603050405020304" pitchFamily="18" charset="0"/>
                <a:cs typeface="Times New Roman" panose="02020603050405020304" pitchFamily="18" charset="0"/>
              </a:rPr>
              <a:t>Judges</a:t>
            </a:r>
            <a:endParaRPr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1" y="1524000"/>
            <a:ext cx="7620000" cy="4387222"/>
          </a:xfrm>
        </p:spPr>
        <p:txBody>
          <a:bodyPr>
            <a:normAutofit/>
          </a:bodyPr>
          <a:lstStyle/>
          <a:p>
            <a:pPr>
              <a:lnSpc>
                <a:spcPct val="150000"/>
              </a:lnSpc>
            </a:pPr>
            <a:r>
              <a:rPr lang="en-US" sz="2800" dirty="0">
                <a:latin typeface="Times New Roman" panose="02020603050405020304" pitchFamily="18" charset="0"/>
                <a:cs typeface="Times New Roman" panose="02020603050405020304" pitchFamily="18" charset="0"/>
              </a:rPr>
              <a:t> </a:t>
            </a:r>
            <a:r>
              <a:rPr sz="2800" dirty="0" smtClean="0">
                <a:latin typeface="Times New Roman" panose="02020603050405020304" pitchFamily="18" charset="0"/>
                <a:cs typeface="Times New Roman" panose="02020603050405020304" pitchFamily="18" charset="0"/>
              </a:rPr>
              <a:t>Be </a:t>
            </a:r>
            <a:r>
              <a:rPr sz="2800" dirty="0">
                <a:latin typeface="Times New Roman" panose="02020603050405020304" pitchFamily="18" charset="0"/>
                <a:cs typeface="Times New Roman" panose="02020603050405020304" pitchFamily="18" charset="0"/>
              </a:rPr>
              <a:t>calm, composed, and respectful</a:t>
            </a:r>
          </a:p>
          <a:p>
            <a:pPr>
              <a:lnSpc>
                <a:spcPct val="150000"/>
              </a:lnSpc>
            </a:pPr>
            <a:r>
              <a:rPr lang="en-US" sz="2800" dirty="0">
                <a:latin typeface="Times New Roman" panose="02020603050405020304" pitchFamily="18" charset="0"/>
                <a:cs typeface="Times New Roman" panose="02020603050405020304" pitchFamily="18" charset="0"/>
              </a:rPr>
              <a:t> </a:t>
            </a:r>
            <a:r>
              <a:rPr sz="2800" dirty="0" smtClean="0">
                <a:latin typeface="Times New Roman" panose="02020603050405020304" pitchFamily="18" charset="0"/>
                <a:cs typeface="Times New Roman" panose="02020603050405020304" pitchFamily="18" charset="0"/>
              </a:rPr>
              <a:t>Avoid </a:t>
            </a:r>
            <a:r>
              <a:rPr sz="2800" dirty="0">
                <a:latin typeface="Times New Roman" panose="02020603050405020304" pitchFamily="18" charset="0"/>
                <a:cs typeface="Times New Roman" panose="02020603050405020304" pitchFamily="18" charset="0"/>
              </a:rPr>
              <a:t>anger, sarcasm, or ridicule</a:t>
            </a:r>
          </a:p>
          <a:p>
            <a:pPr>
              <a:lnSpc>
                <a:spcPct val="150000"/>
              </a:lnSpc>
            </a:pPr>
            <a:r>
              <a:rPr lang="en-US" sz="2800" dirty="0">
                <a:latin typeface="Times New Roman" panose="02020603050405020304" pitchFamily="18" charset="0"/>
                <a:cs typeface="Times New Roman" panose="02020603050405020304" pitchFamily="18" charset="0"/>
              </a:rPr>
              <a:t> </a:t>
            </a:r>
            <a:r>
              <a:rPr sz="2800" dirty="0" smtClean="0">
                <a:latin typeface="Times New Roman" panose="02020603050405020304" pitchFamily="18" charset="0"/>
                <a:cs typeface="Times New Roman" panose="02020603050405020304" pitchFamily="18" charset="0"/>
              </a:rPr>
              <a:t>Start </a:t>
            </a:r>
            <a:r>
              <a:rPr sz="2800" dirty="0">
                <a:latin typeface="Times New Roman" panose="02020603050405020304" pitchFamily="18" charset="0"/>
                <a:cs typeface="Times New Roman" panose="02020603050405020304" pitchFamily="18" charset="0"/>
              </a:rPr>
              <a:t>on time, be well-prepared</a:t>
            </a:r>
          </a:p>
          <a:p>
            <a:pPr>
              <a:lnSpc>
                <a:spcPct val="150000"/>
              </a:lnSpc>
            </a:pPr>
            <a:r>
              <a:rPr lang="en-US" sz="2800" dirty="0">
                <a:latin typeface="Times New Roman" panose="02020603050405020304" pitchFamily="18" charset="0"/>
                <a:cs typeface="Times New Roman" panose="02020603050405020304" pitchFamily="18" charset="0"/>
              </a:rPr>
              <a:t> </a:t>
            </a:r>
            <a:r>
              <a:rPr sz="2800" dirty="0" smtClean="0">
                <a:latin typeface="Times New Roman" panose="02020603050405020304" pitchFamily="18" charset="0"/>
                <a:cs typeface="Times New Roman" panose="02020603050405020304" pitchFamily="18" charset="0"/>
              </a:rPr>
              <a:t>Dress </a:t>
            </a:r>
            <a:r>
              <a:rPr sz="2800" dirty="0">
                <a:latin typeface="Times New Roman" panose="02020603050405020304" pitchFamily="18" charset="0"/>
                <a:cs typeface="Times New Roman" panose="02020603050405020304" pitchFamily="18" charset="0"/>
              </a:rPr>
              <a:t>professionally</a:t>
            </a:r>
          </a:p>
        </p:txBody>
      </p:sp>
      <p:sp>
        <p:nvSpPr>
          <p:cNvPr id="4" name="Date Placeholder 3"/>
          <p:cNvSpPr>
            <a:spLocks noGrp="1"/>
          </p:cNvSpPr>
          <p:nvPr>
            <p:ph type="dt" sz="half" idx="10"/>
          </p:nvPr>
        </p:nvSpPr>
        <p:spPr/>
        <p:txBody>
          <a:bodyPr/>
          <a:lstStyle/>
          <a:p>
            <a:fld id="{D88F5EF9-0336-473B-9576-9751EF4A6395}"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11</a:t>
            </a:fld>
            <a:endParaRPr lang="en-US"/>
          </a:p>
        </p:txBody>
      </p:sp>
    </p:spTree>
    <p:extLst>
      <p:ext uri="{BB962C8B-B14F-4D97-AF65-F5344CB8AC3E}">
        <p14:creationId xmlns:p14="http://schemas.microsoft.com/office/powerpoint/2010/main" val="26973379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1" y="624110"/>
            <a:ext cx="6867992" cy="1052290"/>
          </a:xfrm>
        </p:spPr>
        <p:txBody>
          <a:bodyPr>
            <a:normAutofit fontScale="90000"/>
          </a:bodyPr>
          <a:lstStyle/>
          <a:p>
            <a:r>
              <a:rPr lang="en-US" b="1" dirty="0" smtClean="0">
                <a:latin typeface="Preeti" pitchFamily="2" charset="0"/>
                <a:cs typeface="Kalimati" panose="00000400000000000000" pitchFamily="2"/>
              </a:rPr>
              <a:t/>
            </a:r>
            <a:br>
              <a:rPr lang="en-US" b="1" dirty="0" smtClean="0">
                <a:latin typeface="Preeti" pitchFamily="2" charset="0"/>
                <a:cs typeface="Kalimati" panose="00000400000000000000" pitchFamily="2"/>
              </a:rPr>
            </a:br>
            <a:r>
              <a:rPr lang="ne-NP" b="1" dirty="0" smtClean="0">
                <a:latin typeface="Preeti" pitchFamily="2" charset="0"/>
                <a:cs typeface="Kalimati" panose="00000400000000000000" pitchFamily="2"/>
              </a:rPr>
              <a:t>सामाजिक</a:t>
            </a:r>
            <a:r>
              <a:rPr lang="en-US" b="1" dirty="0" smtClean="0">
                <a:latin typeface="Preeti" pitchFamily="2" charset="0"/>
                <a:cs typeface="Kalimati" panose="00000400000000000000" pitchFamily="2"/>
              </a:rPr>
              <a:t> </a:t>
            </a:r>
            <a:r>
              <a:rPr lang="ne-NP" b="1" dirty="0" smtClean="0">
                <a:latin typeface="Preeti" pitchFamily="2" charset="0"/>
                <a:cs typeface="Kalimati" panose="00000400000000000000" pitchFamily="2"/>
              </a:rPr>
              <a:t>शिष्टाचार</a:t>
            </a:r>
            <a:endParaRPr lang="en-US" dirty="0"/>
          </a:p>
        </p:txBody>
      </p:sp>
      <p:sp>
        <p:nvSpPr>
          <p:cNvPr id="3" name="Content Placeholder 2"/>
          <p:cNvSpPr>
            <a:spLocks noGrp="1"/>
          </p:cNvSpPr>
          <p:nvPr>
            <p:ph idx="1"/>
          </p:nvPr>
        </p:nvSpPr>
        <p:spPr>
          <a:xfrm>
            <a:off x="838201" y="1828800"/>
            <a:ext cx="7696200" cy="4082422"/>
          </a:xfrm>
        </p:spPr>
        <p:txBody>
          <a:bodyPr/>
          <a:lstStyle/>
          <a:p>
            <a:r>
              <a:rPr lang="en-US" sz="3200" dirty="0" smtClean="0">
                <a:latin typeface="Times New Roman" panose="02020603050405020304" pitchFamily="18" charset="0"/>
                <a:cs typeface="Times New Roman" panose="02020603050405020304" pitchFamily="18" charset="0"/>
              </a:rPr>
              <a:t> Societal </a:t>
            </a:r>
            <a:r>
              <a:rPr lang="en-US" sz="3200" dirty="0" smtClean="0">
                <a:latin typeface="Times New Roman" panose="02020603050405020304" pitchFamily="18" charset="0"/>
                <a:cs typeface="Times New Roman" panose="02020603050405020304" pitchFamily="18" charset="0"/>
              </a:rPr>
              <a:t>Prestige</a:t>
            </a:r>
          </a:p>
          <a:p>
            <a:r>
              <a:rPr lang="en-US" sz="3200" dirty="0" smtClean="0">
                <a:latin typeface="Times New Roman" panose="02020603050405020304" pitchFamily="18" charset="0"/>
                <a:cs typeface="Times New Roman" panose="02020603050405020304" pitchFamily="18" charset="0"/>
              </a:rPr>
              <a:t> Public </a:t>
            </a:r>
            <a:r>
              <a:rPr lang="en-US" sz="3200" dirty="0" smtClean="0">
                <a:latin typeface="Times New Roman" panose="02020603050405020304" pitchFamily="18" charset="0"/>
                <a:cs typeface="Times New Roman" panose="02020603050405020304" pitchFamily="18" charset="0"/>
              </a:rPr>
              <a:t>Scrutiny.</a:t>
            </a:r>
          </a:p>
          <a:p>
            <a:r>
              <a:rPr lang="en-US" sz="3200" dirty="0" smtClean="0">
                <a:latin typeface="Times New Roman" panose="02020603050405020304" pitchFamily="18" charset="0"/>
                <a:cs typeface="Times New Roman" panose="02020603050405020304" pitchFamily="18" charset="0"/>
              </a:rPr>
              <a:t> Minimize the Risk of Conflict with Judicial Obligations.</a:t>
            </a:r>
          </a:p>
          <a:p>
            <a:r>
              <a:rPr lang="en-US" sz="3200" dirty="0" smtClean="0">
                <a:latin typeface="Times New Roman" panose="02020603050405020304" pitchFamily="18" charset="0"/>
                <a:cs typeface="Times New Roman" panose="02020603050405020304" pitchFamily="18" charset="0"/>
              </a:rPr>
              <a:t>Compliance </a:t>
            </a:r>
            <a:r>
              <a:rPr lang="en-US" sz="3200" dirty="0">
                <a:latin typeface="Times New Roman" panose="02020603050405020304" pitchFamily="18" charset="0"/>
                <a:cs typeface="Times New Roman" panose="02020603050405020304" pitchFamily="18" charset="0"/>
              </a:rPr>
              <a:t>with the Code of </a:t>
            </a:r>
            <a:r>
              <a:rPr lang="en-US" sz="3200" dirty="0" smtClean="0">
                <a:latin typeface="Times New Roman" panose="02020603050405020304" pitchFamily="18" charset="0"/>
                <a:cs typeface="Times New Roman" panose="02020603050405020304" pitchFamily="18" charset="0"/>
              </a:rPr>
              <a:t> Conduct</a:t>
            </a:r>
            <a:r>
              <a:rPr lang="en-US" sz="3200"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p>
        </p:txBody>
      </p:sp>
      <p:sp>
        <p:nvSpPr>
          <p:cNvPr id="6" name="Slide Number Placeholder 5"/>
          <p:cNvSpPr>
            <a:spLocks noGrp="1"/>
          </p:cNvSpPr>
          <p:nvPr>
            <p:ph type="sldNum" sz="quarter" idx="12"/>
          </p:nvPr>
        </p:nvSpPr>
        <p:spPr/>
        <p:txBody>
          <a:bodyPr/>
          <a:lstStyle/>
          <a:p>
            <a:fld id="{F3849E17-9EEB-42C8-94C1-C1A74CE4A501}" type="slidenum">
              <a:rPr lang="en-US" smtClean="0"/>
              <a:pPr/>
              <a:t>12</a:t>
            </a:fld>
            <a:endParaRPr lang="en-US"/>
          </a:p>
        </p:txBody>
      </p:sp>
      <p:sp>
        <p:nvSpPr>
          <p:cNvPr id="7" name="Date Placeholder 6"/>
          <p:cNvSpPr>
            <a:spLocks noGrp="1"/>
          </p:cNvSpPr>
          <p:nvPr>
            <p:ph type="dt" sz="half" idx="10"/>
          </p:nvPr>
        </p:nvSpPr>
        <p:spPr/>
        <p:txBody>
          <a:bodyPr/>
          <a:lstStyle/>
          <a:p>
            <a:fld id="{CBE9EFEA-5BC6-4D5A-A38E-07C093A94AD8}"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19425433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381000"/>
            <a:ext cx="6553199" cy="1066800"/>
          </a:xfrm>
        </p:spPr>
        <p:txBody>
          <a:bodyPr/>
          <a:lstStyle/>
          <a:p>
            <a:pPr algn="ctr"/>
            <a:r>
              <a:rPr lang="en-US" dirty="0" smtClean="0">
                <a:latin typeface="Times New Roman" pitchFamily="18" charset="0"/>
                <a:cs typeface="Times New Roman" pitchFamily="18" charset="0"/>
              </a:rPr>
              <a:t>Greetings: Handshake</a:t>
            </a:r>
            <a:endParaRPr lang="en-US" dirty="0"/>
          </a:p>
        </p:txBody>
      </p:sp>
      <p:sp>
        <p:nvSpPr>
          <p:cNvPr id="3" name="Content Placeholder 2"/>
          <p:cNvSpPr>
            <a:spLocks noGrp="1"/>
          </p:cNvSpPr>
          <p:nvPr>
            <p:ph idx="1"/>
          </p:nvPr>
        </p:nvSpPr>
        <p:spPr>
          <a:xfrm>
            <a:off x="1143001" y="1295400"/>
            <a:ext cx="7391400" cy="4615822"/>
          </a:xfrm>
        </p:spPr>
        <p:txBody>
          <a:bodyPr>
            <a:normAutofit/>
          </a:bodyPr>
          <a:lstStyle/>
          <a:p>
            <a:r>
              <a:rPr lang="en-US" sz="2600" dirty="0" smtClean="0">
                <a:latin typeface="Times New Roman" panose="02020603050405020304" pitchFamily="18" charset="0"/>
                <a:cs typeface="Times New Roman" panose="02020603050405020304" pitchFamily="18" charset="0"/>
              </a:rPr>
              <a:t>Firmly </a:t>
            </a:r>
            <a:r>
              <a:rPr lang="en-US" sz="2600" dirty="0">
                <a:latin typeface="Times New Roman" panose="02020603050405020304" pitchFamily="18" charset="0"/>
                <a:cs typeface="Times New Roman" panose="02020603050405020304" pitchFamily="18" charset="0"/>
              </a:rPr>
              <a:t>with men and softly with </a:t>
            </a:r>
            <a:r>
              <a:rPr lang="en-US" sz="2600" dirty="0" smtClean="0">
                <a:latin typeface="Times New Roman" panose="02020603050405020304" pitchFamily="18" charset="0"/>
                <a:cs typeface="Times New Roman" panose="02020603050405020304" pitchFamily="18" charset="0"/>
              </a:rPr>
              <a:t>women,</a:t>
            </a:r>
          </a:p>
          <a:p>
            <a:r>
              <a:rPr lang="en-US" sz="2600" dirty="0" smtClean="0">
                <a:latin typeface="Times New Roman" panose="02020603050405020304" pitchFamily="18" charset="0"/>
                <a:cs typeface="Times New Roman" panose="02020603050405020304" pitchFamily="18" charset="0"/>
              </a:rPr>
              <a:t>Should </a:t>
            </a:r>
            <a:r>
              <a:rPr lang="en-US" sz="2600" dirty="0">
                <a:latin typeface="Times New Roman" panose="02020603050405020304" pitchFamily="18" charset="0"/>
                <a:cs typeface="Times New Roman" panose="02020603050405020304" pitchFamily="18" charset="0"/>
              </a:rPr>
              <a:t>not use both hands or grab while shaking </a:t>
            </a:r>
            <a:r>
              <a:rPr lang="en-US" sz="2600" dirty="0" smtClean="0">
                <a:latin typeface="Times New Roman" panose="02020603050405020304" pitchFamily="18" charset="0"/>
                <a:cs typeface="Times New Roman" panose="02020603050405020304" pitchFamily="18" charset="0"/>
              </a:rPr>
              <a:t>hands,</a:t>
            </a:r>
          </a:p>
          <a:p>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Always </a:t>
            </a:r>
            <a:r>
              <a:rPr lang="en-US" sz="2600" dirty="0">
                <a:latin typeface="Times New Roman" panose="02020603050405020304" pitchFamily="18" charset="0"/>
                <a:cs typeface="Times New Roman" panose="02020603050405020304" pitchFamily="18" charset="0"/>
              </a:rPr>
              <a:t>the senior extends hand for shake up</a:t>
            </a:r>
            <a:r>
              <a:rPr lang="en-US" sz="2600" dirty="0" smtClean="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In case of women, a man should give hand if she extends her </a:t>
            </a:r>
            <a:r>
              <a:rPr lang="en-US" sz="2600" dirty="0" smtClean="0">
                <a:solidFill>
                  <a:srgbClr val="FF0000"/>
                </a:solidFill>
                <a:latin typeface="Times New Roman" panose="02020603050405020304" pitchFamily="18" charset="0"/>
                <a:cs typeface="Times New Roman" panose="02020603050405020304" pitchFamily="18" charset="0"/>
              </a:rPr>
              <a:t>first,</a:t>
            </a:r>
          </a:p>
          <a:p>
            <a:r>
              <a:rPr lang="en-US" sz="2600" dirty="0">
                <a:solidFill>
                  <a:srgbClr val="FF0000"/>
                </a:solidFill>
                <a:latin typeface="Times New Roman" panose="02020603050405020304" pitchFamily="18" charset="0"/>
                <a:cs typeface="Times New Roman" panose="02020603050405020304" pitchFamily="18" charset="0"/>
              </a:rPr>
              <a:t> </a:t>
            </a:r>
            <a:r>
              <a:rPr lang="en-US" sz="2600" dirty="0" smtClean="0">
                <a:solidFill>
                  <a:srgbClr val="002060"/>
                </a:solidFill>
                <a:latin typeface="Times New Roman" panose="02020603050405020304" pitchFamily="18" charset="0"/>
                <a:cs typeface="Times New Roman" panose="02020603050405020304" pitchFamily="18" charset="0"/>
              </a:rPr>
              <a:t>Understand </a:t>
            </a:r>
            <a:r>
              <a:rPr lang="en-US" sz="2600" dirty="0">
                <a:solidFill>
                  <a:srgbClr val="002060"/>
                </a:solidFill>
                <a:latin typeface="Times New Roman" panose="02020603050405020304" pitchFamily="18" charset="0"/>
                <a:cs typeface="Times New Roman" panose="02020603050405020304" pitchFamily="18" charset="0"/>
              </a:rPr>
              <a:t>the culture of the guests</a:t>
            </a:r>
          </a:p>
          <a:p>
            <a:pPr marL="457200" lvl="1" indent="0" algn="just">
              <a:buNone/>
            </a:pPr>
            <a:r>
              <a:rPr lang="en-US" sz="2600" dirty="0">
                <a:solidFill>
                  <a:srgbClr val="FF0000"/>
                </a:solidFill>
                <a:latin typeface="Times New Roman" panose="02020603050405020304" pitchFamily="18" charset="0"/>
                <a:cs typeface="Times New Roman" panose="02020603050405020304" pitchFamily="18" charset="0"/>
              </a:rPr>
              <a:t>If the guests are from Muslim countries, women avoid shaking hands with </a:t>
            </a:r>
            <a:r>
              <a:rPr lang="en-US" sz="2600" dirty="0" smtClean="0">
                <a:solidFill>
                  <a:srgbClr val="FF0000"/>
                </a:solidFill>
                <a:latin typeface="Times New Roman" panose="02020603050405020304" pitchFamily="18" charset="0"/>
                <a:cs typeface="Times New Roman" panose="02020603050405020304" pitchFamily="18" charset="0"/>
              </a:rPr>
              <a:t>men.</a:t>
            </a:r>
            <a:endParaRPr lang="en-US" sz="2600" dirty="0">
              <a:latin typeface="Times New Roman" panose="02020603050405020304" pitchFamily="18" charset="0"/>
              <a:cs typeface="Times New Roman" panose="02020603050405020304" pitchFamily="18" charset="0"/>
            </a:endParaRPr>
          </a:p>
          <a:p>
            <a:endParaRPr lang="en-US" dirty="0"/>
          </a:p>
        </p:txBody>
      </p:sp>
      <p:sp>
        <p:nvSpPr>
          <p:cNvPr id="4" name="Date Placeholder 3"/>
          <p:cNvSpPr>
            <a:spLocks noGrp="1"/>
          </p:cNvSpPr>
          <p:nvPr>
            <p:ph type="dt" sz="half" idx="10"/>
          </p:nvPr>
        </p:nvSpPr>
        <p:spPr/>
        <p:txBody>
          <a:bodyPr/>
          <a:lstStyle/>
          <a:p>
            <a:fld id="{B2C50F81-AA7C-4F22-B554-C82B85C97BFE}"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13</a:t>
            </a:fld>
            <a:endParaRPr lang="en-US"/>
          </a:p>
        </p:txBody>
      </p:sp>
    </p:spTree>
    <p:extLst>
      <p:ext uri="{BB962C8B-B14F-4D97-AF65-F5344CB8AC3E}">
        <p14:creationId xmlns:p14="http://schemas.microsoft.com/office/powerpoint/2010/main" val="3323705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899890"/>
          </a:xfrm>
        </p:spPr>
        <p:txBody>
          <a:bodyPr>
            <a:normAutofit/>
          </a:bodyPr>
          <a:lstStyle/>
          <a:p>
            <a:r>
              <a:rPr lang="en-US" dirty="0">
                <a:latin typeface="Times New Roman" pitchFamily="18" charset="0"/>
                <a:cs typeface="Times New Roman" pitchFamily="18" charset="0"/>
              </a:rPr>
              <a:t>Exchange of Visiting Cards</a:t>
            </a:r>
          </a:p>
        </p:txBody>
      </p:sp>
      <p:sp>
        <p:nvSpPr>
          <p:cNvPr id="3" name="Content Placeholder 2"/>
          <p:cNvSpPr>
            <a:spLocks noGrp="1"/>
          </p:cNvSpPr>
          <p:nvPr>
            <p:ph idx="1"/>
          </p:nvPr>
        </p:nvSpPr>
        <p:spPr>
          <a:xfrm>
            <a:off x="1295400" y="1600200"/>
            <a:ext cx="7619999" cy="4311022"/>
          </a:xfrm>
        </p:spPr>
        <p:txBody>
          <a:bodyPr>
            <a:noAutofit/>
          </a:bodyPr>
          <a:lstStyle/>
          <a:p>
            <a:r>
              <a:rPr lang="en-US" sz="3200" dirty="0">
                <a:latin typeface="Times New Roman" pitchFamily="18" charset="0"/>
                <a:cs typeface="Times New Roman" pitchFamily="18" charset="0"/>
              </a:rPr>
              <a:t>Always carry visiting Cards in a Visiting Card case</a:t>
            </a:r>
          </a:p>
          <a:p>
            <a:r>
              <a:rPr lang="en-US" sz="3200" dirty="0">
                <a:latin typeface="Times New Roman" pitchFamily="18" charset="0"/>
                <a:cs typeface="Times New Roman" pitchFamily="18" charset="0"/>
              </a:rPr>
              <a:t>Do not draw visiting cards from wallet</a:t>
            </a:r>
          </a:p>
          <a:p>
            <a:r>
              <a:rPr lang="en-US" sz="3200" dirty="0">
                <a:latin typeface="Times New Roman" pitchFamily="18" charset="0"/>
                <a:cs typeface="Times New Roman" pitchFamily="18" charset="0"/>
              </a:rPr>
              <a:t>Follow the local tradition while giving away the cards</a:t>
            </a:r>
          </a:p>
        </p:txBody>
      </p:sp>
      <p:sp>
        <p:nvSpPr>
          <p:cNvPr id="6" name="Slide Number Placeholder 5">
            <a:extLst>
              <a:ext uri="{FF2B5EF4-FFF2-40B4-BE49-F238E27FC236}">
                <a16:creationId xmlns:a16="http://schemas.microsoft.com/office/drawing/2014/main" xmlns="" id="{A037DC96-2282-41C5-AF91-86C1F7094DCC}"/>
              </a:ext>
            </a:extLst>
          </p:cNvPr>
          <p:cNvSpPr>
            <a:spLocks noGrp="1"/>
          </p:cNvSpPr>
          <p:nvPr>
            <p:ph type="sldNum" sz="quarter" idx="12"/>
          </p:nvPr>
        </p:nvSpPr>
        <p:spPr/>
        <p:txBody>
          <a:bodyPr/>
          <a:lstStyle/>
          <a:p>
            <a:fld id="{F3849E17-9EEB-42C8-94C1-C1A74CE4A501}" type="slidenum">
              <a:rPr lang="en-US" smtClean="0"/>
              <a:pPr/>
              <a:t>14</a:t>
            </a:fld>
            <a:endParaRPr lang="en-US"/>
          </a:p>
        </p:txBody>
      </p:sp>
      <p:sp>
        <p:nvSpPr>
          <p:cNvPr id="7" name="Date Placeholder 6"/>
          <p:cNvSpPr>
            <a:spLocks noGrp="1"/>
          </p:cNvSpPr>
          <p:nvPr>
            <p:ph type="dt" sz="half" idx="10"/>
          </p:nvPr>
        </p:nvSpPr>
        <p:spPr/>
        <p:txBody>
          <a:bodyPr/>
          <a:lstStyle/>
          <a:p>
            <a:fld id="{EF59328B-25B4-42B4-9B3F-4D8FFCA99C51}"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20488639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52400"/>
            <a:ext cx="6055799" cy="513257"/>
          </a:xfrm>
        </p:spPr>
        <p:txBody>
          <a:bodyPr>
            <a:normAutofit fontScale="90000"/>
          </a:bodyPr>
          <a:lstStyle/>
          <a:p>
            <a:pPr algn="ctr"/>
            <a:r>
              <a:rPr lang="en-US" dirty="0">
                <a:latin typeface="Times New Roman" pitchFamily="18" charset="0"/>
                <a:cs typeface="Times New Roman" pitchFamily="18" charset="0"/>
              </a:rPr>
              <a:t>Dress Code                            </a:t>
            </a:r>
            <a:r>
              <a:rPr lang="en-US" sz="2200" dirty="0">
                <a:latin typeface="Times New Roman" pitchFamily="18" charset="0"/>
                <a:cs typeface="Times New Roman" pitchFamily="18" charset="0"/>
              </a:rPr>
              <a:t> (Cont..)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990600" y="787782"/>
            <a:ext cx="8001000" cy="5282435"/>
          </a:xfrm>
        </p:spPr>
        <p:txBody>
          <a:bodyPr>
            <a:noAutofit/>
          </a:bodyPr>
          <a:lstStyle/>
          <a:p>
            <a:r>
              <a:rPr lang="en-US" sz="2400" dirty="0">
                <a:latin typeface="Arial" panose="020B0604020202020204" pitchFamily="34" charset="0"/>
                <a:cs typeface="Arial" panose="020B0604020202020204" pitchFamily="34" charset="0"/>
              </a:rPr>
              <a:t>National dress </a:t>
            </a:r>
          </a:p>
          <a:p>
            <a:r>
              <a:rPr lang="en-US" sz="2400" dirty="0">
                <a:latin typeface="Arial" panose="020B0604020202020204" pitchFamily="34" charset="0"/>
                <a:cs typeface="Arial" panose="020B0604020202020204" pitchFamily="34" charset="0"/>
              </a:rPr>
              <a:t>Lounge suit:</a:t>
            </a:r>
          </a:p>
          <a:p>
            <a:pPr lvl="1"/>
            <a:r>
              <a:rPr lang="en-US" sz="2400" dirty="0">
                <a:latin typeface="Arial" panose="020B0604020202020204" pitchFamily="34" charset="0"/>
                <a:cs typeface="Arial" panose="020B0604020202020204" pitchFamily="34" charset="0"/>
              </a:rPr>
              <a:t>Dark combination (brown is generally not worn)</a:t>
            </a:r>
          </a:p>
          <a:p>
            <a:pPr lvl="1"/>
            <a:r>
              <a:rPr lang="en-US" sz="2400" dirty="0">
                <a:latin typeface="Arial" panose="020B0604020202020204" pitchFamily="34" charset="0"/>
                <a:cs typeface="Arial" panose="020B0604020202020204" pitchFamily="34" charset="0"/>
              </a:rPr>
              <a:t>For women-either combination suit or national attire</a:t>
            </a:r>
          </a:p>
          <a:p>
            <a:r>
              <a:rPr lang="en-US" sz="2400" dirty="0">
                <a:solidFill>
                  <a:srgbClr val="FF0000"/>
                </a:solidFill>
                <a:latin typeface="Arial" panose="020B0604020202020204" pitchFamily="34" charset="0"/>
                <a:cs typeface="Arial" panose="020B0604020202020204" pitchFamily="34" charset="0"/>
              </a:rPr>
              <a:t>Smart Casual:</a:t>
            </a:r>
            <a:endParaRPr lang="en-US" sz="2400" dirty="0">
              <a:solidFill>
                <a:srgbClr val="00B0F0"/>
              </a:solidFill>
              <a:latin typeface="Arial" panose="020B0604020202020204" pitchFamily="34" charset="0"/>
              <a:cs typeface="Arial" panose="020B0604020202020204" pitchFamily="34" charset="0"/>
            </a:endParaRPr>
          </a:p>
          <a:p>
            <a:pPr lvl="1" algn="just"/>
            <a:r>
              <a:rPr lang="en-US" sz="2400" dirty="0">
                <a:latin typeface="Arial" panose="020B0604020202020204" pitchFamily="34" charset="0"/>
                <a:cs typeface="Arial" panose="020B0604020202020204" pitchFamily="34" charset="0"/>
              </a:rPr>
              <a:t>  </a:t>
            </a:r>
            <a:r>
              <a:rPr lang="en-US" sz="2400" dirty="0">
                <a:solidFill>
                  <a:srgbClr val="00B0F0"/>
                </a:solidFill>
                <a:latin typeface="Arial" panose="020B0604020202020204" pitchFamily="34" charset="0"/>
                <a:cs typeface="Arial" panose="020B0604020202020204" pitchFamily="34" charset="0"/>
              </a:rPr>
              <a:t>One of the most common yet confusing.</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Casual:</a:t>
            </a:r>
          </a:p>
          <a:p>
            <a:pPr lvl="1"/>
            <a:r>
              <a:rPr lang="en-US" sz="2400" dirty="0">
                <a:latin typeface="Arial" panose="020B0604020202020204" pitchFamily="34" charset="0"/>
                <a:cs typeface="Arial" panose="020B0604020202020204" pitchFamily="34" charset="0"/>
              </a:rPr>
              <a:t>with gentle color paint and shirt/should consider the local weather condition</a:t>
            </a:r>
          </a:p>
          <a:p>
            <a:r>
              <a:rPr lang="en-US" sz="2400" dirty="0">
                <a:latin typeface="Arial" panose="020B0604020202020204" pitchFamily="34" charset="0"/>
                <a:cs typeface="Arial" panose="020B0604020202020204" pitchFamily="34" charset="0"/>
              </a:rPr>
              <a:t>Picnic/outings</a:t>
            </a:r>
          </a:p>
          <a:p>
            <a:pPr lvl="1"/>
            <a:r>
              <a:rPr lang="en-US" sz="2400" dirty="0" err="1">
                <a:latin typeface="Arial" panose="020B0604020202020204" pitchFamily="34" charset="0"/>
                <a:cs typeface="Arial" panose="020B0604020202020204" pitchFamily="34" charset="0"/>
              </a:rPr>
              <a:t>Colourful</a:t>
            </a:r>
            <a:r>
              <a:rPr lang="en-US" sz="2400" dirty="0">
                <a:latin typeface="Arial" panose="020B0604020202020204" pitchFamily="34" charset="0"/>
                <a:cs typeface="Arial" panose="020B0604020202020204" pitchFamily="34" charset="0"/>
              </a:rPr>
              <a:t> dress/jeans</a:t>
            </a:r>
          </a:p>
        </p:txBody>
      </p:sp>
      <p:sp>
        <p:nvSpPr>
          <p:cNvPr id="6" name="Slide Number Placeholder 5">
            <a:extLst>
              <a:ext uri="{FF2B5EF4-FFF2-40B4-BE49-F238E27FC236}">
                <a16:creationId xmlns:a16="http://schemas.microsoft.com/office/drawing/2014/main" xmlns="" id="{9C7B640D-1920-4FF7-B7CC-97D72D23213A}"/>
              </a:ext>
            </a:extLst>
          </p:cNvPr>
          <p:cNvSpPr>
            <a:spLocks noGrp="1"/>
          </p:cNvSpPr>
          <p:nvPr>
            <p:ph type="sldNum" sz="quarter" idx="12"/>
          </p:nvPr>
        </p:nvSpPr>
        <p:spPr/>
        <p:txBody>
          <a:bodyPr/>
          <a:lstStyle/>
          <a:p>
            <a:fld id="{F3849E17-9EEB-42C8-94C1-C1A74CE4A501}" type="slidenum">
              <a:rPr lang="en-US" smtClean="0"/>
              <a:pPr/>
              <a:t>15</a:t>
            </a:fld>
            <a:endParaRPr lang="en-US"/>
          </a:p>
        </p:txBody>
      </p:sp>
      <p:sp>
        <p:nvSpPr>
          <p:cNvPr id="7" name="Date Placeholder 6"/>
          <p:cNvSpPr>
            <a:spLocks noGrp="1"/>
          </p:cNvSpPr>
          <p:nvPr>
            <p:ph type="dt" sz="half" idx="10"/>
          </p:nvPr>
        </p:nvSpPr>
        <p:spPr/>
        <p:txBody>
          <a:bodyPr/>
          <a:lstStyle/>
          <a:p>
            <a:fld id="{BAE95FD8-5D93-4EBB-B3FE-256E42EFA70F}"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5011541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2416" y="213360"/>
            <a:ext cx="6323184" cy="396240"/>
          </a:xfrm>
        </p:spPr>
        <p:txBody>
          <a:bodyPr>
            <a:noAutofit/>
          </a:bodyPr>
          <a:lstStyle/>
          <a:p>
            <a:pPr algn="ctr"/>
            <a:r>
              <a:rPr lang="en-US" sz="2400" b="1" dirty="0">
                <a:latin typeface="Times New Roman" pitchFamily="18" charset="0"/>
                <a:cs typeface="Times New Roman" pitchFamily="18" charset="0"/>
              </a:rPr>
              <a:t>Dress Code                                      </a:t>
            </a:r>
            <a:r>
              <a:rPr lang="en-US" sz="1800" b="1" dirty="0">
                <a:latin typeface="Times New Roman" pitchFamily="18" charset="0"/>
                <a:cs typeface="Times New Roman" pitchFamily="18" charset="0"/>
              </a:rPr>
              <a:t>(Cont..)</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685800" y="609600"/>
            <a:ext cx="8305800" cy="5525490"/>
          </a:xfrm>
        </p:spPr>
        <p:txBody>
          <a:bodyPr>
            <a:noAutofit/>
          </a:bodyPr>
          <a:lstStyle/>
          <a:p>
            <a:r>
              <a:rPr lang="en-US" sz="2200" dirty="0" smtClean="0">
                <a:solidFill>
                  <a:srgbClr val="FF0000"/>
                </a:solidFill>
                <a:latin typeface="Times New Roman" panose="02020603050405020304" pitchFamily="18" charset="0"/>
                <a:cs typeface="Times New Roman" panose="02020603050405020304" pitchFamily="18" charset="0"/>
              </a:rPr>
              <a:t>    Shoe</a:t>
            </a:r>
            <a:r>
              <a:rPr lang="en-US" sz="2200" dirty="0">
                <a:solidFill>
                  <a:srgbClr val="FF0000"/>
                </a:solidFill>
                <a:latin typeface="Times New Roman" panose="02020603050405020304" pitchFamily="18" charset="0"/>
                <a:cs typeface="Times New Roman" panose="02020603050405020304" pitchFamily="18" charset="0"/>
              </a:rPr>
              <a:t>:</a:t>
            </a:r>
          </a:p>
          <a:p>
            <a:pPr lvl="1"/>
            <a:r>
              <a:rPr lang="en-US" sz="2200" dirty="0">
                <a:latin typeface="Times New Roman" panose="02020603050405020304" pitchFamily="18" charset="0"/>
                <a:cs typeface="Times New Roman" panose="02020603050405020304" pitchFamily="18" charset="0"/>
              </a:rPr>
              <a:t>Good quality leather shoes, generally laced on formal occasion</a:t>
            </a:r>
          </a:p>
          <a:p>
            <a:pPr lvl="1"/>
            <a:r>
              <a:rPr lang="en-US" sz="2200" dirty="0">
                <a:latin typeface="Times New Roman" panose="02020603050405020304" pitchFamily="18" charset="0"/>
                <a:cs typeface="Times New Roman" panose="02020603050405020304" pitchFamily="18" charset="0"/>
              </a:rPr>
              <a:t>Women should try to avoid long pencil heel shoe. Heel shoe is preferred but moderately (2 inch). </a:t>
            </a:r>
          </a:p>
          <a:p>
            <a:pPr lvl="1"/>
            <a:r>
              <a:rPr lang="en-US" sz="2200" dirty="0">
                <a:latin typeface="Times New Roman" panose="02020603050405020304" pitchFamily="18" charset="0"/>
                <a:cs typeface="Times New Roman" panose="02020603050405020304" pitchFamily="18" charset="0"/>
              </a:rPr>
              <a:t>Preferred black </a:t>
            </a:r>
            <a:r>
              <a:rPr lang="en-US" sz="2200" dirty="0" err="1">
                <a:latin typeface="Times New Roman" panose="02020603050405020304" pitchFamily="18" charset="0"/>
                <a:cs typeface="Times New Roman" panose="02020603050405020304" pitchFamily="18" charset="0"/>
              </a:rPr>
              <a:t>colour</a:t>
            </a:r>
            <a:endParaRPr lang="en-US" sz="2200" dirty="0">
              <a:latin typeface="Times New Roman" panose="02020603050405020304" pitchFamily="18" charset="0"/>
              <a:cs typeface="Times New Roman" panose="02020603050405020304" pitchFamily="18" charset="0"/>
            </a:endParaRPr>
          </a:p>
          <a:p>
            <a:r>
              <a:rPr lang="en-US" sz="2200" dirty="0">
                <a:solidFill>
                  <a:srgbClr val="FF0000"/>
                </a:solidFill>
                <a:latin typeface="Times New Roman" panose="02020603050405020304" pitchFamily="18" charset="0"/>
                <a:cs typeface="Times New Roman" panose="02020603050405020304" pitchFamily="18" charset="0"/>
              </a:rPr>
              <a:t>Socks:</a:t>
            </a:r>
          </a:p>
          <a:p>
            <a:pPr lvl="1"/>
            <a:r>
              <a:rPr lang="en-US" sz="2200" dirty="0">
                <a:latin typeface="Times New Roman" panose="02020603050405020304" pitchFamily="18" charset="0"/>
                <a:cs typeface="Times New Roman" panose="02020603050405020304" pitchFamily="18" charset="0"/>
              </a:rPr>
              <a:t>Generally preferred black </a:t>
            </a:r>
            <a:r>
              <a:rPr lang="en-US" sz="2200" dirty="0" err="1">
                <a:latin typeface="Times New Roman" panose="02020603050405020304" pitchFamily="18" charset="0"/>
                <a:cs typeface="Times New Roman" panose="02020603050405020304" pitchFamily="18" charset="0"/>
              </a:rPr>
              <a:t>colour</a:t>
            </a:r>
            <a:endParaRPr lang="en-US" sz="2200" dirty="0">
              <a:latin typeface="Times New Roman" panose="02020603050405020304" pitchFamily="18" charset="0"/>
              <a:cs typeface="Times New Roman" panose="02020603050405020304" pitchFamily="18" charset="0"/>
            </a:endParaRPr>
          </a:p>
          <a:p>
            <a:r>
              <a:rPr lang="en-US" sz="2200" dirty="0">
                <a:solidFill>
                  <a:srgbClr val="002060"/>
                </a:solidFill>
                <a:latin typeface="Times New Roman" panose="02020603050405020304" pitchFamily="18" charset="0"/>
                <a:cs typeface="Times New Roman" panose="02020603050405020304" pitchFamily="18" charset="0"/>
              </a:rPr>
              <a:t>Coat button:</a:t>
            </a:r>
          </a:p>
          <a:p>
            <a:pPr lvl="1"/>
            <a:r>
              <a:rPr lang="en-US" sz="2200" dirty="0">
                <a:solidFill>
                  <a:srgbClr val="FF0000"/>
                </a:solidFill>
                <a:latin typeface="Times New Roman" panose="02020603050405020304" pitchFamily="18" charset="0"/>
                <a:cs typeface="Times New Roman" panose="02020603050405020304" pitchFamily="18" charset="0"/>
              </a:rPr>
              <a:t>while standing, the coat should be buttoned and unbuttoned while seating. If the coat is of two buttons leave the lower button undone</a:t>
            </a:r>
          </a:p>
          <a:p>
            <a:pPr lvl="1"/>
            <a:r>
              <a:rPr lang="en-US" sz="2200" dirty="0">
                <a:solidFill>
                  <a:srgbClr val="002060"/>
                </a:solidFill>
                <a:latin typeface="Times New Roman" panose="02020603050405020304" pitchFamily="18" charset="0"/>
                <a:cs typeface="Times New Roman" panose="02020603050405020304" pitchFamily="18" charset="0"/>
              </a:rPr>
              <a:t>If coat is three buttoned, the middle one should be buttoned</a:t>
            </a:r>
          </a:p>
          <a:p>
            <a:r>
              <a:rPr lang="en-US" sz="2200" dirty="0">
                <a:solidFill>
                  <a:srgbClr val="FF0000"/>
                </a:solidFill>
                <a:latin typeface="Times New Roman" panose="02020603050405020304" pitchFamily="18" charset="0"/>
                <a:cs typeface="Times New Roman" panose="02020603050405020304" pitchFamily="18" charset="0"/>
              </a:rPr>
              <a:t>Black belt</a:t>
            </a:r>
          </a:p>
        </p:txBody>
      </p:sp>
      <p:sp>
        <p:nvSpPr>
          <p:cNvPr id="6" name="Slide Number Placeholder 5">
            <a:extLst>
              <a:ext uri="{FF2B5EF4-FFF2-40B4-BE49-F238E27FC236}">
                <a16:creationId xmlns:a16="http://schemas.microsoft.com/office/drawing/2014/main" xmlns="" id="{927EB531-D6B2-44EF-8841-1756691F6611}"/>
              </a:ext>
            </a:extLst>
          </p:cNvPr>
          <p:cNvSpPr>
            <a:spLocks noGrp="1"/>
          </p:cNvSpPr>
          <p:nvPr>
            <p:ph type="sldNum" sz="quarter" idx="12"/>
          </p:nvPr>
        </p:nvSpPr>
        <p:spPr/>
        <p:txBody>
          <a:bodyPr/>
          <a:lstStyle/>
          <a:p>
            <a:fld id="{F3849E17-9EEB-42C8-94C1-C1A74CE4A501}" type="slidenum">
              <a:rPr lang="en-US" smtClean="0"/>
              <a:pPr/>
              <a:t>16</a:t>
            </a:fld>
            <a:endParaRPr lang="en-US"/>
          </a:p>
        </p:txBody>
      </p:sp>
      <p:sp>
        <p:nvSpPr>
          <p:cNvPr id="7" name="Date Placeholder 6"/>
          <p:cNvSpPr>
            <a:spLocks noGrp="1"/>
          </p:cNvSpPr>
          <p:nvPr>
            <p:ph type="dt" sz="half" idx="10"/>
          </p:nvPr>
        </p:nvSpPr>
        <p:spPr/>
        <p:txBody>
          <a:bodyPr/>
          <a:lstStyle/>
          <a:p>
            <a:fld id="{DC095C10-EB95-41FA-8B13-8657402AA7EB}"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40460397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228600"/>
            <a:ext cx="6208199" cy="762000"/>
          </a:xfrm>
        </p:spPr>
        <p:txBody>
          <a:bodyPr>
            <a:normAutofit/>
          </a:bodyPr>
          <a:lstStyle/>
          <a:p>
            <a:pPr algn="ctr"/>
            <a:r>
              <a:rPr lang="en-US" dirty="0">
                <a:latin typeface="Times New Roman" pitchFamily="18" charset="0"/>
                <a:cs typeface="Times New Roman" pitchFamily="18" charset="0"/>
              </a:rPr>
              <a:t>Dress Code: </a:t>
            </a:r>
            <a:r>
              <a:rPr lang="en-US" dirty="0">
                <a:solidFill>
                  <a:srgbClr val="FF0000"/>
                </a:solidFill>
                <a:latin typeface="Times New Roman" pitchFamily="18" charset="0"/>
                <a:cs typeface="Times New Roman" pitchFamily="18" charset="0"/>
              </a:rPr>
              <a:t> some tips</a:t>
            </a:r>
          </a:p>
        </p:txBody>
      </p:sp>
      <p:sp>
        <p:nvSpPr>
          <p:cNvPr id="3" name="Content Placeholder 2"/>
          <p:cNvSpPr>
            <a:spLocks noGrp="1"/>
          </p:cNvSpPr>
          <p:nvPr>
            <p:ph idx="1"/>
          </p:nvPr>
        </p:nvSpPr>
        <p:spPr>
          <a:xfrm>
            <a:off x="609600" y="838200"/>
            <a:ext cx="8305800" cy="5105400"/>
          </a:xfrm>
        </p:spPr>
        <p:txBody>
          <a:bodyPr>
            <a:noAutofit/>
          </a:bodyPr>
          <a:lstStyle/>
          <a:p>
            <a:pPr>
              <a:lnSpc>
                <a:spcPct val="150000"/>
              </a:lnSpc>
            </a:pPr>
            <a:r>
              <a:rPr lang="en-US" sz="2400" dirty="0">
                <a:solidFill>
                  <a:srgbClr val="00B0F0"/>
                </a:solidFill>
                <a:latin typeface="Arial" panose="020B0604020202020204" pitchFamily="34" charset="0"/>
                <a:cs typeface="Arial" panose="020B0604020202020204" pitchFamily="34" charset="0"/>
              </a:rPr>
              <a:t> </a:t>
            </a:r>
            <a:r>
              <a:rPr lang="en-US" sz="2400" dirty="0" smtClean="0">
                <a:solidFill>
                  <a:srgbClr val="00B0F0"/>
                </a:solidFill>
                <a:latin typeface="Arial" panose="020B0604020202020204" pitchFamily="34" charset="0"/>
                <a:cs typeface="Arial" panose="020B0604020202020204" pitchFamily="34" charset="0"/>
              </a:rPr>
              <a:t>  </a:t>
            </a:r>
            <a:r>
              <a:rPr lang="en-US" sz="2400" dirty="0" smtClean="0">
                <a:latin typeface="Mangal "/>
                <a:cs typeface="Arial" panose="020B0604020202020204" pitchFamily="34" charset="0"/>
              </a:rPr>
              <a:t>Before </a:t>
            </a:r>
            <a:r>
              <a:rPr lang="en-US" sz="2400" dirty="0">
                <a:latin typeface="Mangal "/>
                <a:cs typeface="Arial" panose="020B0604020202020204" pitchFamily="34" charset="0"/>
              </a:rPr>
              <a:t>starting to plan any outfit you should always consider these three things:</a:t>
            </a:r>
          </a:p>
          <a:p>
            <a:pPr lvl="1">
              <a:lnSpc>
                <a:spcPct val="150000"/>
              </a:lnSpc>
            </a:pPr>
            <a:r>
              <a:rPr lang="en-US" sz="2400" dirty="0">
                <a:latin typeface="Mangal "/>
                <a:cs typeface="Arial" panose="020B0604020202020204" pitchFamily="34" charset="0"/>
              </a:rPr>
              <a:t>Where is the event held? If you haven’t been, look up the venue. You can judge a lot by its décor.</a:t>
            </a:r>
          </a:p>
          <a:p>
            <a:pPr lvl="1">
              <a:lnSpc>
                <a:spcPct val="150000"/>
              </a:lnSpc>
            </a:pPr>
            <a:r>
              <a:rPr lang="en-US" sz="2400" dirty="0">
                <a:latin typeface="Mangal "/>
                <a:cs typeface="Arial" panose="020B0604020202020204" pitchFamily="34" charset="0"/>
              </a:rPr>
              <a:t>The demographic of attendees - who will be there?</a:t>
            </a:r>
          </a:p>
          <a:p>
            <a:pPr lvl="1">
              <a:lnSpc>
                <a:spcPct val="150000"/>
              </a:lnSpc>
            </a:pPr>
            <a:r>
              <a:rPr lang="en-US" sz="2400" dirty="0">
                <a:latin typeface="Mangal "/>
                <a:cs typeface="Arial" panose="020B0604020202020204" pitchFamily="34" charset="0"/>
              </a:rPr>
              <a:t>Ask yourself whether what you’re wearing would be appropriate for another dress code. For example, if it is bordering on ‘cocktail’, then reconsider</a:t>
            </a:r>
            <a:r>
              <a:rPr lang="en-US" sz="2400" dirty="0" smtClean="0">
                <a:latin typeface="Mangal "/>
                <a:cs typeface="Arial" panose="020B0604020202020204" pitchFamily="34" charset="0"/>
              </a:rPr>
              <a:t>.</a:t>
            </a:r>
            <a:endParaRPr lang="en-US" sz="2400" dirty="0">
              <a:latin typeface="Mangal "/>
              <a:cs typeface="Arial" panose="020B0604020202020204" pitchFamily="34" charset="0"/>
            </a:endParaRPr>
          </a:p>
        </p:txBody>
      </p:sp>
      <p:sp>
        <p:nvSpPr>
          <p:cNvPr id="6" name="Slide Number Placeholder 5">
            <a:extLst>
              <a:ext uri="{FF2B5EF4-FFF2-40B4-BE49-F238E27FC236}">
                <a16:creationId xmlns:a16="http://schemas.microsoft.com/office/drawing/2014/main" xmlns="" id="{599F1618-AB48-4D93-BD51-09E1E15BC995}"/>
              </a:ext>
            </a:extLst>
          </p:cNvPr>
          <p:cNvSpPr>
            <a:spLocks noGrp="1"/>
          </p:cNvSpPr>
          <p:nvPr>
            <p:ph type="sldNum" sz="quarter" idx="12"/>
          </p:nvPr>
        </p:nvSpPr>
        <p:spPr/>
        <p:txBody>
          <a:bodyPr/>
          <a:lstStyle/>
          <a:p>
            <a:fld id="{F3849E17-9EEB-42C8-94C1-C1A74CE4A501}" type="slidenum">
              <a:rPr lang="en-US" smtClean="0"/>
              <a:pPr/>
              <a:t>17</a:t>
            </a:fld>
            <a:endParaRPr lang="en-US"/>
          </a:p>
        </p:txBody>
      </p:sp>
      <p:sp>
        <p:nvSpPr>
          <p:cNvPr id="7" name="Date Placeholder 6"/>
          <p:cNvSpPr>
            <a:spLocks noGrp="1"/>
          </p:cNvSpPr>
          <p:nvPr>
            <p:ph type="dt" sz="half" idx="10"/>
          </p:nvPr>
        </p:nvSpPr>
        <p:spPr/>
        <p:txBody>
          <a:bodyPr/>
          <a:lstStyle/>
          <a:p>
            <a:fld id="{E73AF4C8-E277-4610-A409-D88A0278BB23}"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22193847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74638"/>
            <a:ext cx="6096000" cy="792162"/>
          </a:xfrm>
        </p:spPr>
        <p:txBody>
          <a:bodyPr>
            <a:normAutofit/>
          </a:bodyPr>
          <a:lstStyle/>
          <a:p>
            <a:pPr algn="ctr"/>
            <a:r>
              <a:rPr lang="en-US" dirty="0">
                <a:latin typeface="Times New Roman" pitchFamily="18" charset="0"/>
                <a:cs typeface="Times New Roman" pitchFamily="18" charset="0"/>
              </a:rPr>
              <a:t>Social functions              </a:t>
            </a:r>
            <a:r>
              <a:rPr lang="en-US" sz="2400" dirty="0">
                <a:latin typeface="Times New Roman" pitchFamily="18" charset="0"/>
                <a:cs typeface="Times New Roman" pitchFamily="18" charset="0"/>
              </a:rPr>
              <a:t>(Contd..)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066800" y="990600"/>
            <a:ext cx="7696200" cy="5105400"/>
          </a:xfrm>
        </p:spPr>
        <p:txBody>
          <a:bodyPr>
            <a:normAutofit fontScale="92500" lnSpcReduction="20000"/>
          </a:bodyPr>
          <a:lstStyle/>
          <a:p>
            <a:pPr marL="0" indent="0">
              <a:buNone/>
            </a:pPr>
            <a:r>
              <a:rPr lang="en-US" sz="3500" dirty="0">
                <a:latin typeface="Times New Roman" pitchFamily="18" charset="0"/>
                <a:cs typeface="Times New Roman" pitchFamily="18" charset="0"/>
              </a:rPr>
              <a:t>   Menu:</a:t>
            </a:r>
          </a:p>
          <a:p>
            <a:r>
              <a:rPr lang="en-US" sz="2800" dirty="0">
                <a:latin typeface="Times New Roman" pitchFamily="18" charset="0"/>
                <a:cs typeface="Times New Roman" pitchFamily="18" charset="0"/>
              </a:rPr>
              <a:t>Table </a:t>
            </a:r>
            <a:r>
              <a:rPr lang="en-US" sz="2800" dirty="0" err="1">
                <a:latin typeface="Times New Roman" pitchFamily="18" charset="0"/>
                <a:cs typeface="Times New Roman" pitchFamily="18" charset="0"/>
              </a:rPr>
              <a:t>d’hote</a:t>
            </a:r>
            <a:r>
              <a:rPr lang="en-US" sz="2800" dirty="0">
                <a:latin typeface="Times New Roman" pitchFamily="18" charset="0"/>
                <a:cs typeface="Times New Roman" pitchFamily="18" charset="0"/>
              </a:rPr>
              <a:t> :</a:t>
            </a:r>
          </a:p>
          <a:p>
            <a:pPr lvl="1"/>
            <a:r>
              <a:rPr lang="en-US" sz="2800" dirty="0">
                <a:latin typeface="Times New Roman" pitchFamily="18" charset="0"/>
                <a:cs typeface="Times New Roman" pitchFamily="18" charset="0"/>
              </a:rPr>
              <a:t>Table of the host, Fixed menu</a:t>
            </a:r>
          </a:p>
          <a:p>
            <a:pPr lvl="1"/>
            <a:r>
              <a:rPr lang="en-US" sz="2800" dirty="0">
                <a:latin typeface="Times New Roman" pitchFamily="18" charset="0"/>
                <a:cs typeface="Times New Roman" pitchFamily="18" charset="0"/>
              </a:rPr>
              <a:t>Set menu for platter service (4 to 5 courses normal). There could be elaborate menu courses</a:t>
            </a:r>
          </a:p>
          <a:p>
            <a:r>
              <a:rPr lang="en-US" sz="3000" dirty="0">
                <a:latin typeface="Times New Roman" pitchFamily="18" charset="0"/>
                <a:cs typeface="Times New Roman" pitchFamily="18" charset="0"/>
              </a:rPr>
              <a:t>A la Carte :</a:t>
            </a:r>
          </a:p>
          <a:p>
            <a:pPr lvl="1"/>
            <a:r>
              <a:rPr lang="en-US" sz="2600" dirty="0">
                <a:latin typeface="Times New Roman" pitchFamily="18" charset="0"/>
                <a:cs typeface="Times New Roman" pitchFamily="18" charset="0"/>
              </a:rPr>
              <a:t>From the card</a:t>
            </a:r>
          </a:p>
          <a:p>
            <a:pPr lvl="1"/>
            <a:r>
              <a:rPr lang="en-US" sz="2600" dirty="0">
                <a:latin typeface="Times New Roman" pitchFamily="18" charset="0"/>
                <a:cs typeface="Times New Roman" pitchFamily="18" charset="0"/>
              </a:rPr>
              <a:t>Choosing from menu</a:t>
            </a:r>
          </a:p>
          <a:p>
            <a:r>
              <a:rPr lang="en-US" sz="3000" dirty="0">
                <a:latin typeface="Times New Roman" pitchFamily="18" charset="0"/>
                <a:cs typeface="Times New Roman" pitchFamily="18" charset="0"/>
              </a:rPr>
              <a:t>Buffet:</a:t>
            </a:r>
          </a:p>
          <a:p>
            <a:pPr lvl="1"/>
            <a:r>
              <a:rPr lang="en-US" sz="2800" dirty="0">
                <a:latin typeface="Times New Roman" pitchFamily="18" charset="0"/>
                <a:cs typeface="Times New Roman" pitchFamily="18" charset="0"/>
              </a:rPr>
              <a:t>	Display of items</a:t>
            </a:r>
          </a:p>
          <a:p>
            <a:pPr lvl="1"/>
            <a:r>
              <a:rPr lang="en-US" sz="2800" dirty="0">
                <a:latin typeface="Times New Roman" pitchFamily="18" charset="0"/>
                <a:cs typeface="Times New Roman" pitchFamily="18" charset="0"/>
              </a:rPr>
              <a:t>	Choose according to your taste</a:t>
            </a:r>
          </a:p>
        </p:txBody>
      </p:sp>
      <p:sp>
        <p:nvSpPr>
          <p:cNvPr id="6" name="Slide Number Placeholder 5">
            <a:extLst>
              <a:ext uri="{FF2B5EF4-FFF2-40B4-BE49-F238E27FC236}">
                <a16:creationId xmlns:a16="http://schemas.microsoft.com/office/drawing/2014/main" xmlns="" id="{70BD18D1-4CB1-4218-8C12-6CD953C37202}"/>
              </a:ext>
            </a:extLst>
          </p:cNvPr>
          <p:cNvSpPr>
            <a:spLocks noGrp="1"/>
          </p:cNvSpPr>
          <p:nvPr>
            <p:ph type="sldNum" sz="quarter" idx="12"/>
          </p:nvPr>
        </p:nvSpPr>
        <p:spPr/>
        <p:txBody>
          <a:bodyPr/>
          <a:lstStyle/>
          <a:p>
            <a:fld id="{F3849E17-9EEB-42C8-94C1-C1A74CE4A501}" type="slidenum">
              <a:rPr lang="en-US" smtClean="0"/>
              <a:pPr/>
              <a:t>18</a:t>
            </a:fld>
            <a:endParaRPr lang="en-US"/>
          </a:p>
        </p:txBody>
      </p:sp>
      <p:sp>
        <p:nvSpPr>
          <p:cNvPr id="7" name="Date Placeholder 6"/>
          <p:cNvSpPr>
            <a:spLocks noGrp="1"/>
          </p:cNvSpPr>
          <p:nvPr>
            <p:ph type="dt" sz="half" idx="10"/>
          </p:nvPr>
        </p:nvSpPr>
        <p:spPr/>
        <p:txBody>
          <a:bodyPr/>
          <a:lstStyle/>
          <a:p>
            <a:fld id="{6794DE5A-33E6-4BB6-AB51-07094C3E6A71}"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38300572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172200" cy="792162"/>
          </a:xfrm>
        </p:spPr>
        <p:txBody>
          <a:bodyPr>
            <a:normAutofit/>
          </a:bodyPr>
          <a:lstStyle/>
          <a:p>
            <a:pPr algn="ctr"/>
            <a:r>
              <a:rPr lang="en-US" dirty="0">
                <a:latin typeface="Times New Roman" pitchFamily="18" charset="0"/>
                <a:cs typeface="Times New Roman" pitchFamily="18" charset="0"/>
              </a:rPr>
              <a:t>Social functions              </a:t>
            </a:r>
            <a:r>
              <a:rPr lang="en-US" sz="2400" dirty="0">
                <a:latin typeface="Times New Roman" pitchFamily="18" charset="0"/>
                <a:cs typeface="Times New Roman" pitchFamily="18" charset="0"/>
              </a:rPr>
              <a:t>(Contd..)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066800" y="1295400"/>
            <a:ext cx="7696200" cy="5178552"/>
          </a:xfrm>
        </p:spPr>
        <p:txBody>
          <a:bodyPr>
            <a:normAutofit/>
          </a:bodyPr>
          <a:lstStyle/>
          <a:p>
            <a:pPr marL="0" indent="0">
              <a:buNone/>
            </a:pPr>
            <a:r>
              <a:rPr lang="en-US" sz="3600" dirty="0">
                <a:latin typeface="Times New Roman" pitchFamily="18" charset="0"/>
                <a:cs typeface="Times New Roman" pitchFamily="18" charset="0"/>
              </a:rPr>
              <a:t>Toasts</a:t>
            </a:r>
          </a:p>
          <a:p>
            <a:r>
              <a:rPr lang="en-US" sz="2800" dirty="0">
                <a:latin typeface="Times New Roman" pitchFamily="18" charset="0"/>
                <a:cs typeface="Times New Roman" pitchFamily="18" charset="0"/>
              </a:rPr>
              <a:t>Either the wine or Champaign is served for toast</a:t>
            </a:r>
          </a:p>
          <a:p>
            <a:r>
              <a:rPr lang="en-US" sz="2800" dirty="0">
                <a:latin typeface="Times New Roman" pitchFamily="18" charset="0"/>
                <a:cs typeface="Times New Roman" pitchFamily="18" charset="0"/>
              </a:rPr>
              <a:t>Raise your glass</a:t>
            </a:r>
          </a:p>
          <a:p>
            <a:pPr lvl="1"/>
            <a:r>
              <a:rPr lang="en-US" sz="2600" dirty="0">
                <a:latin typeface="Times New Roman" pitchFamily="18" charset="0"/>
                <a:cs typeface="Times New Roman" pitchFamily="18" charset="0"/>
              </a:rPr>
              <a:t>Water glass should not be raised for toast</a:t>
            </a:r>
          </a:p>
          <a:p>
            <a:pPr lvl="1"/>
            <a:r>
              <a:rPr lang="en-US" sz="2600" dirty="0">
                <a:latin typeface="Times New Roman" pitchFamily="18" charset="0"/>
                <a:cs typeface="Times New Roman" pitchFamily="18" charset="0"/>
              </a:rPr>
              <a:t>Non-alcohol drinkers can raise </a:t>
            </a:r>
          </a:p>
          <a:p>
            <a:pPr marL="457200" lvl="1" indent="0">
              <a:buNone/>
            </a:pP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eg</a:t>
            </a:r>
            <a:r>
              <a:rPr lang="en-US" sz="2600" dirty="0">
                <a:latin typeface="Times New Roman" pitchFamily="18" charset="0"/>
                <a:cs typeface="Times New Roman" pitchFamily="18" charset="0"/>
              </a:rPr>
              <a:t>: juice glass</a:t>
            </a:r>
          </a:p>
          <a:p>
            <a:r>
              <a:rPr lang="en-US" sz="2800" dirty="0">
                <a:latin typeface="Times New Roman" pitchFamily="18" charset="0"/>
                <a:cs typeface="Times New Roman" pitchFamily="18" charset="0"/>
              </a:rPr>
              <a:t>After toast, should not keep glass without sip</a:t>
            </a:r>
          </a:p>
          <a:p>
            <a:r>
              <a:rPr lang="en-US" sz="2800" dirty="0">
                <a:latin typeface="Times New Roman" pitchFamily="18" charset="0"/>
                <a:cs typeface="Times New Roman" pitchFamily="18" charset="0"/>
              </a:rPr>
              <a:t>There may be numbers of toasts, do not make empty of your glass</a:t>
            </a:r>
          </a:p>
        </p:txBody>
      </p:sp>
      <p:sp>
        <p:nvSpPr>
          <p:cNvPr id="6" name="Slide Number Placeholder 5">
            <a:extLst>
              <a:ext uri="{FF2B5EF4-FFF2-40B4-BE49-F238E27FC236}">
                <a16:creationId xmlns:a16="http://schemas.microsoft.com/office/drawing/2014/main" xmlns="" id="{101E4A35-6145-4BC0-BB41-8EDD901FD3E9}"/>
              </a:ext>
            </a:extLst>
          </p:cNvPr>
          <p:cNvSpPr>
            <a:spLocks noGrp="1"/>
          </p:cNvSpPr>
          <p:nvPr>
            <p:ph type="sldNum" sz="quarter" idx="12"/>
          </p:nvPr>
        </p:nvSpPr>
        <p:spPr/>
        <p:txBody>
          <a:bodyPr/>
          <a:lstStyle/>
          <a:p>
            <a:fld id="{F3849E17-9EEB-42C8-94C1-C1A74CE4A501}" type="slidenum">
              <a:rPr lang="en-US" smtClean="0"/>
              <a:pPr/>
              <a:t>19</a:t>
            </a:fld>
            <a:endParaRPr lang="en-US"/>
          </a:p>
        </p:txBody>
      </p:sp>
      <p:sp>
        <p:nvSpPr>
          <p:cNvPr id="7" name="Date Placeholder 6"/>
          <p:cNvSpPr>
            <a:spLocks noGrp="1"/>
          </p:cNvSpPr>
          <p:nvPr>
            <p:ph type="dt" sz="half" idx="10"/>
          </p:nvPr>
        </p:nvSpPr>
        <p:spPr/>
        <p:txBody>
          <a:bodyPr/>
          <a:lstStyle/>
          <a:p>
            <a:fld id="{CC4CE984-C189-4856-A7D5-AA79B6A93932}"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140834828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2980" y="274638"/>
            <a:ext cx="7473820" cy="715962"/>
          </a:xfrm>
        </p:spPr>
        <p:txBody>
          <a:bodyPr>
            <a:normAutofit/>
          </a:bodyPr>
          <a:lstStyle/>
          <a:p>
            <a:pPr algn="ctr">
              <a:defRPr/>
            </a:pPr>
            <a:r>
              <a:rPr lang="en-US" dirty="0">
                <a:latin typeface="Times New Roman" pitchFamily="18" charset="0"/>
                <a:cs typeface="Times New Roman" pitchFamily="18" charset="0"/>
              </a:rPr>
              <a:t>Social functions              </a:t>
            </a:r>
            <a:r>
              <a:rPr lang="en-US" sz="2400" dirty="0">
                <a:latin typeface="Times New Roman" pitchFamily="18" charset="0"/>
                <a:cs typeface="Times New Roman" pitchFamily="18" charset="0"/>
              </a:rPr>
              <a:t>(Contd..)</a:t>
            </a:r>
            <a:endParaRPr lang="en-US" dirty="0">
              <a:latin typeface="Arial" panose="020B0604020202020204" pitchFamily="34" charset="0"/>
              <a:cs typeface="Arial" panose="020B0604020202020204" pitchFamily="34" charset="0"/>
            </a:endParaRPr>
          </a:p>
        </p:txBody>
      </p:sp>
      <p:sp>
        <p:nvSpPr>
          <p:cNvPr id="37891" name="Content Placeholder 2"/>
          <p:cNvSpPr>
            <a:spLocks noGrp="1"/>
          </p:cNvSpPr>
          <p:nvPr>
            <p:ph idx="1"/>
          </p:nvPr>
        </p:nvSpPr>
        <p:spPr>
          <a:xfrm>
            <a:off x="1143000" y="1447800"/>
            <a:ext cx="7543800" cy="4800600"/>
          </a:xfrm>
        </p:spPr>
        <p:txBody>
          <a:bodyPr>
            <a:normAutofit/>
          </a:bodyPr>
          <a:lstStyle/>
          <a:p>
            <a:pPr algn="just"/>
            <a:r>
              <a:rPr lang="en-US" sz="3200" dirty="0">
                <a:latin typeface="Times New Roman" pitchFamily="18" charset="0"/>
                <a:cs typeface="Times New Roman" pitchFamily="18" charset="0"/>
              </a:rPr>
              <a:t>Speech/Remarks</a:t>
            </a:r>
          </a:p>
          <a:p>
            <a:pPr lvl="1" algn="just"/>
            <a:r>
              <a:rPr lang="en-US" sz="2800" dirty="0">
                <a:latin typeface="Times New Roman" pitchFamily="18" charset="0"/>
                <a:cs typeface="Times New Roman" pitchFamily="18" charset="0"/>
              </a:rPr>
              <a:t>Generally short speech/remarks are made at the official banquet/dinner/luncheons</a:t>
            </a:r>
          </a:p>
          <a:p>
            <a:pPr lvl="1" algn="just"/>
            <a:r>
              <a:rPr lang="en-US" sz="2800" dirty="0">
                <a:latin typeface="Times New Roman" pitchFamily="18" charset="0"/>
                <a:cs typeface="Times New Roman" pitchFamily="18" charset="0"/>
              </a:rPr>
              <a:t>Even in informal settings, short remarks are made</a:t>
            </a:r>
          </a:p>
          <a:p>
            <a:pPr algn="just" eaLnBrk="1" hangingPunct="1"/>
            <a:r>
              <a:rPr lang="en-US" sz="3200" dirty="0">
                <a:latin typeface="Times New Roman" pitchFamily="18" charset="0"/>
                <a:cs typeface="Times New Roman" pitchFamily="18" charset="0"/>
              </a:rPr>
              <a:t>Dessert</a:t>
            </a:r>
          </a:p>
          <a:p>
            <a:pPr algn="just" eaLnBrk="1" hangingPunct="1"/>
            <a:r>
              <a:rPr lang="en-US" sz="3200" dirty="0">
                <a:latin typeface="Times New Roman" pitchFamily="18" charset="0"/>
                <a:cs typeface="Times New Roman" pitchFamily="18" charset="0"/>
              </a:rPr>
              <a:t>Tea/coffee</a:t>
            </a:r>
          </a:p>
          <a:p>
            <a:pPr algn="just" eaLnBrk="1" hangingPunct="1"/>
            <a:r>
              <a:rPr lang="en-US" sz="3200" dirty="0">
                <a:latin typeface="Times New Roman" pitchFamily="18" charset="0"/>
                <a:cs typeface="Times New Roman" pitchFamily="18" charset="0"/>
              </a:rPr>
              <a:t>See off the guests</a:t>
            </a:r>
          </a:p>
          <a:p>
            <a:pPr eaLnBrk="1" hangingPunct="1">
              <a:buNone/>
            </a:pPr>
            <a:endParaRPr lang="en-US" sz="2800" dirty="0">
              <a:latin typeface="Arial" pitchFamily="34" charset="0"/>
              <a:cs typeface="Arial" pitchFamily="34" charset="0"/>
            </a:endParaRPr>
          </a:p>
        </p:txBody>
      </p:sp>
      <p:sp>
        <p:nvSpPr>
          <p:cNvPr id="5" name="Slide Number Placeholder 4">
            <a:extLst>
              <a:ext uri="{FF2B5EF4-FFF2-40B4-BE49-F238E27FC236}">
                <a16:creationId xmlns:a16="http://schemas.microsoft.com/office/drawing/2014/main" xmlns="" id="{0E599E3A-F300-430B-AF03-B56931F27D71}"/>
              </a:ext>
            </a:extLst>
          </p:cNvPr>
          <p:cNvSpPr>
            <a:spLocks noGrp="1"/>
          </p:cNvSpPr>
          <p:nvPr>
            <p:ph type="sldNum" sz="quarter" idx="12"/>
          </p:nvPr>
        </p:nvSpPr>
        <p:spPr/>
        <p:txBody>
          <a:bodyPr/>
          <a:lstStyle/>
          <a:p>
            <a:fld id="{F3849E17-9EEB-42C8-94C1-C1A74CE4A501}" type="slidenum">
              <a:rPr lang="en-US" smtClean="0"/>
              <a:pPr/>
              <a:t>20</a:t>
            </a:fld>
            <a:endParaRPr lang="en-US"/>
          </a:p>
        </p:txBody>
      </p:sp>
      <p:sp>
        <p:nvSpPr>
          <p:cNvPr id="6" name="Date Placeholder 5"/>
          <p:cNvSpPr>
            <a:spLocks noGrp="1"/>
          </p:cNvSpPr>
          <p:nvPr>
            <p:ph type="dt" sz="half" idx="10"/>
          </p:nvPr>
        </p:nvSpPr>
        <p:spPr/>
        <p:txBody>
          <a:bodyPr/>
          <a:lstStyle/>
          <a:p>
            <a:fld id="{657014D2-3CA0-4EEF-988C-E6F34E94AD26}" type="datetime1">
              <a:rPr lang="en-US" smtClean="0"/>
              <a:t>1/11/2026</a:t>
            </a:fld>
            <a:endParaRPr lang="en-US"/>
          </a:p>
        </p:txBody>
      </p:sp>
      <p:sp>
        <p:nvSpPr>
          <p:cNvPr id="7" name="Footer Placeholder 6"/>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2943855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33400"/>
            <a:ext cx="6589199" cy="671290"/>
          </a:xfrm>
        </p:spPr>
        <p:txBody>
          <a:bodyPr>
            <a:normAutofit/>
          </a:bodyPr>
          <a:lstStyle/>
          <a:p>
            <a:pPr algn="ctr"/>
            <a:r>
              <a:rPr lang="en-US" dirty="0">
                <a:latin typeface="Times New Roman" pitchFamily="18" charset="0"/>
                <a:cs typeface="Times New Roman" pitchFamily="18" charset="0"/>
              </a:rPr>
              <a:t>Social functions              </a:t>
            </a:r>
            <a:r>
              <a:rPr lang="en-US" sz="2400" dirty="0">
                <a:latin typeface="Times New Roman" pitchFamily="18" charset="0"/>
                <a:cs typeface="Times New Roman" pitchFamily="18" charset="0"/>
              </a:rPr>
              <a:t>(Contd..)</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295401" y="1524000"/>
            <a:ext cx="7239000" cy="4648200"/>
          </a:xfrm>
        </p:spPr>
        <p:txBody>
          <a:bodyPr>
            <a:normAutofit lnSpcReduction="10000"/>
          </a:bodyPr>
          <a:lstStyle/>
          <a:p>
            <a:pPr marL="0" indent="0">
              <a:buNone/>
            </a:pPr>
            <a:r>
              <a:rPr lang="en-US" sz="2800" dirty="0">
                <a:latin typeface="Times New Roman" pitchFamily="18" charset="0"/>
                <a:cs typeface="Times New Roman" pitchFamily="18" charset="0"/>
              </a:rPr>
              <a:t>Use of Napkin</a:t>
            </a:r>
          </a:p>
          <a:p>
            <a:r>
              <a:rPr lang="en-US" sz="2800" dirty="0">
                <a:latin typeface="Times New Roman" pitchFamily="18" charset="0"/>
                <a:cs typeface="Times New Roman" pitchFamily="18" charset="0"/>
              </a:rPr>
              <a:t>Place a napkin on lap</a:t>
            </a:r>
          </a:p>
          <a:p>
            <a:r>
              <a:rPr lang="en-US" sz="2800" dirty="0">
                <a:latin typeface="Times New Roman" pitchFamily="18" charset="0"/>
                <a:cs typeface="Times New Roman" pitchFamily="18" charset="0"/>
              </a:rPr>
              <a:t>Do not flap a napkin on the air</a:t>
            </a:r>
          </a:p>
          <a:p>
            <a:r>
              <a:rPr lang="en-US" sz="2800" dirty="0">
                <a:latin typeface="Times New Roman" pitchFamily="18" charset="0"/>
                <a:cs typeface="Times New Roman" pitchFamily="18" charset="0"/>
              </a:rPr>
              <a:t>Do not wipe face by napkin</a:t>
            </a:r>
          </a:p>
          <a:p>
            <a:r>
              <a:rPr lang="en-US" sz="2800" dirty="0">
                <a:latin typeface="Times New Roman" pitchFamily="18" charset="0"/>
                <a:cs typeface="Times New Roman" pitchFamily="18" charset="0"/>
              </a:rPr>
              <a:t>Use a napkin only for blot on mouth</a:t>
            </a:r>
          </a:p>
          <a:p>
            <a:r>
              <a:rPr lang="en-US" sz="2800" dirty="0">
                <a:latin typeface="Times New Roman" pitchFamily="18" charset="0"/>
                <a:cs typeface="Times New Roman" pitchFamily="18" charset="0"/>
              </a:rPr>
              <a:t>Do not wipe the silverware by napkin</a:t>
            </a:r>
          </a:p>
          <a:p>
            <a:r>
              <a:rPr lang="en-US" sz="2800" dirty="0">
                <a:latin typeface="Times New Roman" pitchFamily="18" charset="0"/>
                <a:cs typeface="Times New Roman" pitchFamily="18" charset="0"/>
              </a:rPr>
              <a:t>Place napkin on the chair if to leave the table for any reason</a:t>
            </a:r>
          </a:p>
          <a:p>
            <a:r>
              <a:rPr lang="en-US" sz="2800" dirty="0">
                <a:latin typeface="Times New Roman" pitchFamily="18" charset="0"/>
                <a:cs typeface="Times New Roman" pitchFamily="18" charset="0"/>
              </a:rPr>
              <a:t>Place napkin on left after finishing the meal</a:t>
            </a:r>
          </a:p>
          <a:p>
            <a:endParaRPr lang="en-US" dirty="0">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xmlns="" id="{5167C5DB-55FC-4522-992A-1F50A349CA5B}"/>
              </a:ext>
            </a:extLst>
          </p:cNvPr>
          <p:cNvSpPr>
            <a:spLocks noGrp="1"/>
          </p:cNvSpPr>
          <p:nvPr>
            <p:ph type="sldNum" sz="quarter" idx="12"/>
          </p:nvPr>
        </p:nvSpPr>
        <p:spPr/>
        <p:txBody>
          <a:bodyPr/>
          <a:lstStyle/>
          <a:p>
            <a:fld id="{F3849E17-9EEB-42C8-94C1-C1A74CE4A501}" type="slidenum">
              <a:rPr lang="en-US" smtClean="0"/>
              <a:pPr/>
              <a:t>21</a:t>
            </a:fld>
            <a:endParaRPr lang="en-US"/>
          </a:p>
        </p:txBody>
      </p:sp>
      <p:sp>
        <p:nvSpPr>
          <p:cNvPr id="7" name="Date Placeholder 6"/>
          <p:cNvSpPr>
            <a:spLocks noGrp="1"/>
          </p:cNvSpPr>
          <p:nvPr>
            <p:ph type="dt" sz="half" idx="10"/>
          </p:nvPr>
        </p:nvSpPr>
        <p:spPr/>
        <p:txBody>
          <a:bodyPr/>
          <a:lstStyle/>
          <a:p>
            <a:fld id="{13D2CC1C-8C21-44B3-BDBE-B943B0FC879E}"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39331082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6400800" cy="715962"/>
          </a:xfrm>
        </p:spPr>
        <p:txBody>
          <a:bodyPr>
            <a:normAutofit/>
          </a:bodyPr>
          <a:lstStyle/>
          <a:p>
            <a:pPr algn="ctr"/>
            <a:r>
              <a:rPr lang="en-US" dirty="0">
                <a:latin typeface="Times New Roman" pitchFamily="18" charset="0"/>
                <a:cs typeface="Times New Roman" pitchFamily="18" charset="0"/>
              </a:rPr>
              <a:t>Social functions              </a:t>
            </a:r>
            <a:r>
              <a:rPr lang="en-US" sz="2400" dirty="0">
                <a:latin typeface="Times New Roman" pitchFamily="18" charset="0"/>
                <a:cs typeface="Times New Roman" pitchFamily="18" charset="0"/>
              </a:rPr>
              <a:t>(Contd..)</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066800" y="990600"/>
            <a:ext cx="7848600" cy="4876800"/>
          </a:xfrm>
        </p:spPr>
        <p:txBody>
          <a:bodyPr>
            <a:noAutofit/>
          </a:bodyPr>
          <a:lstStyle/>
          <a:p>
            <a:r>
              <a:rPr lang="en-US" sz="2400" dirty="0">
                <a:solidFill>
                  <a:srgbClr val="FF0000"/>
                </a:solidFill>
                <a:latin typeface="Times New Roman" pitchFamily="18" charset="0"/>
                <a:cs typeface="Times New Roman" pitchFamily="18" charset="0"/>
              </a:rPr>
              <a:t>Pre-dinner drinks</a:t>
            </a:r>
          </a:p>
          <a:p>
            <a:pPr lvl="1"/>
            <a:r>
              <a:rPr lang="en-US" sz="2200" dirty="0">
                <a:latin typeface="Times New Roman" pitchFamily="18" charset="0"/>
                <a:cs typeface="Times New Roman" pitchFamily="18" charset="0"/>
              </a:rPr>
              <a:t>whisky, gin, sherry (sweet/dry wine), Juice, red wine, white wine, soft drinks </a:t>
            </a:r>
          </a:p>
          <a:p>
            <a:r>
              <a:rPr lang="en-US" sz="2400" b="1" dirty="0">
                <a:latin typeface="Times New Roman" pitchFamily="18" charset="0"/>
                <a:cs typeface="Times New Roman" pitchFamily="18" charset="0"/>
              </a:rPr>
              <a:t>Limit yourself for the drink</a:t>
            </a:r>
          </a:p>
          <a:p>
            <a:pPr lvl="1"/>
            <a:r>
              <a:rPr lang="en-US" sz="2200" dirty="0">
                <a:latin typeface="Times New Roman" pitchFamily="18" charset="0"/>
                <a:cs typeface="Times New Roman" pitchFamily="18" charset="0"/>
              </a:rPr>
              <a:t>Over drink may loosen your tongue and body imbalance, which may invite yourself in an embarrassing situation.</a:t>
            </a:r>
          </a:p>
          <a:p>
            <a:r>
              <a:rPr lang="en-US" sz="2400" dirty="0">
                <a:solidFill>
                  <a:srgbClr val="FF0000"/>
                </a:solidFill>
                <a:latin typeface="Times New Roman" pitchFamily="18" charset="0"/>
                <a:cs typeface="Times New Roman" pitchFamily="18" charset="0"/>
              </a:rPr>
              <a:t>Drink at the formal dinner</a:t>
            </a:r>
          </a:p>
          <a:p>
            <a:pPr lvl="1"/>
            <a:r>
              <a:rPr lang="en-US" sz="2200" dirty="0">
                <a:latin typeface="Times New Roman" pitchFamily="18" charset="0"/>
                <a:cs typeface="Times New Roman" pitchFamily="18" charset="0"/>
              </a:rPr>
              <a:t>Fish/chicken-white wine/ red meat-red wine</a:t>
            </a:r>
          </a:p>
          <a:p>
            <a:pPr lvl="1"/>
            <a:r>
              <a:rPr lang="en-US" sz="2000" dirty="0">
                <a:latin typeface="Times New Roman" pitchFamily="18" charset="0"/>
                <a:cs typeface="Times New Roman" pitchFamily="18" charset="0"/>
              </a:rPr>
              <a:t>Sweet wine or Champaign</a:t>
            </a:r>
          </a:p>
          <a:p>
            <a:r>
              <a:rPr lang="en-US" sz="2400" b="1" dirty="0">
                <a:latin typeface="Times New Roman" pitchFamily="18" charset="0"/>
                <a:cs typeface="Times New Roman" pitchFamily="18" charset="0"/>
              </a:rPr>
              <a:t>After dinner</a:t>
            </a:r>
          </a:p>
          <a:p>
            <a:pPr lvl="1"/>
            <a:r>
              <a:rPr lang="en-US" sz="2200" dirty="0">
                <a:latin typeface="Times New Roman" pitchFamily="18" charset="0"/>
                <a:cs typeface="Times New Roman" pitchFamily="18" charset="0"/>
              </a:rPr>
              <a:t>usually brandy, cognac are </a:t>
            </a:r>
            <a:r>
              <a:rPr lang="en-US" sz="2200" dirty="0" smtClean="0">
                <a:latin typeface="Times New Roman" pitchFamily="18" charset="0"/>
                <a:cs typeface="Times New Roman" pitchFamily="18" charset="0"/>
              </a:rPr>
              <a:t>served.</a:t>
            </a:r>
            <a:endParaRPr lang="en-US" sz="2200" b="1" dirty="0">
              <a:solidFill>
                <a:srgbClr val="FF0000"/>
              </a:solidFill>
              <a:latin typeface="Times New Roman" pitchFamily="18" charset="0"/>
              <a:cs typeface="Times New Roman" pitchFamily="18" charset="0"/>
            </a:endParaRPr>
          </a:p>
        </p:txBody>
      </p:sp>
      <p:sp>
        <p:nvSpPr>
          <p:cNvPr id="6" name="Slide Number Placeholder 5">
            <a:extLst>
              <a:ext uri="{FF2B5EF4-FFF2-40B4-BE49-F238E27FC236}">
                <a16:creationId xmlns:a16="http://schemas.microsoft.com/office/drawing/2014/main" xmlns="" id="{48628815-5FA9-4EA5-9B4B-C8B384C3718D}"/>
              </a:ext>
            </a:extLst>
          </p:cNvPr>
          <p:cNvSpPr>
            <a:spLocks noGrp="1"/>
          </p:cNvSpPr>
          <p:nvPr>
            <p:ph type="sldNum" sz="quarter" idx="12"/>
          </p:nvPr>
        </p:nvSpPr>
        <p:spPr/>
        <p:txBody>
          <a:bodyPr/>
          <a:lstStyle/>
          <a:p>
            <a:fld id="{F3849E17-9EEB-42C8-94C1-C1A74CE4A501}" type="slidenum">
              <a:rPr lang="en-US" smtClean="0"/>
              <a:pPr/>
              <a:t>22</a:t>
            </a:fld>
            <a:endParaRPr lang="en-US"/>
          </a:p>
        </p:txBody>
      </p:sp>
      <p:sp>
        <p:nvSpPr>
          <p:cNvPr id="7" name="Date Placeholder 6"/>
          <p:cNvSpPr>
            <a:spLocks noGrp="1"/>
          </p:cNvSpPr>
          <p:nvPr>
            <p:ph type="dt" sz="half" idx="10"/>
          </p:nvPr>
        </p:nvSpPr>
        <p:spPr/>
        <p:txBody>
          <a:bodyPr/>
          <a:lstStyle/>
          <a:p>
            <a:fld id="{D238FC1F-94A1-4A48-BD92-0D413F7FACD1}"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29379737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457200"/>
            <a:ext cx="7239000" cy="762000"/>
          </a:xfrm>
        </p:spPr>
        <p:txBody>
          <a:bodyPr>
            <a:normAutofit/>
          </a:bodyPr>
          <a:lstStyle/>
          <a:p>
            <a:pPr algn="ctr">
              <a:defRPr/>
            </a:pPr>
            <a:r>
              <a:rPr lang="en-US" dirty="0">
                <a:latin typeface="Times New Roman" pitchFamily="18" charset="0"/>
                <a:cs typeface="Times New Roman" pitchFamily="18" charset="0"/>
              </a:rPr>
              <a:t>Social functions              </a:t>
            </a:r>
            <a:r>
              <a:rPr lang="en-US" sz="2400" dirty="0">
                <a:latin typeface="Times New Roman" pitchFamily="18" charset="0"/>
                <a:cs typeface="Times New Roman" pitchFamily="18" charset="0"/>
              </a:rPr>
              <a:t>(Contd..)</a:t>
            </a:r>
            <a:endParaRPr lang="en-US" dirty="0">
              <a:latin typeface="Arial" panose="020B0604020202020204" pitchFamily="34" charset="0"/>
              <a:cs typeface="Arial" panose="020B0604020202020204" pitchFamily="34" charset="0"/>
            </a:endParaRPr>
          </a:p>
        </p:txBody>
      </p:sp>
      <p:sp>
        <p:nvSpPr>
          <p:cNvPr id="37891" name="Content Placeholder 2"/>
          <p:cNvSpPr>
            <a:spLocks noGrp="1"/>
          </p:cNvSpPr>
          <p:nvPr>
            <p:ph idx="1"/>
          </p:nvPr>
        </p:nvSpPr>
        <p:spPr>
          <a:xfrm>
            <a:off x="1143000" y="1295400"/>
            <a:ext cx="7696200" cy="3581400"/>
          </a:xfrm>
        </p:spPr>
        <p:txBody>
          <a:bodyPr>
            <a:normAutofit/>
          </a:bodyPr>
          <a:lstStyle/>
          <a:p>
            <a:pPr marL="0" indent="0" algn="just">
              <a:buNone/>
            </a:pPr>
            <a:r>
              <a:rPr lang="en-US" sz="2800" dirty="0">
                <a:latin typeface="Times New Roman" pitchFamily="18" charset="0"/>
                <a:cs typeface="Times New Roman" pitchFamily="18" charset="0"/>
              </a:rPr>
              <a:t>Table Manners</a:t>
            </a:r>
          </a:p>
          <a:p>
            <a:pPr algn="just"/>
            <a:r>
              <a:rPr lang="en-US" sz="2800" dirty="0">
                <a:latin typeface="Times New Roman" pitchFamily="18" charset="0"/>
                <a:cs typeface="Times New Roman" pitchFamily="18" charset="0"/>
              </a:rPr>
              <a:t>Arrangement of plates</a:t>
            </a:r>
            <a:r>
              <a:rPr lang="en-US" sz="2800" dirty="0" smtClean="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Side plates  </a:t>
            </a:r>
          </a:p>
          <a:p>
            <a:pPr algn="just"/>
            <a:r>
              <a:rPr lang="en-US" sz="2800" dirty="0" smtClean="0">
                <a:latin typeface="Times New Roman" pitchFamily="18" charset="0"/>
                <a:cs typeface="Times New Roman" pitchFamily="18" charset="0"/>
              </a:rPr>
              <a:t>Glasses</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K</a:t>
            </a:r>
            <a:r>
              <a:rPr lang="en-US" sz="2800" dirty="0" smtClean="0">
                <a:latin typeface="Times New Roman" pitchFamily="18" charset="0"/>
                <a:cs typeface="Times New Roman" pitchFamily="18" charset="0"/>
              </a:rPr>
              <a:t>nives</a:t>
            </a: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forks and spoons  </a:t>
            </a:r>
            <a:endParaRPr lang="en-US" sz="2800" dirty="0">
              <a:latin typeface="Times New Roman" pitchFamily="18" charset="0"/>
              <a:cs typeface="Times New Roman" pitchFamily="18" charset="0"/>
            </a:endParaRPr>
          </a:p>
        </p:txBody>
      </p:sp>
      <p:sp>
        <p:nvSpPr>
          <p:cNvPr id="5" name="Slide Number Placeholder 4">
            <a:extLst>
              <a:ext uri="{FF2B5EF4-FFF2-40B4-BE49-F238E27FC236}">
                <a16:creationId xmlns:a16="http://schemas.microsoft.com/office/drawing/2014/main" xmlns="" id="{F7C8107D-BDE1-4214-A398-FDDB4BD982FB}"/>
              </a:ext>
            </a:extLst>
          </p:cNvPr>
          <p:cNvSpPr>
            <a:spLocks noGrp="1"/>
          </p:cNvSpPr>
          <p:nvPr>
            <p:ph type="sldNum" sz="quarter" idx="12"/>
          </p:nvPr>
        </p:nvSpPr>
        <p:spPr/>
        <p:txBody>
          <a:bodyPr/>
          <a:lstStyle/>
          <a:p>
            <a:fld id="{F3849E17-9EEB-42C8-94C1-C1A74CE4A501}" type="slidenum">
              <a:rPr lang="en-US" smtClean="0"/>
              <a:pPr/>
              <a:t>23</a:t>
            </a:fld>
            <a:endParaRPr lang="en-US"/>
          </a:p>
        </p:txBody>
      </p:sp>
      <p:sp>
        <p:nvSpPr>
          <p:cNvPr id="6" name="Date Placeholder 5"/>
          <p:cNvSpPr>
            <a:spLocks noGrp="1"/>
          </p:cNvSpPr>
          <p:nvPr>
            <p:ph type="dt" sz="half" idx="10"/>
          </p:nvPr>
        </p:nvSpPr>
        <p:spPr/>
        <p:txBody>
          <a:bodyPr/>
          <a:lstStyle/>
          <a:p>
            <a:fld id="{E7371A7C-53A7-41A9-99A3-239C2F9469B0}" type="datetime1">
              <a:rPr lang="en-US" smtClean="0"/>
              <a:t>1/11/2026</a:t>
            </a:fld>
            <a:endParaRPr lang="en-US"/>
          </a:p>
        </p:txBody>
      </p:sp>
      <p:sp>
        <p:nvSpPr>
          <p:cNvPr id="7" name="Footer Placeholder 6"/>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23471599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54236" y="3505200"/>
            <a:ext cx="4108764" cy="3209624"/>
          </a:xfrm>
          <a:prstGeom prst="rect">
            <a:avLst/>
          </a:prstGeom>
        </p:spPr>
      </p:pic>
      <p:pic>
        <p:nvPicPr>
          <p:cNvPr id="3" name="Picture 2"/>
          <p:cNvPicPr>
            <a:picLocks noChangeAspect="1"/>
          </p:cNvPicPr>
          <p:nvPr/>
        </p:nvPicPr>
        <p:blipFill>
          <a:blip r:embed="rId3"/>
          <a:stretch>
            <a:fillRect/>
          </a:stretch>
        </p:blipFill>
        <p:spPr>
          <a:xfrm>
            <a:off x="2743200" y="152400"/>
            <a:ext cx="3962400" cy="3124200"/>
          </a:xfrm>
          <a:prstGeom prst="rect">
            <a:avLst/>
          </a:prstGeom>
        </p:spPr>
      </p:pic>
      <p:pic>
        <p:nvPicPr>
          <p:cNvPr id="4" name="Picture 3"/>
          <p:cNvPicPr>
            <a:picLocks noChangeAspect="1"/>
          </p:cNvPicPr>
          <p:nvPr/>
        </p:nvPicPr>
        <p:blipFill>
          <a:blip r:embed="rId4"/>
          <a:stretch>
            <a:fillRect/>
          </a:stretch>
        </p:blipFill>
        <p:spPr>
          <a:xfrm>
            <a:off x="304800" y="3505200"/>
            <a:ext cx="4033937" cy="3194387"/>
          </a:xfrm>
          <a:prstGeom prst="rect">
            <a:avLst/>
          </a:prstGeom>
        </p:spPr>
      </p:pic>
      <p:sp>
        <p:nvSpPr>
          <p:cNvPr id="7" name="Slide Number Placeholder 6">
            <a:extLst>
              <a:ext uri="{FF2B5EF4-FFF2-40B4-BE49-F238E27FC236}">
                <a16:creationId xmlns:a16="http://schemas.microsoft.com/office/drawing/2014/main" xmlns="" id="{D104522F-E3A5-4AEA-953E-7D9F36516396}"/>
              </a:ext>
            </a:extLst>
          </p:cNvPr>
          <p:cNvSpPr>
            <a:spLocks noGrp="1"/>
          </p:cNvSpPr>
          <p:nvPr>
            <p:ph type="sldNum" sz="quarter" idx="12"/>
          </p:nvPr>
        </p:nvSpPr>
        <p:spPr/>
        <p:txBody>
          <a:bodyPr/>
          <a:lstStyle/>
          <a:p>
            <a:fld id="{F3849E17-9EEB-42C8-94C1-C1A74CE4A501}" type="slidenum">
              <a:rPr lang="en-US" smtClean="0"/>
              <a:pPr/>
              <a:t>24</a:t>
            </a:fld>
            <a:endParaRPr lang="en-US"/>
          </a:p>
        </p:txBody>
      </p:sp>
      <p:sp>
        <p:nvSpPr>
          <p:cNvPr id="8" name="Date Placeholder 7"/>
          <p:cNvSpPr>
            <a:spLocks noGrp="1"/>
          </p:cNvSpPr>
          <p:nvPr>
            <p:ph type="dt" sz="half" idx="10"/>
          </p:nvPr>
        </p:nvSpPr>
        <p:spPr/>
        <p:txBody>
          <a:bodyPr/>
          <a:lstStyle/>
          <a:p>
            <a:fld id="{C2D5CDDB-5CE2-4266-8700-AFB6E242E1CC}" type="datetime1">
              <a:rPr lang="en-US" smtClean="0"/>
              <a:t>1/11/2026</a:t>
            </a:fld>
            <a:endParaRPr lang="en-US"/>
          </a:p>
        </p:txBody>
      </p:sp>
      <p:sp>
        <p:nvSpPr>
          <p:cNvPr id="9" name="Footer Placeholder 8"/>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7082425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219200"/>
            <a:ext cx="2971800" cy="29718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4572000"/>
            <a:ext cx="3810000" cy="1905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3000" y="1524000"/>
            <a:ext cx="3435246" cy="2286000"/>
          </a:xfrm>
          <a:prstGeom prst="rect">
            <a:avLst/>
          </a:prstGeom>
        </p:spPr>
      </p:pic>
      <p:sp>
        <p:nvSpPr>
          <p:cNvPr id="8" name="Slide Number Placeholder 7">
            <a:extLst>
              <a:ext uri="{FF2B5EF4-FFF2-40B4-BE49-F238E27FC236}">
                <a16:creationId xmlns:a16="http://schemas.microsoft.com/office/drawing/2014/main" xmlns="" id="{113B70F1-6866-4288-BBE7-EEEBFBDEADC8}"/>
              </a:ext>
            </a:extLst>
          </p:cNvPr>
          <p:cNvSpPr>
            <a:spLocks noGrp="1"/>
          </p:cNvSpPr>
          <p:nvPr>
            <p:ph type="sldNum" sz="quarter" idx="12"/>
          </p:nvPr>
        </p:nvSpPr>
        <p:spPr/>
        <p:txBody>
          <a:bodyPr/>
          <a:lstStyle/>
          <a:p>
            <a:fld id="{F3849E17-9EEB-42C8-94C1-C1A74CE4A501}" type="slidenum">
              <a:rPr lang="en-US" smtClean="0"/>
              <a:pPr/>
              <a:t>25</a:t>
            </a:fld>
            <a:endParaRPr lang="en-US"/>
          </a:p>
        </p:txBody>
      </p:sp>
      <p:sp>
        <p:nvSpPr>
          <p:cNvPr id="9" name="Date Placeholder 8"/>
          <p:cNvSpPr>
            <a:spLocks noGrp="1"/>
          </p:cNvSpPr>
          <p:nvPr>
            <p:ph type="dt" sz="half" idx="10"/>
          </p:nvPr>
        </p:nvSpPr>
        <p:spPr/>
        <p:txBody>
          <a:bodyPr/>
          <a:lstStyle/>
          <a:p>
            <a:fld id="{D906A57A-FF16-4B23-8278-5A4067F9CE30}" type="datetime1">
              <a:rPr lang="en-US" smtClean="0"/>
              <a:t>1/11/2026</a:t>
            </a:fld>
            <a:endParaRPr lang="en-US"/>
          </a:p>
        </p:txBody>
      </p:sp>
      <p:sp>
        <p:nvSpPr>
          <p:cNvPr id="10" name="Footer Placeholder 9"/>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2427156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hlinkClick r:id="rId2" action="ppaction://hlinkfile"/>
              </a:rPr>
              <a:t>Dining Etiquette For Beginners.mp4</a:t>
            </a:r>
            <a:endParaRPr lang="en-US" dirty="0"/>
          </a:p>
        </p:txBody>
      </p:sp>
      <p:sp>
        <p:nvSpPr>
          <p:cNvPr id="3" name="Date Placeholder 2"/>
          <p:cNvSpPr>
            <a:spLocks noGrp="1"/>
          </p:cNvSpPr>
          <p:nvPr>
            <p:ph type="dt" sz="half" idx="10"/>
          </p:nvPr>
        </p:nvSpPr>
        <p:spPr/>
        <p:txBody>
          <a:bodyPr/>
          <a:lstStyle/>
          <a:p>
            <a:fld id="{3AD9D21E-2700-4D92-A511-A170301BC34B}" type="datetime1">
              <a:rPr lang="en-US" smtClean="0"/>
              <a:t>1/11/2026</a:t>
            </a:fld>
            <a:endParaRPr lang="en-US"/>
          </a:p>
        </p:txBody>
      </p:sp>
      <p:sp>
        <p:nvSpPr>
          <p:cNvPr id="4" name="Footer Placeholder 3"/>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5" name="Slide Number Placeholder 4"/>
          <p:cNvSpPr>
            <a:spLocks noGrp="1"/>
          </p:cNvSpPr>
          <p:nvPr>
            <p:ph type="sldNum" sz="quarter" idx="12"/>
          </p:nvPr>
        </p:nvSpPr>
        <p:spPr/>
        <p:txBody>
          <a:bodyPr/>
          <a:lstStyle/>
          <a:p>
            <a:fld id="{F3849E17-9EEB-42C8-94C1-C1A74CE4A501}" type="slidenum">
              <a:rPr lang="en-US" smtClean="0"/>
              <a:pPr/>
              <a:t>26</a:t>
            </a:fld>
            <a:endParaRPr lang="en-US"/>
          </a:p>
        </p:txBody>
      </p:sp>
    </p:spTree>
    <p:extLst>
      <p:ext uri="{BB962C8B-B14F-4D97-AF65-F5344CB8AC3E}">
        <p14:creationId xmlns:p14="http://schemas.microsoft.com/office/powerpoint/2010/main" val="32589012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457200"/>
            <a:ext cx="7239000" cy="762000"/>
          </a:xfrm>
        </p:spPr>
        <p:txBody>
          <a:bodyPr>
            <a:normAutofit/>
          </a:bodyPr>
          <a:lstStyle/>
          <a:p>
            <a:pPr algn="ctr">
              <a:defRPr/>
            </a:pPr>
            <a:r>
              <a:rPr lang="en-US" dirty="0">
                <a:latin typeface="Times New Roman" pitchFamily="18" charset="0"/>
                <a:cs typeface="Times New Roman" pitchFamily="18" charset="0"/>
              </a:rPr>
              <a:t>Social functions              </a:t>
            </a:r>
            <a:r>
              <a:rPr lang="en-US" sz="2400" dirty="0">
                <a:latin typeface="Times New Roman" pitchFamily="18" charset="0"/>
                <a:cs typeface="Times New Roman" pitchFamily="18" charset="0"/>
              </a:rPr>
              <a:t>(Contd..)</a:t>
            </a:r>
            <a:endParaRPr lang="en-US" dirty="0">
              <a:latin typeface="Arial" panose="020B0604020202020204" pitchFamily="34" charset="0"/>
              <a:cs typeface="Arial" panose="020B0604020202020204" pitchFamily="34" charset="0"/>
            </a:endParaRPr>
          </a:p>
        </p:txBody>
      </p:sp>
      <p:sp>
        <p:nvSpPr>
          <p:cNvPr id="37891" name="Content Placeholder 2"/>
          <p:cNvSpPr>
            <a:spLocks noGrp="1"/>
          </p:cNvSpPr>
          <p:nvPr>
            <p:ph idx="1"/>
          </p:nvPr>
        </p:nvSpPr>
        <p:spPr>
          <a:xfrm>
            <a:off x="1143000" y="1295400"/>
            <a:ext cx="7696200" cy="3962400"/>
          </a:xfrm>
        </p:spPr>
        <p:txBody>
          <a:bodyPr>
            <a:normAutofit/>
          </a:bodyPr>
          <a:lstStyle/>
          <a:p>
            <a:pPr marL="0" indent="0" algn="just">
              <a:buNone/>
            </a:pPr>
            <a:r>
              <a:rPr lang="en-US" sz="2800" dirty="0">
                <a:latin typeface="Times New Roman" pitchFamily="18" charset="0"/>
                <a:cs typeface="Times New Roman" pitchFamily="18" charset="0"/>
              </a:rPr>
              <a:t>Table Manners</a:t>
            </a:r>
          </a:p>
          <a:p>
            <a:pPr algn="just"/>
            <a:r>
              <a:rPr lang="en-US" sz="2800" dirty="0" smtClean="0">
                <a:latin typeface="Times New Roman" pitchFamily="18" charset="0"/>
                <a:cs typeface="Times New Roman" pitchFamily="18" charset="0"/>
              </a:rPr>
              <a:t> Side </a:t>
            </a:r>
            <a:r>
              <a:rPr lang="en-US" sz="2800" dirty="0">
                <a:latin typeface="Times New Roman" pitchFamily="18" charset="0"/>
                <a:cs typeface="Times New Roman" pitchFamily="18" charset="0"/>
              </a:rPr>
              <a:t>plates are kept at the left hand side</a:t>
            </a:r>
          </a:p>
          <a:p>
            <a:pPr algn="just"/>
            <a:r>
              <a:rPr lang="en-US" sz="2800" dirty="0">
                <a:latin typeface="Times New Roman" pitchFamily="18" charset="0"/>
                <a:cs typeface="Times New Roman" pitchFamily="18" charset="0"/>
              </a:rPr>
              <a:t>Forks/knives are to be used from outside-in</a:t>
            </a:r>
          </a:p>
          <a:p>
            <a:pPr algn="just"/>
            <a:r>
              <a:rPr lang="en-US" sz="2800" dirty="0">
                <a:latin typeface="Times New Roman" pitchFamily="18" charset="0"/>
                <a:cs typeface="Times New Roman" pitchFamily="18" charset="0"/>
              </a:rPr>
              <a:t>Use of Napkin towels</a:t>
            </a:r>
          </a:p>
          <a:p>
            <a:pPr algn="just"/>
            <a:r>
              <a:rPr lang="en-US" sz="2800" dirty="0">
                <a:latin typeface="Times New Roman" pitchFamily="18" charset="0"/>
                <a:cs typeface="Times New Roman" pitchFamily="18" charset="0"/>
              </a:rPr>
              <a:t>Usually meals are served from the head table</a:t>
            </a:r>
          </a:p>
          <a:p>
            <a:pPr algn="just"/>
            <a:r>
              <a:rPr lang="en-US" sz="2800" dirty="0">
                <a:latin typeface="Times New Roman" pitchFamily="18" charset="0"/>
                <a:cs typeface="Times New Roman" pitchFamily="18" charset="0"/>
              </a:rPr>
              <a:t>Start eating after the host and chief guest start eating</a:t>
            </a:r>
          </a:p>
        </p:txBody>
      </p:sp>
      <p:sp>
        <p:nvSpPr>
          <p:cNvPr id="5" name="Slide Number Placeholder 4">
            <a:extLst>
              <a:ext uri="{FF2B5EF4-FFF2-40B4-BE49-F238E27FC236}">
                <a16:creationId xmlns:a16="http://schemas.microsoft.com/office/drawing/2014/main" xmlns="" id="{F7C8107D-BDE1-4214-A398-FDDB4BD982FB}"/>
              </a:ext>
            </a:extLst>
          </p:cNvPr>
          <p:cNvSpPr>
            <a:spLocks noGrp="1"/>
          </p:cNvSpPr>
          <p:nvPr>
            <p:ph type="sldNum" sz="quarter" idx="12"/>
          </p:nvPr>
        </p:nvSpPr>
        <p:spPr/>
        <p:txBody>
          <a:bodyPr/>
          <a:lstStyle/>
          <a:p>
            <a:fld id="{F3849E17-9EEB-42C8-94C1-C1A74CE4A501}" type="slidenum">
              <a:rPr lang="en-US" smtClean="0"/>
              <a:pPr/>
              <a:t>27</a:t>
            </a:fld>
            <a:endParaRPr lang="en-US"/>
          </a:p>
        </p:txBody>
      </p:sp>
      <p:sp>
        <p:nvSpPr>
          <p:cNvPr id="6" name="Date Placeholder 5"/>
          <p:cNvSpPr>
            <a:spLocks noGrp="1"/>
          </p:cNvSpPr>
          <p:nvPr>
            <p:ph type="dt" sz="half" idx="10"/>
          </p:nvPr>
        </p:nvSpPr>
        <p:spPr/>
        <p:txBody>
          <a:bodyPr/>
          <a:lstStyle/>
          <a:p>
            <a:fld id="{8548F8E3-E371-4ECD-8158-DC621C6A32E1}" type="datetime1">
              <a:rPr lang="en-US" smtClean="0"/>
              <a:t>1/11/2026</a:t>
            </a:fld>
            <a:endParaRPr lang="en-US"/>
          </a:p>
        </p:txBody>
      </p:sp>
      <p:sp>
        <p:nvSpPr>
          <p:cNvPr id="7" name="Footer Placeholder 6"/>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39368911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1" y="533400"/>
            <a:ext cx="6477000" cy="457200"/>
          </a:xfrm>
        </p:spPr>
        <p:txBody>
          <a:bodyPr>
            <a:normAutofit fontScale="90000"/>
          </a:bodyPr>
          <a:lstStyle/>
          <a:p>
            <a:r>
              <a:rPr lang="en-US" dirty="0">
                <a:latin typeface="Times New Roman" pitchFamily="18" charset="0"/>
                <a:cs typeface="Times New Roman" pitchFamily="18" charset="0"/>
              </a:rPr>
              <a:t>Table Manner</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371600" y="1066800"/>
            <a:ext cx="7162801" cy="4953000"/>
          </a:xfrm>
        </p:spPr>
        <p:txBody>
          <a:bodyPr>
            <a:normAutofit/>
          </a:bodyPr>
          <a:lstStyle/>
          <a:p>
            <a:pPr marL="0" indent="0" algn="just">
              <a:buNone/>
            </a:pPr>
            <a:r>
              <a:rPr lang="en-US" sz="2600" dirty="0">
                <a:latin typeface="Times New Roman" pitchFamily="18" charset="0"/>
                <a:cs typeface="Times New Roman" pitchFamily="18" charset="0"/>
              </a:rPr>
              <a:t>Avoid the following actions:</a:t>
            </a:r>
          </a:p>
          <a:p>
            <a:pPr algn="just"/>
            <a:r>
              <a:rPr lang="en-US" sz="2600" dirty="0">
                <a:latin typeface="Times New Roman" pitchFamily="18" charset="0"/>
                <a:cs typeface="Times New Roman" pitchFamily="18" charset="0"/>
              </a:rPr>
              <a:t>Placing handbag/purse on the table</a:t>
            </a:r>
          </a:p>
          <a:p>
            <a:pPr algn="just"/>
            <a:r>
              <a:rPr lang="en-US" sz="2600" dirty="0">
                <a:latin typeface="Times New Roman" pitchFamily="18" charset="0"/>
                <a:cs typeface="Times New Roman" pitchFamily="18" charset="0"/>
              </a:rPr>
              <a:t>Gesturing with your knife or spoon</a:t>
            </a:r>
          </a:p>
          <a:p>
            <a:pPr algn="just"/>
            <a:r>
              <a:rPr lang="en-US" sz="2600" dirty="0">
                <a:latin typeface="Times New Roman" pitchFamily="18" charset="0"/>
                <a:cs typeface="Times New Roman" pitchFamily="18" charset="0"/>
              </a:rPr>
              <a:t>Putting food into mouth with a knife</a:t>
            </a:r>
          </a:p>
          <a:p>
            <a:pPr algn="just"/>
            <a:r>
              <a:rPr lang="en-US" sz="2600" dirty="0">
                <a:latin typeface="Times New Roman" pitchFamily="18" charset="0"/>
                <a:cs typeface="Times New Roman" pitchFamily="18" charset="0"/>
              </a:rPr>
              <a:t> </a:t>
            </a:r>
            <a:r>
              <a:rPr lang="en-US" sz="2600" dirty="0" smtClean="0">
                <a:latin typeface="Times New Roman" pitchFamily="18" charset="0"/>
                <a:cs typeface="Times New Roman" pitchFamily="18" charset="0"/>
              </a:rPr>
              <a:t> Reaching </a:t>
            </a:r>
            <a:r>
              <a:rPr lang="en-US" sz="2600" dirty="0">
                <a:latin typeface="Times New Roman" pitchFamily="18" charset="0"/>
                <a:cs typeface="Times New Roman" pitchFamily="18" charset="0"/>
              </a:rPr>
              <a:t>across the guests to get a dish instead asking for passing it to </a:t>
            </a:r>
            <a:r>
              <a:rPr lang="en-US" sz="2600" dirty="0" smtClean="0">
                <a:latin typeface="Times New Roman" pitchFamily="18" charset="0"/>
                <a:cs typeface="Times New Roman" pitchFamily="18" charset="0"/>
              </a:rPr>
              <a:t>you</a:t>
            </a:r>
          </a:p>
          <a:p>
            <a:pPr algn="just"/>
            <a:r>
              <a:rPr lang="en-US" sz="2600" dirty="0" smtClean="0">
                <a:latin typeface="Times New Roman" pitchFamily="18" charset="0"/>
                <a:cs typeface="Times New Roman" pitchFamily="18" charset="0"/>
              </a:rPr>
              <a:t> Applying </a:t>
            </a:r>
            <a:r>
              <a:rPr lang="en-US" sz="2600" dirty="0">
                <a:latin typeface="Times New Roman" pitchFamily="18" charset="0"/>
                <a:cs typeface="Times New Roman" pitchFamily="18" charset="0"/>
              </a:rPr>
              <a:t>lipstick at the table </a:t>
            </a:r>
          </a:p>
          <a:p>
            <a:pPr algn="just"/>
            <a:r>
              <a:rPr lang="en-US" sz="2600" dirty="0">
                <a:latin typeface="Times New Roman" pitchFamily="18" charset="0"/>
                <a:cs typeface="Times New Roman" pitchFamily="18" charset="0"/>
              </a:rPr>
              <a:t>Do not pick at your teeth or put your fingers in mouth</a:t>
            </a:r>
          </a:p>
          <a:p>
            <a:pPr algn="just"/>
            <a:r>
              <a:rPr lang="en-US" sz="2600" dirty="0">
                <a:latin typeface="Times New Roman" pitchFamily="18" charset="0"/>
                <a:cs typeface="Times New Roman" pitchFamily="18" charset="0"/>
              </a:rPr>
              <a:t>Do not say “I don’t like this, or I hate that”</a:t>
            </a:r>
          </a:p>
          <a:p>
            <a:pPr algn="just"/>
            <a:endParaRPr lang="en-US" sz="2800" dirty="0">
              <a:latin typeface="Times New Roman" pitchFamily="18" charset="0"/>
              <a:cs typeface="Times New Roman" pitchFamily="18" charset="0"/>
            </a:endParaRPr>
          </a:p>
          <a:p>
            <a:pPr algn="just"/>
            <a:endParaRPr lang="en-US" dirty="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xmlns="" id="{842CA768-0BDD-4C34-8A5D-2E6BDD120EEF}"/>
              </a:ext>
            </a:extLst>
          </p:cNvPr>
          <p:cNvSpPr>
            <a:spLocks noGrp="1"/>
          </p:cNvSpPr>
          <p:nvPr>
            <p:ph type="sldNum" sz="quarter" idx="12"/>
          </p:nvPr>
        </p:nvSpPr>
        <p:spPr/>
        <p:txBody>
          <a:bodyPr/>
          <a:lstStyle/>
          <a:p>
            <a:fld id="{F3849E17-9EEB-42C8-94C1-C1A74CE4A501}" type="slidenum">
              <a:rPr lang="en-US" smtClean="0"/>
              <a:pPr/>
              <a:t>28</a:t>
            </a:fld>
            <a:endParaRPr lang="en-US"/>
          </a:p>
        </p:txBody>
      </p:sp>
      <p:sp>
        <p:nvSpPr>
          <p:cNvPr id="7" name="Date Placeholder 6"/>
          <p:cNvSpPr>
            <a:spLocks noGrp="1"/>
          </p:cNvSpPr>
          <p:nvPr>
            <p:ph type="dt" sz="half" idx="10"/>
          </p:nvPr>
        </p:nvSpPr>
        <p:spPr/>
        <p:txBody>
          <a:bodyPr/>
          <a:lstStyle/>
          <a:p>
            <a:fld id="{CECF03FC-DF50-4F84-AE4B-F7F859341A5B}" type="datetime1">
              <a:rPr lang="en-US" smtClean="0"/>
              <a:t>1/11/2026</a:t>
            </a:fld>
            <a:endParaRPr lang="en-US"/>
          </a:p>
        </p:txBody>
      </p:sp>
      <p:sp>
        <p:nvSpPr>
          <p:cNvPr id="8" name="Footer Placeholder 7"/>
          <p:cNvSpPr>
            <a:spLocks noGrp="1"/>
          </p:cNvSpPr>
          <p:nvPr>
            <p:ph type="ftr" sz="quarter" idx="11"/>
          </p:nvPr>
        </p:nvSpPr>
        <p:spPr/>
        <p:txBody>
          <a:bodyPr/>
          <a:lstStyle/>
          <a:p>
            <a:r>
              <a:rPr lang="en-US" dirty="0" smtClean="0"/>
              <a:t>Protocol and Etiquette, Induction Training of District Court Judges, 2082   </a:t>
            </a:r>
            <a:endParaRPr lang="en-US" dirty="0"/>
          </a:p>
        </p:txBody>
      </p:sp>
    </p:spTree>
    <p:extLst>
      <p:ext uri="{BB962C8B-B14F-4D97-AF65-F5344CB8AC3E}">
        <p14:creationId xmlns:p14="http://schemas.microsoft.com/office/powerpoint/2010/main" val="11165434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442690"/>
          </a:xfrm>
        </p:spPr>
        <p:txBody>
          <a:bodyPr>
            <a:noAutofit/>
          </a:bodyPr>
          <a:lstStyle/>
          <a:p>
            <a:pPr algn="ctr"/>
            <a:r>
              <a:rPr lang="en-US" sz="2800" dirty="0">
                <a:latin typeface="Times New Roman" pitchFamily="18" charset="0"/>
                <a:cs typeface="Times New Roman" pitchFamily="18" charset="0"/>
              </a:rPr>
              <a:t>Table Manner</a:t>
            </a:r>
            <a:endParaRPr lang="en-US"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295400" y="1219200"/>
            <a:ext cx="7239001" cy="4419600"/>
          </a:xfrm>
        </p:spPr>
        <p:txBody>
          <a:bodyPr>
            <a:normAutofit/>
          </a:bodyPr>
          <a:lstStyle/>
          <a:p>
            <a:pPr algn="just"/>
            <a:r>
              <a:rPr lang="en-US" sz="3200" dirty="0">
                <a:latin typeface="Times New Roman" pitchFamily="18" charset="0"/>
                <a:cs typeface="Times New Roman" pitchFamily="18" charset="0"/>
              </a:rPr>
              <a:t>Do not mix food together</a:t>
            </a:r>
          </a:p>
          <a:p>
            <a:pPr algn="just"/>
            <a:r>
              <a:rPr lang="en-US" sz="3200" dirty="0">
                <a:latin typeface="Times New Roman" pitchFamily="18" charset="0"/>
                <a:cs typeface="Times New Roman" pitchFamily="18" charset="0"/>
              </a:rPr>
              <a:t>Do not pick up utensils or napkin dropped on the floor instead ask for another</a:t>
            </a:r>
          </a:p>
          <a:p>
            <a:pPr algn="just"/>
            <a:r>
              <a:rPr lang="en-US" sz="3200" dirty="0">
                <a:latin typeface="Times New Roman" pitchFamily="18" charset="0"/>
                <a:cs typeface="Times New Roman" pitchFamily="18" charset="0"/>
              </a:rPr>
              <a:t>Do not tilt or rock your chair. Maintain good posture</a:t>
            </a:r>
          </a:p>
          <a:p>
            <a:pPr algn="just"/>
            <a:r>
              <a:rPr lang="en-US" sz="3200" dirty="0" smtClean="0">
                <a:latin typeface="Times New Roman" pitchFamily="18" charset="0"/>
                <a:cs typeface="Times New Roman" pitchFamily="18" charset="0"/>
              </a:rPr>
              <a:t> </a:t>
            </a:r>
            <a:r>
              <a:rPr lang="en-US" sz="3200" dirty="0" smtClean="0">
                <a:solidFill>
                  <a:srgbClr val="FF0000"/>
                </a:solidFill>
                <a:latin typeface="Times New Roman" pitchFamily="18" charset="0"/>
                <a:cs typeface="Times New Roman" pitchFamily="18" charset="0"/>
              </a:rPr>
              <a:t>Don’t </a:t>
            </a:r>
            <a:r>
              <a:rPr lang="en-US" sz="3200" dirty="0">
                <a:solidFill>
                  <a:srgbClr val="FF0000"/>
                </a:solidFill>
                <a:latin typeface="Times New Roman" pitchFamily="18" charset="0"/>
                <a:cs typeface="Times New Roman" pitchFamily="18" charset="0"/>
              </a:rPr>
              <a:t>slurp while taking tea/coffee</a:t>
            </a:r>
          </a:p>
          <a:p>
            <a:pPr algn="just"/>
            <a:endParaRPr lang="en-US" sz="2400"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xmlns="" id="{3CD4EE96-0429-45FA-9E41-43F860BD25CE}"/>
              </a:ext>
            </a:extLst>
          </p:cNvPr>
          <p:cNvSpPr>
            <a:spLocks noGrp="1"/>
          </p:cNvSpPr>
          <p:nvPr>
            <p:ph type="sldNum" sz="quarter" idx="12"/>
          </p:nvPr>
        </p:nvSpPr>
        <p:spPr/>
        <p:txBody>
          <a:bodyPr/>
          <a:lstStyle/>
          <a:p>
            <a:fld id="{F3849E17-9EEB-42C8-94C1-C1A74CE4A501}" type="slidenum">
              <a:rPr lang="en-US" smtClean="0"/>
              <a:pPr/>
              <a:t>29</a:t>
            </a:fld>
            <a:endParaRPr lang="en-US"/>
          </a:p>
        </p:txBody>
      </p:sp>
      <p:sp>
        <p:nvSpPr>
          <p:cNvPr id="7" name="Date Placeholder 6"/>
          <p:cNvSpPr>
            <a:spLocks noGrp="1"/>
          </p:cNvSpPr>
          <p:nvPr>
            <p:ph type="dt" sz="half" idx="10"/>
          </p:nvPr>
        </p:nvSpPr>
        <p:spPr/>
        <p:txBody>
          <a:bodyPr/>
          <a:lstStyle/>
          <a:p>
            <a:fld id="{331D2880-5B5F-4B1A-AE5B-7412558A9BAE}"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10818680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0930" y="274638"/>
            <a:ext cx="7305869" cy="639762"/>
          </a:xfrm>
        </p:spPr>
        <p:txBody>
          <a:bodyPr>
            <a:normAutofit fontScale="90000"/>
          </a:bodyPr>
          <a:lstStyle/>
          <a:p>
            <a:pPr algn="ctr">
              <a:defRPr/>
            </a:pPr>
            <a:r>
              <a:rPr lang="en-US" dirty="0">
                <a:latin typeface="Times New Roman" pitchFamily="18" charset="0"/>
                <a:cs typeface="Times New Roman" pitchFamily="18" charset="0"/>
              </a:rPr>
              <a:t>Table Manner</a:t>
            </a:r>
            <a:endParaRPr lang="en-US" dirty="0"/>
          </a:p>
        </p:txBody>
      </p:sp>
      <p:sp>
        <p:nvSpPr>
          <p:cNvPr id="39939" name="Content Placeholder 2"/>
          <p:cNvSpPr>
            <a:spLocks noGrp="1"/>
          </p:cNvSpPr>
          <p:nvPr>
            <p:ph idx="1"/>
          </p:nvPr>
        </p:nvSpPr>
        <p:spPr>
          <a:xfrm>
            <a:off x="1295400" y="1143000"/>
            <a:ext cx="7315200" cy="5029200"/>
          </a:xfrm>
        </p:spPr>
        <p:txBody>
          <a:bodyPr>
            <a:noAutofit/>
          </a:bodyPr>
          <a:lstStyle/>
          <a:p>
            <a:pPr algn="just" eaLnBrk="1" hangingPunct="1">
              <a:buFont typeface="Wingdings" pitchFamily="2" charset="2"/>
              <a:buChar char="Ø"/>
            </a:pPr>
            <a:r>
              <a:rPr lang="en-US" sz="2900" dirty="0">
                <a:latin typeface="Arial" pitchFamily="34" charset="0"/>
                <a:cs typeface="Arial" pitchFamily="34" charset="0"/>
              </a:rPr>
              <a:t> </a:t>
            </a:r>
            <a:r>
              <a:rPr lang="en-US" sz="2400" dirty="0">
                <a:latin typeface="Times New Roman" pitchFamily="18" charset="0"/>
                <a:cs typeface="Times New Roman" pitchFamily="18" charset="0"/>
              </a:rPr>
              <a:t>Use the fork with your left hand and knife with the right</a:t>
            </a:r>
          </a:p>
          <a:p>
            <a:pPr algn="just">
              <a:buFont typeface="Wingdings" pitchFamily="2" charset="2"/>
              <a:buChar char="Ø"/>
            </a:pPr>
            <a:r>
              <a:rPr lang="en-US" sz="2400" dirty="0">
                <a:solidFill>
                  <a:srgbClr val="FF0000"/>
                </a:solidFill>
                <a:latin typeface="Times New Roman" pitchFamily="18" charset="0"/>
                <a:cs typeface="Times New Roman" pitchFamily="18" charset="0"/>
              </a:rPr>
              <a:t>Should not make unpleasant sound while using knife and fork</a:t>
            </a:r>
          </a:p>
          <a:p>
            <a:pPr algn="just">
              <a:buFont typeface="Wingdings" pitchFamily="2" charset="2"/>
              <a:buChar char="Ø"/>
            </a:pPr>
            <a:r>
              <a:rPr lang="en-US" sz="2400" dirty="0">
                <a:latin typeface="Times New Roman" pitchFamily="18" charset="0"/>
                <a:cs typeface="Times New Roman" pitchFamily="18" charset="0"/>
              </a:rPr>
              <a:t> Never speak with your mouthful or ask a question to a person sitting besides you just when the person has taken food in the mouth. </a:t>
            </a:r>
            <a:endParaRPr lang="en-US" sz="2400" dirty="0" smtClean="0">
              <a:latin typeface="Times New Roman" pitchFamily="18" charset="0"/>
              <a:cs typeface="Times New Roman" pitchFamily="18" charset="0"/>
            </a:endParaRPr>
          </a:p>
          <a:p>
            <a:pPr marL="274320" indent="-274320" algn="just">
              <a:buFont typeface="Wingdings" pitchFamily="2" charset="2"/>
              <a:buChar char="Ø"/>
              <a:defRPr/>
            </a:pPr>
            <a:r>
              <a:rPr lang="en-US" sz="2400" dirty="0">
                <a:latin typeface="Times New Roman" pitchFamily="18" charset="0"/>
                <a:cs typeface="Times New Roman" pitchFamily="18" charset="0"/>
              </a:rPr>
              <a:t>Do not chew with your mouth open </a:t>
            </a:r>
          </a:p>
          <a:p>
            <a:pPr marL="274320" indent="-274320" algn="just">
              <a:buFont typeface="Wingdings" pitchFamily="2" charset="2"/>
              <a:buChar char="Ø"/>
              <a:defRPr/>
            </a:pPr>
            <a:r>
              <a:rPr lang="en-US" sz="2400" dirty="0">
                <a:latin typeface="Times New Roman" pitchFamily="18" charset="0"/>
                <a:cs typeface="Times New Roman" pitchFamily="18" charset="0"/>
              </a:rPr>
              <a:t>Do not gargle while drinking water </a:t>
            </a:r>
          </a:p>
          <a:p>
            <a:pPr>
              <a:buFont typeface="Wingdings" pitchFamily="2" charset="2"/>
              <a:buChar char="Ø"/>
            </a:pPr>
            <a:r>
              <a:rPr lang="en-US" sz="2400" dirty="0">
                <a:latin typeface="Times New Roman" pitchFamily="18" charset="0"/>
                <a:cs typeface="Times New Roman" pitchFamily="18" charset="0"/>
              </a:rPr>
              <a:t>Do not poke your teeth with a toothpick or fingernail </a:t>
            </a:r>
          </a:p>
          <a:p>
            <a:pPr>
              <a:buFont typeface="Wingdings" pitchFamily="2" charset="2"/>
              <a:buChar char="Ø"/>
            </a:pPr>
            <a:r>
              <a:rPr lang="en-US" sz="2400" dirty="0">
                <a:latin typeface="Times New Roman" pitchFamily="18" charset="0"/>
                <a:cs typeface="Times New Roman" pitchFamily="18" charset="0"/>
              </a:rPr>
              <a:t>At buffet, do not pile food on your plate</a:t>
            </a:r>
          </a:p>
          <a:p>
            <a:pPr algn="just">
              <a:buFont typeface="Wingdings" pitchFamily="2" charset="2"/>
              <a:buChar char="Ø"/>
            </a:pPr>
            <a:endParaRPr lang="en-US" sz="2800" dirty="0">
              <a:latin typeface="Times New Roman" pitchFamily="18" charset="0"/>
              <a:cs typeface="Times New Roman" pitchFamily="18" charset="0"/>
            </a:endParaRPr>
          </a:p>
        </p:txBody>
      </p:sp>
      <p:sp>
        <p:nvSpPr>
          <p:cNvPr id="5" name="Slide Number Placeholder 4">
            <a:extLst>
              <a:ext uri="{FF2B5EF4-FFF2-40B4-BE49-F238E27FC236}">
                <a16:creationId xmlns:a16="http://schemas.microsoft.com/office/drawing/2014/main" xmlns="" id="{5CAA7938-8D3B-4538-9E9E-3F6B0B39F917}"/>
              </a:ext>
            </a:extLst>
          </p:cNvPr>
          <p:cNvSpPr>
            <a:spLocks noGrp="1"/>
          </p:cNvSpPr>
          <p:nvPr>
            <p:ph type="sldNum" sz="quarter" idx="12"/>
          </p:nvPr>
        </p:nvSpPr>
        <p:spPr/>
        <p:txBody>
          <a:bodyPr/>
          <a:lstStyle/>
          <a:p>
            <a:fld id="{F3849E17-9EEB-42C8-94C1-C1A74CE4A501}" type="slidenum">
              <a:rPr lang="en-US" smtClean="0"/>
              <a:pPr/>
              <a:t>30</a:t>
            </a:fld>
            <a:endParaRPr lang="en-US"/>
          </a:p>
        </p:txBody>
      </p:sp>
      <p:sp>
        <p:nvSpPr>
          <p:cNvPr id="6" name="Date Placeholder 5"/>
          <p:cNvSpPr>
            <a:spLocks noGrp="1"/>
          </p:cNvSpPr>
          <p:nvPr>
            <p:ph type="dt" sz="half" idx="10"/>
          </p:nvPr>
        </p:nvSpPr>
        <p:spPr/>
        <p:txBody>
          <a:bodyPr/>
          <a:lstStyle/>
          <a:p>
            <a:fld id="{4FE61066-F03C-4764-BE27-0F03964FE487}" type="datetime1">
              <a:rPr lang="en-US" smtClean="0"/>
              <a:t>1/11/2026</a:t>
            </a:fld>
            <a:endParaRPr lang="en-US"/>
          </a:p>
        </p:txBody>
      </p:sp>
      <p:sp>
        <p:nvSpPr>
          <p:cNvPr id="7" name="Footer Placeholder 6"/>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13340312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381000"/>
            <a:ext cx="7010400" cy="838200"/>
          </a:xfrm>
        </p:spPr>
        <p:txBody>
          <a:bodyPr>
            <a:normAutofit/>
          </a:bodyPr>
          <a:lstStyle/>
          <a:p>
            <a:pPr algn="ctr"/>
            <a:r>
              <a:rPr lang="en-US" sz="4000" dirty="0">
                <a:latin typeface="Times New Roman" panose="02020603050405020304" pitchFamily="18" charset="0"/>
                <a:cs typeface="Times New Roman" panose="02020603050405020304" pitchFamily="18" charset="0"/>
              </a:rPr>
              <a:t>Using a  Car</a:t>
            </a:r>
          </a:p>
        </p:txBody>
      </p:sp>
      <p:sp>
        <p:nvSpPr>
          <p:cNvPr id="3" name="Content Placeholder 2"/>
          <p:cNvSpPr>
            <a:spLocks noGrp="1"/>
          </p:cNvSpPr>
          <p:nvPr>
            <p:ph idx="1"/>
          </p:nvPr>
        </p:nvSpPr>
        <p:spPr>
          <a:xfrm>
            <a:off x="914400" y="1143000"/>
            <a:ext cx="7848599" cy="4724400"/>
          </a:xfrm>
        </p:spPr>
        <p:txBody>
          <a:bodyPr>
            <a:no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Security or Protocol Officer seats in the front seat besides the driver</a:t>
            </a:r>
          </a:p>
          <a:p>
            <a:pPr algn="just">
              <a:lnSpc>
                <a:spcPct val="150000"/>
              </a:lnSpc>
            </a:pPr>
            <a:r>
              <a:rPr lang="en-US" sz="2800" dirty="0" smtClean="0">
                <a:latin typeface="Times New Roman" panose="02020603050405020304" pitchFamily="18" charset="0"/>
                <a:cs typeface="Times New Roman" panose="02020603050405020304" pitchFamily="18" charset="0"/>
              </a:rPr>
              <a:t> If </a:t>
            </a:r>
            <a:r>
              <a:rPr lang="en-US" sz="2800" dirty="0">
                <a:latin typeface="Times New Roman" panose="02020603050405020304" pitchFamily="18" charset="0"/>
                <a:cs typeface="Times New Roman" panose="02020603050405020304" pitchFamily="18" charset="0"/>
              </a:rPr>
              <a:t>the VIP is driving the car, his/her spouse should seat in the front seat and his/her subordinate or friends should be at the back seat</a:t>
            </a:r>
          </a:p>
          <a:p>
            <a:pPr algn="just">
              <a:lnSpc>
                <a:spcPct val="150000"/>
              </a:lnSpc>
            </a:pPr>
            <a:r>
              <a:rPr lang="en-US" sz="2800" dirty="0">
                <a:latin typeface="Times New Roman" panose="02020603050405020304" pitchFamily="18" charset="0"/>
                <a:cs typeface="Times New Roman" panose="02020603050405020304" pitchFamily="18" charset="0"/>
              </a:rPr>
              <a:t>After the senior rides, the junior should take his/her seat</a:t>
            </a:r>
          </a:p>
        </p:txBody>
      </p:sp>
      <p:sp>
        <p:nvSpPr>
          <p:cNvPr id="6" name="Slide Number Placeholder 5">
            <a:extLst>
              <a:ext uri="{FF2B5EF4-FFF2-40B4-BE49-F238E27FC236}">
                <a16:creationId xmlns:a16="http://schemas.microsoft.com/office/drawing/2014/main" xmlns="" id="{7A022479-F7AF-4A6E-BFE3-863EABB28EC6}"/>
              </a:ext>
            </a:extLst>
          </p:cNvPr>
          <p:cNvSpPr>
            <a:spLocks noGrp="1"/>
          </p:cNvSpPr>
          <p:nvPr>
            <p:ph type="sldNum" sz="quarter" idx="12"/>
          </p:nvPr>
        </p:nvSpPr>
        <p:spPr/>
        <p:txBody>
          <a:bodyPr/>
          <a:lstStyle/>
          <a:p>
            <a:fld id="{F3849E17-9EEB-42C8-94C1-C1A74CE4A501}" type="slidenum">
              <a:rPr lang="en-US" smtClean="0"/>
              <a:pPr/>
              <a:t>31</a:t>
            </a:fld>
            <a:endParaRPr lang="en-US"/>
          </a:p>
        </p:txBody>
      </p:sp>
      <p:sp>
        <p:nvSpPr>
          <p:cNvPr id="7" name="Date Placeholder 6"/>
          <p:cNvSpPr>
            <a:spLocks noGrp="1"/>
          </p:cNvSpPr>
          <p:nvPr>
            <p:ph type="dt" sz="half" idx="10"/>
          </p:nvPr>
        </p:nvSpPr>
        <p:spPr/>
        <p:txBody>
          <a:bodyPr/>
          <a:lstStyle/>
          <a:p>
            <a:fld id="{7674036A-4076-47D5-B8F7-6218EEBCD569}"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4516845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57200"/>
            <a:ext cx="7391400" cy="762000"/>
          </a:xfrm>
        </p:spPr>
        <p:txBody>
          <a:bodyPr>
            <a:noAutofit/>
          </a:bodyPr>
          <a:lstStyle/>
          <a:p>
            <a:pPr algn="ctr"/>
            <a:r>
              <a:rPr lang="en-US" sz="3200" dirty="0" smtClean="0">
                <a:latin typeface="Times New Roman" panose="02020603050405020304" pitchFamily="18" charset="0"/>
                <a:cs typeface="Times New Roman" panose="02020603050405020304" pitchFamily="18" charset="0"/>
              </a:rPr>
              <a:t>Response to </a:t>
            </a:r>
            <a:r>
              <a:rPr lang="en-US" sz="3200" i="1" dirty="0" smtClean="0">
                <a:latin typeface="Times New Roman" panose="02020603050405020304" pitchFamily="18" charset="0"/>
                <a:cs typeface="Times New Roman" panose="02020603050405020304" pitchFamily="18" charset="0"/>
              </a:rPr>
              <a:t>Salami</a:t>
            </a:r>
            <a:r>
              <a:rPr lang="en-US" sz="3200" dirty="0" smtClean="0">
                <a:latin typeface="Times New Roman" panose="02020603050405020304" pitchFamily="18" charset="0"/>
                <a:cs typeface="Times New Roman" panose="02020603050405020304" pitchFamily="18" charset="0"/>
              </a:rPr>
              <a:t> (Salute)</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3001" y="1219200"/>
            <a:ext cx="7391400" cy="4692022"/>
          </a:xfrm>
        </p:spPr>
        <p:txBody>
          <a:bodyPr>
            <a:noAutofit/>
          </a:bodyPr>
          <a:lstStyle/>
          <a:p>
            <a:r>
              <a:rPr lang="en-US" sz="2400" dirty="0" smtClean="0">
                <a:latin typeface="Times New Roman" panose="02020603050405020304" pitchFamily="18" charset="0"/>
                <a:cs typeface="Times New Roman" panose="02020603050405020304" pitchFamily="18" charset="0"/>
              </a:rPr>
              <a:t> </a:t>
            </a:r>
            <a:r>
              <a:rPr lang="en-US" sz="2400" dirty="0" smtClean="0">
                <a:solidFill>
                  <a:srgbClr val="FF0000"/>
                </a:solidFill>
                <a:latin typeface="Times New Roman" panose="02020603050405020304" pitchFamily="18" charset="0"/>
                <a:cs typeface="Times New Roman" panose="02020603050405020304" pitchFamily="18" charset="0"/>
              </a:rPr>
              <a:t>Civil Authority do not return a military salute </a:t>
            </a:r>
          </a:p>
          <a:p>
            <a:r>
              <a:rPr lang="en-US" sz="2400" dirty="0" smtClean="0">
                <a:latin typeface="Times New Roman" panose="02020603050405020304" pitchFamily="18" charset="0"/>
                <a:cs typeface="Times New Roman" panose="02020603050405020304" pitchFamily="18" charset="0"/>
              </a:rPr>
              <a:t>They acknowledge it with dignity and courtesy</a:t>
            </a:r>
          </a:p>
          <a:p>
            <a:r>
              <a:rPr lang="en-US" sz="2400" dirty="0" smtClean="0">
                <a:latin typeface="Times New Roman" panose="02020603050405020304" pitchFamily="18" charset="0"/>
                <a:cs typeface="Times New Roman" panose="02020603050405020304" pitchFamily="18" charset="0"/>
              </a:rPr>
              <a:t>Correct ways to respond is:</a:t>
            </a:r>
          </a:p>
          <a:p>
            <a:pPr lvl="1"/>
            <a:r>
              <a:rPr lang="en-US" sz="2200" dirty="0" smtClean="0">
                <a:latin typeface="Times New Roman" panose="02020603050405020304" pitchFamily="18" charset="0"/>
                <a:cs typeface="Times New Roman" panose="02020603050405020304" pitchFamily="18" charset="0"/>
              </a:rPr>
              <a:t>Slight inclination of Head: a gentle nod of the head</a:t>
            </a:r>
          </a:p>
          <a:p>
            <a:pPr lvl="1"/>
            <a:r>
              <a:rPr lang="en-US" sz="2200" dirty="0" smtClean="0">
                <a:latin typeface="Times New Roman" panose="02020603050405020304" pitchFamily="18" charset="0"/>
                <a:cs typeface="Times New Roman" panose="02020603050405020304" pitchFamily="18" charset="0"/>
              </a:rPr>
              <a:t>Brief eye contact with a composed posture: often combined with a head nod</a:t>
            </a:r>
          </a:p>
          <a:p>
            <a:pPr lvl="1"/>
            <a:r>
              <a:rPr lang="en-US" sz="2200" dirty="0" smtClean="0">
                <a:latin typeface="Times New Roman" panose="02020603050405020304" pitchFamily="18" charset="0"/>
                <a:cs typeface="Times New Roman" panose="02020603050405020304" pitchFamily="18" charset="0"/>
              </a:rPr>
              <a:t>Verbal acknowledgement (mainly in informal setting)</a:t>
            </a:r>
          </a:p>
          <a:p>
            <a:pPr lvl="1"/>
            <a:r>
              <a:rPr lang="en-US" sz="2200" dirty="0" smtClean="0">
                <a:latin typeface="Times New Roman" panose="02020603050405020304" pitchFamily="18" charset="0"/>
                <a:cs typeface="Times New Roman" panose="02020603050405020304" pitchFamily="18" charset="0"/>
              </a:rPr>
              <a:t>During formal ceremony: Stand straight, Head nod, absolute silence</a:t>
            </a:r>
          </a:p>
          <a:p>
            <a:pPr lvl="1"/>
            <a:r>
              <a:rPr lang="en-US" sz="2200" dirty="0" smtClean="0">
                <a:latin typeface="Times New Roman" panose="02020603050405020304" pitchFamily="18" charset="0"/>
                <a:cs typeface="Times New Roman" panose="02020603050405020304" pitchFamily="18" charset="0"/>
              </a:rPr>
              <a:t>During movement: continue moment, acknowledge with head nod with stopping</a:t>
            </a:r>
          </a:p>
        </p:txBody>
      </p:sp>
      <p:sp>
        <p:nvSpPr>
          <p:cNvPr id="4" name="Date Placeholder 3"/>
          <p:cNvSpPr>
            <a:spLocks noGrp="1"/>
          </p:cNvSpPr>
          <p:nvPr>
            <p:ph type="dt" sz="half" idx="10"/>
          </p:nvPr>
        </p:nvSpPr>
        <p:spPr/>
        <p:txBody>
          <a:bodyPr/>
          <a:lstStyle/>
          <a:p>
            <a:fld id="{644981E9-5567-43FB-B84C-E9E898D6A19D}" type="datetime1">
              <a:rPr lang="en-US" smtClean="0"/>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32</a:t>
            </a:fld>
            <a:endParaRPr lang="en-US"/>
          </a:p>
        </p:txBody>
      </p:sp>
    </p:spTree>
    <p:extLst>
      <p:ext uri="{BB962C8B-B14F-4D97-AF65-F5344CB8AC3E}">
        <p14:creationId xmlns:p14="http://schemas.microsoft.com/office/powerpoint/2010/main" val="41406955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1945201" y="624110"/>
            <a:ext cx="6589199" cy="671290"/>
          </a:xfrm>
        </p:spPr>
        <p:txBody>
          <a:bodyPr/>
          <a:lstStyle/>
          <a:p>
            <a:r>
              <a:rPr lang="en-US" dirty="0">
                <a:latin typeface="Times New Roman" panose="02020603050405020304" pitchFamily="18" charset="0"/>
                <a:cs typeface="Times New Roman" panose="02020603050405020304" pitchFamily="18" charset="0"/>
              </a:rPr>
              <a:t>Response to </a:t>
            </a:r>
            <a:r>
              <a:rPr lang="en-US" i="1" dirty="0">
                <a:latin typeface="Times New Roman" panose="02020603050405020304" pitchFamily="18" charset="0"/>
                <a:cs typeface="Times New Roman" panose="02020603050405020304" pitchFamily="18" charset="0"/>
              </a:rPr>
              <a:t>Salami</a:t>
            </a:r>
            <a:r>
              <a:rPr lang="en-US" dirty="0">
                <a:latin typeface="Times New Roman" panose="02020603050405020304" pitchFamily="18" charset="0"/>
                <a:cs typeface="Times New Roman" panose="02020603050405020304" pitchFamily="18" charset="0"/>
              </a:rPr>
              <a:t> (Salute)</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670911976"/>
              </p:ext>
            </p:extLst>
          </p:nvPr>
        </p:nvGraphicFramePr>
        <p:xfrm>
          <a:off x="1371600" y="1371600"/>
          <a:ext cx="7124700" cy="4114801"/>
        </p:xfrm>
        <a:graphic>
          <a:graphicData uri="http://schemas.openxmlformats.org/drawingml/2006/table">
            <a:tbl>
              <a:tblPr firstRow="1" bandRow="1">
                <a:tableStyleId>{5C22544A-7EE6-4342-B048-85BDC9FD1C3A}</a:tableStyleId>
              </a:tblPr>
              <a:tblGrid>
                <a:gridCol w="3562350"/>
                <a:gridCol w="3562350"/>
              </a:tblGrid>
              <a:tr h="720337">
                <a:tc>
                  <a:txBody>
                    <a:bodyPr/>
                    <a:lstStyle/>
                    <a:p>
                      <a:r>
                        <a:rPr lang="en-US" sz="2400" dirty="0" smtClean="0">
                          <a:solidFill>
                            <a:schemeClr val="tx1"/>
                          </a:solidFill>
                          <a:latin typeface="Times New Roman" panose="02020603050405020304" pitchFamily="18" charset="0"/>
                          <a:cs typeface="Times New Roman" panose="02020603050405020304" pitchFamily="18" charset="0"/>
                        </a:rPr>
                        <a:t>Situation</a:t>
                      </a:r>
                      <a:endParaRPr lang="en-US" sz="2400" dirty="0">
                        <a:solidFill>
                          <a:schemeClr val="tx1"/>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r>
                        <a:rPr lang="en-US" sz="2400" dirty="0" smtClean="0">
                          <a:latin typeface="Times New Roman" panose="02020603050405020304" pitchFamily="18" charset="0"/>
                          <a:cs typeface="Times New Roman" panose="02020603050405020304" pitchFamily="18" charset="0"/>
                        </a:rPr>
                        <a:t>Response</a:t>
                      </a:r>
                      <a:endParaRPr lang="en-US" sz="2400" dirty="0">
                        <a:latin typeface="Times New Roman" panose="02020603050405020304" pitchFamily="18" charset="0"/>
                        <a:cs typeface="Times New Roman" panose="02020603050405020304" pitchFamily="18" charset="0"/>
                      </a:endParaRPr>
                    </a:p>
                  </a:txBody>
                  <a:tcPr/>
                </a:tc>
              </a:tr>
              <a:tr h="720337">
                <a:tc>
                  <a:txBody>
                    <a:bodyPr/>
                    <a:lstStyle/>
                    <a:p>
                      <a:r>
                        <a:rPr lang="en-US" sz="2400" dirty="0" smtClean="0">
                          <a:latin typeface="Times New Roman" panose="02020603050405020304" pitchFamily="18" charset="0"/>
                          <a:cs typeface="Times New Roman" panose="02020603050405020304" pitchFamily="18" charset="0"/>
                        </a:rPr>
                        <a:t>PSO salutes</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Slight head nod</a:t>
                      </a:r>
                      <a:endParaRPr lang="en-US" sz="2400" dirty="0">
                        <a:latin typeface="Times New Roman" panose="02020603050405020304" pitchFamily="18" charset="0"/>
                        <a:cs typeface="Times New Roman" panose="02020603050405020304" pitchFamily="18" charset="0"/>
                      </a:endParaRPr>
                    </a:p>
                  </a:txBody>
                  <a:tcPr/>
                </a:tc>
              </a:tr>
              <a:tr h="720337">
                <a:tc>
                  <a:txBody>
                    <a:bodyPr/>
                    <a:lstStyle/>
                    <a:p>
                      <a:r>
                        <a:rPr lang="en-US" sz="2400" dirty="0" smtClean="0">
                          <a:latin typeface="Times New Roman" panose="02020603050405020304" pitchFamily="18" charset="0"/>
                          <a:cs typeface="Times New Roman" panose="02020603050405020304" pitchFamily="18" charset="0"/>
                        </a:rPr>
                        <a:t>Armed police salutes</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Head</a:t>
                      </a:r>
                      <a:r>
                        <a:rPr lang="en-US" sz="2400" baseline="0" dirty="0" smtClean="0">
                          <a:latin typeface="Times New Roman" panose="02020603050405020304" pitchFamily="18" charset="0"/>
                          <a:cs typeface="Times New Roman" panose="02020603050405020304" pitchFamily="18" charset="0"/>
                        </a:rPr>
                        <a:t> nod with eye contact</a:t>
                      </a:r>
                      <a:endParaRPr lang="en-US" sz="2400" dirty="0">
                        <a:latin typeface="Times New Roman" panose="02020603050405020304" pitchFamily="18" charset="0"/>
                        <a:cs typeface="Times New Roman" panose="02020603050405020304" pitchFamily="18" charset="0"/>
                      </a:endParaRPr>
                    </a:p>
                  </a:txBody>
                  <a:tcPr/>
                </a:tc>
              </a:tr>
              <a:tr h="710469">
                <a:tc>
                  <a:txBody>
                    <a:bodyPr/>
                    <a:lstStyle/>
                    <a:p>
                      <a:r>
                        <a:rPr lang="en-US" sz="2400" dirty="0" smtClean="0">
                          <a:latin typeface="Times New Roman" panose="02020603050405020304" pitchFamily="18" charset="0"/>
                          <a:cs typeface="Times New Roman" panose="02020603050405020304" pitchFamily="18" charset="0"/>
                        </a:rPr>
                        <a:t>Parade or guard of </a:t>
                      </a:r>
                      <a:r>
                        <a:rPr lang="en-US" sz="2400" dirty="0" err="1" smtClean="0">
                          <a:latin typeface="Times New Roman" panose="02020603050405020304" pitchFamily="18" charset="0"/>
                          <a:cs typeface="Times New Roman" panose="02020603050405020304" pitchFamily="18" charset="0"/>
                        </a:rPr>
                        <a:t>honour</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Head</a:t>
                      </a:r>
                      <a:r>
                        <a:rPr lang="en-US" sz="2400" baseline="0" dirty="0" smtClean="0">
                          <a:latin typeface="Times New Roman" panose="02020603050405020304" pitchFamily="18" charset="0"/>
                          <a:cs typeface="Times New Roman" panose="02020603050405020304" pitchFamily="18" charset="0"/>
                        </a:rPr>
                        <a:t> nod</a:t>
                      </a:r>
                      <a:endParaRPr lang="en-US" sz="2400" dirty="0">
                        <a:latin typeface="Times New Roman" panose="02020603050405020304" pitchFamily="18" charset="0"/>
                        <a:cs typeface="Times New Roman" panose="02020603050405020304" pitchFamily="18" charset="0"/>
                      </a:endParaRPr>
                    </a:p>
                  </a:txBody>
                  <a:tcPr/>
                </a:tc>
              </a:tr>
              <a:tr h="1243321">
                <a:tc>
                  <a:txBody>
                    <a:bodyPr/>
                    <a:lstStyle/>
                    <a:p>
                      <a:r>
                        <a:rPr lang="en-US" sz="2400" dirty="0" smtClean="0">
                          <a:latin typeface="Times New Roman" panose="02020603050405020304" pitchFamily="18" charset="0"/>
                          <a:cs typeface="Times New Roman" panose="02020603050405020304" pitchFamily="18" charset="0"/>
                        </a:rPr>
                        <a:t>Informal setting</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US" sz="2400" dirty="0" smtClean="0">
                          <a:latin typeface="Times New Roman" panose="02020603050405020304" pitchFamily="18" charset="0"/>
                          <a:cs typeface="Times New Roman" panose="02020603050405020304" pitchFamily="18" charset="0"/>
                        </a:rPr>
                        <a:t>Head nod with</a:t>
                      </a:r>
                      <a:r>
                        <a:rPr lang="en-US" sz="2400" baseline="0" dirty="0" smtClean="0">
                          <a:latin typeface="Times New Roman" panose="02020603050405020304" pitchFamily="18" charset="0"/>
                          <a:cs typeface="Times New Roman" panose="02020603050405020304" pitchFamily="18" charset="0"/>
                        </a:rPr>
                        <a:t> brief verbal acknowledgement</a:t>
                      </a:r>
                      <a:endParaRPr lang="en-US" sz="2400" dirty="0">
                        <a:latin typeface="Times New Roman" panose="02020603050405020304" pitchFamily="18" charset="0"/>
                        <a:cs typeface="Times New Roman" panose="02020603050405020304" pitchFamily="18" charset="0"/>
                      </a:endParaRPr>
                    </a:p>
                  </a:txBody>
                  <a:tcPr/>
                </a:tc>
              </a:tr>
            </a:tbl>
          </a:graphicData>
        </a:graphic>
      </p:graphicFrame>
      <p:sp>
        <p:nvSpPr>
          <p:cNvPr id="4" name="Date Placeholder 3"/>
          <p:cNvSpPr>
            <a:spLocks noGrp="1"/>
          </p:cNvSpPr>
          <p:nvPr>
            <p:ph type="dt" sz="half" idx="10"/>
          </p:nvPr>
        </p:nvSpPr>
        <p:spPr/>
        <p:txBody>
          <a:bodyPr/>
          <a:lstStyle/>
          <a:p>
            <a:fld id="{B2C50F81-AA7C-4F22-B554-C82B85C97BFE}" type="datetime1">
              <a:rPr lang="en-US" smtClean="0"/>
              <a:pPr/>
              <a:t>1/11/2026</a:t>
            </a:fld>
            <a:endParaRPr lang="en-US"/>
          </a:p>
        </p:txBody>
      </p:sp>
      <p:sp>
        <p:nvSpPr>
          <p:cNvPr id="5" name="Footer Placeholder 4"/>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6" name="Slide Number Placeholder 5"/>
          <p:cNvSpPr>
            <a:spLocks noGrp="1"/>
          </p:cNvSpPr>
          <p:nvPr>
            <p:ph type="sldNum" sz="quarter" idx="12"/>
          </p:nvPr>
        </p:nvSpPr>
        <p:spPr/>
        <p:txBody>
          <a:bodyPr/>
          <a:lstStyle/>
          <a:p>
            <a:fld id="{F3849E17-9EEB-42C8-94C1-C1A74CE4A501}" type="slidenum">
              <a:rPr lang="en-US" smtClean="0"/>
              <a:pPr/>
              <a:t>33</a:t>
            </a:fld>
            <a:endParaRPr lang="en-US"/>
          </a:p>
        </p:txBody>
      </p:sp>
    </p:spTree>
    <p:extLst>
      <p:ext uri="{BB962C8B-B14F-4D97-AF65-F5344CB8AC3E}">
        <p14:creationId xmlns:p14="http://schemas.microsoft.com/office/powerpoint/2010/main" val="28285326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2415" y="1066800"/>
            <a:ext cx="6591985" cy="4844422"/>
          </a:xfrm>
        </p:spPr>
        <p:txBody>
          <a:bodyPr/>
          <a:lstStyle/>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lgn="ctr">
              <a:buNone/>
            </a:pPr>
            <a:r>
              <a:rPr lang="en-US" sz="6000" dirty="0">
                <a:latin typeface="Arial" panose="020B0604020202020204" pitchFamily="34" charset="0"/>
                <a:cs typeface="Arial" panose="020B0604020202020204" pitchFamily="34" charset="0"/>
              </a:rPr>
              <a:t>Some more tips</a:t>
            </a:r>
          </a:p>
        </p:txBody>
      </p:sp>
      <p:sp>
        <p:nvSpPr>
          <p:cNvPr id="5" name="Slide Number Placeholder 4">
            <a:extLst>
              <a:ext uri="{FF2B5EF4-FFF2-40B4-BE49-F238E27FC236}">
                <a16:creationId xmlns:a16="http://schemas.microsoft.com/office/drawing/2014/main" xmlns="" id="{BF94FB14-C47C-424D-849C-25E57D7B5928}"/>
              </a:ext>
            </a:extLst>
          </p:cNvPr>
          <p:cNvSpPr>
            <a:spLocks noGrp="1"/>
          </p:cNvSpPr>
          <p:nvPr>
            <p:ph type="sldNum" sz="quarter" idx="12"/>
          </p:nvPr>
        </p:nvSpPr>
        <p:spPr/>
        <p:txBody>
          <a:bodyPr/>
          <a:lstStyle/>
          <a:p>
            <a:fld id="{F3849E17-9EEB-42C8-94C1-C1A74CE4A501}" type="slidenum">
              <a:rPr lang="en-US" smtClean="0"/>
              <a:pPr/>
              <a:t>34</a:t>
            </a:fld>
            <a:endParaRPr lang="en-US"/>
          </a:p>
        </p:txBody>
      </p:sp>
      <p:sp>
        <p:nvSpPr>
          <p:cNvPr id="6" name="Date Placeholder 5"/>
          <p:cNvSpPr>
            <a:spLocks noGrp="1"/>
          </p:cNvSpPr>
          <p:nvPr>
            <p:ph type="dt" sz="half" idx="10"/>
          </p:nvPr>
        </p:nvSpPr>
        <p:spPr/>
        <p:txBody>
          <a:bodyPr/>
          <a:lstStyle/>
          <a:p>
            <a:fld id="{6782BB52-095A-4F65-A334-C32D2F3254FE}" type="datetime1">
              <a:rPr lang="en-US" smtClean="0"/>
              <a:t>1/11/2026</a:t>
            </a:fld>
            <a:endParaRPr lang="en-US"/>
          </a:p>
        </p:txBody>
      </p:sp>
      <p:sp>
        <p:nvSpPr>
          <p:cNvPr id="7" name="Footer Placeholder 6"/>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83976462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052290"/>
          </a:xfrm>
        </p:spPr>
        <p:txBody>
          <a:bodyPr/>
          <a:lstStyle/>
          <a:p>
            <a:r>
              <a:rPr lang="en-US" dirty="0">
                <a:latin typeface="Arial" panose="020B0604020202020204" pitchFamily="34" charset="0"/>
                <a:cs typeface="Arial" panose="020B0604020202020204" pitchFamily="34" charset="0"/>
              </a:rPr>
              <a:t>Holding Cup</a:t>
            </a:r>
          </a:p>
        </p:txBody>
      </p:sp>
      <p:pic>
        <p:nvPicPr>
          <p:cNvPr id="4" name="Content Placeholder 3" descr="12 Etiquette Habits We Don’t Realize Are Crucial for a Well-Mannered Person">
            <a:hlinkClick r:id="rId2"/>
          </p:cNvPr>
          <p:cNvPicPr>
            <a:picLocks noGrp="1"/>
          </p:cNvPicPr>
          <p:nvPr>
            <p:ph idx="1"/>
          </p:nvPr>
        </p:nvPicPr>
        <p:blipFill>
          <a:blip r:embed="rId3"/>
          <a:srcRect/>
          <a:stretch>
            <a:fillRect/>
          </a:stretch>
        </p:blipFill>
        <p:spPr bwMode="auto">
          <a:xfrm>
            <a:off x="1524000" y="1752600"/>
            <a:ext cx="7239000" cy="4114800"/>
          </a:xfrm>
          <a:prstGeom prst="rect">
            <a:avLst/>
          </a:prstGeom>
          <a:noFill/>
          <a:ln w="9525">
            <a:noFill/>
            <a:miter lim="800000"/>
            <a:headEnd/>
            <a:tailEnd/>
          </a:ln>
        </p:spPr>
      </p:pic>
      <p:sp>
        <p:nvSpPr>
          <p:cNvPr id="6" name="Slide Number Placeholder 5">
            <a:extLst>
              <a:ext uri="{FF2B5EF4-FFF2-40B4-BE49-F238E27FC236}">
                <a16:creationId xmlns:a16="http://schemas.microsoft.com/office/drawing/2014/main" xmlns="" id="{E3A395AC-D835-47B5-9607-C305CE04BA7E}"/>
              </a:ext>
            </a:extLst>
          </p:cNvPr>
          <p:cNvSpPr>
            <a:spLocks noGrp="1"/>
          </p:cNvSpPr>
          <p:nvPr>
            <p:ph type="sldNum" sz="quarter" idx="12"/>
          </p:nvPr>
        </p:nvSpPr>
        <p:spPr/>
        <p:txBody>
          <a:bodyPr/>
          <a:lstStyle/>
          <a:p>
            <a:fld id="{F3849E17-9EEB-42C8-94C1-C1A74CE4A501}" type="slidenum">
              <a:rPr lang="en-US" smtClean="0"/>
              <a:pPr/>
              <a:t>35</a:t>
            </a:fld>
            <a:endParaRPr lang="en-US"/>
          </a:p>
        </p:txBody>
      </p:sp>
      <p:sp>
        <p:nvSpPr>
          <p:cNvPr id="7" name="Date Placeholder 6"/>
          <p:cNvSpPr>
            <a:spLocks noGrp="1"/>
          </p:cNvSpPr>
          <p:nvPr>
            <p:ph type="dt" sz="half" idx="10"/>
          </p:nvPr>
        </p:nvSpPr>
        <p:spPr/>
        <p:txBody>
          <a:bodyPr/>
          <a:lstStyle/>
          <a:p>
            <a:fld id="{58AECAB6-7435-45E3-8B40-EAD9BAC77D1E}"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7865017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823690"/>
          </a:xfrm>
        </p:spPr>
        <p:txBody>
          <a:bodyPr/>
          <a:lstStyle/>
          <a:p>
            <a:r>
              <a:rPr lang="en-US" dirty="0">
                <a:latin typeface="Arial" panose="020B0604020202020204" pitchFamily="34" charset="0"/>
                <a:cs typeface="Arial" panose="020B0604020202020204" pitchFamily="34" charset="0"/>
              </a:rPr>
              <a:t>Blow your nose</a:t>
            </a:r>
          </a:p>
        </p:txBody>
      </p:sp>
      <p:pic>
        <p:nvPicPr>
          <p:cNvPr id="4" name="Content Placeholder 3" descr="12 Etiquette Habits We Don’t Realize Are Crucial for a Well-Mannered Person">
            <a:hlinkClick r:id="rId2"/>
          </p:cNvPr>
          <p:cNvPicPr>
            <a:picLocks noGrp="1"/>
          </p:cNvPicPr>
          <p:nvPr>
            <p:ph idx="1"/>
          </p:nvPr>
        </p:nvPicPr>
        <p:blipFill>
          <a:blip r:embed="rId3"/>
          <a:srcRect/>
          <a:stretch>
            <a:fillRect/>
          </a:stretch>
        </p:blipFill>
        <p:spPr bwMode="auto">
          <a:xfrm>
            <a:off x="1143000" y="1524000"/>
            <a:ext cx="7010399" cy="4724400"/>
          </a:xfrm>
          <a:prstGeom prst="rect">
            <a:avLst/>
          </a:prstGeom>
          <a:noFill/>
          <a:ln w="9525">
            <a:noFill/>
            <a:miter lim="800000"/>
            <a:headEnd/>
            <a:tailEnd/>
          </a:ln>
        </p:spPr>
      </p:pic>
      <p:sp>
        <p:nvSpPr>
          <p:cNvPr id="6" name="Slide Number Placeholder 5">
            <a:extLst>
              <a:ext uri="{FF2B5EF4-FFF2-40B4-BE49-F238E27FC236}">
                <a16:creationId xmlns:a16="http://schemas.microsoft.com/office/drawing/2014/main" xmlns="" id="{DCEC0248-B6DB-4ED5-99C4-57DED7FB3205}"/>
              </a:ext>
            </a:extLst>
          </p:cNvPr>
          <p:cNvSpPr>
            <a:spLocks noGrp="1"/>
          </p:cNvSpPr>
          <p:nvPr>
            <p:ph type="sldNum" sz="quarter" idx="12"/>
          </p:nvPr>
        </p:nvSpPr>
        <p:spPr/>
        <p:txBody>
          <a:bodyPr/>
          <a:lstStyle/>
          <a:p>
            <a:fld id="{F3849E17-9EEB-42C8-94C1-C1A74CE4A501}" type="slidenum">
              <a:rPr lang="en-US" smtClean="0"/>
              <a:pPr/>
              <a:t>36</a:t>
            </a:fld>
            <a:endParaRPr lang="en-US"/>
          </a:p>
        </p:txBody>
      </p:sp>
      <p:sp>
        <p:nvSpPr>
          <p:cNvPr id="7" name="Date Placeholder 6"/>
          <p:cNvSpPr>
            <a:spLocks noGrp="1"/>
          </p:cNvSpPr>
          <p:nvPr>
            <p:ph type="dt" sz="half" idx="10"/>
          </p:nvPr>
        </p:nvSpPr>
        <p:spPr/>
        <p:txBody>
          <a:bodyPr/>
          <a:lstStyle/>
          <a:p>
            <a:fld id="{4E7553DD-115D-443F-8048-BEAF4068FF4B}"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41365960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823690"/>
          </a:xfrm>
        </p:spPr>
        <p:txBody>
          <a:bodyPr/>
          <a:lstStyle/>
          <a:p>
            <a:r>
              <a:rPr lang="en-US" dirty="0">
                <a:latin typeface="Arial" panose="020B0604020202020204" pitchFamily="34" charset="0"/>
                <a:cs typeface="Arial" panose="020B0604020202020204" pitchFamily="34" charset="0"/>
              </a:rPr>
              <a:t>Food stuck in the mouth</a:t>
            </a:r>
          </a:p>
        </p:txBody>
      </p:sp>
      <p:pic>
        <p:nvPicPr>
          <p:cNvPr id="4" name="Content Placeholder 3" descr="12 Etiquette Habits We Don’t Realize Are Crucial for a Well-Mannered Person">
            <a:hlinkClick r:id="rId2"/>
          </p:cNvPr>
          <p:cNvPicPr>
            <a:picLocks noGrp="1"/>
          </p:cNvPicPr>
          <p:nvPr>
            <p:ph idx="1"/>
          </p:nvPr>
        </p:nvPicPr>
        <p:blipFill>
          <a:blip r:embed="rId3"/>
          <a:srcRect/>
          <a:stretch>
            <a:fillRect/>
          </a:stretch>
        </p:blipFill>
        <p:spPr bwMode="auto">
          <a:xfrm>
            <a:off x="1676400" y="1676400"/>
            <a:ext cx="6629399" cy="4572000"/>
          </a:xfrm>
          <a:prstGeom prst="rect">
            <a:avLst/>
          </a:prstGeom>
          <a:noFill/>
          <a:ln w="9525">
            <a:noFill/>
            <a:miter lim="800000"/>
            <a:headEnd/>
            <a:tailEnd/>
          </a:ln>
        </p:spPr>
      </p:pic>
      <p:sp>
        <p:nvSpPr>
          <p:cNvPr id="6" name="Slide Number Placeholder 5">
            <a:extLst>
              <a:ext uri="{FF2B5EF4-FFF2-40B4-BE49-F238E27FC236}">
                <a16:creationId xmlns:a16="http://schemas.microsoft.com/office/drawing/2014/main" xmlns="" id="{9B6CF4DF-D91D-4BEA-AF27-21EE4C86338D}"/>
              </a:ext>
            </a:extLst>
          </p:cNvPr>
          <p:cNvSpPr>
            <a:spLocks noGrp="1"/>
          </p:cNvSpPr>
          <p:nvPr>
            <p:ph type="sldNum" sz="quarter" idx="12"/>
          </p:nvPr>
        </p:nvSpPr>
        <p:spPr/>
        <p:txBody>
          <a:bodyPr/>
          <a:lstStyle/>
          <a:p>
            <a:fld id="{F3849E17-9EEB-42C8-94C1-C1A74CE4A501}" type="slidenum">
              <a:rPr lang="en-US" smtClean="0"/>
              <a:pPr/>
              <a:t>37</a:t>
            </a:fld>
            <a:endParaRPr lang="en-US"/>
          </a:p>
        </p:txBody>
      </p:sp>
      <p:sp>
        <p:nvSpPr>
          <p:cNvPr id="7" name="Date Placeholder 6"/>
          <p:cNvSpPr>
            <a:spLocks noGrp="1"/>
          </p:cNvSpPr>
          <p:nvPr>
            <p:ph type="dt" sz="half" idx="10"/>
          </p:nvPr>
        </p:nvSpPr>
        <p:spPr/>
        <p:txBody>
          <a:bodyPr/>
          <a:lstStyle/>
          <a:p>
            <a:fld id="{96AB662D-1B46-45DD-8425-D9DF40C50F3D}"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10632548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671290"/>
          </a:xfrm>
        </p:spPr>
        <p:txBody>
          <a:bodyPr/>
          <a:lstStyle/>
          <a:p>
            <a:r>
              <a:rPr lang="en-US" dirty="0">
                <a:latin typeface="Arial" panose="020B0604020202020204" pitchFamily="34" charset="0"/>
                <a:cs typeface="Arial" panose="020B0604020202020204" pitchFamily="34" charset="0"/>
              </a:rPr>
              <a:t>If the food is too hot</a:t>
            </a:r>
          </a:p>
        </p:txBody>
      </p:sp>
      <p:pic>
        <p:nvPicPr>
          <p:cNvPr id="4" name="Content Placeholder 3" descr="12 Etiquette Habits We Don’t Realize Are Crucial for a Well-Mannered Person">
            <a:hlinkClick r:id="rId2"/>
          </p:cNvPr>
          <p:cNvPicPr>
            <a:picLocks noGrp="1"/>
          </p:cNvPicPr>
          <p:nvPr>
            <p:ph idx="1"/>
          </p:nvPr>
        </p:nvPicPr>
        <p:blipFill>
          <a:blip r:embed="rId3"/>
          <a:srcRect/>
          <a:stretch>
            <a:fillRect/>
          </a:stretch>
        </p:blipFill>
        <p:spPr bwMode="auto">
          <a:xfrm>
            <a:off x="1295400" y="1524000"/>
            <a:ext cx="7239000" cy="4572000"/>
          </a:xfrm>
          <a:prstGeom prst="rect">
            <a:avLst/>
          </a:prstGeom>
          <a:noFill/>
          <a:ln w="9525">
            <a:noFill/>
            <a:miter lim="800000"/>
            <a:headEnd/>
            <a:tailEnd/>
          </a:ln>
        </p:spPr>
      </p:pic>
      <p:sp>
        <p:nvSpPr>
          <p:cNvPr id="6" name="Slide Number Placeholder 5">
            <a:extLst>
              <a:ext uri="{FF2B5EF4-FFF2-40B4-BE49-F238E27FC236}">
                <a16:creationId xmlns:a16="http://schemas.microsoft.com/office/drawing/2014/main" xmlns="" id="{FCFBC6CE-D63A-4ABB-A30C-1010C2D0A088}"/>
              </a:ext>
            </a:extLst>
          </p:cNvPr>
          <p:cNvSpPr>
            <a:spLocks noGrp="1"/>
          </p:cNvSpPr>
          <p:nvPr>
            <p:ph type="sldNum" sz="quarter" idx="12"/>
          </p:nvPr>
        </p:nvSpPr>
        <p:spPr/>
        <p:txBody>
          <a:bodyPr/>
          <a:lstStyle/>
          <a:p>
            <a:fld id="{F3849E17-9EEB-42C8-94C1-C1A74CE4A501}" type="slidenum">
              <a:rPr lang="en-US" smtClean="0"/>
              <a:pPr/>
              <a:t>38</a:t>
            </a:fld>
            <a:endParaRPr lang="en-US"/>
          </a:p>
        </p:txBody>
      </p:sp>
      <p:sp>
        <p:nvSpPr>
          <p:cNvPr id="7" name="Date Placeholder 6"/>
          <p:cNvSpPr>
            <a:spLocks noGrp="1"/>
          </p:cNvSpPr>
          <p:nvPr>
            <p:ph type="dt" sz="half" idx="10"/>
          </p:nvPr>
        </p:nvSpPr>
        <p:spPr/>
        <p:txBody>
          <a:bodyPr/>
          <a:lstStyle/>
          <a:p>
            <a:fld id="{A3470241-986A-422E-B7C6-C709489FA39C}" type="datetime1">
              <a:rPr lang="en-US" smtClean="0"/>
              <a:t>1/11/2026</a:t>
            </a:fld>
            <a:endParaRPr lang="en-US"/>
          </a:p>
        </p:txBody>
      </p:sp>
      <p:sp>
        <p:nvSpPr>
          <p:cNvPr id="8" name="Footer Placeholder 7"/>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35172073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Lastly and most importantly</a:t>
            </a:r>
            <a:endParaRPr lang="en-US" b="1" dirty="0"/>
          </a:p>
        </p:txBody>
      </p:sp>
      <p:sp>
        <p:nvSpPr>
          <p:cNvPr id="3" name="Content Placeholder 2"/>
          <p:cNvSpPr>
            <a:spLocks noGrp="1"/>
          </p:cNvSpPr>
          <p:nvPr>
            <p:ph idx="1"/>
          </p:nvPr>
        </p:nvSpPr>
        <p:spPr/>
        <p:txBody>
          <a:bodyPr>
            <a:normAutofit lnSpcReduction="10000"/>
          </a:bodyPr>
          <a:lstStyle/>
          <a:p>
            <a:pPr algn="ctr">
              <a:buNone/>
            </a:pPr>
            <a:endParaRPr lang="en-US" sz="2800" dirty="0" smtClean="0">
              <a:latin typeface="Arial" pitchFamily="34" charset="0"/>
              <a:cs typeface="Arial" pitchFamily="34" charset="0"/>
            </a:endParaRPr>
          </a:p>
          <a:p>
            <a:pPr algn="ctr">
              <a:buNone/>
            </a:pPr>
            <a:r>
              <a:rPr lang="en-US" sz="2800" dirty="0" smtClean="0">
                <a:solidFill>
                  <a:srgbClr val="FF0000"/>
                </a:solidFill>
                <a:latin typeface="Arial" pitchFamily="34" charset="0"/>
                <a:cs typeface="Arial" pitchFamily="34" charset="0"/>
              </a:rPr>
              <a:t>Maintenance of time, punctuality and fulfillment of your commitment diligently and cheerfully</a:t>
            </a:r>
          </a:p>
          <a:p>
            <a:pPr algn="ctr">
              <a:buNone/>
            </a:pPr>
            <a:endParaRPr lang="en-US" sz="2800" dirty="0">
              <a:latin typeface="Arial" pitchFamily="34" charset="0"/>
              <a:cs typeface="Arial" pitchFamily="34" charset="0"/>
            </a:endParaRPr>
          </a:p>
          <a:p>
            <a:pPr algn="ctr">
              <a:buNone/>
            </a:pPr>
            <a:r>
              <a:rPr lang="en-US" sz="2800" dirty="0" smtClean="0">
                <a:solidFill>
                  <a:srgbClr val="002060"/>
                </a:solidFill>
                <a:latin typeface="Arial" pitchFamily="34" charset="0"/>
                <a:cs typeface="Arial" pitchFamily="34" charset="0"/>
              </a:rPr>
              <a:t>Should make a habit of seeking apology for one’s shortcoming and extending thanks for help </a:t>
            </a:r>
          </a:p>
          <a:p>
            <a:pPr>
              <a:buNone/>
            </a:pPr>
            <a:endParaRPr lang="en-US" sz="2800" dirty="0">
              <a:latin typeface="Arial" pitchFamily="34" charset="0"/>
              <a:cs typeface="Arial" pitchFamily="34" charset="0"/>
            </a:endParaRPr>
          </a:p>
        </p:txBody>
      </p:sp>
      <p:sp>
        <p:nvSpPr>
          <p:cNvPr id="4" name="Footer Placeholder 3"/>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5" name="Slide Number Placeholder 4"/>
          <p:cNvSpPr>
            <a:spLocks noGrp="1"/>
          </p:cNvSpPr>
          <p:nvPr>
            <p:ph type="sldNum" sz="quarter" idx="12"/>
          </p:nvPr>
        </p:nvSpPr>
        <p:spPr/>
        <p:txBody>
          <a:bodyPr/>
          <a:lstStyle/>
          <a:p>
            <a:fld id="{F3849E17-9EEB-42C8-94C1-C1A74CE4A501}" type="slidenum">
              <a:rPr lang="en-US" smtClean="0"/>
              <a:pPr/>
              <a:t>39</a:t>
            </a:fld>
            <a:endParaRPr lang="en-US"/>
          </a:p>
        </p:txBody>
      </p:sp>
      <p:sp>
        <p:nvSpPr>
          <p:cNvPr id="6" name="Date Placeholder 5"/>
          <p:cNvSpPr>
            <a:spLocks noGrp="1"/>
          </p:cNvSpPr>
          <p:nvPr>
            <p:ph type="dt" sz="half" idx="10"/>
          </p:nvPr>
        </p:nvSpPr>
        <p:spPr/>
        <p:txBody>
          <a:bodyPr/>
          <a:lstStyle/>
          <a:p>
            <a:fld id="{BA638EB8-8D38-4C4F-ABE1-24A01FCBCFFF}" type="datetime1">
              <a:rPr lang="en-US" smtClean="0"/>
              <a:t>1/11/2026</a:t>
            </a:fld>
            <a:endParaRPr lang="en-US"/>
          </a:p>
        </p:txBody>
      </p:sp>
    </p:spTree>
    <p:extLst>
      <p:ext uri="{BB962C8B-B14F-4D97-AF65-F5344CB8AC3E}">
        <p14:creationId xmlns:p14="http://schemas.microsoft.com/office/powerpoint/2010/main" val="25767457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1" y="2209800"/>
            <a:ext cx="6705599" cy="2971800"/>
          </a:xfrm>
        </p:spPr>
        <p:txBody>
          <a:bodyPr>
            <a:normAutofit/>
          </a:bodyPr>
          <a:lstStyle/>
          <a:p>
            <a:pPr algn="ctr">
              <a:buNone/>
            </a:pPr>
            <a:r>
              <a:rPr lang="en-US" sz="4800" dirty="0" smtClean="0">
                <a:solidFill>
                  <a:srgbClr val="FF0000"/>
                </a:solidFill>
                <a:latin typeface="Times New Roman" pitchFamily="18" charset="0"/>
                <a:cs typeface="Times New Roman" pitchFamily="18" charset="0"/>
              </a:rPr>
              <a:t>Any Questions ??</a:t>
            </a:r>
            <a:endParaRPr lang="en-US" sz="4800" dirty="0">
              <a:solidFill>
                <a:srgbClr val="FF0000"/>
              </a:solidFill>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4" name="Slide Number Placeholder 3"/>
          <p:cNvSpPr>
            <a:spLocks noGrp="1"/>
          </p:cNvSpPr>
          <p:nvPr>
            <p:ph type="sldNum" sz="quarter" idx="12"/>
          </p:nvPr>
        </p:nvSpPr>
        <p:spPr/>
        <p:txBody>
          <a:bodyPr/>
          <a:lstStyle/>
          <a:p>
            <a:fld id="{F3849E17-9EEB-42C8-94C1-C1A74CE4A501}" type="slidenum">
              <a:rPr lang="en-US" smtClean="0"/>
              <a:pPr/>
              <a:t>40</a:t>
            </a:fld>
            <a:endParaRPr lang="en-US"/>
          </a:p>
        </p:txBody>
      </p:sp>
      <p:sp>
        <p:nvSpPr>
          <p:cNvPr id="5" name="Date Placeholder 4"/>
          <p:cNvSpPr>
            <a:spLocks noGrp="1"/>
          </p:cNvSpPr>
          <p:nvPr>
            <p:ph type="dt" sz="half" idx="10"/>
          </p:nvPr>
        </p:nvSpPr>
        <p:spPr/>
        <p:txBody>
          <a:bodyPr/>
          <a:lstStyle/>
          <a:p>
            <a:fld id="{55EDAEB7-3E09-4437-920E-754588697C5F}" type="datetime1">
              <a:rPr lang="en-US" smtClean="0"/>
              <a:t>1/11/2026</a:t>
            </a:fld>
            <a:endParaRPr lang="en-US"/>
          </a:p>
        </p:txBody>
      </p:sp>
    </p:spTree>
    <p:extLst>
      <p:ext uri="{BB962C8B-B14F-4D97-AF65-F5344CB8AC3E}">
        <p14:creationId xmlns:p14="http://schemas.microsoft.com/office/powerpoint/2010/main" val="5562104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Content Placeholder 2"/>
          <p:cNvSpPr>
            <a:spLocks noGrp="1"/>
          </p:cNvSpPr>
          <p:nvPr>
            <p:ph idx="1"/>
          </p:nvPr>
        </p:nvSpPr>
        <p:spPr>
          <a:xfrm>
            <a:off x="457200" y="2133600"/>
            <a:ext cx="7467600" cy="4340225"/>
          </a:xfrm>
        </p:spPr>
        <p:txBody>
          <a:bodyPr/>
          <a:lstStyle/>
          <a:p>
            <a:pPr eaLnBrk="1" hangingPunct="1"/>
            <a:endParaRPr lang="en-US" dirty="0"/>
          </a:p>
          <a:p>
            <a:pPr algn="ctr" eaLnBrk="1" hangingPunct="1">
              <a:buFont typeface="Wingdings" pitchFamily="2" charset="2"/>
              <a:buNone/>
            </a:pPr>
            <a:endParaRPr lang="en-US" sz="8000" dirty="0">
              <a:solidFill>
                <a:srgbClr val="00B05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057400"/>
            <a:ext cx="5638800" cy="3124200"/>
          </a:xfrm>
          <a:prstGeom prst="rect">
            <a:avLst/>
          </a:prstGeom>
        </p:spPr>
      </p:pic>
      <p:sp>
        <p:nvSpPr>
          <p:cNvPr id="5" name="Slide Number Placeholder 4">
            <a:extLst>
              <a:ext uri="{FF2B5EF4-FFF2-40B4-BE49-F238E27FC236}">
                <a16:creationId xmlns:a16="http://schemas.microsoft.com/office/drawing/2014/main" xmlns="" id="{EEF535E5-D033-457E-8D8F-7B194DD57D5C}"/>
              </a:ext>
            </a:extLst>
          </p:cNvPr>
          <p:cNvSpPr>
            <a:spLocks noGrp="1"/>
          </p:cNvSpPr>
          <p:nvPr>
            <p:ph type="sldNum" sz="quarter" idx="12"/>
          </p:nvPr>
        </p:nvSpPr>
        <p:spPr/>
        <p:txBody>
          <a:bodyPr/>
          <a:lstStyle/>
          <a:p>
            <a:fld id="{F3849E17-9EEB-42C8-94C1-C1A74CE4A501}" type="slidenum">
              <a:rPr lang="en-US" smtClean="0"/>
              <a:pPr/>
              <a:t>41</a:t>
            </a:fld>
            <a:endParaRPr lang="en-US"/>
          </a:p>
        </p:txBody>
      </p:sp>
      <p:sp>
        <p:nvSpPr>
          <p:cNvPr id="6" name="Date Placeholder 5"/>
          <p:cNvSpPr>
            <a:spLocks noGrp="1"/>
          </p:cNvSpPr>
          <p:nvPr>
            <p:ph type="dt" sz="half" idx="10"/>
          </p:nvPr>
        </p:nvSpPr>
        <p:spPr/>
        <p:txBody>
          <a:bodyPr/>
          <a:lstStyle/>
          <a:p>
            <a:fld id="{F7766600-B367-4EEE-9BE9-6D83838D9953}" type="datetime1">
              <a:rPr lang="en-US" smtClean="0"/>
              <a:t>1/11/2026</a:t>
            </a:fld>
            <a:endParaRPr lang="en-US"/>
          </a:p>
        </p:txBody>
      </p:sp>
      <p:sp>
        <p:nvSpPr>
          <p:cNvPr id="7" name="Footer Placeholder 6"/>
          <p:cNvSpPr>
            <a:spLocks noGrp="1"/>
          </p:cNvSpPr>
          <p:nvPr>
            <p:ph type="ftr" sz="quarter" idx="11"/>
          </p:nvPr>
        </p:nvSpPr>
        <p:spPr/>
        <p:txBody>
          <a:bodyPr/>
          <a:lstStyle/>
          <a:p>
            <a:r>
              <a:rPr lang="en-US" smtClean="0"/>
              <a:t>Protocol and Etiquette, Induction Training of District Court Judges, 2082   </a:t>
            </a:r>
            <a:endParaRPr lang="en-US"/>
          </a:p>
        </p:txBody>
      </p:sp>
    </p:spTree>
    <p:extLst>
      <p:ext uri="{BB962C8B-B14F-4D97-AF65-F5344CB8AC3E}">
        <p14:creationId xmlns:p14="http://schemas.microsoft.com/office/powerpoint/2010/main" val="242304716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Content Placeholder 2"/>
          <p:cNvSpPr>
            <a:spLocks noGrp="1"/>
          </p:cNvSpPr>
          <p:nvPr>
            <p:ph idx="1"/>
          </p:nvPr>
        </p:nvSpPr>
        <p:spPr>
          <a:xfrm>
            <a:off x="457200" y="2133600"/>
            <a:ext cx="7467600" cy="4340225"/>
          </a:xfrm>
        </p:spPr>
        <p:txBody>
          <a:bodyPr/>
          <a:lstStyle/>
          <a:p>
            <a:pPr eaLnBrk="1" hangingPunct="1"/>
            <a:endParaRPr lang="en-US" dirty="0" smtClean="0"/>
          </a:p>
          <a:p>
            <a:pPr algn="ctr" eaLnBrk="1" hangingPunct="1">
              <a:buFont typeface="Wingdings" pitchFamily="2" charset="2"/>
              <a:buNone/>
            </a:pPr>
            <a:endParaRPr lang="en-US" sz="8000" dirty="0" smtClean="0">
              <a:solidFill>
                <a:srgbClr val="00B05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057400"/>
            <a:ext cx="5638800" cy="3124200"/>
          </a:xfrm>
          <a:prstGeom prst="rect">
            <a:avLst/>
          </a:prstGeom>
        </p:spPr>
      </p:pic>
      <p:sp>
        <p:nvSpPr>
          <p:cNvPr id="2" name="Footer Placeholder 1"/>
          <p:cNvSpPr>
            <a:spLocks noGrp="1"/>
          </p:cNvSpPr>
          <p:nvPr>
            <p:ph type="ftr" sz="quarter" idx="11"/>
          </p:nvPr>
        </p:nvSpPr>
        <p:spPr/>
        <p:txBody>
          <a:bodyPr/>
          <a:lstStyle/>
          <a:p>
            <a:r>
              <a:rPr lang="en-US" smtClean="0"/>
              <a:t>Protocol and Etiquette, Induction Training of District Court Judges, 2082   </a:t>
            </a:r>
            <a:endParaRPr lang="en-US"/>
          </a:p>
        </p:txBody>
      </p:sp>
      <p:sp>
        <p:nvSpPr>
          <p:cNvPr id="4" name="Slide Number Placeholder 3"/>
          <p:cNvSpPr>
            <a:spLocks noGrp="1"/>
          </p:cNvSpPr>
          <p:nvPr>
            <p:ph type="sldNum" sz="quarter" idx="12"/>
          </p:nvPr>
        </p:nvSpPr>
        <p:spPr/>
        <p:txBody>
          <a:bodyPr/>
          <a:lstStyle/>
          <a:p>
            <a:fld id="{F3849E17-9EEB-42C8-94C1-C1A74CE4A501}" type="slidenum">
              <a:rPr lang="en-US" smtClean="0"/>
              <a:pPr/>
              <a:t>42</a:t>
            </a:fld>
            <a:endParaRPr lang="en-US"/>
          </a:p>
        </p:txBody>
      </p:sp>
      <p:sp>
        <p:nvSpPr>
          <p:cNvPr id="5" name="Date Placeholder 4"/>
          <p:cNvSpPr>
            <a:spLocks noGrp="1"/>
          </p:cNvSpPr>
          <p:nvPr>
            <p:ph type="dt" sz="half" idx="10"/>
          </p:nvPr>
        </p:nvSpPr>
        <p:spPr/>
        <p:txBody>
          <a:bodyPr/>
          <a:lstStyle/>
          <a:p>
            <a:fld id="{39BC937D-AF6F-460E-8AD6-75D844AFC07E}" type="datetime1">
              <a:rPr lang="en-US" smtClean="0"/>
              <a:t>1/11/2026</a:t>
            </a:fld>
            <a:endParaRPr lang="en-US"/>
          </a:p>
        </p:txBody>
      </p:sp>
    </p:spTree>
    <p:extLst>
      <p:ext uri="{BB962C8B-B14F-4D97-AF65-F5344CB8AC3E}">
        <p14:creationId xmlns:p14="http://schemas.microsoft.com/office/powerpoint/2010/main" val="2979812029"/>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2430</TotalTime>
  <Words>2029</Words>
  <Application>Microsoft Office PowerPoint</Application>
  <PresentationFormat>On-screen Show (4:3)</PresentationFormat>
  <Paragraphs>346</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Wisp</vt:lpstr>
      <vt:lpstr>  Protocol and General Etiquette</vt:lpstr>
      <vt:lpstr>PowerPoint Presentation</vt:lpstr>
      <vt:lpstr>PowerPoint Presentation</vt:lpstr>
      <vt:lpstr>Protocol, Manner and Etiquette: simple understanding</vt:lpstr>
      <vt:lpstr>Protocol</vt:lpstr>
      <vt:lpstr>Manner</vt:lpstr>
      <vt:lpstr>Etiquette</vt:lpstr>
      <vt:lpstr>PowerPoint Presentation</vt:lpstr>
      <vt:lpstr>Avenues of Etiquettes and Manners</vt:lpstr>
      <vt:lpstr>Judges’ Professional Etiquette</vt:lpstr>
      <vt:lpstr>Professional Conduct of  Judges</vt:lpstr>
      <vt:lpstr> सामाजिक शिष्टाचार</vt:lpstr>
      <vt:lpstr>Greetings: Handshake</vt:lpstr>
      <vt:lpstr>Exchange of Visiting Cards</vt:lpstr>
      <vt:lpstr>Dress Code                             (Cont..)</vt:lpstr>
      <vt:lpstr>Dress Code                                      (Cont..)</vt:lpstr>
      <vt:lpstr>Dress Code:  some tips</vt:lpstr>
      <vt:lpstr>Social functions              (Contd..)</vt:lpstr>
      <vt:lpstr>Social functions              (Contd..)</vt:lpstr>
      <vt:lpstr>Social functions              (Contd..)</vt:lpstr>
      <vt:lpstr>Social functions              (Contd..)</vt:lpstr>
      <vt:lpstr>Social functions              (Contd..)</vt:lpstr>
      <vt:lpstr>Social functions              (Contd..)</vt:lpstr>
      <vt:lpstr>PowerPoint Presentation</vt:lpstr>
      <vt:lpstr>PowerPoint Presentation</vt:lpstr>
      <vt:lpstr>Dining Etiquette For Beginners.mp4</vt:lpstr>
      <vt:lpstr>Social functions              (Contd..)</vt:lpstr>
      <vt:lpstr>Table Manner</vt:lpstr>
      <vt:lpstr>Table Manner</vt:lpstr>
      <vt:lpstr>Table Manner</vt:lpstr>
      <vt:lpstr>Using a  Car</vt:lpstr>
      <vt:lpstr>Response to Salami (Salute)</vt:lpstr>
      <vt:lpstr>Response to Salami (Salute)</vt:lpstr>
      <vt:lpstr>PowerPoint Presentation</vt:lpstr>
      <vt:lpstr>Holding Cup</vt:lpstr>
      <vt:lpstr>Blow your nose</vt:lpstr>
      <vt:lpstr>Food stuck in the mouth</vt:lpstr>
      <vt:lpstr>If the food is too hot</vt:lpstr>
      <vt:lpstr>Lastly and most importantly</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Kedar Paudel</cp:lastModifiedBy>
  <cp:revision>345</cp:revision>
  <dcterms:created xsi:type="dcterms:W3CDTF">2008-04-06T23:59:03Z</dcterms:created>
  <dcterms:modified xsi:type="dcterms:W3CDTF">2026-01-11T15:10:33Z</dcterms:modified>
</cp:coreProperties>
</file>