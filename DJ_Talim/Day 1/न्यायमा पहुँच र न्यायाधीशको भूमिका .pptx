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handoutMasterIdLst>
    <p:handoutMasterId r:id="rId41"/>
  </p:handoutMasterIdLst>
  <p:sldIdLst>
    <p:sldId id="256" r:id="rId2"/>
    <p:sldId id="335" r:id="rId3"/>
    <p:sldId id="380" r:id="rId4"/>
    <p:sldId id="334" r:id="rId5"/>
    <p:sldId id="265" r:id="rId6"/>
    <p:sldId id="336" r:id="rId7"/>
    <p:sldId id="353" r:id="rId8"/>
    <p:sldId id="337" r:id="rId9"/>
    <p:sldId id="348" r:id="rId10"/>
    <p:sldId id="350" r:id="rId11"/>
    <p:sldId id="375" r:id="rId12"/>
    <p:sldId id="381" r:id="rId13"/>
    <p:sldId id="354" r:id="rId14"/>
    <p:sldId id="370" r:id="rId15"/>
    <p:sldId id="376" r:id="rId16"/>
    <p:sldId id="377" r:id="rId17"/>
    <p:sldId id="369" r:id="rId18"/>
    <p:sldId id="339" r:id="rId19"/>
    <p:sldId id="349" r:id="rId20"/>
    <p:sldId id="340" r:id="rId21"/>
    <p:sldId id="374" r:id="rId22"/>
    <p:sldId id="360" r:id="rId23"/>
    <p:sldId id="361" r:id="rId24"/>
    <p:sldId id="309" r:id="rId25"/>
    <p:sldId id="310" r:id="rId26"/>
    <p:sldId id="313" r:id="rId27"/>
    <p:sldId id="355" r:id="rId28"/>
    <p:sldId id="356" r:id="rId29"/>
    <p:sldId id="317" r:id="rId30"/>
    <p:sldId id="328" r:id="rId31"/>
    <p:sldId id="359" r:id="rId32"/>
    <p:sldId id="343" r:id="rId33"/>
    <p:sldId id="357" r:id="rId34"/>
    <p:sldId id="347" r:id="rId35"/>
    <p:sldId id="368" r:id="rId36"/>
    <p:sldId id="367" r:id="rId37"/>
    <p:sldId id="280" r:id="rId38"/>
    <p:sldId id="366" r:id="rId39"/>
  </p:sldIdLst>
  <p:sldSz cx="9144000" cy="6858000" type="screen4x3"/>
  <p:notesSz cx="6954838"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49" autoAdjust="0"/>
    <p:restoredTop sz="87612" autoAdjust="0"/>
  </p:normalViewPr>
  <p:slideViewPr>
    <p:cSldViewPr>
      <p:cViewPr varScale="1">
        <p:scale>
          <a:sx n="59" d="100"/>
          <a:sy n="59" d="100"/>
        </p:scale>
        <p:origin x="-1456" y="-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ACE30F3-02F0-44A5-8793-D18D289EB7DB}" type="doc">
      <dgm:prSet loTypeId="urn:microsoft.com/office/officeart/2005/8/layout/radial5" loCatId="cycle" qsTypeId="urn:microsoft.com/office/officeart/2005/8/quickstyle/simple1" qsCatId="simple" csTypeId="urn:microsoft.com/office/officeart/2005/8/colors/colorful1#1" csCatId="colorful" phldr="1"/>
      <dgm:spPr/>
      <dgm:t>
        <a:bodyPr/>
        <a:lstStyle/>
        <a:p>
          <a:endParaRPr lang="en-US"/>
        </a:p>
      </dgm:t>
    </dgm:pt>
    <dgm:pt modelId="{A876E618-7D48-4D1C-98AC-4AF70CB9DF3F}">
      <dgm:prSet phldrT="[Text]" custT="1"/>
      <dgm:spPr>
        <a:solidFill>
          <a:schemeClr val="accent3">
            <a:lumMod val="50000"/>
          </a:schemeClr>
        </a:solidFill>
      </dgm:spPr>
      <dgm:t>
        <a:bodyPr/>
        <a:lstStyle/>
        <a:p>
          <a:r>
            <a:rPr lang="en-US" sz="3200" dirty="0" smtClean="0">
              <a:latin typeface="Times New Roman" panose="02020603050405020304" pitchFamily="18" charset="0"/>
              <a:cs typeface="Times New Roman" panose="02020603050405020304" pitchFamily="18" charset="0"/>
            </a:rPr>
            <a:t>Elements of  Access to Justice</a:t>
          </a:r>
          <a:endParaRPr lang="en-US" sz="3200" dirty="0">
            <a:latin typeface="Times New Roman" panose="02020603050405020304" pitchFamily="18" charset="0"/>
            <a:cs typeface="Times New Roman" panose="02020603050405020304" pitchFamily="18" charset="0"/>
          </a:endParaRPr>
        </a:p>
      </dgm:t>
    </dgm:pt>
    <dgm:pt modelId="{2B35C3FF-03CC-43FF-A44F-0EDD8C4FE270}" type="sibTrans" cxnId="{929EDF1A-3D1E-4286-AFE5-0C03637E0245}">
      <dgm:prSet/>
      <dgm:spPr/>
      <dgm:t>
        <a:bodyPr/>
        <a:lstStyle/>
        <a:p>
          <a:endParaRPr lang="en-US"/>
        </a:p>
      </dgm:t>
    </dgm:pt>
    <dgm:pt modelId="{A7D1DBC6-271D-4D0D-8998-4BBADC5EB05D}" type="parTrans" cxnId="{929EDF1A-3D1E-4286-AFE5-0C03637E0245}">
      <dgm:prSet/>
      <dgm:spPr/>
      <dgm:t>
        <a:bodyPr/>
        <a:lstStyle/>
        <a:p>
          <a:endParaRPr lang="en-US"/>
        </a:p>
      </dgm:t>
    </dgm:pt>
    <dgm:pt modelId="{982FC65B-B150-435B-BACB-74A46F9577E6}">
      <dgm:prSet phldrT="[Text]" custT="1"/>
      <dgm:spPr/>
      <dgm:t>
        <a:bodyPr/>
        <a:lstStyle/>
        <a:p>
          <a:r>
            <a:rPr lang="en-US" sz="2800" b="1" dirty="0" smtClean="0">
              <a:effectLst>
                <a:outerShdw blurRad="38100" dist="38100" dir="2700000" algn="tl">
                  <a:srgbClr val="000000">
                    <a:alpha val="43137"/>
                  </a:srgbClr>
                </a:outerShdw>
              </a:effectLst>
            </a:rPr>
            <a:t>Legal Framework</a:t>
          </a:r>
          <a:endParaRPr lang="en-US" sz="2800" b="1" dirty="0">
            <a:effectLst>
              <a:outerShdw blurRad="38100" dist="38100" dir="2700000" algn="tl">
                <a:srgbClr val="000000">
                  <a:alpha val="43137"/>
                </a:srgbClr>
              </a:outerShdw>
            </a:effectLst>
          </a:endParaRPr>
        </a:p>
      </dgm:t>
    </dgm:pt>
    <dgm:pt modelId="{48DEBF60-584A-4EDF-8571-A7E063E97763}" type="sibTrans" cxnId="{2CE236C7-662B-4316-9ABD-227F59574B6E}">
      <dgm:prSet/>
      <dgm:spPr/>
      <dgm:t>
        <a:bodyPr/>
        <a:lstStyle/>
        <a:p>
          <a:endParaRPr lang="en-US"/>
        </a:p>
      </dgm:t>
    </dgm:pt>
    <dgm:pt modelId="{51ED3CFF-57E0-4A99-9D14-A784B02D7A97}" type="parTrans" cxnId="{2CE236C7-662B-4316-9ABD-227F59574B6E}">
      <dgm:prSet/>
      <dgm:spPr/>
      <dgm:t>
        <a:bodyPr/>
        <a:lstStyle/>
        <a:p>
          <a:endParaRPr lang="en-US"/>
        </a:p>
      </dgm:t>
    </dgm:pt>
    <dgm:pt modelId="{CC81338D-D0FF-4E0D-8E44-652498F09FEA}">
      <dgm:prSet custT="1"/>
      <dgm:spPr/>
      <dgm:t>
        <a:bodyPr/>
        <a:lstStyle/>
        <a:p>
          <a:r>
            <a:rPr lang="en-US" sz="2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Legal Knowledge</a:t>
          </a:r>
        </a:p>
      </dgm:t>
    </dgm:pt>
    <dgm:pt modelId="{AB2B64B5-4CD6-4C53-903B-B40AFA1B4D51}" type="sibTrans" cxnId="{1BBBB54B-2E73-47A5-862D-6D599857382B}">
      <dgm:prSet/>
      <dgm:spPr/>
      <dgm:t>
        <a:bodyPr/>
        <a:lstStyle/>
        <a:p>
          <a:endParaRPr lang="en-US"/>
        </a:p>
      </dgm:t>
    </dgm:pt>
    <dgm:pt modelId="{CEEDD103-37AC-45B1-AC8A-E66CEC212CA3}" type="parTrans" cxnId="{1BBBB54B-2E73-47A5-862D-6D599857382B}">
      <dgm:prSet/>
      <dgm:spPr/>
      <dgm:t>
        <a:bodyPr/>
        <a:lstStyle/>
        <a:p>
          <a:endParaRPr lang="en-US"/>
        </a:p>
      </dgm:t>
    </dgm:pt>
    <dgm:pt modelId="{D6D07205-2940-455F-A05E-D586ABDCA84B}">
      <dgm:prSet custT="1"/>
      <dgm:spPr/>
      <dgm:t>
        <a:bodyPr/>
        <a:lstStyle/>
        <a:p>
          <a:r>
            <a:rPr lang="en-US" sz="2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Advice and Representation</a:t>
          </a:r>
        </a:p>
      </dgm:t>
    </dgm:pt>
    <dgm:pt modelId="{D6AFE16B-5136-4379-AEC4-292B6A5C0319}" type="sibTrans" cxnId="{C6794789-9CA0-48BB-A8CB-D0B748EB51E5}">
      <dgm:prSet/>
      <dgm:spPr/>
      <dgm:t>
        <a:bodyPr/>
        <a:lstStyle/>
        <a:p>
          <a:endParaRPr lang="en-US"/>
        </a:p>
      </dgm:t>
    </dgm:pt>
    <dgm:pt modelId="{0FAC76EA-E937-49BF-908B-3959DFB23B91}" type="parTrans" cxnId="{C6794789-9CA0-48BB-A8CB-D0B748EB51E5}">
      <dgm:prSet/>
      <dgm:spPr/>
      <dgm:t>
        <a:bodyPr/>
        <a:lstStyle/>
        <a:p>
          <a:endParaRPr lang="en-US"/>
        </a:p>
      </dgm:t>
    </dgm:pt>
    <dgm:pt modelId="{26ED941D-D200-4F38-A1DD-D120572FDDFF}">
      <dgm:prSet custT="1"/>
      <dgm:spPr/>
      <dgm:t>
        <a:bodyPr/>
        <a:lstStyle/>
        <a:p>
          <a:r>
            <a:rPr lang="en-US" sz="2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Access to  Justice Institutions</a:t>
          </a:r>
        </a:p>
      </dgm:t>
    </dgm:pt>
    <dgm:pt modelId="{DA59E822-2723-4723-8B1C-185D9D05CABE}" type="sibTrans" cxnId="{3D69F2A8-0767-4A8F-A3B1-E933CBAED5E9}">
      <dgm:prSet/>
      <dgm:spPr/>
      <dgm:t>
        <a:bodyPr/>
        <a:lstStyle/>
        <a:p>
          <a:endParaRPr lang="en-US"/>
        </a:p>
      </dgm:t>
    </dgm:pt>
    <dgm:pt modelId="{63C0FFA0-CC6C-4643-8A51-1FEA09F188CE}" type="parTrans" cxnId="{3D69F2A8-0767-4A8F-A3B1-E933CBAED5E9}">
      <dgm:prSet/>
      <dgm:spPr/>
      <dgm:t>
        <a:bodyPr/>
        <a:lstStyle/>
        <a:p>
          <a:endParaRPr lang="en-US"/>
        </a:p>
      </dgm:t>
    </dgm:pt>
    <dgm:pt modelId="{60CEB1BC-406E-4477-807B-6941898254EA}">
      <dgm:prSet custT="1"/>
      <dgm:spPr/>
      <dgm:t>
        <a:bodyPr/>
        <a:lstStyle/>
        <a:p>
          <a:r>
            <a:rPr lang="en-US" sz="2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Fair Procedure</a:t>
          </a:r>
        </a:p>
      </dgm:t>
    </dgm:pt>
    <dgm:pt modelId="{4A95FBD0-C162-459D-868A-95454B1914F0}" type="sibTrans" cxnId="{24014B36-8319-4A5D-A21A-82F8CD883103}">
      <dgm:prSet/>
      <dgm:spPr/>
      <dgm:t>
        <a:bodyPr/>
        <a:lstStyle/>
        <a:p>
          <a:endParaRPr lang="en-US"/>
        </a:p>
      </dgm:t>
    </dgm:pt>
    <dgm:pt modelId="{4940269C-7F84-4DC5-BDFC-0D8C010467FA}" type="parTrans" cxnId="{24014B36-8319-4A5D-A21A-82F8CD883103}">
      <dgm:prSet/>
      <dgm:spPr/>
      <dgm:t>
        <a:bodyPr/>
        <a:lstStyle/>
        <a:p>
          <a:endParaRPr lang="en-US"/>
        </a:p>
      </dgm:t>
    </dgm:pt>
    <dgm:pt modelId="{2062D9AD-F78D-4BE6-8C23-865E25C677A7}">
      <dgm:prSet/>
      <dgm:spPr/>
      <dgm:t>
        <a:bodyPr/>
        <a:lstStyle/>
        <a:p>
          <a:endParaRPr lang="en-US" dirty="0"/>
        </a:p>
      </dgm:t>
    </dgm:pt>
    <dgm:pt modelId="{41F1F4F6-97CE-48F9-B275-147BDC19DAE9}" type="sibTrans" cxnId="{0A995798-9A6B-4EE3-B05F-6186ECE24BFE}">
      <dgm:prSet/>
      <dgm:spPr/>
      <dgm:t>
        <a:bodyPr/>
        <a:lstStyle/>
        <a:p>
          <a:endParaRPr lang="en-US"/>
        </a:p>
      </dgm:t>
    </dgm:pt>
    <dgm:pt modelId="{84DC3157-E4F8-4119-96F7-85CE752D7930}" type="parTrans" cxnId="{0A995798-9A6B-4EE3-B05F-6186ECE24BFE}">
      <dgm:prSet/>
      <dgm:spPr/>
      <dgm:t>
        <a:bodyPr/>
        <a:lstStyle/>
        <a:p>
          <a:endParaRPr lang="en-US"/>
        </a:p>
      </dgm:t>
    </dgm:pt>
    <dgm:pt modelId="{350E1D82-A77E-4207-8C5D-561F8FE21B4B}">
      <dgm:prSet/>
      <dgm:spPr/>
      <dgm:t>
        <a:bodyPr/>
        <a:lstStyle/>
        <a:p>
          <a:endParaRPr lang="en-US" dirty="0"/>
        </a:p>
      </dgm:t>
    </dgm:pt>
    <dgm:pt modelId="{C40D4BAD-5533-4605-BE54-ACC2FF0BD887}" type="sibTrans" cxnId="{3E85E139-99C4-4435-B994-7174D07828B9}">
      <dgm:prSet/>
      <dgm:spPr/>
      <dgm:t>
        <a:bodyPr/>
        <a:lstStyle/>
        <a:p>
          <a:endParaRPr lang="en-US"/>
        </a:p>
      </dgm:t>
    </dgm:pt>
    <dgm:pt modelId="{2D3D5AEE-DFB9-445D-80DA-CB4607BC2BB7}" type="parTrans" cxnId="{3E85E139-99C4-4435-B994-7174D07828B9}">
      <dgm:prSet/>
      <dgm:spPr/>
      <dgm:t>
        <a:bodyPr/>
        <a:lstStyle/>
        <a:p>
          <a:endParaRPr lang="en-US"/>
        </a:p>
      </dgm:t>
    </dgm:pt>
    <dgm:pt modelId="{23E6B402-1F20-429D-B6B2-F920FC8B1071}">
      <dgm:prSet custT="1"/>
      <dgm:spPr/>
      <dgm:t>
        <a:bodyPr/>
        <a:lstStyle/>
        <a:p>
          <a:r>
            <a:rPr lang="en-US" sz="2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Enforcement</a:t>
          </a:r>
        </a:p>
      </dgm:t>
    </dgm:pt>
    <dgm:pt modelId="{57C71ED2-F911-43A9-9701-C49B506C1FD7}" type="sibTrans" cxnId="{4204FD36-9145-438E-A0F2-26035426E3AD}">
      <dgm:prSet/>
      <dgm:spPr/>
      <dgm:t>
        <a:bodyPr/>
        <a:lstStyle/>
        <a:p>
          <a:endParaRPr lang="en-US"/>
        </a:p>
      </dgm:t>
    </dgm:pt>
    <dgm:pt modelId="{BB3A76BF-9832-4F3F-9090-199FE45FFD06}" type="parTrans" cxnId="{4204FD36-9145-438E-A0F2-26035426E3AD}">
      <dgm:prSet/>
      <dgm:spPr/>
      <dgm:t>
        <a:bodyPr/>
        <a:lstStyle/>
        <a:p>
          <a:endParaRPr lang="en-US"/>
        </a:p>
      </dgm:t>
    </dgm:pt>
    <dgm:pt modelId="{13D3411B-E7DA-48B7-AC6C-3E8FECD04814}">
      <dgm:prSet custT="1"/>
      <dgm:spPr/>
      <dgm:t>
        <a:bodyPr/>
        <a:lstStyle/>
        <a:p>
          <a:r>
            <a:rPr lang="en-US" sz="2800" dirty="0" smtClean="0"/>
            <a:t>Technology</a:t>
          </a:r>
          <a:endParaRPr lang="en-US" sz="2800" dirty="0"/>
        </a:p>
      </dgm:t>
    </dgm:pt>
    <dgm:pt modelId="{C3601FA3-1061-4053-AB29-A906BBCACC29}" type="parTrans" cxnId="{2A173C60-3BC7-4BF9-ADDF-1B295F54476F}">
      <dgm:prSet/>
      <dgm:spPr/>
      <dgm:t>
        <a:bodyPr/>
        <a:lstStyle/>
        <a:p>
          <a:endParaRPr lang="en-US"/>
        </a:p>
      </dgm:t>
    </dgm:pt>
    <dgm:pt modelId="{D4A274E1-49A7-4F7E-B4F7-439FC4AE4E45}" type="sibTrans" cxnId="{2A173C60-3BC7-4BF9-ADDF-1B295F54476F}">
      <dgm:prSet/>
      <dgm:spPr/>
      <dgm:t>
        <a:bodyPr/>
        <a:lstStyle/>
        <a:p>
          <a:endParaRPr lang="en-US"/>
        </a:p>
      </dgm:t>
    </dgm:pt>
    <dgm:pt modelId="{65525787-A41C-49F5-A22E-903E3669EF7A}" type="pres">
      <dgm:prSet presAssocID="{CACE30F3-02F0-44A5-8793-D18D289EB7DB}" presName="Name0" presStyleCnt="0">
        <dgm:presLayoutVars>
          <dgm:chMax val="1"/>
          <dgm:dir/>
          <dgm:animLvl val="ctr"/>
          <dgm:resizeHandles val="exact"/>
        </dgm:presLayoutVars>
      </dgm:prSet>
      <dgm:spPr/>
      <dgm:t>
        <a:bodyPr/>
        <a:lstStyle/>
        <a:p>
          <a:endParaRPr lang="en-US"/>
        </a:p>
      </dgm:t>
    </dgm:pt>
    <dgm:pt modelId="{F0602741-FA56-4897-A68F-B3FB5D401219}" type="pres">
      <dgm:prSet presAssocID="{A876E618-7D48-4D1C-98AC-4AF70CB9DF3F}" presName="centerShape" presStyleLbl="node0" presStyleIdx="0" presStyleCnt="1" custScaleX="134102"/>
      <dgm:spPr/>
      <dgm:t>
        <a:bodyPr/>
        <a:lstStyle/>
        <a:p>
          <a:endParaRPr lang="en-US"/>
        </a:p>
      </dgm:t>
    </dgm:pt>
    <dgm:pt modelId="{B7177DEA-1D93-4F43-AE8C-02AF8F99DFB0}" type="pres">
      <dgm:prSet presAssocID="{51ED3CFF-57E0-4A99-9D14-A784B02D7A97}" presName="parTrans" presStyleLbl="sibTrans2D1" presStyleIdx="0" presStyleCnt="7"/>
      <dgm:spPr/>
      <dgm:t>
        <a:bodyPr/>
        <a:lstStyle/>
        <a:p>
          <a:endParaRPr lang="en-US"/>
        </a:p>
      </dgm:t>
    </dgm:pt>
    <dgm:pt modelId="{602CE9FD-FB1C-4030-8C9F-403C3B233450}" type="pres">
      <dgm:prSet presAssocID="{51ED3CFF-57E0-4A99-9D14-A784B02D7A97}" presName="connectorText" presStyleLbl="sibTrans2D1" presStyleIdx="0" presStyleCnt="7"/>
      <dgm:spPr/>
      <dgm:t>
        <a:bodyPr/>
        <a:lstStyle/>
        <a:p>
          <a:endParaRPr lang="en-US"/>
        </a:p>
      </dgm:t>
    </dgm:pt>
    <dgm:pt modelId="{796A3DAD-2E43-4349-9137-2C690D244F7D}" type="pres">
      <dgm:prSet presAssocID="{982FC65B-B150-435B-BACB-74A46F9577E6}" presName="node" presStyleLbl="node1" presStyleIdx="0" presStyleCnt="7" custScaleX="147724">
        <dgm:presLayoutVars>
          <dgm:bulletEnabled val="1"/>
        </dgm:presLayoutVars>
      </dgm:prSet>
      <dgm:spPr/>
      <dgm:t>
        <a:bodyPr/>
        <a:lstStyle/>
        <a:p>
          <a:endParaRPr lang="en-US"/>
        </a:p>
      </dgm:t>
    </dgm:pt>
    <dgm:pt modelId="{7D3E135F-81AB-40BA-BF4A-EE36A60E6948}" type="pres">
      <dgm:prSet presAssocID="{CEEDD103-37AC-45B1-AC8A-E66CEC212CA3}" presName="parTrans" presStyleLbl="sibTrans2D1" presStyleIdx="1" presStyleCnt="7"/>
      <dgm:spPr/>
      <dgm:t>
        <a:bodyPr/>
        <a:lstStyle/>
        <a:p>
          <a:endParaRPr lang="en-US"/>
        </a:p>
      </dgm:t>
    </dgm:pt>
    <dgm:pt modelId="{3A4F6C9E-75BA-4911-94CB-C8578D9F32B0}" type="pres">
      <dgm:prSet presAssocID="{CEEDD103-37AC-45B1-AC8A-E66CEC212CA3}" presName="connectorText" presStyleLbl="sibTrans2D1" presStyleIdx="1" presStyleCnt="7"/>
      <dgm:spPr/>
      <dgm:t>
        <a:bodyPr/>
        <a:lstStyle/>
        <a:p>
          <a:endParaRPr lang="en-US"/>
        </a:p>
      </dgm:t>
    </dgm:pt>
    <dgm:pt modelId="{BACB6661-7435-470A-B6C8-55DEBDC75F16}" type="pres">
      <dgm:prSet presAssocID="{CC81338D-D0FF-4E0D-8E44-652498F09FEA}" presName="node" presStyleLbl="node1" presStyleIdx="1" presStyleCnt="7" custScaleX="125731">
        <dgm:presLayoutVars>
          <dgm:bulletEnabled val="1"/>
        </dgm:presLayoutVars>
      </dgm:prSet>
      <dgm:spPr/>
      <dgm:t>
        <a:bodyPr/>
        <a:lstStyle/>
        <a:p>
          <a:endParaRPr lang="en-US"/>
        </a:p>
      </dgm:t>
    </dgm:pt>
    <dgm:pt modelId="{EB3B5386-2C0C-49E9-8C23-58AE6495AAC7}" type="pres">
      <dgm:prSet presAssocID="{0FAC76EA-E937-49BF-908B-3959DFB23B91}" presName="parTrans" presStyleLbl="sibTrans2D1" presStyleIdx="2" presStyleCnt="7"/>
      <dgm:spPr/>
      <dgm:t>
        <a:bodyPr/>
        <a:lstStyle/>
        <a:p>
          <a:endParaRPr lang="en-US"/>
        </a:p>
      </dgm:t>
    </dgm:pt>
    <dgm:pt modelId="{8C7EE991-9A89-4DFC-B994-0AE7D0D1E9C1}" type="pres">
      <dgm:prSet presAssocID="{0FAC76EA-E937-49BF-908B-3959DFB23B91}" presName="connectorText" presStyleLbl="sibTrans2D1" presStyleIdx="2" presStyleCnt="7"/>
      <dgm:spPr/>
      <dgm:t>
        <a:bodyPr/>
        <a:lstStyle/>
        <a:p>
          <a:endParaRPr lang="en-US"/>
        </a:p>
      </dgm:t>
    </dgm:pt>
    <dgm:pt modelId="{3B57675B-A4E1-43D9-9114-EE79C893F03D}" type="pres">
      <dgm:prSet presAssocID="{D6D07205-2940-455F-A05E-D586ABDCA84B}" presName="node" presStyleLbl="node1" presStyleIdx="2" presStyleCnt="7" custScaleX="158085">
        <dgm:presLayoutVars>
          <dgm:bulletEnabled val="1"/>
        </dgm:presLayoutVars>
      </dgm:prSet>
      <dgm:spPr/>
      <dgm:t>
        <a:bodyPr/>
        <a:lstStyle/>
        <a:p>
          <a:endParaRPr lang="en-US"/>
        </a:p>
      </dgm:t>
    </dgm:pt>
    <dgm:pt modelId="{DEAA2517-56C7-4231-B736-9FFAC43FC219}" type="pres">
      <dgm:prSet presAssocID="{63C0FFA0-CC6C-4643-8A51-1FEA09F188CE}" presName="parTrans" presStyleLbl="sibTrans2D1" presStyleIdx="3" presStyleCnt="7"/>
      <dgm:spPr/>
      <dgm:t>
        <a:bodyPr/>
        <a:lstStyle/>
        <a:p>
          <a:endParaRPr lang="en-US"/>
        </a:p>
      </dgm:t>
    </dgm:pt>
    <dgm:pt modelId="{A4DBDD66-2F32-4E6D-B811-495DD0079A92}" type="pres">
      <dgm:prSet presAssocID="{63C0FFA0-CC6C-4643-8A51-1FEA09F188CE}" presName="connectorText" presStyleLbl="sibTrans2D1" presStyleIdx="3" presStyleCnt="7"/>
      <dgm:spPr/>
      <dgm:t>
        <a:bodyPr/>
        <a:lstStyle/>
        <a:p>
          <a:endParaRPr lang="en-US"/>
        </a:p>
      </dgm:t>
    </dgm:pt>
    <dgm:pt modelId="{F904F655-1E32-42AC-A4A4-9B4DDE41EEC5}" type="pres">
      <dgm:prSet presAssocID="{26ED941D-D200-4F38-A1DD-D120572FDDFF}" presName="node" presStyleLbl="node1" presStyleIdx="3" presStyleCnt="7" custScaleX="121519">
        <dgm:presLayoutVars>
          <dgm:bulletEnabled val="1"/>
        </dgm:presLayoutVars>
      </dgm:prSet>
      <dgm:spPr/>
      <dgm:t>
        <a:bodyPr/>
        <a:lstStyle/>
        <a:p>
          <a:endParaRPr lang="en-US"/>
        </a:p>
      </dgm:t>
    </dgm:pt>
    <dgm:pt modelId="{5EB4850B-8AE8-4482-B3ED-85515791124E}" type="pres">
      <dgm:prSet presAssocID="{4940269C-7F84-4DC5-BDFC-0D8C010467FA}" presName="parTrans" presStyleLbl="sibTrans2D1" presStyleIdx="4" presStyleCnt="7"/>
      <dgm:spPr/>
      <dgm:t>
        <a:bodyPr/>
        <a:lstStyle/>
        <a:p>
          <a:endParaRPr lang="en-US"/>
        </a:p>
      </dgm:t>
    </dgm:pt>
    <dgm:pt modelId="{7E0F3BBC-1D59-4873-BE28-D4707181F550}" type="pres">
      <dgm:prSet presAssocID="{4940269C-7F84-4DC5-BDFC-0D8C010467FA}" presName="connectorText" presStyleLbl="sibTrans2D1" presStyleIdx="4" presStyleCnt="7"/>
      <dgm:spPr/>
      <dgm:t>
        <a:bodyPr/>
        <a:lstStyle/>
        <a:p>
          <a:endParaRPr lang="en-US"/>
        </a:p>
      </dgm:t>
    </dgm:pt>
    <dgm:pt modelId="{779457CA-E9A4-46FD-BF04-18BDB321BB3C}" type="pres">
      <dgm:prSet presAssocID="{60CEB1BC-406E-4477-807B-6941898254EA}" presName="node" presStyleLbl="node1" presStyleIdx="4" presStyleCnt="7" custScaleX="120416">
        <dgm:presLayoutVars>
          <dgm:bulletEnabled val="1"/>
        </dgm:presLayoutVars>
      </dgm:prSet>
      <dgm:spPr/>
      <dgm:t>
        <a:bodyPr/>
        <a:lstStyle/>
        <a:p>
          <a:endParaRPr lang="en-US"/>
        </a:p>
      </dgm:t>
    </dgm:pt>
    <dgm:pt modelId="{6103A83F-BBDE-49C6-8584-5F94BEBAFA72}" type="pres">
      <dgm:prSet presAssocID="{BB3A76BF-9832-4F3F-9090-199FE45FFD06}" presName="parTrans" presStyleLbl="sibTrans2D1" presStyleIdx="5" presStyleCnt="7"/>
      <dgm:spPr/>
      <dgm:t>
        <a:bodyPr/>
        <a:lstStyle/>
        <a:p>
          <a:endParaRPr lang="en-US"/>
        </a:p>
      </dgm:t>
    </dgm:pt>
    <dgm:pt modelId="{A75958B8-9A36-4212-9915-43E89B869FEE}" type="pres">
      <dgm:prSet presAssocID="{BB3A76BF-9832-4F3F-9090-199FE45FFD06}" presName="connectorText" presStyleLbl="sibTrans2D1" presStyleIdx="5" presStyleCnt="7"/>
      <dgm:spPr/>
      <dgm:t>
        <a:bodyPr/>
        <a:lstStyle/>
        <a:p>
          <a:endParaRPr lang="en-US"/>
        </a:p>
      </dgm:t>
    </dgm:pt>
    <dgm:pt modelId="{A53CA154-8EBB-4A53-AEE3-962EDD449D22}" type="pres">
      <dgm:prSet presAssocID="{23E6B402-1F20-429D-B6B2-F920FC8B1071}" presName="node" presStyleLbl="node1" presStyleIdx="5" presStyleCnt="7" custScaleX="141445" custRadScaleRad="107881" custRadScaleInc="8025">
        <dgm:presLayoutVars>
          <dgm:bulletEnabled val="1"/>
        </dgm:presLayoutVars>
      </dgm:prSet>
      <dgm:spPr/>
      <dgm:t>
        <a:bodyPr/>
        <a:lstStyle/>
        <a:p>
          <a:endParaRPr lang="en-US"/>
        </a:p>
      </dgm:t>
    </dgm:pt>
    <dgm:pt modelId="{6D6EC0B8-2EF3-4434-8489-0B7196EF2840}" type="pres">
      <dgm:prSet presAssocID="{C3601FA3-1061-4053-AB29-A906BBCACC29}" presName="parTrans" presStyleLbl="sibTrans2D1" presStyleIdx="6" presStyleCnt="7"/>
      <dgm:spPr/>
      <dgm:t>
        <a:bodyPr/>
        <a:lstStyle/>
        <a:p>
          <a:endParaRPr lang="en-US"/>
        </a:p>
      </dgm:t>
    </dgm:pt>
    <dgm:pt modelId="{FC9B4412-23E9-422A-B848-1B3A3D7ED916}" type="pres">
      <dgm:prSet presAssocID="{C3601FA3-1061-4053-AB29-A906BBCACC29}" presName="connectorText" presStyleLbl="sibTrans2D1" presStyleIdx="6" presStyleCnt="7"/>
      <dgm:spPr/>
      <dgm:t>
        <a:bodyPr/>
        <a:lstStyle/>
        <a:p>
          <a:endParaRPr lang="en-US"/>
        </a:p>
      </dgm:t>
    </dgm:pt>
    <dgm:pt modelId="{D77BB472-2D26-4A1E-8FA3-9A15C9B5CC88}" type="pres">
      <dgm:prSet presAssocID="{13D3411B-E7DA-48B7-AC6C-3E8FECD04814}" presName="node" presStyleLbl="node1" presStyleIdx="6" presStyleCnt="7" custScaleX="136067">
        <dgm:presLayoutVars>
          <dgm:bulletEnabled val="1"/>
        </dgm:presLayoutVars>
      </dgm:prSet>
      <dgm:spPr/>
      <dgm:t>
        <a:bodyPr/>
        <a:lstStyle/>
        <a:p>
          <a:endParaRPr lang="en-US"/>
        </a:p>
      </dgm:t>
    </dgm:pt>
  </dgm:ptLst>
  <dgm:cxnLst>
    <dgm:cxn modelId="{2CE236C7-662B-4316-9ABD-227F59574B6E}" srcId="{A876E618-7D48-4D1C-98AC-4AF70CB9DF3F}" destId="{982FC65B-B150-435B-BACB-74A46F9577E6}" srcOrd="0" destOrd="0" parTransId="{51ED3CFF-57E0-4A99-9D14-A784B02D7A97}" sibTransId="{48DEBF60-584A-4EDF-8571-A7E063E97763}"/>
    <dgm:cxn modelId="{94782602-498F-48BD-A1AC-49C39D0E57CD}" type="presOf" srcId="{63C0FFA0-CC6C-4643-8A51-1FEA09F188CE}" destId="{A4DBDD66-2F32-4E6D-B811-495DD0079A92}" srcOrd="1" destOrd="0" presId="urn:microsoft.com/office/officeart/2005/8/layout/radial5"/>
    <dgm:cxn modelId="{4204FD36-9145-438E-A0F2-26035426E3AD}" srcId="{A876E618-7D48-4D1C-98AC-4AF70CB9DF3F}" destId="{23E6B402-1F20-429D-B6B2-F920FC8B1071}" srcOrd="5" destOrd="0" parTransId="{BB3A76BF-9832-4F3F-9090-199FE45FFD06}" sibTransId="{57C71ED2-F911-43A9-9701-C49B506C1FD7}"/>
    <dgm:cxn modelId="{4F583D41-EBE8-4CD5-AA6B-106C476DC15F}" type="presOf" srcId="{CEEDD103-37AC-45B1-AC8A-E66CEC212CA3}" destId="{3A4F6C9E-75BA-4911-94CB-C8578D9F32B0}" srcOrd="1" destOrd="0" presId="urn:microsoft.com/office/officeart/2005/8/layout/radial5"/>
    <dgm:cxn modelId="{C506400F-572F-4672-9AF2-156590AF5064}" type="presOf" srcId="{26ED941D-D200-4F38-A1DD-D120572FDDFF}" destId="{F904F655-1E32-42AC-A4A4-9B4DDE41EEC5}" srcOrd="0" destOrd="0" presId="urn:microsoft.com/office/officeart/2005/8/layout/radial5"/>
    <dgm:cxn modelId="{65F600E7-29D5-4688-A4F4-3A803EB7DCFF}" type="presOf" srcId="{CC81338D-D0FF-4E0D-8E44-652498F09FEA}" destId="{BACB6661-7435-470A-B6C8-55DEBDC75F16}" srcOrd="0" destOrd="0" presId="urn:microsoft.com/office/officeart/2005/8/layout/radial5"/>
    <dgm:cxn modelId="{5F027EE1-3BF1-4BA0-A461-1832215513D3}" type="presOf" srcId="{982FC65B-B150-435B-BACB-74A46F9577E6}" destId="{796A3DAD-2E43-4349-9137-2C690D244F7D}" srcOrd="0" destOrd="0" presId="urn:microsoft.com/office/officeart/2005/8/layout/radial5"/>
    <dgm:cxn modelId="{3D69F2A8-0767-4A8F-A3B1-E933CBAED5E9}" srcId="{A876E618-7D48-4D1C-98AC-4AF70CB9DF3F}" destId="{26ED941D-D200-4F38-A1DD-D120572FDDFF}" srcOrd="3" destOrd="0" parTransId="{63C0FFA0-CC6C-4643-8A51-1FEA09F188CE}" sibTransId="{DA59E822-2723-4723-8B1C-185D9D05CABE}"/>
    <dgm:cxn modelId="{B3E7860A-2072-41E5-9B19-AC6ABB3643F1}" type="presOf" srcId="{51ED3CFF-57E0-4A99-9D14-A784B02D7A97}" destId="{602CE9FD-FB1C-4030-8C9F-403C3B233450}" srcOrd="1" destOrd="0" presId="urn:microsoft.com/office/officeart/2005/8/layout/radial5"/>
    <dgm:cxn modelId="{22D72166-25A6-4FCE-BFF2-9A698B61B6F1}" type="presOf" srcId="{C3601FA3-1061-4053-AB29-A906BBCACC29}" destId="{FC9B4412-23E9-422A-B848-1B3A3D7ED916}" srcOrd="1" destOrd="0" presId="urn:microsoft.com/office/officeart/2005/8/layout/radial5"/>
    <dgm:cxn modelId="{1DEA5557-56D2-4B28-BFB9-CFE57D6E8700}" type="presOf" srcId="{63C0FFA0-CC6C-4643-8A51-1FEA09F188CE}" destId="{DEAA2517-56C7-4231-B736-9FFAC43FC219}" srcOrd="0" destOrd="0" presId="urn:microsoft.com/office/officeart/2005/8/layout/radial5"/>
    <dgm:cxn modelId="{AC10BF1F-2744-4167-88ED-8D15C94895AE}" type="presOf" srcId="{BB3A76BF-9832-4F3F-9090-199FE45FFD06}" destId="{A75958B8-9A36-4212-9915-43E89B869FEE}" srcOrd="1" destOrd="0" presId="urn:microsoft.com/office/officeart/2005/8/layout/radial5"/>
    <dgm:cxn modelId="{03C88088-C8D3-445C-8D34-0FB1B2E3B2BC}" type="presOf" srcId="{60CEB1BC-406E-4477-807B-6941898254EA}" destId="{779457CA-E9A4-46FD-BF04-18BDB321BB3C}" srcOrd="0" destOrd="0" presId="urn:microsoft.com/office/officeart/2005/8/layout/radial5"/>
    <dgm:cxn modelId="{3E85E139-99C4-4435-B994-7174D07828B9}" srcId="{CACE30F3-02F0-44A5-8793-D18D289EB7DB}" destId="{350E1D82-A77E-4207-8C5D-561F8FE21B4B}" srcOrd="1" destOrd="0" parTransId="{2D3D5AEE-DFB9-445D-80DA-CB4607BC2BB7}" sibTransId="{C40D4BAD-5533-4605-BE54-ACC2FF0BD887}"/>
    <dgm:cxn modelId="{1929F084-065F-4A06-9BB6-DCE586B57D05}" type="presOf" srcId="{0FAC76EA-E937-49BF-908B-3959DFB23B91}" destId="{8C7EE991-9A89-4DFC-B994-0AE7D0D1E9C1}" srcOrd="1" destOrd="0" presId="urn:microsoft.com/office/officeart/2005/8/layout/radial5"/>
    <dgm:cxn modelId="{929EDF1A-3D1E-4286-AFE5-0C03637E0245}" srcId="{CACE30F3-02F0-44A5-8793-D18D289EB7DB}" destId="{A876E618-7D48-4D1C-98AC-4AF70CB9DF3F}" srcOrd="0" destOrd="0" parTransId="{A7D1DBC6-271D-4D0D-8998-4BBADC5EB05D}" sibTransId="{2B35C3FF-03CC-43FF-A44F-0EDD8C4FE270}"/>
    <dgm:cxn modelId="{DAE41162-55B9-4341-A96A-5CA406E6832D}" type="presOf" srcId="{0FAC76EA-E937-49BF-908B-3959DFB23B91}" destId="{EB3B5386-2C0C-49E9-8C23-58AE6495AAC7}" srcOrd="0" destOrd="0" presId="urn:microsoft.com/office/officeart/2005/8/layout/radial5"/>
    <dgm:cxn modelId="{EDBAFDC2-428A-43FD-AB4B-EB58CEFD7545}" type="presOf" srcId="{4940269C-7F84-4DC5-BDFC-0D8C010467FA}" destId="{7E0F3BBC-1D59-4873-BE28-D4707181F550}" srcOrd="1" destOrd="0" presId="urn:microsoft.com/office/officeart/2005/8/layout/radial5"/>
    <dgm:cxn modelId="{40740DAB-0E24-4126-BBCE-5BB0B8002492}" type="presOf" srcId="{A876E618-7D48-4D1C-98AC-4AF70CB9DF3F}" destId="{F0602741-FA56-4897-A68F-B3FB5D401219}" srcOrd="0" destOrd="0" presId="urn:microsoft.com/office/officeart/2005/8/layout/radial5"/>
    <dgm:cxn modelId="{0A995798-9A6B-4EE3-B05F-6186ECE24BFE}" srcId="{CACE30F3-02F0-44A5-8793-D18D289EB7DB}" destId="{2062D9AD-F78D-4BE6-8C23-865E25C677A7}" srcOrd="2" destOrd="0" parTransId="{84DC3157-E4F8-4119-96F7-85CE752D7930}" sibTransId="{41F1F4F6-97CE-48F9-B275-147BDC19DAE9}"/>
    <dgm:cxn modelId="{3A803079-6DB9-48F2-8210-DA28E477FFCB}" type="presOf" srcId="{CEEDD103-37AC-45B1-AC8A-E66CEC212CA3}" destId="{7D3E135F-81AB-40BA-BF4A-EE36A60E6948}" srcOrd="0" destOrd="0" presId="urn:microsoft.com/office/officeart/2005/8/layout/radial5"/>
    <dgm:cxn modelId="{24014B36-8319-4A5D-A21A-82F8CD883103}" srcId="{A876E618-7D48-4D1C-98AC-4AF70CB9DF3F}" destId="{60CEB1BC-406E-4477-807B-6941898254EA}" srcOrd="4" destOrd="0" parTransId="{4940269C-7F84-4DC5-BDFC-0D8C010467FA}" sibTransId="{4A95FBD0-C162-459D-868A-95454B1914F0}"/>
    <dgm:cxn modelId="{C9927A62-5DC4-4D8B-835E-E6BFA371E57F}" type="presOf" srcId="{C3601FA3-1061-4053-AB29-A906BBCACC29}" destId="{6D6EC0B8-2EF3-4434-8489-0B7196EF2840}" srcOrd="0" destOrd="0" presId="urn:microsoft.com/office/officeart/2005/8/layout/radial5"/>
    <dgm:cxn modelId="{1BBBB54B-2E73-47A5-862D-6D599857382B}" srcId="{A876E618-7D48-4D1C-98AC-4AF70CB9DF3F}" destId="{CC81338D-D0FF-4E0D-8E44-652498F09FEA}" srcOrd="1" destOrd="0" parTransId="{CEEDD103-37AC-45B1-AC8A-E66CEC212CA3}" sibTransId="{AB2B64B5-4CD6-4C53-903B-B40AFA1B4D51}"/>
    <dgm:cxn modelId="{575B189D-1D2C-4064-B484-77BEBB3F290C}" type="presOf" srcId="{D6D07205-2940-455F-A05E-D586ABDCA84B}" destId="{3B57675B-A4E1-43D9-9114-EE79C893F03D}" srcOrd="0" destOrd="0" presId="urn:microsoft.com/office/officeart/2005/8/layout/radial5"/>
    <dgm:cxn modelId="{CAE54D67-E87A-48B7-8DB1-2BF0B6069E5B}" type="presOf" srcId="{51ED3CFF-57E0-4A99-9D14-A784B02D7A97}" destId="{B7177DEA-1D93-4F43-AE8C-02AF8F99DFB0}" srcOrd="0" destOrd="0" presId="urn:microsoft.com/office/officeart/2005/8/layout/radial5"/>
    <dgm:cxn modelId="{C6794789-9CA0-48BB-A8CB-D0B748EB51E5}" srcId="{A876E618-7D48-4D1C-98AC-4AF70CB9DF3F}" destId="{D6D07205-2940-455F-A05E-D586ABDCA84B}" srcOrd="2" destOrd="0" parTransId="{0FAC76EA-E937-49BF-908B-3959DFB23B91}" sibTransId="{D6AFE16B-5136-4379-AEC4-292B6A5C0319}"/>
    <dgm:cxn modelId="{B5DBB8A3-DB98-4740-BE3A-29D8CF4FB868}" type="presOf" srcId="{CACE30F3-02F0-44A5-8793-D18D289EB7DB}" destId="{65525787-A41C-49F5-A22E-903E3669EF7A}" srcOrd="0" destOrd="0" presId="urn:microsoft.com/office/officeart/2005/8/layout/radial5"/>
    <dgm:cxn modelId="{D5719966-DFF8-43C8-A5D9-25BFC86EBCCB}" type="presOf" srcId="{13D3411B-E7DA-48B7-AC6C-3E8FECD04814}" destId="{D77BB472-2D26-4A1E-8FA3-9A15C9B5CC88}" srcOrd="0" destOrd="0" presId="urn:microsoft.com/office/officeart/2005/8/layout/radial5"/>
    <dgm:cxn modelId="{34446B35-1988-4402-A1DA-5A1A9DE78FAA}" type="presOf" srcId="{4940269C-7F84-4DC5-BDFC-0D8C010467FA}" destId="{5EB4850B-8AE8-4482-B3ED-85515791124E}" srcOrd="0" destOrd="0" presId="urn:microsoft.com/office/officeart/2005/8/layout/radial5"/>
    <dgm:cxn modelId="{71A64CFD-CBDE-4095-8EB3-89E07A26B151}" type="presOf" srcId="{23E6B402-1F20-429D-B6B2-F920FC8B1071}" destId="{A53CA154-8EBB-4A53-AEE3-962EDD449D22}" srcOrd="0" destOrd="0" presId="urn:microsoft.com/office/officeart/2005/8/layout/radial5"/>
    <dgm:cxn modelId="{2A173C60-3BC7-4BF9-ADDF-1B295F54476F}" srcId="{A876E618-7D48-4D1C-98AC-4AF70CB9DF3F}" destId="{13D3411B-E7DA-48B7-AC6C-3E8FECD04814}" srcOrd="6" destOrd="0" parTransId="{C3601FA3-1061-4053-AB29-A906BBCACC29}" sibTransId="{D4A274E1-49A7-4F7E-B4F7-439FC4AE4E45}"/>
    <dgm:cxn modelId="{DDC0C1F5-51F5-450B-8B67-0EA471B5EF15}" type="presOf" srcId="{BB3A76BF-9832-4F3F-9090-199FE45FFD06}" destId="{6103A83F-BBDE-49C6-8584-5F94BEBAFA72}" srcOrd="0" destOrd="0" presId="urn:microsoft.com/office/officeart/2005/8/layout/radial5"/>
    <dgm:cxn modelId="{0282638A-BD53-4954-A6B1-86005655AD2E}" type="presParOf" srcId="{65525787-A41C-49F5-A22E-903E3669EF7A}" destId="{F0602741-FA56-4897-A68F-B3FB5D401219}" srcOrd="0" destOrd="0" presId="urn:microsoft.com/office/officeart/2005/8/layout/radial5"/>
    <dgm:cxn modelId="{983E5AF0-807D-43DF-A511-27D8037D3C72}" type="presParOf" srcId="{65525787-A41C-49F5-A22E-903E3669EF7A}" destId="{B7177DEA-1D93-4F43-AE8C-02AF8F99DFB0}" srcOrd="1" destOrd="0" presId="urn:microsoft.com/office/officeart/2005/8/layout/radial5"/>
    <dgm:cxn modelId="{5DB80F5F-2758-4B8E-A2D2-F3BEE08D0858}" type="presParOf" srcId="{B7177DEA-1D93-4F43-AE8C-02AF8F99DFB0}" destId="{602CE9FD-FB1C-4030-8C9F-403C3B233450}" srcOrd="0" destOrd="0" presId="urn:microsoft.com/office/officeart/2005/8/layout/radial5"/>
    <dgm:cxn modelId="{3FFACF98-3A5E-4C51-886D-0321007237EC}" type="presParOf" srcId="{65525787-A41C-49F5-A22E-903E3669EF7A}" destId="{796A3DAD-2E43-4349-9137-2C690D244F7D}" srcOrd="2" destOrd="0" presId="urn:microsoft.com/office/officeart/2005/8/layout/radial5"/>
    <dgm:cxn modelId="{4558F011-AD93-4E5F-A0F8-7E465D3E1719}" type="presParOf" srcId="{65525787-A41C-49F5-A22E-903E3669EF7A}" destId="{7D3E135F-81AB-40BA-BF4A-EE36A60E6948}" srcOrd="3" destOrd="0" presId="urn:microsoft.com/office/officeart/2005/8/layout/radial5"/>
    <dgm:cxn modelId="{08317E35-C73E-4333-846E-BFE0C94F0F0F}" type="presParOf" srcId="{7D3E135F-81AB-40BA-BF4A-EE36A60E6948}" destId="{3A4F6C9E-75BA-4911-94CB-C8578D9F32B0}" srcOrd="0" destOrd="0" presId="urn:microsoft.com/office/officeart/2005/8/layout/radial5"/>
    <dgm:cxn modelId="{90A6B893-04F0-4C2F-964E-58310FA3B194}" type="presParOf" srcId="{65525787-A41C-49F5-A22E-903E3669EF7A}" destId="{BACB6661-7435-470A-B6C8-55DEBDC75F16}" srcOrd="4" destOrd="0" presId="urn:microsoft.com/office/officeart/2005/8/layout/radial5"/>
    <dgm:cxn modelId="{C0737EEF-3CF1-4BD5-9D7F-093C6D494B85}" type="presParOf" srcId="{65525787-A41C-49F5-A22E-903E3669EF7A}" destId="{EB3B5386-2C0C-49E9-8C23-58AE6495AAC7}" srcOrd="5" destOrd="0" presId="urn:microsoft.com/office/officeart/2005/8/layout/radial5"/>
    <dgm:cxn modelId="{ACC62219-E481-4868-9F9E-9831B995E8AB}" type="presParOf" srcId="{EB3B5386-2C0C-49E9-8C23-58AE6495AAC7}" destId="{8C7EE991-9A89-4DFC-B994-0AE7D0D1E9C1}" srcOrd="0" destOrd="0" presId="urn:microsoft.com/office/officeart/2005/8/layout/radial5"/>
    <dgm:cxn modelId="{77B9E0AE-D6E8-49F8-9B24-95DC218C725E}" type="presParOf" srcId="{65525787-A41C-49F5-A22E-903E3669EF7A}" destId="{3B57675B-A4E1-43D9-9114-EE79C893F03D}" srcOrd="6" destOrd="0" presId="urn:microsoft.com/office/officeart/2005/8/layout/radial5"/>
    <dgm:cxn modelId="{B5BFA96C-7B7A-45EA-8EE0-554B806FB155}" type="presParOf" srcId="{65525787-A41C-49F5-A22E-903E3669EF7A}" destId="{DEAA2517-56C7-4231-B736-9FFAC43FC219}" srcOrd="7" destOrd="0" presId="urn:microsoft.com/office/officeart/2005/8/layout/radial5"/>
    <dgm:cxn modelId="{52A23BB0-AE87-496C-81F2-43174F39DFF3}" type="presParOf" srcId="{DEAA2517-56C7-4231-B736-9FFAC43FC219}" destId="{A4DBDD66-2F32-4E6D-B811-495DD0079A92}" srcOrd="0" destOrd="0" presId="urn:microsoft.com/office/officeart/2005/8/layout/radial5"/>
    <dgm:cxn modelId="{124087B2-9E63-4982-9E26-01F157438A4B}" type="presParOf" srcId="{65525787-A41C-49F5-A22E-903E3669EF7A}" destId="{F904F655-1E32-42AC-A4A4-9B4DDE41EEC5}" srcOrd="8" destOrd="0" presId="urn:microsoft.com/office/officeart/2005/8/layout/radial5"/>
    <dgm:cxn modelId="{DA36F91C-C324-4559-AC55-0BB18710BE11}" type="presParOf" srcId="{65525787-A41C-49F5-A22E-903E3669EF7A}" destId="{5EB4850B-8AE8-4482-B3ED-85515791124E}" srcOrd="9" destOrd="0" presId="urn:microsoft.com/office/officeart/2005/8/layout/radial5"/>
    <dgm:cxn modelId="{CC9D70E6-64AD-439A-B0EB-A31102B85689}" type="presParOf" srcId="{5EB4850B-8AE8-4482-B3ED-85515791124E}" destId="{7E0F3BBC-1D59-4873-BE28-D4707181F550}" srcOrd="0" destOrd="0" presId="urn:microsoft.com/office/officeart/2005/8/layout/radial5"/>
    <dgm:cxn modelId="{2CEC44BA-B156-4878-9A52-D10A14C5E100}" type="presParOf" srcId="{65525787-A41C-49F5-A22E-903E3669EF7A}" destId="{779457CA-E9A4-46FD-BF04-18BDB321BB3C}" srcOrd="10" destOrd="0" presId="urn:microsoft.com/office/officeart/2005/8/layout/radial5"/>
    <dgm:cxn modelId="{9AE19F87-7BC0-472A-83AE-5D4459B67485}" type="presParOf" srcId="{65525787-A41C-49F5-A22E-903E3669EF7A}" destId="{6103A83F-BBDE-49C6-8584-5F94BEBAFA72}" srcOrd="11" destOrd="0" presId="urn:microsoft.com/office/officeart/2005/8/layout/radial5"/>
    <dgm:cxn modelId="{72953DA1-35FC-4898-9D41-55DB6AD70DC0}" type="presParOf" srcId="{6103A83F-BBDE-49C6-8584-5F94BEBAFA72}" destId="{A75958B8-9A36-4212-9915-43E89B869FEE}" srcOrd="0" destOrd="0" presId="urn:microsoft.com/office/officeart/2005/8/layout/radial5"/>
    <dgm:cxn modelId="{00E0DBB7-63B8-4566-A22C-014C3E974ECF}" type="presParOf" srcId="{65525787-A41C-49F5-A22E-903E3669EF7A}" destId="{A53CA154-8EBB-4A53-AEE3-962EDD449D22}" srcOrd="12" destOrd="0" presId="urn:microsoft.com/office/officeart/2005/8/layout/radial5"/>
    <dgm:cxn modelId="{4C9623A1-6E2E-4A3B-A939-C244AF813A5E}" type="presParOf" srcId="{65525787-A41C-49F5-A22E-903E3669EF7A}" destId="{6D6EC0B8-2EF3-4434-8489-0B7196EF2840}" srcOrd="13" destOrd="0" presId="urn:microsoft.com/office/officeart/2005/8/layout/radial5"/>
    <dgm:cxn modelId="{94FFA545-3609-4F5F-91D5-7B060C83B7E7}" type="presParOf" srcId="{6D6EC0B8-2EF3-4434-8489-0B7196EF2840}" destId="{FC9B4412-23E9-422A-B848-1B3A3D7ED916}" srcOrd="0" destOrd="0" presId="urn:microsoft.com/office/officeart/2005/8/layout/radial5"/>
    <dgm:cxn modelId="{925B8B97-276F-4978-AB8D-4BF0BC788F1C}" type="presParOf" srcId="{65525787-A41C-49F5-A22E-903E3669EF7A}" destId="{D77BB472-2D26-4A1E-8FA3-9A15C9B5CC88}" srcOrd="14"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17B172B-7814-4547-B0BD-977856E94A61}"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7D0A95C3-7806-49D3-B9A0-E58CCEA9C788}">
      <dgm:prSet phldrT="[Text]" custT="1"/>
      <dgm:spPr>
        <a:solidFill>
          <a:schemeClr val="accent3">
            <a:lumMod val="40000"/>
            <a:lumOff val="60000"/>
            <a:alpha val="90000"/>
          </a:schemeClr>
        </a:solidFill>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n-US" sz="5400" b="1" dirty="0" smtClean="0">
              <a:effectLst>
                <a:outerShdw blurRad="38100" dist="38100" dir="2700000" algn="tl">
                  <a:srgbClr val="000000">
                    <a:alpha val="43137"/>
                  </a:srgbClr>
                </a:outerShdw>
              </a:effectLst>
              <a:latin typeface="Kokila" pitchFamily="34" charset="0"/>
              <a:cs typeface="Kokila" pitchFamily="34" charset="0"/>
            </a:rPr>
            <a:t>Two Sides of </a:t>
          </a:r>
        </a:p>
        <a:p>
          <a:pPr marL="0" marR="0" indent="0" defTabSz="914400" eaLnBrk="1" fontAlgn="auto" latinLnBrk="0" hangingPunct="1">
            <a:lnSpc>
              <a:spcPct val="100000"/>
            </a:lnSpc>
            <a:spcBef>
              <a:spcPts val="0"/>
            </a:spcBef>
            <a:spcAft>
              <a:spcPts val="0"/>
            </a:spcAft>
            <a:buClrTx/>
            <a:buSzTx/>
            <a:buFontTx/>
            <a:buNone/>
            <a:tabLst/>
            <a:defRPr/>
          </a:pPr>
          <a:r>
            <a:rPr lang="en-US" sz="5400" b="1" dirty="0" smtClean="0">
              <a:effectLst>
                <a:outerShdw blurRad="38100" dist="38100" dir="2700000" algn="tl">
                  <a:srgbClr val="000000">
                    <a:alpha val="43137"/>
                  </a:srgbClr>
                </a:outerShdw>
              </a:effectLst>
              <a:latin typeface="Kokila" pitchFamily="34" charset="0"/>
              <a:cs typeface="Kokila" pitchFamily="34" charset="0"/>
            </a:rPr>
            <a:t>Access to Justice</a:t>
          </a:r>
        </a:p>
        <a:p>
          <a:pPr defTabSz="2044700">
            <a:lnSpc>
              <a:spcPct val="90000"/>
            </a:lnSpc>
            <a:spcBef>
              <a:spcPct val="0"/>
            </a:spcBef>
            <a:spcAft>
              <a:spcPct val="35000"/>
            </a:spcAft>
          </a:pPr>
          <a:endParaRPr lang="en-US" sz="2000" dirty="0"/>
        </a:p>
      </dgm:t>
    </dgm:pt>
    <dgm:pt modelId="{2AAE2DBD-E232-4804-946E-F0748EF63962}" type="parTrans" cxnId="{C3886F79-9C98-4CC1-9B80-9C7434B90E2B}">
      <dgm:prSet/>
      <dgm:spPr/>
      <dgm:t>
        <a:bodyPr/>
        <a:lstStyle/>
        <a:p>
          <a:endParaRPr lang="en-US"/>
        </a:p>
      </dgm:t>
    </dgm:pt>
    <dgm:pt modelId="{9F1CF073-2ECC-409D-96B0-B8E898EDB77E}" type="sibTrans" cxnId="{C3886F79-9C98-4CC1-9B80-9C7434B90E2B}">
      <dgm:prSet/>
      <dgm:spPr/>
      <dgm:t>
        <a:bodyPr/>
        <a:lstStyle/>
        <a:p>
          <a:endParaRPr lang="en-US"/>
        </a:p>
      </dgm:t>
    </dgm:pt>
    <dgm:pt modelId="{BE7AE7D4-161C-43C9-B778-E7B58B2D69B9}">
      <dgm:prSet phldrT="[Text]" custT="1"/>
      <dgm:spPr/>
      <dgm:t>
        <a:bodyPr/>
        <a:lstStyle/>
        <a:p>
          <a:r>
            <a:rPr lang="en-US" sz="4800" b="1" dirty="0" smtClean="0">
              <a:effectLst>
                <a:outerShdw blurRad="38100" dist="38100" dir="2700000" algn="tl">
                  <a:srgbClr val="000000">
                    <a:alpha val="43137"/>
                  </a:srgbClr>
                </a:outerShdw>
              </a:effectLst>
              <a:latin typeface="Kokila" pitchFamily="34" charset="0"/>
              <a:cs typeface="Kokila" pitchFamily="34" charset="0"/>
            </a:rPr>
            <a:t>Supply </a:t>
          </a:r>
        </a:p>
        <a:p>
          <a:r>
            <a:rPr lang="en-US" sz="4800" b="1" dirty="0" smtClean="0">
              <a:effectLst>
                <a:outerShdw blurRad="38100" dist="38100" dir="2700000" algn="tl">
                  <a:srgbClr val="000000">
                    <a:alpha val="43137"/>
                  </a:srgbClr>
                </a:outerShdw>
              </a:effectLst>
              <a:latin typeface="Kokila" pitchFamily="34" charset="0"/>
              <a:cs typeface="Kokila" pitchFamily="34" charset="0"/>
            </a:rPr>
            <a:t>Side</a:t>
          </a:r>
          <a:endParaRPr lang="en-US" sz="4800" b="1" dirty="0">
            <a:effectLst>
              <a:outerShdw blurRad="38100" dist="38100" dir="2700000" algn="tl">
                <a:srgbClr val="000000">
                  <a:alpha val="43137"/>
                </a:srgbClr>
              </a:outerShdw>
            </a:effectLst>
            <a:latin typeface="Kokila" pitchFamily="34" charset="0"/>
            <a:cs typeface="Kokila" pitchFamily="34" charset="0"/>
          </a:endParaRPr>
        </a:p>
      </dgm:t>
    </dgm:pt>
    <dgm:pt modelId="{1F30D7E2-9E6F-45BF-B74F-937B602AACBD}" type="parTrans" cxnId="{12CA3157-4FE7-43AC-AA9C-E1E5761B1696}">
      <dgm:prSet/>
      <dgm:spPr/>
      <dgm:t>
        <a:bodyPr/>
        <a:lstStyle/>
        <a:p>
          <a:endParaRPr lang="en-US"/>
        </a:p>
      </dgm:t>
    </dgm:pt>
    <dgm:pt modelId="{0CFFC2D1-C697-4247-B12C-30172E7662C5}" type="sibTrans" cxnId="{12CA3157-4FE7-43AC-AA9C-E1E5761B1696}">
      <dgm:prSet/>
      <dgm:spPr/>
      <dgm:t>
        <a:bodyPr/>
        <a:lstStyle/>
        <a:p>
          <a:endParaRPr lang="en-US"/>
        </a:p>
      </dgm:t>
    </dgm:pt>
    <dgm:pt modelId="{38D354EF-B377-4CA3-AC15-37F669126225}">
      <dgm:prSet custT="1"/>
      <dgm:spPr/>
      <dgm:t>
        <a:bodyPr/>
        <a:lstStyle/>
        <a:p>
          <a:r>
            <a:rPr lang="en-US" sz="4800" b="1" dirty="0" smtClean="0">
              <a:effectLst>
                <a:outerShdw blurRad="38100" dist="38100" dir="2700000" algn="tl">
                  <a:srgbClr val="000000">
                    <a:alpha val="43137"/>
                  </a:srgbClr>
                </a:outerShdw>
              </a:effectLst>
              <a:latin typeface="Kokila" pitchFamily="34" charset="0"/>
              <a:cs typeface="Kokila" pitchFamily="34" charset="0"/>
            </a:rPr>
            <a:t>Demand </a:t>
          </a:r>
        </a:p>
        <a:p>
          <a:r>
            <a:rPr lang="en-US" sz="4800" b="1" dirty="0" smtClean="0">
              <a:effectLst>
                <a:outerShdw blurRad="38100" dist="38100" dir="2700000" algn="tl">
                  <a:srgbClr val="000000">
                    <a:alpha val="43137"/>
                  </a:srgbClr>
                </a:outerShdw>
              </a:effectLst>
              <a:latin typeface="Kokila" pitchFamily="34" charset="0"/>
              <a:cs typeface="Kokila" pitchFamily="34" charset="0"/>
            </a:rPr>
            <a:t>Side</a:t>
          </a:r>
          <a:endParaRPr lang="en-US" sz="4800" b="1" dirty="0">
            <a:effectLst>
              <a:outerShdw blurRad="38100" dist="38100" dir="2700000" algn="tl">
                <a:srgbClr val="000000">
                  <a:alpha val="43137"/>
                </a:srgbClr>
              </a:outerShdw>
            </a:effectLst>
            <a:latin typeface="Kokila" pitchFamily="34" charset="0"/>
            <a:cs typeface="Kokila" pitchFamily="34" charset="0"/>
          </a:endParaRPr>
        </a:p>
      </dgm:t>
    </dgm:pt>
    <dgm:pt modelId="{441282A7-027B-4942-A774-CA9A9E6DEE7E}" type="parTrans" cxnId="{0E3FCB26-D8B6-4B2F-A6D6-9A4CAFC5E7D8}">
      <dgm:prSet/>
      <dgm:spPr/>
      <dgm:t>
        <a:bodyPr/>
        <a:lstStyle/>
        <a:p>
          <a:endParaRPr lang="en-US"/>
        </a:p>
      </dgm:t>
    </dgm:pt>
    <dgm:pt modelId="{0D4E9AD3-AB6E-473F-927F-06390CFFB4C9}" type="sibTrans" cxnId="{0E3FCB26-D8B6-4B2F-A6D6-9A4CAFC5E7D8}">
      <dgm:prSet/>
      <dgm:spPr/>
      <dgm:t>
        <a:bodyPr/>
        <a:lstStyle/>
        <a:p>
          <a:endParaRPr lang="en-US"/>
        </a:p>
      </dgm:t>
    </dgm:pt>
    <dgm:pt modelId="{8B728197-0C0E-4C59-B729-C321E95FC4B6}" type="pres">
      <dgm:prSet presAssocID="{B17B172B-7814-4547-B0BD-977856E94A61}" presName="hierChild1" presStyleCnt="0">
        <dgm:presLayoutVars>
          <dgm:chPref val="1"/>
          <dgm:dir/>
          <dgm:animOne val="branch"/>
          <dgm:animLvl val="lvl"/>
          <dgm:resizeHandles/>
        </dgm:presLayoutVars>
      </dgm:prSet>
      <dgm:spPr/>
      <dgm:t>
        <a:bodyPr/>
        <a:lstStyle/>
        <a:p>
          <a:endParaRPr lang="en-US"/>
        </a:p>
      </dgm:t>
    </dgm:pt>
    <dgm:pt modelId="{D0844118-C429-40F0-B2F4-694E8F070632}" type="pres">
      <dgm:prSet presAssocID="{7D0A95C3-7806-49D3-B9A0-E58CCEA9C788}" presName="hierRoot1" presStyleCnt="0"/>
      <dgm:spPr/>
    </dgm:pt>
    <dgm:pt modelId="{F021D9F6-B31D-4F89-89C3-6308F6FAA134}" type="pres">
      <dgm:prSet presAssocID="{7D0A95C3-7806-49D3-B9A0-E58CCEA9C788}" presName="composite" presStyleCnt="0"/>
      <dgm:spPr/>
    </dgm:pt>
    <dgm:pt modelId="{01808AD4-EB74-41A3-BC1C-44E5C92958DB}" type="pres">
      <dgm:prSet presAssocID="{7D0A95C3-7806-49D3-B9A0-E58CCEA9C788}" presName="background" presStyleLbl="node0" presStyleIdx="0" presStyleCnt="1"/>
      <dgm:spPr/>
    </dgm:pt>
    <dgm:pt modelId="{3F5B79FA-67BD-4F89-AC5B-7B70A2B60874}" type="pres">
      <dgm:prSet presAssocID="{7D0A95C3-7806-49D3-B9A0-E58CCEA9C788}" presName="text" presStyleLbl="fgAcc0" presStyleIdx="0" presStyleCnt="1" custScaleX="259657">
        <dgm:presLayoutVars>
          <dgm:chPref val="3"/>
        </dgm:presLayoutVars>
      </dgm:prSet>
      <dgm:spPr/>
      <dgm:t>
        <a:bodyPr/>
        <a:lstStyle/>
        <a:p>
          <a:endParaRPr lang="en-US"/>
        </a:p>
      </dgm:t>
    </dgm:pt>
    <dgm:pt modelId="{F6E3E2F7-6187-4B81-B003-86A90BE6E161}" type="pres">
      <dgm:prSet presAssocID="{7D0A95C3-7806-49D3-B9A0-E58CCEA9C788}" presName="hierChild2" presStyleCnt="0"/>
      <dgm:spPr/>
    </dgm:pt>
    <dgm:pt modelId="{E257A0E4-A575-454B-B470-95EE4862608C}" type="pres">
      <dgm:prSet presAssocID="{441282A7-027B-4942-A774-CA9A9E6DEE7E}" presName="Name10" presStyleLbl="parChTrans1D2" presStyleIdx="0" presStyleCnt="2"/>
      <dgm:spPr/>
      <dgm:t>
        <a:bodyPr/>
        <a:lstStyle/>
        <a:p>
          <a:endParaRPr lang="en-US"/>
        </a:p>
      </dgm:t>
    </dgm:pt>
    <dgm:pt modelId="{F87E3346-1ADD-48D9-95CB-E588621DF88A}" type="pres">
      <dgm:prSet presAssocID="{38D354EF-B377-4CA3-AC15-37F669126225}" presName="hierRoot2" presStyleCnt="0"/>
      <dgm:spPr/>
    </dgm:pt>
    <dgm:pt modelId="{2A978227-BF61-441F-9803-92711884C5CE}" type="pres">
      <dgm:prSet presAssocID="{38D354EF-B377-4CA3-AC15-37F669126225}" presName="composite2" presStyleCnt="0"/>
      <dgm:spPr/>
    </dgm:pt>
    <dgm:pt modelId="{6EF03A4B-1270-4B64-A31F-5D4443E39043}" type="pres">
      <dgm:prSet presAssocID="{38D354EF-B377-4CA3-AC15-37F669126225}" presName="background2" presStyleLbl="node2" presStyleIdx="0" presStyleCnt="2"/>
      <dgm:spPr/>
    </dgm:pt>
    <dgm:pt modelId="{D7901A0E-921E-46C8-A3E6-DBA5ADE13230}" type="pres">
      <dgm:prSet presAssocID="{38D354EF-B377-4CA3-AC15-37F669126225}" presName="text2" presStyleLbl="fgAcc2" presStyleIdx="0" presStyleCnt="2" custScaleX="133556">
        <dgm:presLayoutVars>
          <dgm:chPref val="3"/>
        </dgm:presLayoutVars>
      </dgm:prSet>
      <dgm:spPr/>
      <dgm:t>
        <a:bodyPr/>
        <a:lstStyle/>
        <a:p>
          <a:endParaRPr lang="en-US"/>
        </a:p>
      </dgm:t>
    </dgm:pt>
    <dgm:pt modelId="{14EBA4CA-4C7B-4A0A-8979-732F94594DED}" type="pres">
      <dgm:prSet presAssocID="{38D354EF-B377-4CA3-AC15-37F669126225}" presName="hierChild3" presStyleCnt="0"/>
      <dgm:spPr/>
    </dgm:pt>
    <dgm:pt modelId="{F1ABA118-6005-4775-B4C6-AECB5639DAE9}" type="pres">
      <dgm:prSet presAssocID="{1F30D7E2-9E6F-45BF-B74F-937B602AACBD}" presName="Name10" presStyleLbl="parChTrans1D2" presStyleIdx="1" presStyleCnt="2"/>
      <dgm:spPr/>
      <dgm:t>
        <a:bodyPr/>
        <a:lstStyle/>
        <a:p>
          <a:endParaRPr lang="en-US"/>
        </a:p>
      </dgm:t>
    </dgm:pt>
    <dgm:pt modelId="{15E74E2A-0F4F-4A51-8DD8-EB77F512B4E1}" type="pres">
      <dgm:prSet presAssocID="{BE7AE7D4-161C-43C9-B778-E7B58B2D69B9}" presName="hierRoot2" presStyleCnt="0"/>
      <dgm:spPr/>
    </dgm:pt>
    <dgm:pt modelId="{B1245420-1623-43D3-B762-367D68E454ED}" type="pres">
      <dgm:prSet presAssocID="{BE7AE7D4-161C-43C9-B778-E7B58B2D69B9}" presName="composite2" presStyleCnt="0"/>
      <dgm:spPr/>
    </dgm:pt>
    <dgm:pt modelId="{0C1614E1-B624-49D8-834B-181482CA11BC}" type="pres">
      <dgm:prSet presAssocID="{BE7AE7D4-161C-43C9-B778-E7B58B2D69B9}" presName="background2" presStyleLbl="node2" presStyleIdx="1" presStyleCnt="2"/>
      <dgm:spPr/>
    </dgm:pt>
    <dgm:pt modelId="{EAE06992-72DF-4273-8D1F-85E61B732453}" type="pres">
      <dgm:prSet presAssocID="{BE7AE7D4-161C-43C9-B778-E7B58B2D69B9}" presName="text2" presStyleLbl="fgAcc2" presStyleIdx="1" presStyleCnt="2" custScaleX="122000">
        <dgm:presLayoutVars>
          <dgm:chPref val="3"/>
        </dgm:presLayoutVars>
      </dgm:prSet>
      <dgm:spPr/>
      <dgm:t>
        <a:bodyPr/>
        <a:lstStyle/>
        <a:p>
          <a:endParaRPr lang="en-US"/>
        </a:p>
      </dgm:t>
    </dgm:pt>
    <dgm:pt modelId="{FACBE5A3-839D-4F06-A84E-CF4280BDD845}" type="pres">
      <dgm:prSet presAssocID="{BE7AE7D4-161C-43C9-B778-E7B58B2D69B9}" presName="hierChild3" presStyleCnt="0"/>
      <dgm:spPr/>
    </dgm:pt>
  </dgm:ptLst>
  <dgm:cxnLst>
    <dgm:cxn modelId="{4E5F3FF2-C599-4E2A-9649-CAB897965D43}" type="presOf" srcId="{B17B172B-7814-4547-B0BD-977856E94A61}" destId="{8B728197-0C0E-4C59-B729-C321E95FC4B6}" srcOrd="0" destOrd="0" presId="urn:microsoft.com/office/officeart/2005/8/layout/hierarchy1"/>
    <dgm:cxn modelId="{9CDFFD2E-89E7-4A91-8AA8-5E5595A98E22}" type="presOf" srcId="{38D354EF-B377-4CA3-AC15-37F669126225}" destId="{D7901A0E-921E-46C8-A3E6-DBA5ADE13230}" srcOrd="0" destOrd="0" presId="urn:microsoft.com/office/officeart/2005/8/layout/hierarchy1"/>
    <dgm:cxn modelId="{C3886F79-9C98-4CC1-9B80-9C7434B90E2B}" srcId="{B17B172B-7814-4547-B0BD-977856E94A61}" destId="{7D0A95C3-7806-49D3-B9A0-E58CCEA9C788}" srcOrd="0" destOrd="0" parTransId="{2AAE2DBD-E232-4804-946E-F0748EF63962}" sibTransId="{9F1CF073-2ECC-409D-96B0-B8E898EDB77E}"/>
    <dgm:cxn modelId="{12CA3157-4FE7-43AC-AA9C-E1E5761B1696}" srcId="{7D0A95C3-7806-49D3-B9A0-E58CCEA9C788}" destId="{BE7AE7D4-161C-43C9-B778-E7B58B2D69B9}" srcOrd="1" destOrd="0" parTransId="{1F30D7E2-9E6F-45BF-B74F-937B602AACBD}" sibTransId="{0CFFC2D1-C697-4247-B12C-30172E7662C5}"/>
    <dgm:cxn modelId="{AE2A613B-F280-4D2A-AD21-EA2E5560685D}" type="presOf" srcId="{1F30D7E2-9E6F-45BF-B74F-937B602AACBD}" destId="{F1ABA118-6005-4775-B4C6-AECB5639DAE9}" srcOrd="0" destOrd="0" presId="urn:microsoft.com/office/officeart/2005/8/layout/hierarchy1"/>
    <dgm:cxn modelId="{77E399CD-D645-4161-87E1-89A65DEF4E21}" type="presOf" srcId="{7D0A95C3-7806-49D3-B9A0-E58CCEA9C788}" destId="{3F5B79FA-67BD-4F89-AC5B-7B70A2B60874}" srcOrd="0" destOrd="0" presId="urn:microsoft.com/office/officeart/2005/8/layout/hierarchy1"/>
    <dgm:cxn modelId="{0E3FCB26-D8B6-4B2F-A6D6-9A4CAFC5E7D8}" srcId="{7D0A95C3-7806-49D3-B9A0-E58CCEA9C788}" destId="{38D354EF-B377-4CA3-AC15-37F669126225}" srcOrd="0" destOrd="0" parTransId="{441282A7-027B-4942-A774-CA9A9E6DEE7E}" sibTransId="{0D4E9AD3-AB6E-473F-927F-06390CFFB4C9}"/>
    <dgm:cxn modelId="{8E707D42-FC03-4308-8C3D-B850157CB4CB}" type="presOf" srcId="{441282A7-027B-4942-A774-CA9A9E6DEE7E}" destId="{E257A0E4-A575-454B-B470-95EE4862608C}" srcOrd="0" destOrd="0" presId="urn:microsoft.com/office/officeart/2005/8/layout/hierarchy1"/>
    <dgm:cxn modelId="{988A1993-0E68-4A32-ADB8-BAA267760D69}" type="presOf" srcId="{BE7AE7D4-161C-43C9-B778-E7B58B2D69B9}" destId="{EAE06992-72DF-4273-8D1F-85E61B732453}" srcOrd="0" destOrd="0" presId="urn:microsoft.com/office/officeart/2005/8/layout/hierarchy1"/>
    <dgm:cxn modelId="{B7B5E9FE-EA8F-444D-A4DB-C65594C4D78B}" type="presParOf" srcId="{8B728197-0C0E-4C59-B729-C321E95FC4B6}" destId="{D0844118-C429-40F0-B2F4-694E8F070632}" srcOrd="0" destOrd="0" presId="urn:microsoft.com/office/officeart/2005/8/layout/hierarchy1"/>
    <dgm:cxn modelId="{B71D45B3-63FA-40E0-84E7-38C69036BC8C}" type="presParOf" srcId="{D0844118-C429-40F0-B2F4-694E8F070632}" destId="{F021D9F6-B31D-4F89-89C3-6308F6FAA134}" srcOrd="0" destOrd="0" presId="urn:microsoft.com/office/officeart/2005/8/layout/hierarchy1"/>
    <dgm:cxn modelId="{A1C464F7-0FFA-4349-8999-EDA5BD607BC7}" type="presParOf" srcId="{F021D9F6-B31D-4F89-89C3-6308F6FAA134}" destId="{01808AD4-EB74-41A3-BC1C-44E5C92958DB}" srcOrd="0" destOrd="0" presId="urn:microsoft.com/office/officeart/2005/8/layout/hierarchy1"/>
    <dgm:cxn modelId="{D2C6EC27-3A0C-4B30-A348-3EDBE5AB131A}" type="presParOf" srcId="{F021D9F6-B31D-4F89-89C3-6308F6FAA134}" destId="{3F5B79FA-67BD-4F89-AC5B-7B70A2B60874}" srcOrd="1" destOrd="0" presId="urn:microsoft.com/office/officeart/2005/8/layout/hierarchy1"/>
    <dgm:cxn modelId="{28FEAE7D-A413-43EE-83A8-3E224EEB5B0C}" type="presParOf" srcId="{D0844118-C429-40F0-B2F4-694E8F070632}" destId="{F6E3E2F7-6187-4B81-B003-86A90BE6E161}" srcOrd="1" destOrd="0" presId="urn:microsoft.com/office/officeart/2005/8/layout/hierarchy1"/>
    <dgm:cxn modelId="{B2696ED3-B3C1-4D8C-B3A7-9D0A724B9894}" type="presParOf" srcId="{F6E3E2F7-6187-4B81-B003-86A90BE6E161}" destId="{E257A0E4-A575-454B-B470-95EE4862608C}" srcOrd="0" destOrd="0" presId="urn:microsoft.com/office/officeart/2005/8/layout/hierarchy1"/>
    <dgm:cxn modelId="{3B821080-2E02-4AB9-85CD-D0989AF90C52}" type="presParOf" srcId="{F6E3E2F7-6187-4B81-B003-86A90BE6E161}" destId="{F87E3346-1ADD-48D9-95CB-E588621DF88A}" srcOrd="1" destOrd="0" presId="urn:microsoft.com/office/officeart/2005/8/layout/hierarchy1"/>
    <dgm:cxn modelId="{4B0C2247-6597-4E41-96C8-2C55F51204CB}" type="presParOf" srcId="{F87E3346-1ADD-48D9-95CB-E588621DF88A}" destId="{2A978227-BF61-441F-9803-92711884C5CE}" srcOrd="0" destOrd="0" presId="urn:microsoft.com/office/officeart/2005/8/layout/hierarchy1"/>
    <dgm:cxn modelId="{29E4346D-D797-47D1-82C8-AF91AD33B69B}" type="presParOf" srcId="{2A978227-BF61-441F-9803-92711884C5CE}" destId="{6EF03A4B-1270-4B64-A31F-5D4443E39043}" srcOrd="0" destOrd="0" presId="urn:microsoft.com/office/officeart/2005/8/layout/hierarchy1"/>
    <dgm:cxn modelId="{2CBD5BCC-3243-471D-928B-7FA2EBB992F9}" type="presParOf" srcId="{2A978227-BF61-441F-9803-92711884C5CE}" destId="{D7901A0E-921E-46C8-A3E6-DBA5ADE13230}" srcOrd="1" destOrd="0" presId="urn:microsoft.com/office/officeart/2005/8/layout/hierarchy1"/>
    <dgm:cxn modelId="{1FFD2CA0-39C7-4AC1-8671-8F11B863B8AF}" type="presParOf" srcId="{F87E3346-1ADD-48D9-95CB-E588621DF88A}" destId="{14EBA4CA-4C7B-4A0A-8979-732F94594DED}" srcOrd="1" destOrd="0" presId="urn:microsoft.com/office/officeart/2005/8/layout/hierarchy1"/>
    <dgm:cxn modelId="{1F4D60E3-8767-426F-B445-D19EEF3410CE}" type="presParOf" srcId="{F6E3E2F7-6187-4B81-B003-86A90BE6E161}" destId="{F1ABA118-6005-4775-B4C6-AECB5639DAE9}" srcOrd="2" destOrd="0" presId="urn:microsoft.com/office/officeart/2005/8/layout/hierarchy1"/>
    <dgm:cxn modelId="{BB28948F-2E95-4A29-91EC-0502DC4C922D}" type="presParOf" srcId="{F6E3E2F7-6187-4B81-B003-86A90BE6E161}" destId="{15E74E2A-0F4F-4A51-8DD8-EB77F512B4E1}" srcOrd="3" destOrd="0" presId="urn:microsoft.com/office/officeart/2005/8/layout/hierarchy1"/>
    <dgm:cxn modelId="{08204E20-1BE3-4D93-9678-DB1FBB0937FF}" type="presParOf" srcId="{15E74E2A-0F4F-4A51-8DD8-EB77F512B4E1}" destId="{B1245420-1623-43D3-B762-367D68E454ED}" srcOrd="0" destOrd="0" presId="urn:microsoft.com/office/officeart/2005/8/layout/hierarchy1"/>
    <dgm:cxn modelId="{677DB0C2-D89E-4D5B-B00F-9F751D17EE33}" type="presParOf" srcId="{B1245420-1623-43D3-B762-367D68E454ED}" destId="{0C1614E1-B624-49D8-834B-181482CA11BC}" srcOrd="0" destOrd="0" presId="urn:microsoft.com/office/officeart/2005/8/layout/hierarchy1"/>
    <dgm:cxn modelId="{D7BCC45E-F571-4E6D-9D40-32D799553DE4}" type="presParOf" srcId="{B1245420-1623-43D3-B762-367D68E454ED}" destId="{EAE06992-72DF-4273-8D1F-85E61B732453}" srcOrd="1" destOrd="0" presId="urn:microsoft.com/office/officeart/2005/8/layout/hierarchy1"/>
    <dgm:cxn modelId="{ACA92A21-A449-42C4-8C2F-06C20DFA694B}" type="presParOf" srcId="{15E74E2A-0F4F-4A51-8DD8-EB77F512B4E1}" destId="{FACBE5A3-839D-4F06-A84E-CF4280BDD845}"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602741-FA56-4897-A68F-B3FB5D401219}">
      <dsp:nvSpPr>
        <dsp:cNvPr id="0" name=""/>
        <dsp:cNvSpPr/>
      </dsp:nvSpPr>
      <dsp:spPr>
        <a:xfrm>
          <a:off x="3200811" y="2754475"/>
          <a:ext cx="2587749" cy="1929687"/>
        </a:xfrm>
        <a:prstGeom prst="ellipse">
          <a:avLst/>
        </a:prstGeom>
        <a:solidFill>
          <a:schemeClr val="accent3">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1422400">
            <a:lnSpc>
              <a:spcPct val="90000"/>
            </a:lnSpc>
            <a:spcBef>
              <a:spcPct val="0"/>
            </a:spcBef>
            <a:spcAft>
              <a:spcPct val="35000"/>
            </a:spcAft>
          </a:pPr>
          <a:r>
            <a:rPr lang="en-US" sz="3200" kern="1200" dirty="0" smtClean="0">
              <a:latin typeface="Times New Roman" panose="02020603050405020304" pitchFamily="18" charset="0"/>
              <a:cs typeface="Times New Roman" panose="02020603050405020304" pitchFamily="18" charset="0"/>
            </a:rPr>
            <a:t>Elements of  Access to Justice</a:t>
          </a:r>
          <a:endParaRPr lang="en-US" sz="3200" kern="1200" dirty="0">
            <a:latin typeface="Times New Roman" panose="02020603050405020304" pitchFamily="18" charset="0"/>
            <a:cs typeface="Times New Roman" panose="02020603050405020304" pitchFamily="18" charset="0"/>
          </a:endParaRPr>
        </a:p>
      </dsp:txBody>
      <dsp:txXfrm>
        <a:off x="3579778" y="3037071"/>
        <a:ext cx="1829815" cy="1364495"/>
      </dsp:txXfrm>
    </dsp:sp>
    <dsp:sp modelId="{B7177DEA-1D93-4F43-AE8C-02AF8F99DFB0}">
      <dsp:nvSpPr>
        <dsp:cNvPr id="0" name=""/>
        <dsp:cNvSpPr/>
      </dsp:nvSpPr>
      <dsp:spPr>
        <a:xfrm rot="16200000">
          <a:off x="4258499" y="1971158"/>
          <a:ext cx="472375" cy="702096"/>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333500">
            <a:lnSpc>
              <a:spcPct val="90000"/>
            </a:lnSpc>
            <a:spcBef>
              <a:spcPct val="0"/>
            </a:spcBef>
            <a:spcAft>
              <a:spcPct val="35000"/>
            </a:spcAft>
          </a:pPr>
          <a:endParaRPr lang="en-US" sz="3000" kern="1200"/>
        </a:p>
      </dsp:txBody>
      <dsp:txXfrm>
        <a:off x="4329355" y="2182433"/>
        <a:ext cx="330663" cy="421258"/>
      </dsp:txXfrm>
    </dsp:sp>
    <dsp:sp modelId="{796A3DAD-2E43-4349-9137-2C690D244F7D}">
      <dsp:nvSpPr>
        <dsp:cNvPr id="0" name=""/>
        <dsp:cNvSpPr/>
      </dsp:nvSpPr>
      <dsp:spPr>
        <a:xfrm>
          <a:off x="3121967" y="4709"/>
          <a:ext cx="2745437" cy="1858491"/>
        </a:xfrm>
        <a:prstGeom prst="ellipse">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lvl="0" algn="ctr" defTabSz="1244600">
            <a:lnSpc>
              <a:spcPct val="90000"/>
            </a:lnSpc>
            <a:spcBef>
              <a:spcPct val="0"/>
            </a:spcBef>
            <a:spcAft>
              <a:spcPct val="35000"/>
            </a:spcAft>
          </a:pPr>
          <a:r>
            <a:rPr lang="en-US" sz="2800" b="1" kern="1200" dirty="0" smtClean="0">
              <a:effectLst>
                <a:outerShdw blurRad="38100" dist="38100" dir="2700000" algn="tl">
                  <a:srgbClr val="000000">
                    <a:alpha val="43137"/>
                  </a:srgbClr>
                </a:outerShdw>
              </a:effectLst>
            </a:rPr>
            <a:t>Legal Framework</a:t>
          </a:r>
          <a:endParaRPr lang="en-US" sz="2800" b="1" kern="1200" dirty="0">
            <a:effectLst>
              <a:outerShdw blurRad="38100" dist="38100" dir="2700000" algn="tl">
                <a:srgbClr val="000000">
                  <a:alpha val="43137"/>
                </a:srgbClr>
              </a:outerShdw>
            </a:effectLst>
          </a:endParaRPr>
        </a:p>
      </dsp:txBody>
      <dsp:txXfrm>
        <a:off x="3524027" y="276879"/>
        <a:ext cx="1941317" cy="1314151"/>
      </dsp:txXfrm>
    </dsp:sp>
    <dsp:sp modelId="{7D3E135F-81AB-40BA-BF4A-EE36A60E6948}">
      <dsp:nvSpPr>
        <dsp:cNvPr id="0" name=""/>
        <dsp:cNvSpPr/>
      </dsp:nvSpPr>
      <dsp:spPr>
        <a:xfrm rot="19285714">
          <a:off x="5446890" y="2482162"/>
          <a:ext cx="317881" cy="702096"/>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333500">
            <a:lnSpc>
              <a:spcPct val="90000"/>
            </a:lnSpc>
            <a:spcBef>
              <a:spcPct val="0"/>
            </a:spcBef>
            <a:spcAft>
              <a:spcPct val="35000"/>
            </a:spcAft>
          </a:pPr>
          <a:endParaRPr lang="en-US" sz="3000" kern="1200"/>
        </a:p>
      </dsp:txBody>
      <dsp:txXfrm>
        <a:off x="5457293" y="2652310"/>
        <a:ext cx="222517" cy="421258"/>
      </dsp:txXfrm>
    </dsp:sp>
    <dsp:sp modelId="{BACB6661-7435-470A-B6C8-55DEBDC75F16}">
      <dsp:nvSpPr>
        <dsp:cNvPr id="0" name=""/>
        <dsp:cNvSpPr/>
      </dsp:nvSpPr>
      <dsp:spPr>
        <a:xfrm>
          <a:off x="5504022" y="1053427"/>
          <a:ext cx="2336699" cy="1858491"/>
        </a:xfrm>
        <a:prstGeom prst="ellips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US" sz="2400" b="1" kern="12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Legal Knowledge</a:t>
          </a:r>
        </a:p>
      </dsp:txBody>
      <dsp:txXfrm>
        <a:off x="5846224" y="1325597"/>
        <a:ext cx="1652295" cy="1314151"/>
      </dsp:txXfrm>
    </dsp:sp>
    <dsp:sp modelId="{EB3B5386-2C0C-49E9-8C23-58AE6495AAC7}">
      <dsp:nvSpPr>
        <dsp:cNvPr id="0" name=""/>
        <dsp:cNvSpPr/>
      </dsp:nvSpPr>
      <dsp:spPr>
        <a:xfrm rot="771429">
          <a:off x="5752479" y="3661340"/>
          <a:ext cx="52465" cy="702096"/>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333500">
            <a:lnSpc>
              <a:spcPct val="90000"/>
            </a:lnSpc>
            <a:spcBef>
              <a:spcPct val="0"/>
            </a:spcBef>
            <a:spcAft>
              <a:spcPct val="35000"/>
            </a:spcAft>
          </a:pPr>
          <a:endParaRPr lang="en-US" sz="3000" kern="1200"/>
        </a:p>
      </dsp:txBody>
      <dsp:txXfrm>
        <a:off x="5752676" y="3800008"/>
        <a:ext cx="36726" cy="421258"/>
      </dsp:txXfrm>
    </dsp:sp>
    <dsp:sp modelId="{3B57675B-A4E1-43D9-9114-EE79C893F03D}">
      <dsp:nvSpPr>
        <dsp:cNvPr id="0" name=""/>
        <dsp:cNvSpPr/>
      </dsp:nvSpPr>
      <dsp:spPr>
        <a:xfrm>
          <a:off x="5741217" y="3409875"/>
          <a:ext cx="2937995" cy="1858491"/>
        </a:xfrm>
        <a:prstGeom prst="ellips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US" sz="2400" b="1" kern="12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Advice and Representation</a:t>
          </a:r>
        </a:p>
      </dsp:txBody>
      <dsp:txXfrm>
        <a:off x="6171476" y="3682045"/>
        <a:ext cx="2077477" cy="1314151"/>
      </dsp:txXfrm>
    </dsp:sp>
    <dsp:sp modelId="{DEAA2517-56C7-4231-B736-9FFAC43FC219}">
      <dsp:nvSpPr>
        <dsp:cNvPr id="0" name=""/>
        <dsp:cNvSpPr/>
      </dsp:nvSpPr>
      <dsp:spPr>
        <a:xfrm rot="3857143">
          <a:off x="4887317" y="4634062"/>
          <a:ext cx="433884" cy="702096"/>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333500">
            <a:lnSpc>
              <a:spcPct val="90000"/>
            </a:lnSpc>
            <a:spcBef>
              <a:spcPct val="0"/>
            </a:spcBef>
            <a:spcAft>
              <a:spcPct val="35000"/>
            </a:spcAft>
          </a:pPr>
          <a:endParaRPr lang="en-US" sz="3000" kern="1200"/>
        </a:p>
      </dsp:txBody>
      <dsp:txXfrm>
        <a:off x="4924161" y="4715844"/>
        <a:ext cx="303719" cy="421258"/>
      </dsp:txXfrm>
    </dsp:sp>
    <dsp:sp modelId="{F904F655-1E32-42AC-A4A4-9B4DDE41EEC5}">
      <dsp:nvSpPr>
        <dsp:cNvPr id="0" name=""/>
        <dsp:cNvSpPr/>
      </dsp:nvSpPr>
      <dsp:spPr>
        <a:xfrm>
          <a:off x="4574000" y="5299599"/>
          <a:ext cx="2258419" cy="1858491"/>
        </a:xfrm>
        <a:prstGeom prst="ellipse">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US" sz="2400" b="1" kern="12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Access to  Justice Institutions</a:t>
          </a:r>
        </a:p>
      </dsp:txBody>
      <dsp:txXfrm>
        <a:off x="4904738" y="5571769"/>
        <a:ext cx="1596943" cy="1314151"/>
      </dsp:txXfrm>
    </dsp:sp>
    <dsp:sp modelId="{5EB4850B-8AE8-4482-B3ED-85515791124E}">
      <dsp:nvSpPr>
        <dsp:cNvPr id="0" name=""/>
        <dsp:cNvSpPr/>
      </dsp:nvSpPr>
      <dsp:spPr>
        <a:xfrm rot="6942857">
          <a:off x="3667603" y="4634584"/>
          <a:ext cx="434517" cy="702096"/>
        </a:xfrm>
        <a:prstGeom prst="rightArrow">
          <a:avLst>
            <a:gd name="adj1" fmla="val 60000"/>
            <a:gd name="adj2" fmla="val 5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333500">
            <a:lnSpc>
              <a:spcPct val="90000"/>
            </a:lnSpc>
            <a:spcBef>
              <a:spcPct val="0"/>
            </a:spcBef>
            <a:spcAft>
              <a:spcPct val="35000"/>
            </a:spcAft>
          </a:pPr>
          <a:endParaRPr lang="en-US" sz="3000" kern="1200"/>
        </a:p>
      </dsp:txBody>
      <dsp:txXfrm rot="10800000">
        <a:off x="3761060" y="4716280"/>
        <a:ext cx="304162" cy="421258"/>
      </dsp:txXfrm>
    </dsp:sp>
    <dsp:sp modelId="{779457CA-E9A4-46FD-BF04-18BDB321BB3C}">
      <dsp:nvSpPr>
        <dsp:cNvPr id="0" name=""/>
        <dsp:cNvSpPr/>
      </dsp:nvSpPr>
      <dsp:spPr>
        <a:xfrm>
          <a:off x="2167202" y="5299599"/>
          <a:ext cx="2237920" cy="1858491"/>
        </a:xfrm>
        <a:prstGeom prst="ellipse">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US" sz="2400" b="1" kern="12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Fair Procedure</a:t>
          </a:r>
        </a:p>
      </dsp:txBody>
      <dsp:txXfrm>
        <a:off x="2494938" y="5571769"/>
        <a:ext cx="1582448" cy="1314151"/>
      </dsp:txXfrm>
    </dsp:sp>
    <dsp:sp modelId="{6103A83F-BBDE-49C6-8584-5F94BEBAFA72}">
      <dsp:nvSpPr>
        <dsp:cNvPr id="0" name=""/>
        <dsp:cNvSpPr/>
      </dsp:nvSpPr>
      <dsp:spPr>
        <a:xfrm rot="10152386">
          <a:off x="2917243" y="3646930"/>
          <a:ext cx="231528" cy="702096"/>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333500">
            <a:lnSpc>
              <a:spcPct val="90000"/>
            </a:lnSpc>
            <a:spcBef>
              <a:spcPct val="0"/>
            </a:spcBef>
            <a:spcAft>
              <a:spcPct val="35000"/>
            </a:spcAft>
          </a:pPr>
          <a:endParaRPr lang="en-US" sz="3000" kern="1200"/>
        </a:p>
      </dsp:txBody>
      <dsp:txXfrm rot="10800000">
        <a:off x="2986087" y="3780845"/>
        <a:ext cx="162070" cy="421258"/>
      </dsp:txXfrm>
    </dsp:sp>
    <dsp:sp modelId="{A53CA154-8EBB-4A53-AEE3-962EDD449D22}">
      <dsp:nvSpPr>
        <dsp:cNvPr id="0" name=""/>
        <dsp:cNvSpPr/>
      </dsp:nvSpPr>
      <dsp:spPr>
        <a:xfrm>
          <a:off x="228598" y="3352800"/>
          <a:ext cx="2628742" cy="1858491"/>
        </a:xfrm>
        <a:prstGeom prst="ellipse">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US" sz="2400" b="1" kern="12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Enforcement</a:t>
          </a:r>
        </a:p>
      </dsp:txBody>
      <dsp:txXfrm>
        <a:off x="613568" y="3624970"/>
        <a:ext cx="1858802" cy="1314151"/>
      </dsp:txXfrm>
    </dsp:sp>
    <dsp:sp modelId="{6D6EC0B8-2EF3-4434-8489-0B7196EF2840}">
      <dsp:nvSpPr>
        <dsp:cNvPr id="0" name=""/>
        <dsp:cNvSpPr/>
      </dsp:nvSpPr>
      <dsp:spPr>
        <a:xfrm rot="13114286">
          <a:off x="3250816" y="2494468"/>
          <a:ext cx="296313" cy="702096"/>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333500">
            <a:lnSpc>
              <a:spcPct val="90000"/>
            </a:lnSpc>
            <a:spcBef>
              <a:spcPct val="0"/>
            </a:spcBef>
            <a:spcAft>
              <a:spcPct val="35000"/>
            </a:spcAft>
          </a:pPr>
          <a:endParaRPr lang="en-US" sz="3000" kern="1200"/>
        </a:p>
      </dsp:txBody>
      <dsp:txXfrm rot="10800000">
        <a:off x="3330013" y="2662599"/>
        <a:ext cx="207419" cy="421258"/>
      </dsp:txXfrm>
    </dsp:sp>
    <dsp:sp modelId="{D77BB472-2D26-4A1E-8FA3-9A15C9B5CC88}">
      <dsp:nvSpPr>
        <dsp:cNvPr id="0" name=""/>
        <dsp:cNvSpPr/>
      </dsp:nvSpPr>
      <dsp:spPr>
        <a:xfrm>
          <a:off x="1052605" y="1053427"/>
          <a:ext cx="2528793" cy="1858491"/>
        </a:xfrm>
        <a:prstGeom prst="ellips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lvl="0" algn="ctr" defTabSz="1244600">
            <a:lnSpc>
              <a:spcPct val="90000"/>
            </a:lnSpc>
            <a:spcBef>
              <a:spcPct val="0"/>
            </a:spcBef>
            <a:spcAft>
              <a:spcPct val="35000"/>
            </a:spcAft>
          </a:pPr>
          <a:r>
            <a:rPr lang="en-US" sz="2800" kern="1200" dirty="0" smtClean="0"/>
            <a:t>Technology</a:t>
          </a:r>
          <a:endParaRPr lang="en-US" sz="2800" kern="1200" dirty="0"/>
        </a:p>
      </dsp:txBody>
      <dsp:txXfrm>
        <a:off x="1422938" y="1325597"/>
        <a:ext cx="1788127" cy="131415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ABA118-6005-4775-B4C6-AECB5639DAE9}">
      <dsp:nvSpPr>
        <dsp:cNvPr id="0" name=""/>
        <dsp:cNvSpPr/>
      </dsp:nvSpPr>
      <dsp:spPr>
        <a:xfrm>
          <a:off x="3963910" y="1724683"/>
          <a:ext cx="2115475" cy="789905"/>
        </a:xfrm>
        <a:custGeom>
          <a:avLst/>
          <a:gdLst/>
          <a:ahLst/>
          <a:cxnLst/>
          <a:rect l="0" t="0" r="0" b="0"/>
          <a:pathLst>
            <a:path>
              <a:moveTo>
                <a:pt x="0" y="0"/>
              </a:moveTo>
              <a:lnTo>
                <a:pt x="0" y="538297"/>
              </a:lnTo>
              <a:lnTo>
                <a:pt x="2115475" y="538297"/>
              </a:lnTo>
              <a:lnTo>
                <a:pt x="2115475" y="78990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257A0E4-A575-454B-B470-95EE4862608C}">
      <dsp:nvSpPr>
        <dsp:cNvPr id="0" name=""/>
        <dsp:cNvSpPr/>
      </dsp:nvSpPr>
      <dsp:spPr>
        <a:xfrm>
          <a:off x="2005366" y="1724683"/>
          <a:ext cx="1958544" cy="789905"/>
        </a:xfrm>
        <a:custGeom>
          <a:avLst/>
          <a:gdLst/>
          <a:ahLst/>
          <a:cxnLst/>
          <a:rect l="0" t="0" r="0" b="0"/>
          <a:pathLst>
            <a:path>
              <a:moveTo>
                <a:pt x="1958544" y="0"/>
              </a:moveTo>
              <a:lnTo>
                <a:pt x="1958544" y="538297"/>
              </a:lnTo>
              <a:lnTo>
                <a:pt x="0" y="538297"/>
              </a:lnTo>
              <a:lnTo>
                <a:pt x="0" y="78990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808AD4-EB74-41A3-BC1C-44E5C92958DB}">
      <dsp:nvSpPr>
        <dsp:cNvPr id="0" name=""/>
        <dsp:cNvSpPr/>
      </dsp:nvSpPr>
      <dsp:spPr>
        <a:xfrm>
          <a:off x="437756" y="17"/>
          <a:ext cx="7052307" cy="172466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F5B79FA-67BD-4F89-AC5B-7B70A2B60874}">
      <dsp:nvSpPr>
        <dsp:cNvPr id="0" name=""/>
        <dsp:cNvSpPr/>
      </dsp:nvSpPr>
      <dsp:spPr>
        <a:xfrm>
          <a:off x="739535" y="286707"/>
          <a:ext cx="7052307" cy="1724665"/>
        </a:xfrm>
        <a:prstGeom prst="roundRect">
          <a:avLst>
            <a:gd name="adj" fmla="val 10000"/>
          </a:avLst>
        </a:prstGeom>
        <a:solidFill>
          <a:schemeClr val="accent3">
            <a:lumMod val="40000"/>
            <a:lumOff val="60000"/>
            <a:alpha val="9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5740" tIns="205740" rIns="205740" bIns="205740" numCol="1" spcCol="1270" anchor="ctr" anchorCtr="0">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lang="en-US" sz="5400" b="1" kern="1200" dirty="0" smtClean="0">
              <a:effectLst>
                <a:outerShdw blurRad="38100" dist="38100" dir="2700000" algn="tl">
                  <a:srgbClr val="000000">
                    <a:alpha val="43137"/>
                  </a:srgbClr>
                </a:outerShdw>
              </a:effectLst>
              <a:latin typeface="Kokila" pitchFamily="34" charset="0"/>
              <a:cs typeface="Kokila" pitchFamily="34" charset="0"/>
            </a:rPr>
            <a:t>Two Sides of </a:t>
          </a:r>
        </a:p>
        <a:p>
          <a:pPr marL="0" marR="0" lvl="0" indent="0" algn="ctr" defTabSz="914400" eaLnBrk="1" fontAlgn="auto" latinLnBrk="0" hangingPunct="1">
            <a:lnSpc>
              <a:spcPct val="100000"/>
            </a:lnSpc>
            <a:spcBef>
              <a:spcPct val="0"/>
            </a:spcBef>
            <a:spcAft>
              <a:spcPts val="0"/>
            </a:spcAft>
            <a:buClrTx/>
            <a:buSzTx/>
            <a:buFontTx/>
            <a:buNone/>
            <a:tabLst/>
            <a:defRPr/>
          </a:pPr>
          <a:r>
            <a:rPr lang="en-US" sz="5400" b="1" kern="1200" dirty="0" smtClean="0">
              <a:effectLst>
                <a:outerShdw blurRad="38100" dist="38100" dir="2700000" algn="tl">
                  <a:srgbClr val="000000">
                    <a:alpha val="43137"/>
                  </a:srgbClr>
                </a:outerShdw>
              </a:effectLst>
              <a:latin typeface="Kokila" pitchFamily="34" charset="0"/>
              <a:cs typeface="Kokila" pitchFamily="34" charset="0"/>
            </a:rPr>
            <a:t>Access to Justice</a:t>
          </a:r>
        </a:p>
        <a:p>
          <a:pPr lvl="0" algn="ctr" defTabSz="2044700">
            <a:lnSpc>
              <a:spcPct val="90000"/>
            </a:lnSpc>
            <a:spcBef>
              <a:spcPct val="0"/>
            </a:spcBef>
            <a:spcAft>
              <a:spcPct val="35000"/>
            </a:spcAft>
          </a:pPr>
          <a:endParaRPr lang="en-US" sz="2000" kern="1200" dirty="0"/>
        </a:p>
      </dsp:txBody>
      <dsp:txXfrm>
        <a:off x="790049" y="337221"/>
        <a:ext cx="6951279" cy="1623637"/>
      </dsp:txXfrm>
    </dsp:sp>
    <dsp:sp modelId="{6EF03A4B-1270-4B64-A31F-5D4443E39043}">
      <dsp:nvSpPr>
        <dsp:cNvPr id="0" name=""/>
        <dsp:cNvSpPr/>
      </dsp:nvSpPr>
      <dsp:spPr>
        <a:xfrm>
          <a:off x="191669" y="2514589"/>
          <a:ext cx="3627393" cy="172466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7901A0E-921E-46C8-A3E6-DBA5ADE13230}">
      <dsp:nvSpPr>
        <dsp:cNvPr id="0" name=""/>
        <dsp:cNvSpPr/>
      </dsp:nvSpPr>
      <dsp:spPr>
        <a:xfrm>
          <a:off x="493448" y="2801279"/>
          <a:ext cx="3627393" cy="172466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ctr" anchorCtr="0">
          <a:noAutofit/>
        </a:bodyPr>
        <a:lstStyle/>
        <a:p>
          <a:pPr lvl="0" algn="ctr" defTabSz="2133600">
            <a:lnSpc>
              <a:spcPct val="90000"/>
            </a:lnSpc>
            <a:spcBef>
              <a:spcPct val="0"/>
            </a:spcBef>
            <a:spcAft>
              <a:spcPct val="35000"/>
            </a:spcAft>
          </a:pPr>
          <a:r>
            <a:rPr lang="en-US" sz="4800" b="1" kern="1200" dirty="0" smtClean="0">
              <a:effectLst>
                <a:outerShdw blurRad="38100" dist="38100" dir="2700000" algn="tl">
                  <a:srgbClr val="000000">
                    <a:alpha val="43137"/>
                  </a:srgbClr>
                </a:outerShdw>
              </a:effectLst>
              <a:latin typeface="Kokila" pitchFamily="34" charset="0"/>
              <a:cs typeface="Kokila" pitchFamily="34" charset="0"/>
            </a:rPr>
            <a:t>Demand </a:t>
          </a:r>
        </a:p>
        <a:p>
          <a:pPr lvl="0" algn="ctr" defTabSz="2133600">
            <a:lnSpc>
              <a:spcPct val="90000"/>
            </a:lnSpc>
            <a:spcBef>
              <a:spcPct val="0"/>
            </a:spcBef>
            <a:spcAft>
              <a:spcPct val="35000"/>
            </a:spcAft>
          </a:pPr>
          <a:r>
            <a:rPr lang="en-US" sz="4800" b="1" kern="1200" dirty="0" smtClean="0">
              <a:effectLst>
                <a:outerShdw blurRad="38100" dist="38100" dir="2700000" algn="tl">
                  <a:srgbClr val="000000">
                    <a:alpha val="43137"/>
                  </a:srgbClr>
                </a:outerShdw>
              </a:effectLst>
              <a:latin typeface="Kokila" pitchFamily="34" charset="0"/>
              <a:cs typeface="Kokila" pitchFamily="34" charset="0"/>
            </a:rPr>
            <a:t>Side</a:t>
          </a:r>
          <a:endParaRPr lang="en-US" sz="4800" b="1" kern="1200" dirty="0">
            <a:effectLst>
              <a:outerShdw blurRad="38100" dist="38100" dir="2700000" algn="tl">
                <a:srgbClr val="000000">
                  <a:alpha val="43137"/>
                </a:srgbClr>
              </a:outerShdw>
            </a:effectLst>
            <a:latin typeface="Kokila" pitchFamily="34" charset="0"/>
            <a:cs typeface="Kokila" pitchFamily="34" charset="0"/>
          </a:endParaRPr>
        </a:p>
      </dsp:txBody>
      <dsp:txXfrm>
        <a:off x="543962" y="2851793"/>
        <a:ext cx="3526365" cy="1623637"/>
      </dsp:txXfrm>
    </dsp:sp>
    <dsp:sp modelId="{0C1614E1-B624-49D8-834B-181482CA11BC}">
      <dsp:nvSpPr>
        <dsp:cNvPr id="0" name=""/>
        <dsp:cNvSpPr/>
      </dsp:nvSpPr>
      <dsp:spPr>
        <a:xfrm>
          <a:off x="4422620" y="2514589"/>
          <a:ext cx="3313531" cy="172466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AE06992-72DF-4273-8D1F-85E61B732453}">
      <dsp:nvSpPr>
        <dsp:cNvPr id="0" name=""/>
        <dsp:cNvSpPr/>
      </dsp:nvSpPr>
      <dsp:spPr>
        <a:xfrm>
          <a:off x="4724399" y="2801279"/>
          <a:ext cx="3313531" cy="172466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ctr" anchorCtr="0">
          <a:noAutofit/>
        </a:bodyPr>
        <a:lstStyle/>
        <a:p>
          <a:pPr lvl="0" algn="ctr" defTabSz="2133600">
            <a:lnSpc>
              <a:spcPct val="90000"/>
            </a:lnSpc>
            <a:spcBef>
              <a:spcPct val="0"/>
            </a:spcBef>
            <a:spcAft>
              <a:spcPct val="35000"/>
            </a:spcAft>
          </a:pPr>
          <a:r>
            <a:rPr lang="en-US" sz="4800" b="1" kern="1200" dirty="0" smtClean="0">
              <a:effectLst>
                <a:outerShdw blurRad="38100" dist="38100" dir="2700000" algn="tl">
                  <a:srgbClr val="000000">
                    <a:alpha val="43137"/>
                  </a:srgbClr>
                </a:outerShdw>
              </a:effectLst>
              <a:latin typeface="Kokila" pitchFamily="34" charset="0"/>
              <a:cs typeface="Kokila" pitchFamily="34" charset="0"/>
            </a:rPr>
            <a:t>Supply </a:t>
          </a:r>
        </a:p>
        <a:p>
          <a:pPr lvl="0" algn="ctr" defTabSz="2133600">
            <a:lnSpc>
              <a:spcPct val="90000"/>
            </a:lnSpc>
            <a:spcBef>
              <a:spcPct val="0"/>
            </a:spcBef>
            <a:spcAft>
              <a:spcPct val="35000"/>
            </a:spcAft>
          </a:pPr>
          <a:r>
            <a:rPr lang="en-US" sz="4800" b="1" kern="1200" dirty="0" smtClean="0">
              <a:effectLst>
                <a:outerShdw blurRad="38100" dist="38100" dir="2700000" algn="tl">
                  <a:srgbClr val="000000">
                    <a:alpha val="43137"/>
                  </a:srgbClr>
                </a:outerShdw>
              </a:effectLst>
              <a:latin typeface="Kokila" pitchFamily="34" charset="0"/>
              <a:cs typeface="Kokila" pitchFamily="34" charset="0"/>
            </a:rPr>
            <a:t>Side</a:t>
          </a:r>
          <a:endParaRPr lang="en-US" sz="4800" b="1" kern="1200" dirty="0">
            <a:effectLst>
              <a:outerShdw blurRad="38100" dist="38100" dir="2700000" algn="tl">
                <a:srgbClr val="000000">
                  <a:alpha val="43137"/>
                </a:srgbClr>
              </a:outerShdw>
            </a:effectLst>
            <a:latin typeface="Kokila" pitchFamily="34" charset="0"/>
            <a:cs typeface="Kokila" pitchFamily="34" charset="0"/>
          </a:endParaRPr>
        </a:p>
      </dsp:txBody>
      <dsp:txXfrm>
        <a:off x="4774913" y="2851793"/>
        <a:ext cx="3212503" cy="1623637"/>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5455"/>
          </a:xfrm>
          <a:prstGeom prst="rect">
            <a:avLst/>
          </a:prstGeom>
        </p:spPr>
        <p:txBody>
          <a:bodyPr vert="horz" lIns="92930" tIns="46465" rIns="92930" bIns="46465" rtlCol="0"/>
          <a:lstStyle>
            <a:lvl1pPr algn="l">
              <a:defRPr sz="1200"/>
            </a:lvl1pPr>
          </a:lstStyle>
          <a:p>
            <a:endParaRPr lang="en-US"/>
          </a:p>
        </p:txBody>
      </p:sp>
      <p:sp>
        <p:nvSpPr>
          <p:cNvPr id="3" name="Date Placeholder 2"/>
          <p:cNvSpPr>
            <a:spLocks noGrp="1"/>
          </p:cNvSpPr>
          <p:nvPr>
            <p:ph type="dt" sz="quarter" idx="1"/>
          </p:nvPr>
        </p:nvSpPr>
        <p:spPr>
          <a:xfrm>
            <a:off x="3939466" y="0"/>
            <a:ext cx="3013763" cy="465455"/>
          </a:xfrm>
          <a:prstGeom prst="rect">
            <a:avLst/>
          </a:prstGeom>
        </p:spPr>
        <p:txBody>
          <a:bodyPr vert="horz" lIns="92930" tIns="46465" rIns="92930" bIns="46465" rtlCol="0"/>
          <a:lstStyle>
            <a:lvl1pPr algn="r">
              <a:defRPr sz="1200"/>
            </a:lvl1pPr>
          </a:lstStyle>
          <a:p>
            <a:fld id="{2C1C644B-2A79-41B6-81A1-BAB0A02FCC31}" type="datetimeFigureOut">
              <a:rPr lang="en-US" smtClean="0"/>
              <a:pPr/>
              <a:t>1/9/2026</a:t>
            </a:fld>
            <a:endParaRPr lang="en-US"/>
          </a:p>
        </p:txBody>
      </p:sp>
      <p:sp>
        <p:nvSpPr>
          <p:cNvPr id="4" name="Footer Placeholder 3"/>
          <p:cNvSpPr>
            <a:spLocks noGrp="1"/>
          </p:cNvSpPr>
          <p:nvPr>
            <p:ph type="ftr" sz="quarter" idx="2"/>
          </p:nvPr>
        </p:nvSpPr>
        <p:spPr>
          <a:xfrm>
            <a:off x="0" y="8842029"/>
            <a:ext cx="3013763" cy="465455"/>
          </a:xfrm>
          <a:prstGeom prst="rect">
            <a:avLst/>
          </a:prstGeom>
        </p:spPr>
        <p:txBody>
          <a:bodyPr vert="horz" lIns="92930" tIns="46465" rIns="92930" bIns="46465" rtlCol="0" anchor="b"/>
          <a:lstStyle>
            <a:lvl1pPr algn="l">
              <a:defRPr sz="1200"/>
            </a:lvl1pPr>
          </a:lstStyle>
          <a:p>
            <a:endParaRPr lang="en-US"/>
          </a:p>
        </p:txBody>
      </p:sp>
      <p:sp>
        <p:nvSpPr>
          <p:cNvPr id="5" name="Slide Number Placeholder 4"/>
          <p:cNvSpPr>
            <a:spLocks noGrp="1"/>
          </p:cNvSpPr>
          <p:nvPr>
            <p:ph type="sldNum" sz="quarter" idx="3"/>
          </p:nvPr>
        </p:nvSpPr>
        <p:spPr>
          <a:xfrm>
            <a:off x="3939466" y="8842029"/>
            <a:ext cx="3013763" cy="465455"/>
          </a:xfrm>
          <a:prstGeom prst="rect">
            <a:avLst/>
          </a:prstGeom>
        </p:spPr>
        <p:txBody>
          <a:bodyPr vert="horz" lIns="92930" tIns="46465" rIns="92930" bIns="46465" rtlCol="0" anchor="b"/>
          <a:lstStyle>
            <a:lvl1pPr algn="r">
              <a:defRPr sz="1200"/>
            </a:lvl1pPr>
          </a:lstStyle>
          <a:p>
            <a:fld id="{27269017-A0F9-493F-A7CA-CB1B4704DA05}" type="slidenum">
              <a:rPr lang="en-US" smtClean="0"/>
              <a:pPr/>
              <a:t>‹#›</a:t>
            </a:fld>
            <a:endParaRPr lang="en-US"/>
          </a:p>
        </p:txBody>
      </p:sp>
    </p:spTree>
    <p:extLst>
      <p:ext uri="{BB962C8B-B14F-4D97-AF65-F5344CB8AC3E}">
        <p14:creationId xmlns:p14="http://schemas.microsoft.com/office/powerpoint/2010/main" val="21300116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0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40175" y="0"/>
            <a:ext cx="3013075" cy="466725"/>
          </a:xfrm>
          <a:prstGeom prst="rect">
            <a:avLst/>
          </a:prstGeom>
        </p:spPr>
        <p:txBody>
          <a:bodyPr vert="horz" lIns="91440" tIns="45720" rIns="91440" bIns="45720" rtlCol="0"/>
          <a:lstStyle>
            <a:lvl1pPr algn="r">
              <a:defRPr sz="1200"/>
            </a:lvl1pPr>
          </a:lstStyle>
          <a:p>
            <a:fld id="{77C7130A-EBD1-48A4-8B6A-927D97A8939A}" type="datetimeFigureOut">
              <a:rPr lang="en-US" smtClean="0"/>
              <a:t>1/9/2026</a:t>
            </a:fld>
            <a:endParaRPr lang="en-US"/>
          </a:p>
        </p:txBody>
      </p:sp>
      <p:sp>
        <p:nvSpPr>
          <p:cNvPr id="4" name="Slide Image Placeholder 3"/>
          <p:cNvSpPr>
            <a:spLocks noGrp="1" noRot="1" noChangeAspect="1"/>
          </p:cNvSpPr>
          <p:nvPr>
            <p:ph type="sldImg" idx="2"/>
          </p:nvPr>
        </p:nvSpPr>
        <p:spPr>
          <a:xfrm>
            <a:off x="1382713" y="1163638"/>
            <a:ext cx="4189412" cy="314166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95325" y="4479925"/>
            <a:ext cx="5564188" cy="36655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42375"/>
            <a:ext cx="30130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40175" y="8842375"/>
            <a:ext cx="3013075" cy="466725"/>
          </a:xfrm>
          <a:prstGeom prst="rect">
            <a:avLst/>
          </a:prstGeom>
        </p:spPr>
        <p:txBody>
          <a:bodyPr vert="horz" lIns="91440" tIns="45720" rIns="91440" bIns="45720" rtlCol="0" anchor="b"/>
          <a:lstStyle>
            <a:lvl1pPr algn="r">
              <a:defRPr sz="1200"/>
            </a:lvl1pPr>
          </a:lstStyle>
          <a:p>
            <a:fld id="{81EC0BF4-95F0-42D5-BEE2-43C4116FC2D5}" type="slidenum">
              <a:rPr lang="en-US" smtClean="0"/>
              <a:t>‹#›</a:t>
            </a:fld>
            <a:endParaRPr lang="en-US"/>
          </a:p>
        </p:txBody>
      </p:sp>
    </p:spTree>
    <p:extLst>
      <p:ext uri="{BB962C8B-B14F-4D97-AF65-F5344CB8AC3E}">
        <p14:creationId xmlns:p14="http://schemas.microsoft.com/office/powerpoint/2010/main" val="2337523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381000"/>
            <a:ext cx="8229600" cy="3429001"/>
          </a:xfrm>
          <a:solidFill>
            <a:schemeClr val="bg2">
              <a:lumMod val="90000"/>
            </a:schemeClr>
          </a:solidFill>
        </p:spPr>
        <p:txBody>
          <a:bodyPr>
            <a:noAutofit/>
          </a:bodyPr>
          <a:lstStyle/>
          <a:p>
            <a:r>
              <a:rPr lang="ne-NP" sz="6000" b="1" dirty="0" smtClean="0">
                <a:effectLst>
                  <a:outerShdw blurRad="38100" dist="38100" dir="2700000" algn="tl">
                    <a:srgbClr val="000000">
                      <a:alpha val="43137"/>
                    </a:srgbClr>
                  </a:outerShdw>
                </a:effectLst>
                <a:latin typeface="Kokila" pitchFamily="34" charset="0"/>
                <a:cs typeface="Kokila" pitchFamily="34" charset="0"/>
              </a:rPr>
              <a:t/>
            </a:r>
            <a:br>
              <a:rPr lang="ne-NP" sz="6000" b="1" dirty="0" smtClean="0">
                <a:effectLst>
                  <a:outerShdw blurRad="38100" dist="38100" dir="2700000" algn="tl">
                    <a:srgbClr val="000000">
                      <a:alpha val="43137"/>
                    </a:srgbClr>
                  </a:outerShdw>
                </a:effectLst>
                <a:latin typeface="Kokila" pitchFamily="34" charset="0"/>
                <a:cs typeface="Kokila" pitchFamily="34" charset="0"/>
              </a:rPr>
            </a:br>
            <a:r>
              <a:rPr lang="ne-NP" sz="6000" b="1" dirty="0" smtClean="0">
                <a:effectLst>
                  <a:outerShdw blurRad="38100" dist="38100" dir="2700000" algn="tl">
                    <a:srgbClr val="000000">
                      <a:alpha val="43137"/>
                    </a:srgbClr>
                  </a:outerShdw>
                </a:effectLst>
                <a:latin typeface="Kokila" pitchFamily="34" charset="0"/>
                <a:cs typeface="Kokila" pitchFamily="34" charset="0"/>
              </a:rPr>
              <a:t>न्यायमा पहुँच र </a:t>
            </a:r>
            <a:br>
              <a:rPr lang="ne-NP" sz="6000" b="1" dirty="0" smtClean="0">
                <a:effectLst>
                  <a:outerShdw blurRad="38100" dist="38100" dir="2700000" algn="tl">
                    <a:srgbClr val="000000">
                      <a:alpha val="43137"/>
                    </a:srgbClr>
                  </a:outerShdw>
                </a:effectLst>
                <a:latin typeface="Kokila" pitchFamily="34" charset="0"/>
                <a:cs typeface="Kokila" pitchFamily="34" charset="0"/>
              </a:rPr>
            </a:br>
            <a:r>
              <a:rPr lang="ne-NP" sz="6000" b="1" dirty="0" smtClean="0">
                <a:effectLst>
                  <a:outerShdw blurRad="38100" dist="38100" dir="2700000" algn="tl">
                    <a:srgbClr val="000000">
                      <a:alpha val="43137"/>
                    </a:srgbClr>
                  </a:outerShdw>
                </a:effectLst>
                <a:latin typeface="Kokila" pitchFamily="34" charset="0"/>
                <a:cs typeface="Kokila" pitchFamily="34" charset="0"/>
              </a:rPr>
              <a:t>जिल्ला न्यायाधीशको भूमिका</a:t>
            </a:r>
            <a:r>
              <a:rPr lang="ne-NP" sz="9600" b="1" dirty="0" smtClean="0">
                <a:effectLst>
                  <a:outerShdw blurRad="38100" dist="38100" dir="2700000" algn="tl">
                    <a:srgbClr val="000000">
                      <a:alpha val="43137"/>
                    </a:srgbClr>
                  </a:outerShdw>
                </a:effectLst>
                <a:latin typeface="Kokila" pitchFamily="34" charset="0"/>
                <a:cs typeface="Kokila" pitchFamily="34" charset="0"/>
              </a:rPr>
              <a:t/>
            </a:r>
            <a:br>
              <a:rPr lang="ne-NP" sz="9600" b="1" dirty="0" smtClean="0">
                <a:effectLst>
                  <a:outerShdw blurRad="38100" dist="38100" dir="2700000" algn="tl">
                    <a:srgbClr val="000000">
                      <a:alpha val="43137"/>
                    </a:srgbClr>
                  </a:outerShdw>
                </a:effectLst>
                <a:latin typeface="Kokila" pitchFamily="34" charset="0"/>
                <a:cs typeface="Kokila" pitchFamily="34" charset="0"/>
              </a:rPr>
            </a:br>
            <a:r>
              <a:rPr lang="ne-NP" sz="7200" dirty="0" smtClean="0">
                <a:latin typeface="Preeti" pitchFamily="2" charset="0"/>
              </a:rPr>
              <a:t/>
            </a:r>
            <a:br>
              <a:rPr lang="ne-NP" sz="7200" dirty="0" smtClean="0">
                <a:latin typeface="Preeti" pitchFamily="2" charset="0"/>
              </a:rPr>
            </a:br>
            <a:endParaRPr lang="en-US" b="1" dirty="0">
              <a:effectLst>
                <a:outerShdw blurRad="38100" dist="38100" dir="2700000" algn="tl">
                  <a:srgbClr val="000000">
                    <a:alpha val="43137"/>
                  </a:srgbClr>
                </a:outerShdw>
              </a:effectLst>
              <a:latin typeface="Kokila" pitchFamily="34" charset="0"/>
              <a:cs typeface="Kokila" pitchFamily="34" charset="0"/>
            </a:endParaRPr>
          </a:p>
        </p:txBody>
      </p:sp>
      <p:sp>
        <p:nvSpPr>
          <p:cNvPr id="3" name="Subtitle 2"/>
          <p:cNvSpPr>
            <a:spLocks noGrp="1"/>
          </p:cNvSpPr>
          <p:nvPr>
            <p:ph type="subTitle" idx="1"/>
          </p:nvPr>
        </p:nvSpPr>
        <p:spPr>
          <a:xfrm>
            <a:off x="1371600" y="3886200"/>
            <a:ext cx="6400800" cy="2971800"/>
          </a:xfrm>
        </p:spPr>
        <p:txBody>
          <a:bodyPr/>
          <a:lstStyle/>
          <a:p>
            <a:r>
              <a:rPr lang="ne-NP" b="1" dirty="0">
                <a:solidFill>
                  <a:schemeClr val="tx1"/>
                </a:solidFill>
                <a:effectLst>
                  <a:outerShdw blurRad="38100" dist="38100" dir="2700000" algn="tl">
                    <a:srgbClr val="000000">
                      <a:alpha val="43137"/>
                    </a:srgbClr>
                  </a:outerShdw>
                </a:effectLst>
                <a:latin typeface="Kokila" pitchFamily="34" charset="0"/>
                <a:cs typeface="Kokila" pitchFamily="34" charset="0"/>
              </a:rPr>
              <a:t>श्रीकान्त पौडेल</a:t>
            </a:r>
            <a:br>
              <a:rPr lang="ne-NP" b="1" dirty="0">
                <a:solidFill>
                  <a:schemeClr val="tx1"/>
                </a:solidFill>
                <a:effectLst>
                  <a:outerShdw blurRad="38100" dist="38100" dir="2700000" algn="tl">
                    <a:srgbClr val="000000">
                      <a:alpha val="43137"/>
                    </a:srgbClr>
                  </a:outerShdw>
                </a:effectLst>
                <a:latin typeface="Kokila" pitchFamily="34" charset="0"/>
                <a:cs typeface="Kokila" pitchFamily="34" charset="0"/>
              </a:rPr>
            </a:br>
            <a:r>
              <a:rPr lang="ne-NP" b="1" dirty="0">
                <a:solidFill>
                  <a:schemeClr val="tx1"/>
                </a:solidFill>
                <a:effectLst>
                  <a:outerShdw blurRad="38100" dist="38100" dir="2700000" algn="tl">
                    <a:srgbClr val="000000">
                      <a:alpha val="43137"/>
                    </a:srgbClr>
                  </a:outerShdw>
                </a:effectLst>
                <a:latin typeface="Kokila" pitchFamily="34" charset="0"/>
                <a:cs typeface="Kokila" pitchFamily="34" charset="0"/>
              </a:rPr>
              <a:t>न्यायाधीश, </a:t>
            </a:r>
            <a:r>
              <a:rPr lang="ne-NP" b="1" dirty="0" smtClean="0">
                <a:solidFill>
                  <a:schemeClr val="tx1"/>
                </a:solidFill>
                <a:effectLst>
                  <a:outerShdw blurRad="38100" dist="38100" dir="2700000" algn="tl">
                    <a:srgbClr val="000000">
                      <a:alpha val="43137"/>
                    </a:srgbClr>
                  </a:outerShdw>
                </a:effectLst>
                <a:latin typeface="Kokila" pitchFamily="34" charset="0"/>
                <a:cs typeface="Kokila" pitchFamily="34" charset="0"/>
              </a:rPr>
              <a:t> सर्वोच्च </a:t>
            </a:r>
            <a:r>
              <a:rPr lang="ne-NP" b="1" dirty="0">
                <a:solidFill>
                  <a:schemeClr val="tx1"/>
                </a:solidFill>
                <a:effectLst>
                  <a:outerShdw blurRad="38100" dist="38100" dir="2700000" algn="tl">
                    <a:srgbClr val="000000">
                      <a:alpha val="43137"/>
                    </a:srgbClr>
                  </a:outerShdw>
                </a:effectLst>
                <a:latin typeface="Kokila" pitchFamily="34" charset="0"/>
                <a:cs typeface="Kokila" pitchFamily="34" charset="0"/>
              </a:rPr>
              <a:t>अदालत</a:t>
            </a:r>
            <a:endParaRPr lang="en-US" dirty="0" smtClean="0">
              <a:solidFill>
                <a:schemeClr val="tx1"/>
              </a:solidFill>
              <a:latin typeface="Preeti" pitchFamily="2" charset="0"/>
            </a:endParaRPr>
          </a:p>
          <a:p>
            <a:endParaRPr lang="en-US" dirty="0">
              <a:latin typeface="Preeti" pitchFamily="2"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solidFill>
            <a:schemeClr val="accent3"/>
          </a:solidFill>
        </p:spPr>
        <p:txBody>
          <a:bodyPr/>
          <a:lstStyle/>
          <a:p>
            <a:pPr eaLnBrk="1" hangingPunct="1">
              <a:defRPr/>
            </a:pPr>
            <a:r>
              <a:rPr lang="ne-NP" b="1" dirty="0" smtClean="0">
                <a:effectLst>
                  <a:outerShdw blurRad="38100" dist="38100" dir="2700000" algn="tl">
                    <a:srgbClr val="000000">
                      <a:alpha val="43137"/>
                    </a:srgbClr>
                  </a:outerShdw>
                </a:effectLst>
                <a:latin typeface="Kokila" pitchFamily="34" charset="0"/>
                <a:cs typeface="Kokila" pitchFamily="34" charset="0"/>
              </a:rPr>
              <a:t>सत्रमा समेटिएका बिषयहरू</a:t>
            </a:r>
            <a:endParaRPr lang="en-US" b="1" dirty="0" smtClean="0">
              <a:effectLst>
                <a:outerShdw blurRad="38100" dist="38100" dir="2700000" algn="tl">
                  <a:srgbClr val="000000">
                    <a:alpha val="43137"/>
                  </a:srgbClr>
                </a:outerShdw>
              </a:effectLst>
              <a:latin typeface="Kokila" pitchFamily="34" charset="0"/>
              <a:cs typeface="Kokila" pitchFamily="34" charset="0"/>
            </a:endParaRPr>
          </a:p>
        </p:txBody>
      </p:sp>
      <p:sp>
        <p:nvSpPr>
          <p:cNvPr id="3075" name="Content Placeholder 2"/>
          <p:cNvSpPr>
            <a:spLocks noGrp="1"/>
          </p:cNvSpPr>
          <p:nvPr>
            <p:ph idx="1"/>
          </p:nvPr>
        </p:nvSpPr>
        <p:spPr>
          <a:xfrm>
            <a:off x="457200" y="1295400"/>
            <a:ext cx="8229600" cy="5562600"/>
          </a:xfrm>
        </p:spPr>
        <p:txBody>
          <a:bodyPr>
            <a:normAutofit/>
          </a:bodyPr>
          <a:lstStyle/>
          <a:p>
            <a:pPr eaLnBrk="1" hangingPunct="1">
              <a:buFont typeface="Wingdings" panose="05000000000000000000" pitchFamily="2" charset="2"/>
              <a:buChar char="§"/>
            </a:pPr>
            <a:endParaRPr lang="ne-NP" altLang="en-US" b="1" dirty="0" smtClean="0">
              <a:effectLst>
                <a:outerShdw blurRad="38100" dist="38100" dir="2700000" algn="tl">
                  <a:srgbClr val="000000">
                    <a:alpha val="43137"/>
                  </a:srgbClr>
                </a:outerShdw>
              </a:effectLst>
              <a:latin typeface="Kokila" pitchFamily="34" charset="0"/>
              <a:cs typeface="Kokila" pitchFamily="34" charset="0"/>
            </a:endParaRPr>
          </a:p>
          <a:p>
            <a:pPr eaLnBrk="1" hangingPunct="1">
              <a:buFont typeface="Wingdings" panose="05000000000000000000" pitchFamily="2" charset="2"/>
              <a:buChar char="§"/>
            </a:pPr>
            <a:r>
              <a:rPr lang="ne-NP" altLang="en-US" b="1" dirty="0" smtClean="0">
                <a:effectLst>
                  <a:outerShdw blurRad="38100" dist="38100" dir="2700000" algn="tl">
                    <a:srgbClr val="000000">
                      <a:alpha val="43137"/>
                    </a:srgbClr>
                  </a:outerShdw>
                </a:effectLst>
                <a:latin typeface="Kokila" pitchFamily="34" charset="0"/>
                <a:cs typeface="Kokila" pitchFamily="34" charset="0"/>
              </a:rPr>
              <a:t>बिषय प्रवेश</a:t>
            </a:r>
          </a:p>
          <a:p>
            <a:pPr eaLnBrk="1" hangingPunct="1">
              <a:buFont typeface="Wingdings" panose="05000000000000000000" pitchFamily="2" charset="2"/>
              <a:buChar char="§"/>
            </a:pPr>
            <a:r>
              <a:rPr lang="ne-NP" altLang="en-US" b="1" dirty="0" smtClean="0">
                <a:effectLst>
                  <a:outerShdw blurRad="38100" dist="38100" dir="2700000" algn="tl">
                    <a:srgbClr val="000000">
                      <a:alpha val="43137"/>
                    </a:srgbClr>
                  </a:outerShdw>
                </a:effectLst>
                <a:latin typeface="Kokila" pitchFamily="34" charset="0"/>
                <a:cs typeface="Kokila" pitchFamily="34" charset="0"/>
              </a:rPr>
              <a:t>न्यायमा पहुँचको अर्थ र आयामहरू</a:t>
            </a:r>
            <a:endParaRPr lang="en-US" altLang="en-US" b="1" dirty="0" smtClean="0">
              <a:effectLst>
                <a:outerShdw blurRad="38100" dist="38100" dir="2700000" algn="tl">
                  <a:srgbClr val="000000">
                    <a:alpha val="43137"/>
                  </a:srgbClr>
                </a:outerShdw>
              </a:effectLst>
              <a:latin typeface="Kokila" pitchFamily="34" charset="0"/>
              <a:cs typeface="Kokila" pitchFamily="34" charset="0"/>
            </a:endParaRPr>
          </a:p>
          <a:p>
            <a:pPr eaLnBrk="1" hangingPunct="1">
              <a:buFont typeface="Wingdings" panose="05000000000000000000" pitchFamily="2" charset="2"/>
              <a:buChar char="§"/>
            </a:pPr>
            <a:r>
              <a:rPr lang="ne-NP" altLang="en-US" b="1" dirty="0" smtClean="0">
                <a:effectLst>
                  <a:outerShdw blurRad="38100" dist="38100" dir="2700000" algn="tl">
                    <a:srgbClr val="000000">
                      <a:alpha val="43137"/>
                    </a:srgbClr>
                  </a:outerShdw>
                </a:effectLst>
                <a:latin typeface="Chandrodaya" pitchFamily="34" charset="0"/>
                <a:cs typeface="Kokila" pitchFamily="34" charset="0"/>
              </a:rPr>
              <a:t>न्यायमा पहुँचका लागि आवश्यक </a:t>
            </a:r>
            <a:r>
              <a:rPr lang="ne-NP" altLang="en-US" b="1" dirty="0" smtClean="0">
                <a:effectLst>
                  <a:outerShdw blurRad="38100" dist="38100" dir="2700000" algn="tl">
                    <a:srgbClr val="000000">
                      <a:alpha val="43137"/>
                    </a:srgbClr>
                  </a:outerShdw>
                </a:effectLst>
                <a:latin typeface="Chandrodaya" pitchFamily="34" charset="0"/>
                <a:cs typeface="Kokila" pitchFamily="34" charset="0"/>
              </a:rPr>
              <a:t>तत्वहरू</a:t>
            </a:r>
            <a:endParaRPr lang="en-US" altLang="en-US" b="1" dirty="0" smtClean="0">
              <a:effectLst>
                <a:outerShdw blurRad="38100" dist="38100" dir="2700000" algn="tl">
                  <a:srgbClr val="000000">
                    <a:alpha val="43137"/>
                  </a:srgbClr>
                </a:outerShdw>
              </a:effectLst>
              <a:latin typeface="Chandrodaya" pitchFamily="34" charset="0"/>
              <a:cs typeface="Kokila" pitchFamily="34" charset="0"/>
            </a:endParaRPr>
          </a:p>
          <a:p>
            <a:pPr eaLnBrk="1" hangingPunct="1">
              <a:buFont typeface="Wingdings" panose="05000000000000000000" pitchFamily="2" charset="2"/>
              <a:buChar char="§"/>
            </a:pPr>
            <a:r>
              <a:rPr lang="ne-NP" altLang="en-US" b="1" dirty="0" smtClean="0">
                <a:effectLst>
                  <a:outerShdw blurRad="38100" dist="38100" dir="2700000" algn="tl">
                    <a:srgbClr val="000000">
                      <a:alpha val="43137"/>
                    </a:srgbClr>
                  </a:outerShdw>
                </a:effectLst>
                <a:latin typeface="Chandrodaya" pitchFamily="34" charset="0"/>
                <a:cs typeface="Kokila" pitchFamily="34" charset="0"/>
              </a:rPr>
              <a:t>अन्य देशका न्यायमा पहुँचका अभ्यासहरू</a:t>
            </a:r>
            <a:endParaRPr lang="ne-NP" altLang="en-US" b="1" dirty="0" smtClean="0">
              <a:effectLst>
                <a:outerShdw blurRad="38100" dist="38100" dir="2700000" algn="tl">
                  <a:srgbClr val="000000">
                    <a:alpha val="43137"/>
                  </a:srgbClr>
                </a:outerShdw>
              </a:effectLst>
              <a:latin typeface="Chandrodaya" pitchFamily="34" charset="0"/>
              <a:cs typeface="Kokila" pitchFamily="34" charset="0"/>
            </a:endParaRPr>
          </a:p>
          <a:p>
            <a:pPr eaLnBrk="1" hangingPunct="1">
              <a:buFont typeface="Wingdings" panose="05000000000000000000" pitchFamily="2" charset="2"/>
              <a:buChar char="§"/>
            </a:pPr>
            <a:r>
              <a:rPr lang="ne-NP" altLang="en-US" b="1" dirty="0" smtClean="0">
                <a:effectLst>
                  <a:outerShdw blurRad="38100" dist="38100" dir="2700000" algn="tl">
                    <a:srgbClr val="000000">
                      <a:alpha val="43137"/>
                    </a:srgbClr>
                  </a:outerShdw>
                </a:effectLst>
                <a:latin typeface="Chandrodaya" pitchFamily="34" charset="0"/>
                <a:cs typeface="Kokila" pitchFamily="34" charset="0"/>
              </a:rPr>
              <a:t>नेपालमा न्यायमा </a:t>
            </a:r>
            <a:r>
              <a:rPr lang="ne-NP" altLang="en-US" b="1" dirty="0" smtClean="0">
                <a:effectLst>
                  <a:outerShdw blurRad="38100" dist="38100" dir="2700000" algn="tl">
                    <a:srgbClr val="000000">
                      <a:alpha val="43137"/>
                    </a:srgbClr>
                  </a:outerShdw>
                </a:effectLst>
                <a:latin typeface="Chandrodaya" pitchFamily="34" charset="0"/>
                <a:cs typeface="Kokila" pitchFamily="34" charset="0"/>
              </a:rPr>
              <a:t>पहुँचका अवरोधहरू</a:t>
            </a:r>
          </a:p>
          <a:p>
            <a:pPr eaLnBrk="1" hangingPunct="1">
              <a:buFont typeface="Wingdings" panose="05000000000000000000" pitchFamily="2" charset="2"/>
              <a:buChar char="§"/>
            </a:pPr>
            <a:r>
              <a:rPr lang="ne-NP" altLang="en-US" b="1" dirty="0" smtClean="0">
                <a:effectLst>
                  <a:outerShdw blurRad="38100" dist="38100" dir="2700000" algn="tl">
                    <a:srgbClr val="000000">
                      <a:alpha val="43137"/>
                    </a:srgbClr>
                  </a:outerShdw>
                </a:effectLst>
                <a:latin typeface="Chandrodaya" pitchFamily="34" charset="0"/>
                <a:cs typeface="Kokila" pitchFamily="34" charset="0"/>
              </a:rPr>
              <a:t>नेपालमा न्यायमा पहुँच बढाउन भएका प्रयासहरू</a:t>
            </a:r>
          </a:p>
          <a:p>
            <a:pPr eaLnBrk="1" hangingPunct="1">
              <a:buFont typeface="Wingdings" panose="05000000000000000000" pitchFamily="2" charset="2"/>
              <a:buChar char="§"/>
            </a:pPr>
            <a:r>
              <a:rPr lang="ne-NP" altLang="en-US" b="1" dirty="0" smtClean="0">
                <a:effectLst>
                  <a:outerShdw blurRad="38100" dist="38100" dir="2700000" algn="tl">
                    <a:srgbClr val="000000">
                      <a:alpha val="43137"/>
                    </a:srgbClr>
                  </a:outerShdw>
                </a:effectLst>
                <a:latin typeface="Chandrodaya" pitchFamily="34" charset="0"/>
                <a:cs typeface="Kokila" pitchFamily="34" charset="0"/>
              </a:rPr>
              <a:t>न्यायमा पहुँच कायम गर्न जिल्ला न्यायाधीशको भूमिका</a:t>
            </a:r>
          </a:p>
          <a:p>
            <a:pPr eaLnBrk="1" hangingPunct="1">
              <a:buFont typeface="Wingdings" panose="05000000000000000000" pitchFamily="2" charset="2"/>
              <a:buChar char="§"/>
            </a:pPr>
            <a:r>
              <a:rPr lang="ne-NP" altLang="en-US" b="1" dirty="0" smtClean="0">
                <a:effectLst>
                  <a:outerShdw blurRad="38100" dist="38100" dir="2700000" algn="tl">
                    <a:srgbClr val="000000">
                      <a:alpha val="43137"/>
                    </a:srgbClr>
                  </a:outerShdw>
                </a:effectLst>
                <a:latin typeface="Chandrodaya" pitchFamily="34" charset="0"/>
                <a:cs typeface="Kokila" pitchFamily="34" charset="0"/>
              </a:rPr>
              <a:t>निष्कर्ष</a:t>
            </a:r>
            <a:endParaRPr lang="en-US" altLang="en-US" dirty="0" smtClean="0"/>
          </a:p>
        </p:txBody>
      </p:sp>
      <p:sp>
        <p:nvSpPr>
          <p:cNvPr id="4" name="Slide Number Placeholder 3"/>
          <p:cNvSpPr>
            <a:spLocks noGrp="1"/>
          </p:cNvSpPr>
          <p:nvPr>
            <p:ph type="sldNum" sz="quarter" idx="12"/>
          </p:nvPr>
        </p:nvSpPr>
        <p:spPr/>
        <p:txBody>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fld id="{278841AB-DF7A-4D31-B388-315E1EC99192}" type="slidenum">
              <a:rPr lang="en-US" altLang="en-US">
                <a:solidFill>
                  <a:srgbClr val="898989"/>
                </a:solidFill>
              </a:rPr>
              <a:pPr eaLnBrk="1" hangingPunct="1"/>
              <a:t>2</a:t>
            </a:fld>
            <a:endParaRPr lang="en-US" altLang="en-US">
              <a:solidFill>
                <a:srgbClr val="898989"/>
              </a:solidFill>
            </a:endParaRPr>
          </a:p>
        </p:txBody>
      </p:sp>
    </p:spTree>
    <p:extLst>
      <p:ext uri="{BB962C8B-B14F-4D97-AF65-F5344CB8AC3E}">
        <p14:creationId xmlns:p14="http://schemas.microsoft.com/office/powerpoint/2010/main" val="2371858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75">
                                            <p:txEl>
                                              <p:pRg st="1" end="1"/>
                                            </p:txEl>
                                          </p:spTgt>
                                        </p:tgtEl>
                                        <p:attrNameLst>
                                          <p:attrName>style.visibility</p:attrName>
                                        </p:attrNameLst>
                                      </p:cBhvr>
                                      <p:to>
                                        <p:strVal val="visible"/>
                                      </p:to>
                                    </p:set>
                                    <p:animEffect transition="in" filter="fade">
                                      <p:cBhvr>
                                        <p:cTn id="7" dur="2000"/>
                                        <p:tgtEl>
                                          <p:spTgt spid="307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75">
                                            <p:txEl>
                                              <p:pRg st="2" end="2"/>
                                            </p:txEl>
                                          </p:spTgt>
                                        </p:tgtEl>
                                        <p:attrNameLst>
                                          <p:attrName>style.visibility</p:attrName>
                                        </p:attrNameLst>
                                      </p:cBhvr>
                                      <p:to>
                                        <p:strVal val="visible"/>
                                      </p:to>
                                    </p:set>
                                    <p:animEffect transition="in" filter="fade">
                                      <p:cBhvr>
                                        <p:cTn id="12" dur="2000"/>
                                        <p:tgtEl>
                                          <p:spTgt spid="307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075">
                                            <p:txEl>
                                              <p:pRg st="3" end="3"/>
                                            </p:txEl>
                                          </p:spTgt>
                                        </p:tgtEl>
                                        <p:attrNameLst>
                                          <p:attrName>style.visibility</p:attrName>
                                        </p:attrNameLst>
                                      </p:cBhvr>
                                      <p:to>
                                        <p:strVal val="visible"/>
                                      </p:to>
                                    </p:set>
                                    <p:animEffect transition="in" filter="fade">
                                      <p:cBhvr>
                                        <p:cTn id="17" dur="2000"/>
                                        <p:tgtEl>
                                          <p:spTgt spid="307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075">
                                            <p:txEl>
                                              <p:pRg st="4" end="4"/>
                                            </p:txEl>
                                          </p:spTgt>
                                        </p:tgtEl>
                                        <p:attrNameLst>
                                          <p:attrName>style.visibility</p:attrName>
                                        </p:attrNameLst>
                                      </p:cBhvr>
                                      <p:to>
                                        <p:strVal val="visible"/>
                                      </p:to>
                                    </p:set>
                                    <p:animEffect transition="in" filter="fade">
                                      <p:cBhvr>
                                        <p:cTn id="22" dur="2000"/>
                                        <p:tgtEl>
                                          <p:spTgt spid="307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075">
                                            <p:txEl>
                                              <p:pRg st="5" end="5"/>
                                            </p:txEl>
                                          </p:spTgt>
                                        </p:tgtEl>
                                        <p:attrNameLst>
                                          <p:attrName>style.visibility</p:attrName>
                                        </p:attrNameLst>
                                      </p:cBhvr>
                                      <p:to>
                                        <p:strVal val="visible"/>
                                      </p:to>
                                    </p:set>
                                    <p:animEffect transition="in" filter="fade">
                                      <p:cBhvr>
                                        <p:cTn id="27" dur="2000"/>
                                        <p:tgtEl>
                                          <p:spTgt spid="307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075">
                                            <p:txEl>
                                              <p:pRg st="6" end="6"/>
                                            </p:txEl>
                                          </p:spTgt>
                                        </p:tgtEl>
                                        <p:attrNameLst>
                                          <p:attrName>style.visibility</p:attrName>
                                        </p:attrNameLst>
                                      </p:cBhvr>
                                      <p:to>
                                        <p:strVal val="visible"/>
                                      </p:to>
                                    </p:set>
                                    <p:animEffect transition="in" filter="fade">
                                      <p:cBhvr>
                                        <p:cTn id="32" dur="2000"/>
                                        <p:tgtEl>
                                          <p:spTgt spid="307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075">
                                            <p:txEl>
                                              <p:pRg st="7" end="7"/>
                                            </p:txEl>
                                          </p:spTgt>
                                        </p:tgtEl>
                                        <p:attrNameLst>
                                          <p:attrName>style.visibility</p:attrName>
                                        </p:attrNameLst>
                                      </p:cBhvr>
                                      <p:to>
                                        <p:strVal val="visible"/>
                                      </p:to>
                                    </p:set>
                                    <p:animEffect transition="in" filter="fade">
                                      <p:cBhvr>
                                        <p:cTn id="37" dur="2000"/>
                                        <p:tgtEl>
                                          <p:spTgt spid="3075">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075">
                                            <p:txEl>
                                              <p:pRg st="8" end="8"/>
                                            </p:txEl>
                                          </p:spTgt>
                                        </p:tgtEl>
                                        <p:attrNameLst>
                                          <p:attrName>style.visibility</p:attrName>
                                        </p:attrNameLst>
                                      </p:cBhvr>
                                      <p:to>
                                        <p:strVal val="visible"/>
                                      </p:to>
                                    </p:set>
                                    <p:animEffect transition="in" filter="fade">
                                      <p:cBhvr>
                                        <p:cTn id="42" dur="2000"/>
                                        <p:tgtEl>
                                          <p:spTgt spid="307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1447800"/>
            <a:ext cx="86106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5325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endParaRPr lang="en-US" altLang="en-US" smtClean="0"/>
          </a:p>
        </p:txBody>
      </p:sp>
      <p:sp>
        <p:nvSpPr>
          <p:cNvPr id="4099" name="Content Placeholder 2"/>
          <p:cNvSpPr>
            <a:spLocks noGrp="1"/>
          </p:cNvSpPr>
          <p:nvPr>
            <p:ph idx="1"/>
          </p:nvPr>
        </p:nvSpPr>
        <p:spPr>
          <a:xfrm>
            <a:off x="152400" y="1600200"/>
            <a:ext cx="8839200" cy="4525963"/>
          </a:xfrm>
        </p:spPr>
        <p:txBody>
          <a:bodyPr>
            <a:normAutofit/>
          </a:bodyPr>
          <a:lstStyle/>
          <a:p>
            <a:pPr>
              <a:buNone/>
            </a:pPr>
            <a:endParaRPr lang="en-US" altLang="en-US" sz="4000" b="1" dirty="0">
              <a:effectLst>
                <a:outerShdw blurRad="38100" dist="38100" dir="2700000" algn="tl">
                  <a:srgbClr val="000000">
                    <a:alpha val="43137"/>
                  </a:srgbClr>
                </a:outerShdw>
              </a:effectLst>
              <a:latin typeface="Kokila" pitchFamily="34" charset="0"/>
              <a:cs typeface="Kokila" pitchFamily="34" charset="0"/>
            </a:endParaRPr>
          </a:p>
          <a:p>
            <a:pPr>
              <a:buFont typeface="Arial" panose="020B0604020202020204" pitchFamily="34" charset="0"/>
              <a:buNone/>
            </a:pPr>
            <a:r>
              <a:rPr lang="en-US" altLang="en-US" sz="4000" b="1" dirty="0" smtClean="0">
                <a:effectLst>
                  <a:outerShdw blurRad="38100" dist="38100" dir="2700000" algn="tl">
                    <a:srgbClr val="000000">
                      <a:alpha val="43137"/>
                    </a:srgbClr>
                  </a:outerShdw>
                </a:effectLst>
                <a:latin typeface="Kokila" pitchFamily="34" charset="0"/>
                <a:cs typeface="Kokila" pitchFamily="34" charset="0"/>
              </a:rPr>
              <a:t>“</a:t>
            </a:r>
            <a:r>
              <a:rPr lang="ne-NP" altLang="en-US" sz="4000" b="1" dirty="0" smtClean="0">
                <a:effectLst>
                  <a:outerShdw blurRad="38100" dist="38100" dir="2700000" algn="tl">
                    <a:srgbClr val="000000">
                      <a:alpha val="43137"/>
                    </a:srgbClr>
                  </a:outerShdw>
                </a:effectLst>
                <a:latin typeface="Kokila" pitchFamily="34" charset="0"/>
                <a:cs typeface="Kokila" pitchFamily="34" charset="0"/>
              </a:rPr>
              <a:t>हामी </a:t>
            </a:r>
            <a:r>
              <a:rPr lang="ne-NP" altLang="en-US" sz="4000" b="1" dirty="0" smtClean="0">
                <a:effectLst>
                  <a:outerShdw blurRad="38100" dist="38100" dir="2700000" algn="tl">
                    <a:srgbClr val="000000">
                      <a:alpha val="43137"/>
                    </a:srgbClr>
                  </a:outerShdw>
                </a:effectLst>
                <a:latin typeface="Kokila" pitchFamily="34" charset="0"/>
                <a:cs typeface="Kokila" pitchFamily="34" charset="0"/>
              </a:rPr>
              <a:t>अधिकार र न्याय कसैलाई बेच्ने छैनौ,  इन्कार गर्ने छैनौ, ढिलाइ गर्ने छैनौ </a:t>
            </a:r>
            <a:r>
              <a:rPr lang="ne-NP" altLang="en-US" sz="4000" b="1" dirty="0" smtClean="0">
                <a:effectLst>
                  <a:outerShdw blurRad="38100" dist="38100" dir="2700000" algn="tl">
                    <a:srgbClr val="000000">
                      <a:alpha val="43137"/>
                    </a:srgbClr>
                  </a:outerShdw>
                </a:effectLst>
                <a:latin typeface="Kokila" pitchFamily="34" charset="0"/>
                <a:cs typeface="Kokila" pitchFamily="34" charset="0"/>
              </a:rPr>
              <a:t>।</a:t>
            </a:r>
            <a:r>
              <a:rPr lang="en-US" altLang="en-US" sz="4000" b="1" dirty="0" smtClean="0">
                <a:effectLst>
                  <a:outerShdw blurRad="38100" dist="38100" dir="2700000" algn="tl">
                    <a:srgbClr val="000000">
                      <a:alpha val="43137"/>
                    </a:srgbClr>
                  </a:outerShdw>
                </a:effectLst>
                <a:latin typeface="Kokila" pitchFamily="34" charset="0"/>
                <a:cs typeface="Kokila" pitchFamily="34" charset="0"/>
              </a:rPr>
              <a:t>”</a:t>
            </a:r>
            <a:endParaRPr lang="ne-NP" altLang="en-US" sz="4000" b="1" dirty="0" smtClean="0">
              <a:effectLst>
                <a:outerShdw blurRad="38100" dist="38100" dir="2700000" algn="tl">
                  <a:srgbClr val="000000">
                    <a:alpha val="43137"/>
                  </a:srgbClr>
                </a:outerShdw>
              </a:effectLst>
              <a:latin typeface="Kokila" pitchFamily="34" charset="0"/>
              <a:cs typeface="Kokila" pitchFamily="34" charset="0"/>
            </a:endParaRPr>
          </a:p>
          <a:p>
            <a:pPr>
              <a:buFont typeface="Arial" panose="020B0604020202020204" pitchFamily="34" charset="0"/>
              <a:buNone/>
            </a:pPr>
            <a:r>
              <a:rPr lang="ne-NP" altLang="en-US" sz="4000" b="1" dirty="0" smtClean="0">
                <a:effectLst>
                  <a:outerShdw blurRad="38100" dist="38100" dir="2700000" algn="tl">
                    <a:srgbClr val="000000">
                      <a:alpha val="43137"/>
                    </a:srgbClr>
                  </a:outerShdw>
                </a:effectLst>
                <a:latin typeface="Kokila" pitchFamily="34" charset="0"/>
                <a:cs typeface="Kokila" pitchFamily="34" charset="0"/>
              </a:rPr>
              <a:t>                                                 </a:t>
            </a:r>
            <a:r>
              <a:rPr lang="en-US" altLang="en-US" sz="4000" b="1" dirty="0" smtClean="0">
                <a:effectLst>
                  <a:outerShdw blurRad="38100" dist="38100" dir="2700000" algn="tl">
                    <a:srgbClr val="000000">
                      <a:alpha val="43137"/>
                    </a:srgbClr>
                  </a:outerShdw>
                </a:effectLst>
                <a:latin typeface="Kokila" pitchFamily="34" charset="0"/>
                <a:cs typeface="Kokila" pitchFamily="34" charset="0"/>
              </a:rPr>
              <a:t>-</a:t>
            </a:r>
            <a:r>
              <a:rPr lang="ne-NP" altLang="en-US" sz="4000" b="1" dirty="0" smtClean="0">
                <a:effectLst>
                  <a:outerShdw blurRad="38100" dist="38100" dir="2700000" algn="tl">
                    <a:srgbClr val="000000">
                      <a:alpha val="43137"/>
                    </a:srgbClr>
                  </a:outerShdw>
                </a:effectLst>
                <a:latin typeface="Kokila" pitchFamily="34" charset="0"/>
                <a:cs typeface="Kokila" pitchFamily="34" charset="0"/>
              </a:rPr>
              <a:t>म्याग्नाकार्टा १२१५</a:t>
            </a:r>
            <a:endParaRPr lang="en-US" altLang="en-US" sz="4000" b="1" dirty="0" smtClean="0">
              <a:effectLst>
                <a:outerShdw blurRad="38100" dist="38100" dir="2700000" algn="tl">
                  <a:srgbClr val="000000">
                    <a:alpha val="43137"/>
                  </a:srgbClr>
                </a:outerShdw>
              </a:effectLst>
              <a:latin typeface="Kokila" pitchFamily="34" charset="0"/>
              <a:cs typeface="Kokila" pitchFamily="34" charset="0"/>
            </a:endParaRPr>
          </a:p>
          <a:p>
            <a:pPr>
              <a:buNone/>
            </a:pPr>
            <a:r>
              <a:rPr lang="en-US" sz="3600" dirty="0">
                <a:effectLst>
                  <a:outerShdw blurRad="38100" dist="38100" dir="2700000" algn="tl">
                    <a:srgbClr val="000000">
                      <a:alpha val="43137"/>
                    </a:srgbClr>
                  </a:outerShdw>
                </a:effectLst>
                <a:latin typeface="Times New Roman" pitchFamily="18" charset="0"/>
                <a:cs typeface="Times New Roman" pitchFamily="18" charset="0"/>
              </a:rPr>
              <a:t>"</a:t>
            </a:r>
            <a:r>
              <a:rPr lang="en-US" sz="3400" b="1" dirty="0">
                <a:effectLst>
                  <a:outerShdw blurRad="38100" dist="38100" dir="2700000" algn="tl">
                    <a:srgbClr val="000000">
                      <a:alpha val="43137"/>
                    </a:srgbClr>
                  </a:outerShdw>
                </a:effectLst>
                <a:latin typeface="Times New Roman" pitchFamily="18" charset="0"/>
                <a:cs typeface="Times New Roman" pitchFamily="18" charset="0"/>
              </a:rPr>
              <a:t>Access to justice is open to all, just like the Ritz </a:t>
            </a:r>
            <a:r>
              <a:rPr lang="en-US" sz="3400" b="1" dirty="0" smtClean="0">
                <a:effectLst>
                  <a:outerShdw blurRad="38100" dist="38100" dir="2700000" algn="tl">
                    <a:srgbClr val="000000">
                      <a:alpha val="43137"/>
                    </a:srgbClr>
                  </a:outerShdw>
                </a:effectLst>
                <a:latin typeface="Times New Roman" pitchFamily="18" charset="0"/>
                <a:cs typeface="Times New Roman" pitchFamily="18" charset="0"/>
              </a:rPr>
              <a:t>Hotel“- Irish </a:t>
            </a:r>
            <a:r>
              <a:rPr lang="en-US" sz="3400" b="1" dirty="0">
                <a:effectLst>
                  <a:outerShdw blurRad="38100" dist="38100" dir="2700000" algn="tl">
                    <a:srgbClr val="000000">
                      <a:alpha val="43137"/>
                    </a:srgbClr>
                  </a:outerShdw>
                </a:effectLst>
                <a:latin typeface="Times New Roman" pitchFamily="18" charset="0"/>
                <a:cs typeface="Times New Roman" pitchFamily="18" charset="0"/>
              </a:rPr>
              <a:t>judge Sir James Mathew</a:t>
            </a:r>
          </a:p>
          <a:p>
            <a:pPr>
              <a:buFont typeface="Arial" panose="020B0604020202020204" pitchFamily="34" charset="0"/>
              <a:buNone/>
            </a:pPr>
            <a:endParaRPr lang="en-US" altLang="en-US" sz="4000" b="1" dirty="0" smtClean="0">
              <a:effectLst>
                <a:outerShdw blurRad="38100" dist="38100" dir="2700000" algn="tl">
                  <a:srgbClr val="000000">
                    <a:alpha val="43137"/>
                  </a:srgbClr>
                </a:outerShdw>
              </a:effectLst>
              <a:latin typeface="Kokila" pitchFamily="34" charset="0"/>
              <a:cs typeface="Kokila" pitchFamily="34" charset="0"/>
            </a:endParaRPr>
          </a:p>
        </p:txBody>
      </p:sp>
      <p:sp>
        <p:nvSpPr>
          <p:cNvPr id="4" name="Slide Number Placeholder 3"/>
          <p:cNvSpPr>
            <a:spLocks noGrp="1"/>
          </p:cNvSpPr>
          <p:nvPr>
            <p:ph type="sldNum" sz="quarter" idx="12"/>
          </p:nvPr>
        </p:nvSpPr>
        <p:spPr/>
        <p:txBody>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fld id="{64AB6590-B23A-40D7-B819-52D0310067C4}" type="slidenum">
              <a:rPr lang="en-US" altLang="en-US">
                <a:solidFill>
                  <a:srgbClr val="898989"/>
                </a:solidFill>
              </a:rPr>
              <a:pPr eaLnBrk="1" hangingPunct="1"/>
              <a:t>4</a:t>
            </a:fld>
            <a:endParaRPr lang="en-US" altLang="en-US">
              <a:solidFill>
                <a:srgbClr val="898989"/>
              </a:solidFill>
            </a:endParaRPr>
          </a:p>
        </p:txBody>
      </p:sp>
    </p:spTree>
    <p:extLst>
      <p:ext uri="{BB962C8B-B14F-4D97-AF65-F5344CB8AC3E}">
        <p14:creationId xmlns:p14="http://schemas.microsoft.com/office/powerpoint/2010/main" val="5383126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20000"/>
              <a:lumOff val="80000"/>
            </a:schemeClr>
          </a:solidFill>
        </p:spPr>
        <p:txBody>
          <a:bodyPr>
            <a:normAutofit/>
          </a:bodyPr>
          <a:lstStyle/>
          <a:p>
            <a:r>
              <a:rPr lang="ne-NP" sz="5400" b="1" dirty="0" smtClean="0">
                <a:effectLst>
                  <a:outerShdw blurRad="38100" dist="38100" dir="2700000" algn="tl">
                    <a:srgbClr val="000000">
                      <a:alpha val="43137"/>
                    </a:srgbClr>
                  </a:outerShdw>
                </a:effectLst>
                <a:latin typeface="Kokila" pitchFamily="34" charset="0"/>
                <a:cs typeface="Kokila" pitchFamily="34" charset="0"/>
              </a:rPr>
              <a:t>बिषय प्रबेश</a:t>
            </a:r>
            <a:endParaRPr lang="en-US" sz="5400" b="1" dirty="0">
              <a:effectLst>
                <a:outerShdw blurRad="38100" dist="38100" dir="2700000" algn="tl">
                  <a:srgbClr val="000000">
                    <a:alpha val="43137"/>
                  </a:srgbClr>
                </a:outerShdw>
              </a:effectLst>
              <a:latin typeface="Kokila" pitchFamily="34" charset="0"/>
              <a:cs typeface="Kokila" pitchFamily="34" charset="0"/>
            </a:endParaRPr>
          </a:p>
        </p:txBody>
      </p:sp>
      <p:sp>
        <p:nvSpPr>
          <p:cNvPr id="3" name="Content Placeholder 2"/>
          <p:cNvSpPr>
            <a:spLocks noGrp="1"/>
          </p:cNvSpPr>
          <p:nvPr>
            <p:ph idx="1"/>
          </p:nvPr>
        </p:nvSpPr>
        <p:spPr>
          <a:xfrm>
            <a:off x="457200" y="1295400"/>
            <a:ext cx="8229600" cy="5257800"/>
          </a:xfrm>
        </p:spPr>
        <p:txBody>
          <a:bodyPr>
            <a:normAutofit fontScale="92500"/>
          </a:bodyPr>
          <a:lstStyle/>
          <a:p>
            <a:pPr>
              <a:buFont typeface="Wingdings" pitchFamily="2" charset="2"/>
              <a:buChar char="§"/>
            </a:pPr>
            <a:endParaRPr lang="ne-NP" dirty="0" smtClean="0">
              <a:effectLst>
                <a:outerShdw blurRad="38100" dist="38100" dir="2700000" algn="tl">
                  <a:srgbClr val="000000">
                    <a:alpha val="43137"/>
                  </a:srgbClr>
                </a:outerShdw>
              </a:effectLst>
              <a:latin typeface="Kokila" pitchFamily="34" charset="0"/>
              <a:cs typeface="Kokila" pitchFamily="34" charset="0"/>
            </a:endParaRPr>
          </a:p>
          <a:p>
            <a:pPr>
              <a:buFont typeface="Wingdings" pitchFamily="2" charset="2"/>
              <a:buChar char="§"/>
            </a:pPr>
            <a:r>
              <a:rPr lang="ne-NP" dirty="0" smtClean="0">
                <a:effectLst>
                  <a:outerShdw blurRad="38100" dist="38100" dir="2700000" algn="tl">
                    <a:srgbClr val="000000">
                      <a:alpha val="43137"/>
                    </a:srgbClr>
                  </a:outerShdw>
                </a:effectLst>
                <a:latin typeface="Kokila" pitchFamily="34" charset="0"/>
                <a:cs typeface="Kokila" pitchFamily="34" charset="0"/>
              </a:rPr>
              <a:t>व्यक्तिलाई कानूनले प्रदान गरेका </a:t>
            </a:r>
            <a:r>
              <a:rPr lang="ne-NP" dirty="0">
                <a:effectLst>
                  <a:outerShdw blurRad="38100" dist="38100" dir="2700000" algn="tl">
                    <a:srgbClr val="000000">
                      <a:alpha val="43137"/>
                    </a:srgbClr>
                  </a:outerShdw>
                </a:effectLst>
                <a:latin typeface="Kokila" pitchFamily="34" charset="0"/>
                <a:cs typeface="Kokila" pitchFamily="34" charset="0"/>
              </a:rPr>
              <a:t>हक</a:t>
            </a:r>
            <a:r>
              <a:rPr lang="en-US" dirty="0">
                <a:effectLst>
                  <a:outerShdw blurRad="38100" dist="38100" dir="2700000" algn="tl">
                    <a:srgbClr val="000000">
                      <a:alpha val="43137"/>
                    </a:srgbClr>
                  </a:outerShdw>
                </a:effectLst>
                <a:latin typeface="Kokila" pitchFamily="34" charset="0"/>
                <a:cs typeface="Kokila" pitchFamily="34" charset="0"/>
              </a:rPr>
              <a:t>, </a:t>
            </a:r>
            <a:r>
              <a:rPr lang="ne-NP" dirty="0" smtClean="0">
                <a:effectLst>
                  <a:outerShdw blurRad="38100" dist="38100" dir="2700000" algn="tl">
                    <a:srgbClr val="000000">
                      <a:alpha val="43137"/>
                    </a:srgbClr>
                  </a:outerShdw>
                </a:effectLst>
                <a:latin typeface="Kokila" pitchFamily="34" charset="0"/>
                <a:cs typeface="Kokila" pitchFamily="34" charset="0"/>
              </a:rPr>
              <a:t>अधिकार </a:t>
            </a:r>
            <a:r>
              <a:rPr lang="ne-NP" dirty="0">
                <a:effectLst>
                  <a:outerShdw blurRad="38100" dist="38100" dir="2700000" algn="tl">
                    <a:srgbClr val="000000">
                      <a:alpha val="43137"/>
                    </a:srgbClr>
                  </a:outerShdw>
                </a:effectLst>
                <a:latin typeface="Kokila" pitchFamily="34" charset="0"/>
                <a:cs typeface="Kokila" pitchFamily="34" charset="0"/>
              </a:rPr>
              <a:t>कसैबाट </a:t>
            </a:r>
            <a:r>
              <a:rPr lang="ne-NP" dirty="0" smtClean="0">
                <a:effectLst>
                  <a:outerShdw blurRad="38100" dist="38100" dir="2700000" algn="tl">
                    <a:srgbClr val="000000">
                      <a:alpha val="43137"/>
                    </a:srgbClr>
                  </a:outerShdw>
                </a:effectLst>
                <a:latin typeface="Kokila" pitchFamily="34" charset="0"/>
                <a:cs typeface="Kokila" pitchFamily="34" charset="0"/>
              </a:rPr>
              <a:t>हनन </a:t>
            </a:r>
            <a:r>
              <a:rPr lang="ne-NP" dirty="0">
                <a:effectLst>
                  <a:outerShdw blurRad="38100" dist="38100" dir="2700000" algn="tl">
                    <a:srgbClr val="000000">
                      <a:alpha val="43137"/>
                    </a:srgbClr>
                  </a:outerShdw>
                </a:effectLst>
                <a:latin typeface="Kokila" pitchFamily="34" charset="0"/>
                <a:cs typeface="Kokila" pitchFamily="34" charset="0"/>
              </a:rPr>
              <a:t>भएमा सोलाई पुनर्स्थापित गर्न र कसूरदारलाई सजाय गर्न न्यायमा सहज पहुँच जरूरी हुन्छ ।</a:t>
            </a:r>
          </a:p>
          <a:p>
            <a:pPr>
              <a:buFont typeface="Wingdings" pitchFamily="2" charset="2"/>
              <a:buChar char="§"/>
            </a:pPr>
            <a:r>
              <a:rPr lang="ne-NP" dirty="0" smtClean="0">
                <a:effectLst>
                  <a:outerShdw blurRad="38100" dist="38100" dir="2700000" algn="tl">
                    <a:srgbClr val="000000">
                      <a:alpha val="43137"/>
                    </a:srgbClr>
                  </a:outerShdw>
                </a:effectLst>
                <a:latin typeface="Kokila" pitchFamily="34" charset="0"/>
                <a:cs typeface="Kokila" pitchFamily="34" charset="0"/>
              </a:rPr>
              <a:t>न्याय</a:t>
            </a:r>
            <a:r>
              <a:rPr lang="en-US" dirty="0" smtClean="0">
                <a:effectLst>
                  <a:outerShdw blurRad="38100" dist="38100" dir="2700000" algn="tl">
                    <a:srgbClr val="000000">
                      <a:alpha val="43137"/>
                    </a:srgbClr>
                  </a:outerShdw>
                </a:effectLst>
                <a:latin typeface="Kokila" pitchFamily="34" charset="0"/>
                <a:cs typeface="Kokila" pitchFamily="34" charset="0"/>
              </a:rPr>
              <a:t> </a:t>
            </a:r>
            <a:r>
              <a:rPr lang="ne-NP" dirty="0" smtClean="0">
                <a:effectLst>
                  <a:outerShdw blurRad="38100" dist="38100" dir="2700000" algn="tl">
                    <a:srgbClr val="000000">
                      <a:alpha val="43137"/>
                    </a:srgbClr>
                  </a:outerShdw>
                </a:effectLst>
                <a:latin typeface="Kokila" pitchFamily="34" charset="0"/>
                <a:cs typeface="Kokila" pitchFamily="34" charset="0"/>
              </a:rPr>
              <a:t>सबै </a:t>
            </a:r>
            <a:r>
              <a:rPr lang="ne-NP" dirty="0">
                <a:effectLst>
                  <a:outerShdw blurRad="38100" dist="38100" dir="2700000" algn="tl">
                    <a:srgbClr val="000000">
                      <a:alpha val="43137"/>
                    </a:srgbClr>
                  </a:outerShdw>
                </a:effectLst>
                <a:latin typeface="Kokila" pitchFamily="34" charset="0"/>
                <a:cs typeface="Kokila" pitchFamily="34" charset="0"/>
              </a:rPr>
              <a:t>तह र तप्काका  </a:t>
            </a:r>
            <a:r>
              <a:rPr lang="ne-NP" dirty="0" smtClean="0">
                <a:effectLst>
                  <a:outerShdw blurRad="38100" dist="38100" dir="2700000" algn="tl">
                    <a:srgbClr val="000000">
                      <a:alpha val="43137"/>
                    </a:srgbClr>
                  </a:outerShdw>
                </a:effectLst>
                <a:latin typeface="Kokila" pitchFamily="34" charset="0"/>
                <a:cs typeface="Kokila" pitchFamily="34" charset="0"/>
              </a:rPr>
              <a:t>मानव मात्रको आधारभूत आवश्यकता र अपरिहार्य बस्तु हो ।</a:t>
            </a:r>
          </a:p>
          <a:p>
            <a:pPr>
              <a:buFont typeface="Wingdings" pitchFamily="2" charset="2"/>
              <a:buChar char="§"/>
            </a:pPr>
            <a:r>
              <a:rPr lang="ne-NP" dirty="0" smtClean="0">
                <a:effectLst>
                  <a:outerShdw blurRad="38100" dist="38100" dir="2700000" algn="tl">
                    <a:srgbClr val="000000">
                      <a:alpha val="43137"/>
                    </a:srgbClr>
                  </a:outerShdw>
                </a:effectLst>
                <a:latin typeface="Kokila" pitchFamily="34" charset="0"/>
                <a:cs typeface="Kokila" pitchFamily="34" charset="0"/>
              </a:rPr>
              <a:t>न्याय सभ्य समाजको पहिचान पनि हो ।</a:t>
            </a:r>
          </a:p>
          <a:p>
            <a:pPr>
              <a:buFont typeface="Wingdings" pitchFamily="2" charset="2"/>
              <a:buChar char="§"/>
            </a:pPr>
            <a:r>
              <a:rPr lang="ne-NP" dirty="0" smtClean="0">
                <a:effectLst>
                  <a:outerShdw blurRad="38100" dist="38100" dir="2700000" algn="tl">
                    <a:srgbClr val="000000">
                      <a:alpha val="43137"/>
                    </a:srgbClr>
                  </a:outerShdw>
                </a:effectLst>
                <a:latin typeface="Kokila" pitchFamily="34" charset="0"/>
                <a:cs typeface="Kokila" pitchFamily="34" charset="0"/>
              </a:rPr>
              <a:t>आधुनिक प्रजातान्त्रिक </a:t>
            </a:r>
            <a:r>
              <a:rPr lang="ne-NP" dirty="0">
                <a:effectLst>
                  <a:outerShdw blurRad="38100" dist="38100" dir="2700000" algn="tl">
                    <a:srgbClr val="000000">
                      <a:alpha val="43137"/>
                    </a:srgbClr>
                  </a:outerShdw>
                </a:effectLst>
                <a:latin typeface="Kokila" pitchFamily="34" charset="0"/>
                <a:cs typeface="Kokila" pitchFamily="34" charset="0"/>
              </a:rPr>
              <a:t>शासन </a:t>
            </a:r>
            <a:r>
              <a:rPr lang="ne-NP" dirty="0" smtClean="0">
                <a:effectLst>
                  <a:outerShdw blurRad="38100" dist="38100" dir="2700000" algn="tl">
                    <a:srgbClr val="000000">
                      <a:alpha val="43137"/>
                    </a:srgbClr>
                  </a:outerShdw>
                </a:effectLst>
                <a:latin typeface="Kokila" pitchFamily="34" charset="0"/>
                <a:cs typeface="Kokila" pitchFamily="34" charset="0"/>
              </a:rPr>
              <a:t>व्यवस्था र सभ्य समाजमा शिक्षा,  स्वास्थ्य जस्तै सबैको लागि न्याय </a:t>
            </a:r>
            <a:r>
              <a:rPr lang="ne-NP" dirty="0" smtClean="0">
                <a:effectLst>
                  <a:outerShdw blurRad="38100" dist="38100" dir="2700000" algn="tl">
                    <a:srgbClr val="000000">
                      <a:alpha val="43137"/>
                    </a:srgbClr>
                  </a:outerShdw>
                </a:effectLst>
                <a:latin typeface="Times New Roman" pitchFamily="18" charset="0"/>
                <a:cs typeface="Kokila" pitchFamily="34" charset="0"/>
              </a:rPr>
              <a:t>(</a:t>
            </a:r>
            <a:r>
              <a:rPr lang="en-US" dirty="0" smtClean="0">
                <a:effectLst>
                  <a:outerShdw blurRad="38100" dist="38100" dir="2700000" algn="tl">
                    <a:srgbClr val="000000">
                      <a:alpha val="43137"/>
                    </a:srgbClr>
                  </a:outerShdw>
                </a:effectLst>
                <a:latin typeface="Times New Roman" pitchFamily="18" charset="0"/>
                <a:cs typeface="Kokila" pitchFamily="34" charset="0"/>
              </a:rPr>
              <a:t>Justice for All</a:t>
            </a:r>
            <a:r>
              <a:rPr lang="ne-NP" dirty="0" smtClean="0">
                <a:effectLst>
                  <a:outerShdw blurRad="38100" dist="38100" dir="2700000" algn="tl">
                    <a:srgbClr val="000000">
                      <a:alpha val="43137"/>
                    </a:srgbClr>
                  </a:outerShdw>
                </a:effectLst>
                <a:latin typeface="Times New Roman" pitchFamily="18" charset="0"/>
                <a:cs typeface="Kokila" pitchFamily="34" charset="0"/>
              </a:rPr>
              <a:t>)</a:t>
            </a:r>
            <a:r>
              <a:rPr lang="ne-NP" dirty="0" smtClean="0">
                <a:effectLst>
                  <a:outerShdw blurRad="38100" dist="38100" dir="2700000" algn="tl">
                    <a:srgbClr val="000000">
                      <a:alpha val="43137"/>
                    </a:srgbClr>
                  </a:outerShdw>
                </a:effectLst>
                <a:latin typeface="Kokila" pitchFamily="34" charset="0"/>
                <a:cs typeface="Kokila" pitchFamily="34" charset="0"/>
              </a:rPr>
              <a:t> अपरिहार्य मानिन्छ ।</a:t>
            </a:r>
          </a:p>
          <a:p>
            <a:pPr>
              <a:buFont typeface="Wingdings" pitchFamily="2" charset="2"/>
              <a:buChar char="§"/>
            </a:pPr>
            <a:r>
              <a:rPr lang="ne-NP" dirty="0" smtClean="0">
                <a:effectLst>
                  <a:outerShdw blurRad="38100" dist="38100" dir="2700000" algn="tl">
                    <a:srgbClr val="000000">
                      <a:alpha val="43137"/>
                    </a:srgbClr>
                  </a:outerShdw>
                </a:effectLst>
                <a:latin typeface="Kokila" pitchFamily="34" charset="0"/>
                <a:cs typeface="Kokila" pitchFamily="34" charset="0"/>
              </a:rPr>
              <a:t>सबैको लागि न्याय सहज रूपमा उपलब्ध हुनु जरूरी हुन्छ ।</a:t>
            </a:r>
            <a:r>
              <a:rPr lang="en-US" dirty="0" smtClean="0">
                <a:effectLst>
                  <a:outerShdw blurRad="38100" dist="38100" dir="2700000" algn="tl">
                    <a:srgbClr val="000000">
                      <a:alpha val="43137"/>
                    </a:srgbClr>
                  </a:outerShdw>
                </a:effectLst>
                <a:latin typeface="Kokila" pitchFamily="34" charset="0"/>
                <a:cs typeface="Kokila" pitchFamily="34" charset="0"/>
              </a:rPr>
              <a:t> </a:t>
            </a:r>
            <a:endParaRPr lang="ne-NP" dirty="0" smtClean="0">
              <a:effectLst>
                <a:outerShdw blurRad="38100" dist="38100" dir="2700000" algn="tl">
                  <a:srgbClr val="000000">
                    <a:alpha val="43137"/>
                  </a:srgbClr>
                </a:outerShdw>
              </a:effectLst>
              <a:latin typeface="Kokila" pitchFamily="34" charset="0"/>
              <a:cs typeface="Kokila" pitchFamily="34" charset="0"/>
            </a:endParaRPr>
          </a:p>
          <a:p>
            <a:pPr>
              <a:buFont typeface="Wingdings" pitchFamily="2" charset="2"/>
              <a:buChar char="§"/>
            </a:pPr>
            <a:r>
              <a:rPr lang="ne-NP" dirty="0" smtClean="0">
                <a:effectLst>
                  <a:outerShdw blurRad="38100" dist="38100" dir="2700000" algn="tl">
                    <a:srgbClr val="000000">
                      <a:alpha val="43137"/>
                    </a:srgbClr>
                  </a:outerShdw>
                </a:effectLst>
                <a:latin typeface="Kokila" pitchFamily="34" charset="0"/>
                <a:cs typeface="Kokila" pitchFamily="34" charset="0"/>
              </a:rPr>
              <a:t>न्यायमा पहुँच नभएमा व्यक्तिले अधिकार प्रयोग गर्न नपाउने अवस्था हुन्छ ।</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0" y="274638"/>
            <a:ext cx="8686800" cy="639762"/>
          </a:xfrm>
          <a:solidFill>
            <a:schemeClr val="accent6"/>
          </a:solidFill>
        </p:spPr>
        <p:txBody>
          <a:bodyPr>
            <a:normAutofit fontScale="90000"/>
          </a:bodyPr>
          <a:lstStyle/>
          <a:p>
            <a:r>
              <a:rPr lang="ne-NP" altLang="en-US" b="1" dirty="0" smtClean="0">
                <a:effectLst>
                  <a:outerShdw blurRad="38100" dist="38100" dir="2700000" algn="tl">
                    <a:srgbClr val="000000">
                      <a:alpha val="43137"/>
                    </a:srgbClr>
                  </a:outerShdw>
                </a:effectLst>
                <a:latin typeface="Kokila" pitchFamily="34" charset="0"/>
                <a:cs typeface="Kokila" pitchFamily="34" charset="0"/>
              </a:rPr>
              <a:t>न्यायमा पहुँच (</a:t>
            </a:r>
            <a:r>
              <a:rPr lang="en-US" altLang="en-US" b="1" dirty="0" smtClean="0">
                <a:effectLst>
                  <a:outerShdw blurRad="38100" dist="38100" dir="2700000" algn="tl">
                    <a:srgbClr val="000000">
                      <a:alpha val="43137"/>
                    </a:srgbClr>
                  </a:outerShdw>
                </a:effectLst>
                <a:latin typeface="Kokila" pitchFamily="34" charset="0"/>
                <a:cs typeface="Kokila" pitchFamily="34" charset="0"/>
              </a:rPr>
              <a:t>Access to Justice)</a:t>
            </a:r>
            <a:r>
              <a:rPr lang="ne-NP" altLang="en-US" b="1" dirty="0">
                <a:effectLst>
                  <a:outerShdw blurRad="38100" dist="38100" dir="2700000" algn="tl">
                    <a:srgbClr val="000000">
                      <a:alpha val="43137"/>
                    </a:srgbClr>
                  </a:outerShdw>
                </a:effectLst>
                <a:latin typeface="Kokila" pitchFamily="34" charset="0"/>
                <a:cs typeface="Kokila" pitchFamily="34" charset="0"/>
              </a:rPr>
              <a:t> को अर्थ </a:t>
            </a:r>
            <a:endParaRPr lang="en-US" altLang="en-US" b="1" dirty="0" smtClean="0">
              <a:effectLst>
                <a:outerShdw blurRad="38100" dist="38100" dir="2700000" algn="tl">
                  <a:srgbClr val="000000">
                    <a:alpha val="43137"/>
                  </a:srgbClr>
                </a:outerShdw>
              </a:effectLst>
              <a:latin typeface="Kokila" pitchFamily="34" charset="0"/>
              <a:cs typeface="Kokila" pitchFamily="34" charset="0"/>
            </a:endParaRPr>
          </a:p>
        </p:txBody>
      </p:sp>
      <p:sp>
        <p:nvSpPr>
          <p:cNvPr id="6147" name="Content Placeholder 2"/>
          <p:cNvSpPr>
            <a:spLocks noGrp="1"/>
          </p:cNvSpPr>
          <p:nvPr>
            <p:ph idx="1"/>
          </p:nvPr>
        </p:nvSpPr>
        <p:spPr>
          <a:xfrm>
            <a:off x="228600" y="914400"/>
            <a:ext cx="8915400" cy="7391400"/>
          </a:xfrm>
        </p:spPr>
        <p:txBody>
          <a:bodyPr>
            <a:normAutofit/>
          </a:bodyPr>
          <a:lstStyle/>
          <a:p>
            <a:pPr>
              <a:buFont typeface="Wingdings" panose="05000000000000000000" pitchFamily="2" charset="2"/>
              <a:buChar char="§"/>
            </a:pPr>
            <a:r>
              <a:rPr lang="ne-NP" altLang="en-US" dirty="0" smtClean="0">
                <a:effectLst>
                  <a:outerShdw blurRad="38100" dist="38100" dir="2700000" algn="tl">
                    <a:srgbClr val="000000">
                      <a:alpha val="43137"/>
                    </a:srgbClr>
                  </a:outerShdw>
                </a:effectLst>
                <a:latin typeface="Kokila" pitchFamily="34" charset="0"/>
                <a:cs typeface="Kokila" pitchFamily="34" charset="0"/>
              </a:rPr>
              <a:t>न्याय व्यवस्थासम्म पुग्ने वा न्याय वा उपचार माग गर्ने र प्राप्त गर्ने व्यक्तिको क्षमता।</a:t>
            </a:r>
            <a:endParaRPr lang="en-US" altLang="en-US" dirty="0" smtClean="0">
              <a:effectLst>
                <a:outerShdw blurRad="38100" dist="38100" dir="2700000" algn="tl">
                  <a:srgbClr val="000000">
                    <a:alpha val="43137"/>
                  </a:srgbClr>
                </a:outerShdw>
              </a:effectLst>
              <a:latin typeface="Kokila" pitchFamily="34" charset="0"/>
              <a:cs typeface="Kokila" pitchFamily="34" charset="0"/>
            </a:endParaRPr>
          </a:p>
          <a:p>
            <a:pPr>
              <a:buFont typeface="Wingdings" panose="05000000000000000000" pitchFamily="2" charset="2"/>
              <a:buChar char="§"/>
            </a:pPr>
            <a:r>
              <a:rPr lang="en-US" altLang="en-US" b="1" dirty="0" smtClean="0">
                <a:effectLst>
                  <a:outerShdw blurRad="38100" dist="38100" dir="2700000" algn="tl">
                    <a:srgbClr val="000000">
                      <a:alpha val="43137"/>
                    </a:srgbClr>
                  </a:outerShdw>
                </a:effectLst>
                <a:latin typeface="Kokila" pitchFamily="34" charset="0"/>
                <a:cs typeface="Kokila" pitchFamily="34" charset="0"/>
              </a:rPr>
              <a:t>The ability of people to seek and obtain a remedy through formal or informal institutions of justice</a:t>
            </a:r>
            <a:r>
              <a:rPr lang="en-US" altLang="en-US" dirty="0" smtClean="0">
                <a:effectLst>
                  <a:outerShdw blurRad="38100" dist="38100" dir="2700000" algn="tl">
                    <a:srgbClr val="000000">
                      <a:alpha val="43137"/>
                    </a:srgbClr>
                  </a:outerShdw>
                </a:effectLst>
                <a:latin typeface="Kokila" pitchFamily="34" charset="0"/>
                <a:cs typeface="Kokila" pitchFamily="34" charset="0"/>
              </a:rPr>
              <a:t>  in compliance with human rights standards. -</a:t>
            </a:r>
            <a:r>
              <a:rPr lang="en-US" altLang="en-US" dirty="0" err="1" smtClean="0">
                <a:effectLst>
                  <a:outerShdw blurRad="38100" dist="38100" dir="2700000" algn="tl">
                    <a:srgbClr val="000000">
                      <a:alpha val="43137"/>
                    </a:srgbClr>
                  </a:outerShdw>
                </a:effectLst>
                <a:latin typeface="Kokila" pitchFamily="34" charset="0"/>
                <a:cs typeface="Kokila" pitchFamily="34" charset="0"/>
              </a:rPr>
              <a:t>UNDP</a:t>
            </a:r>
            <a:endParaRPr lang="en-US" altLang="en-US" dirty="0" smtClean="0">
              <a:effectLst>
                <a:outerShdw blurRad="38100" dist="38100" dir="2700000" algn="tl">
                  <a:srgbClr val="000000">
                    <a:alpha val="43137"/>
                  </a:srgbClr>
                </a:outerShdw>
              </a:effectLst>
              <a:latin typeface="Kokila" pitchFamily="34" charset="0"/>
              <a:cs typeface="Kokila" pitchFamily="34" charset="0"/>
            </a:endParaRPr>
          </a:p>
          <a:p>
            <a:pPr>
              <a:buFont typeface="Wingdings" panose="05000000000000000000" pitchFamily="2" charset="2"/>
              <a:buChar char="§"/>
            </a:pPr>
            <a:r>
              <a:rPr lang="en-US" altLang="en-US" dirty="0" smtClean="0">
                <a:effectLst>
                  <a:outerShdw blurRad="38100" dist="38100" dir="2700000" algn="tl">
                    <a:srgbClr val="000000">
                      <a:alpha val="43137"/>
                    </a:srgbClr>
                  </a:outerShdw>
                </a:effectLst>
                <a:latin typeface="Kokila" pitchFamily="34" charset="0"/>
                <a:cs typeface="Kokila" pitchFamily="34" charset="0"/>
              </a:rPr>
              <a:t>It also denotes </a:t>
            </a:r>
            <a:r>
              <a:rPr lang="en-US" altLang="en-US" b="1" dirty="0" smtClean="0">
                <a:effectLst>
                  <a:outerShdw blurRad="38100" dist="38100" dir="2700000" algn="tl">
                    <a:srgbClr val="000000">
                      <a:alpha val="43137"/>
                    </a:srgbClr>
                  </a:outerShdw>
                </a:effectLst>
                <a:latin typeface="Kokila" pitchFamily="34" charset="0"/>
                <a:cs typeface="Kokila" pitchFamily="34" charset="0"/>
              </a:rPr>
              <a:t>affordability of forum, approach in terms of physical location to disputants, speedy and effective means of dispute resolution</a:t>
            </a:r>
            <a:r>
              <a:rPr lang="en-US" altLang="en-US" dirty="0" smtClean="0">
                <a:effectLst>
                  <a:outerShdw blurRad="38100" dist="38100" dir="2700000" algn="tl">
                    <a:srgbClr val="000000">
                      <a:alpha val="43137"/>
                    </a:srgbClr>
                  </a:outerShdw>
                </a:effectLst>
                <a:latin typeface="Kokila" pitchFamily="34" charset="0"/>
                <a:cs typeface="Kokila" pitchFamily="34" charset="0"/>
              </a:rPr>
              <a:t> that are proportionate to the issues at stake. </a:t>
            </a:r>
          </a:p>
          <a:p>
            <a:pPr>
              <a:buFont typeface="Wingdings" panose="05000000000000000000" pitchFamily="2" charset="2"/>
              <a:buChar char="§"/>
            </a:pPr>
            <a:r>
              <a:rPr lang="en-US" altLang="en-US" dirty="0" smtClean="0">
                <a:effectLst>
                  <a:outerShdw blurRad="38100" dist="38100" dir="2700000" algn="tl">
                    <a:srgbClr val="000000">
                      <a:alpha val="43137"/>
                    </a:srgbClr>
                  </a:outerShdw>
                </a:effectLst>
                <a:latin typeface="Kokila" pitchFamily="34" charset="0"/>
                <a:cs typeface="Kokila" pitchFamily="34" charset="0"/>
              </a:rPr>
              <a:t>Including poor, illiterate and weak party also should have equal, convenient and effective participation in dispute resolution forum.</a:t>
            </a:r>
          </a:p>
        </p:txBody>
      </p:sp>
      <p:sp>
        <p:nvSpPr>
          <p:cNvPr id="4" name="Slide Number Placeholder 3"/>
          <p:cNvSpPr>
            <a:spLocks noGrp="1"/>
          </p:cNvSpPr>
          <p:nvPr>
            <p:ph type="sldNum" sz="quarter" idx="12"/>
          </p:nvPr>
        </p:nvSpPr>
        <p:spPr/>
        <p:txBody>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fld id="{2DD88308-B06A-4E60-897C-D217883D2A53}" type="slidenum">
              <a:rPr lang="en-US" altLang="en-US">
                <a:solidFill>
                  <a:srgbClr val="898989"/>
                </a:solidFill>
              </a:rPr>
              <a:pPr eaLnBrk="1" hangingPunct="1"/>
              <a:t>6</a:t>
            </a:fld>
            <a:endParaRPr lang="en-US" altLang="en-US">
              <a:solidFill>
                <a:srgbClr val="898989"/>
              </a:solidFill>
            </a:endParaRPr>
          </a:p>
        </p:txBody>
      </p:sp>
    </p:spTree>
    <p:extLst>
      <p:ext uri="{BB962C8B-B14F-4D97-AF65-F5344CB8AC3E}">
        <p14:creationId xmlns:p14="http://schemas.microsoft.com/office/powerpoint/2010/main" val="28768931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fade">
                                      <p:cBhvr>
                                        <p:cTn id="7" dur="2000"/>
                                        <p:tgtEl>
                                          <p:spTgt spid="61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47">
                                            <p:txEl>
                                              <p:pRg st="1" end="1"/>
                                            </p:txEl>
                                          </p:spTgt>
                                        </p:tgtEl>
                                        <p:attrNameLst>
                                          <p:attrName>style.visibility</p:attrName>
                                        </p:attrNameLst>
                                      </p:cBhvr>
                                      <p:to>
                                        <p:strVal val="visible"/>
                                      </p:to>
                                    </p:set>
                                    <p:animEffect transition="in" filter="fade">
                                      <p:cBhvr>
                                        <p:cTn id="12" dur="2000"/>
                                        <p:tgtEl>
                                          <p:spTgt spid="614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47">
                                            <p:txEl>
                                              <p:pRg st="2" end="2"/>
                                            </p:txEl>
                                          </p:spTgt>
                                        </p:tgtEl>
                                        <p:attrNameLst>
                                          <p:attrName>style.visibility</p:attrName>
                                        </p:attrNameLst>
                                      </p:cBhvr>
                                      <p:to>
                                        <p:strVal val="visible"/>
                                      </p:to>
                                    </p:set>
                                    <p:animEffect transition="in" filter="fade">
                                      <p:cBhvr>
                                        <p:cTn id="17" dur="2000"/>
                                        <p:tgtEl>
                                          <p:spTgt spid="614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147">
                                            <p:txEl>
                                              <p:pRg st="3" end="3"/>
                                            </p:txEl>
                                          </p:spTgt>
                                        </p:tgtEl>
                                        <p:attrNameLst>
                                          <p:attrName>style.visibility</p:attrName>
                                        </p:attrNameLst>
                                      </p:cBhvr>
                                      <p:to>
                                        <p:strVal val="visible"/>
                                      </p:to>
                                    </p:set>
                                    <p:animEffect transition="in" filter="fade">
                                      <p:cBhvr>
                                        <p:cTn id="22" dur="2000"/>
                                        <p:tgtEl>
                                          <p:spTgt spid="61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a:solidFill>
            <a:schemeClr val="accent6"/>
          </a:solidFill>
        </p:spPr>
        <p:txBody>
          <a:bodyPr>
            <a:noAutofit/>
          </a:bodyPr>
          <a:lstStyle/>
          <a:p>
            <a:r>
              <a:rPr lang="ne-NP" sz="5400" b="1" dirty="0" smtClean="0">
                <a:effectLst>
                  <a:outerShdw blurRad="38100" dist="38100" dir="2700000" algn="tl">
                    <a:srgbClr val="000000">
                      <a:alpha val="43137"/>
                    </a:srgbClr>
                  </a:outerShdw>
                </a:effectLst>
                <a:latin typeface="Kokila" pitchFamily="34" charset="0"/>
                <a:cs typeface="Kokila" pitchFamily="34" charset="0"/>
              </a:rPr>
              <a:t>क्रमश</a:t>
            </a:r>
            <a:r>
              <a:rPr lang="en-US" sz="5400" b="1" dirty="0" smtClean="0">
                <a:effectLst>
                  <a:outerShdw blurRad="38100" dist="38100" dir="2700000" algn="tl">
                    <a:srgbClr val="000000">
                      <a:alpha val="43137"/>
                    </a:srgbClr>
                  </a:outerShdw>
                </a:effectLst>
                <a:latin typeface="Kokila" pitchFamily="34" charset="0"/>
                <a:cs typeface="Kokila" pitchFamily="34" charset="0"/>
              </a:rPr>
              <a:t>•••</a:t>
            </a:r>
            <a:endParaRPr lang="en-US" sz="5400" b="1" dirty="0">
              <a:effectLst>
                <a:outerShdw blurRad="38100" dist="38100" dir="2700000" algn="tl">
                  <a:srgbClr val="000000">
                    <a:alpha val="43137"/>
                  </a:srgbClr>
                </a:outerShdw>
              </a:effectLst>
              <a:latin typeface="Kokila" pitchFamily="34" charset="0"/>
              <a:cs typeface="Kokila" pitchFamily="34" charset="0"/>
            </a:endParaRPr>
          </a:p>
        </p:txBody>
      </p:sp>
      <p:sp>
        <p:nvSpPr>
          <p:cNvPr id="3" name="Content Placeholder 2"/>
          <p:cNvSpPr>
            <a:spLocks noGrp="1"/>
          </p:cNvSpPr>
          <p:nvPr>
            <p:ph idx="1"/>
          </p:nvPr>
        </p:nvSpPr>
        <p:spPr>
          <a:xfrm>
            <a:off x="457200" y="914400"/>
            <a:ext cx="8534400" cy="5943600"/>
          </a:xfrm>
        </p:spPr>
        <p:txBody>
          <a:bodyPr>
            <a:noAutofit/>
          </a:bodyPr>
          <a:lstStyle/>
          <a:p>
            <a:pPr>
              <a:buFont typeface="Wingdings" panose="05000000000000000000" pitchFamily="2" charset="2"/>
              <a:buChar char="§"/>
            </a:pPr>
            <a:r>
              <a:rPr lang="en-US" altLang="en-US" sz="2800" dirty="0">
                <a:effectLst>
                  <a:outerShdw blurRad="38100" dist="38100" dir="2700000" algn="tl">
                    <a:srgbClr val="000000">
                      <a:alpha val="43137"/>
                    </a:srgbClr>
                  </a:outerShdw>
                </a:effectLst>
                <a:latin typeface="Times New Roman" pitchFamily="18" charset="0"/>
                <a:cs typeface="Times New Roman" pitchFamily="18" charset="0"/>
              </a:rPr>
              <a:t>A</a:t>
            </a:r>
            <a:r>
              <a:rPr lang="en-US" altLang="en-US" sz="2800" dirty="0" smtClean="0">
                <a:effectLst>
                  <a:outerShdw blurRad="38100" dist="38100" dir="2700000" algn="tl">
                    <a:srgbClr val="000000">
                      <a:alpha val="43137"/>
                    </a:srgbClr>
                  </a:outerShdw>
                </a:effectLst>
                <a:latin typeface="Times New Roman" pitchFamily="18" charset="0"/>
                <a:cs typeface="Times New Roman" pitchFamily="18" charset="0"/>
              </a:rPr>
              <a:t>ccess to justice </a:t>
            </a:r>
            <a:r>
              <a:rPr lang="en-US" altLang="en-US" sz="2800" dirty="0">
                <a:effectLst>
                  <a:outerShdw blurRad="38100" dist="38100" dir="2700000" algn="tl">
                    <a:srgbClr val="000000">
                      <a:alpha val="43137"/>
                    </a:srgbClr>
                  </a:outerShdw>
                </a:effectLst>
                <a:latin typeface="Times New Roman" pitchFamily="18" charset="0"/>
                <a:cs typeface="Times New Roman" pitchFamily="18" charset="0"/>
              </a:rPr>
              <a:t>also means appropriate dispute resolution processes exist and are available. </a:t>
            </a:r>
            <a:endParaRPr lang="en-US" altLang="en-US" sz="2800" dirty="0" smtClean="0">
              <a:effectLst>
                <a:outerShdw blurRad="38100" dist="38100" dir="2700000" algn="tl">
                  <a:srgbClr val="000000">
                    <a:alpha val="43137"/>
                  </a:srgbClr>
                </a:outerShdw>
              </a:effectLst>
              <a:latin typeface="Times New Roman" pitchFamily="18" charset="0"/>
              <a:cs typeface="Times New Roman" pitchFamily="18" charset="0"/>
            </a:endParaRPr>
          </a:p>
          <a:p>
            <a:pPr>
              <a:buFont typeface="Wingdings" panose="05000000000000000000" pitchFamily="2" charset="2"/>
              <a:buChar char="§"/>
            </a:pPr>
            <a:r>
              <a:rPr lang="en-US" sz="2800" dirty="0" smtClean="0">
                <a:effectLst>
                  <a:outerShdw blurRad="38100" dist="38100" dir="2700000" algn="tl">
                    <a:srgbClr val="000000">
                      <a:alpha val="43137"/>
                    </a:srgbClr>
                  </a:outerShdw>
                </a:effectLst>
                <a:latin typeface="Times New Roman" pitchFamily="18" charset="0"/>
                <a:cs typeface="Times New Roman" pitchFamily="18" charset="0"/>
              </a:rPr>
              <a:t>“The </a:t>
            </a:r>
            <a:r>
              <a:rPr lang="en-US" sz="2800" dirty="0">
                <a:effectLst>
                  <a:outerShdw blurRad="38100" dist="38100" dir="2700000" algn="tl">
                    <a:srgbClr val="000000">
                      <a:alpha val="43137"/>
                    </a:srgbClr>
                  </a:outerShdw>
                </a:effectLst>
                <a:latin typeface="Times New Roman" pitchFamily="18" charset="0"/>
                <a:cs typeface="Times New Roman" pitchFamily="18" charset="0"/>
              </a:rPr>
              <a:t>forum for resolution of disputes should be affordable to disputants as well as accessible in terms of physical location and hours of operation. Parties should be comfortable in the forum and feel that it is responsible to their </a:t>
            </a:r>
            <a:r>
              <a:rPr lang="en-US" sz="2800" dirty="0" smtClean="0">
                <a:effectLst>
                  <a:outerShdw blurRad="38100" dist="38100" dir="2700000" algn="tl">
                    <a:srgbClr val="000000">
                      <a:alpha val="43137"/>
                    </a:srgbClr>
                  </a:outerShdw>
                </a:effectLst>
                <a:latin typeface="Times New Roman" pitchFamily="18" charset="0"/>
                <a:cs typeface="Times New Roman" pitchFamily="18" charset="0"/>
              </a:rPr>
              <a:t>interests. “-Leo </a:t>
            </a:r>
            <a:r>
              <a:rPr lang="en-US" sz="2800" dirty="0" err="1">
                <a:effectLst>
                  <a:outerShdw blurRad="38100" dist="38100" dir="2700000" algn="tl">
                    <a:srgbClr val="000000">
                      <a:alpha val="43137"/>
                    </a:srgbClr>
                  </a:outerShdw>
                </a:effectLst>
                <a:latin typeface="Times New Roman" pitchFamily="18" charset="0"/>
                <a:cs typeface="Times New Roman" pitchFamily="18" charset="0"/>
              </a:rPr>
              <a:t>Kanowitz</a:t>
            </a:r>
            <a:r>
              <a:rPr lang="ne-NP" sz="2800" dirty="0">
                <a:effectLst>
                  <a:outerShdw blurRad="38100" dist="38100" dir="2700000" algn="tl">
                    <a:srgbClr val="000000">
                      <a:alpha val="43137"/>
                    </a:srgbClr>
                  </a:outerShdw>
                </a:effectLst>
                <a:latin typeface="Times New Roman" pitchFamily="18" charset="0"/>
                <a:cs typeface="Times New Roman" pitchFamily="18" charset="0"/>
              </a:rPr>
              <a:t> </a:t>
            </a:r>
            <a:endParaRPr lang="ne-NP" altLang="en-US" sz="2800" dirty="0" smtClean="0">
              <a:effectLst>
                <a:outerShdw blurRad="38100" dist="38100" dir="2700000" algn="tl">
                  <a:srgbClr val="000000">
                    <a:alpha val="43137"/>
                  </a:srgbClr>
                </a:outerShdw>
              </a:effectLst>
              <a:latin typeface="Times New Roman" pitchFamily="18" charset="0"/>
              <a:cs typeface="Kokila" pitchFamily="34" charset="0"/>
            </a:endParaRPr>
          </a:p>
          <a:p>
            <a:pPr>
              <a:buFont typeface="Wingdings" panose="05000000000000000000" pitchFamily="2" charset="2"/>
              <a:buChar char="§"/>
            </a:pPr>
            <a:r>
              <a:rPr lang="ne-NP" altLang="en-US" sz="2800" dirty="0" smtClean="0">
                <a:effectLst>
                  <a:outerShdw blurRad="38100" dist="38100" dir="2700000" algn="tl">
                    <a:srgbClr val="000000">
                      <a:alpha val="43137"/>
                    </a:srgbClr>
                  </a:outerShdw>
                </a:effectLst>
                <a:latin typeface="Kokila" pitchFamily="34" charset="0"/>
                <a:cs typeface="Kokila" pitchFamily="34" charset="0"/>
              </a:rPr>
              <a:t>अन्याय परेको व्यक्तिले अदालत वा न्यायिक निकायमा गएर न्याय माग्ने वा खोज्ने र न्याय सेवा प्रदान गर्ने वा उपलब्ध गराउने संस्था वा निकायको क्षमता अभिबृद्धि गरी सहज रूपमा न्याय उपलब्ध गराउने अवस्था । </a:t>
            </a:r>
            <a:r>
              <a:rPr lang="ne-NP" sz="2800" dirty="0" smtClean="0">
                <a:effectLst>
                  <a:outerShdw blurRad="38100" dist="38100" dir="2700000" algn="tl">
                    <a:srgbClr val="000000">
                      <a:alpha val="43137"/>
                    </a:srgbClr>
                  </a:outerShdw>
                </a:effectLst>
                <a:latin typeface="Kokila" pitchFamily="34" charset="0"/>
                <a:cs typeface="Kokila" pitchFamily="34" charset="0"/>
              </a:rPr>
              <a:t> (</a:t>
            </a:r>
            <a:r>
              <a:rPr lang="en-US" sz="2800" dirty="0" smtClean="0">
                <a:effectLst>
                  <a:outerShdw blurRad="38100" dist="38100" dir="2700000" algn="tl">
                    <a:srgbClr val="000000">
                      <a:alpha val="43137"/>
                    </a:srgbClr>
                  </a:outerShdw>
                </a:effectLst>
                <a:latin typeface="Kokila" pitchFamily="34" charset="0"/>
                <a:cs typeface="Kokila" pitchFamily="34" charset="0"/>
              </a:rPr>
              <a:t>Demand side and Supply Side</a:t>
            </a:r>
            <a:r>
              <a:rPr lang="ne-NP" sz="2800" dirty="0" smtClean="0">
                <a:effectLst>
                  <a:outerShdw blurRad="38100" dist="38100" dir="2700000" algn="tl">
                    <a:srgbClr val="000000">
                      <a:alpha val="43137"/>
                    </a:srgbClr>
                  </a:outerShdw>
                </a:effectLst>
                <a:latin typeface="Kokila" pitchFamily="34" charset="0"/>
                <a:cs typeface="Kokila" pitchFamily="34" charset="0"/>
              </a:rPr>
              <a:t>)</a:t>
            </a:r>
            <a:endParaRPr lang="en-US" sz="2800" dirty="0">
              <a:effectLst>
                <a:outerShdw blurRad="38100" dist="38100" dir="2700000" algn="tl">
                  <a:srgbClr val="000000">
                    <a:alpha val="43137"/>
                  </a:srgbClr>
                </a:outerShdw>
              </a:effectLst>
              <a:latin typeface="Kokila" pitchFamily="34" charset="0"/>
              <a:cs typeface="Kokila" pitchFamily="34" charset="0"/>
            </a:endParaRPr>
          </a:p>
          <a:p>
            <a:pPr>
              <a:buFont typeface="Wingdings" panose="05000000000000000000" pitchFamily="2" charset="2"/>
              <a:buChar char="§"/>
            </a:pPr>
            <a:r>
              <a:rPr lang="ne-NP" altLang="en-US" sz="2800" dirty="0" smtClean="0">
                <a:effectLst>
                  <a:outerShdw blurRad="38100" dist="38100" dir="2700000" algn="tl">
                    <a:srgbClr val="000000">
                      <a:alpha val="43137"/>
                    </a:srgbClr>
                  </a:outerShdw>
                </a:effectLst>
                <a:latin typeface="Kokila" pitchFamily="34" charset="0"/>
                <a:cs typeface="Kokila" pitchFamily="34" charset="0"/>
              </a:rPr>
              <a:t>न्यायमा पहुँचभित्र </a:t>
            </a:r>
            <a:r>
              <a:rPr lang="ne-NP" altLang="en-US" sz="2800" b="1" dirty="0" smtClean="0">
                <a:effectLst>
                  <a:outerShdw blurRad="38100" dist="38100" dir="2700000" algn="tl">
                    <a:srgbClr val="000000">
                      <a:alpha val="43137"/>
                    </a:srgbClr>
                  </a:outerShdw>
                </a:effectLst>
                <a:latin typeface="Kokila" pitchFamily="34" charset="0"/>
                <a:cs typeface="Kokila" pitchFamily="34" charset="0"/>
              </a:rPr>
              <a:t>न्याय खोज्नेको क्षमता बढाउने मात्र होइन, न्याय प्रदान गर्ने प्रक्रिया सरल बनाउने, न्याय प्रदान गर्ने संस्थाको क्षमता बढाउने तथा सुदृढीकरण गर्ने बिषय </a:t>
            </a:r>
            <a:r>
              <a:rPr lang="ne-NP" altLang="en-US" sz="2800" dirty="0" smtClean="0">
                <a:effectLst>
                  <a:outerShdw blurRad="38100" dist="38100" dir="2700000" algn="tl">
                    <a:srgbClr val="000000">
                      <a:alpha val="43137"/>
                    </a:srgbClr>
                  </a:outerShdw>
                </a:effectLst>
                <a:latin typeface="Kokila" pitchFamily="34" charset="0"/>
                <a:cs typeface="Kokila" pitchFamily="34" charset="0"/>
              </a:rPr>
              <a:t>समेत पर्छन् ।</a:t>
            </a:r>
            <a:endParaRPr lang="en-US" altLang="en-US" sz="2800" dirty="0" smtClean="0">
              <a:effectLst>
                <a:outerShdw blurRad="38100" dist="38100" dir="2700000" algn="tl">
                  <a:srgbClr val="000000">
                    <a:alpha val="43137"/>
                  </a:srgbClr>
                </a:outerShdw>
              </a:effectLst>
              <a:latin typeface="Kokila" pitchFamily="34" charset="0"/>
              <a:cs typeface="Kokila" pitchFamily="34" charset="0"/>
            </a:endParaRPr>
          </a:p>
        </p:txBody>
      </p:sp>
    </p:spTree>
    <p:extLst>
      <p:ext uri="{BB962C8B-B14F-4D97-AF65-F5344CB8AC3E}">
        <p14:creationId xmlns:p14="http://schemas.microsoft.com/office/powerpoint/2010/main" val="28115468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457200" y="274638"/>
            <a:ext cx="8229600" cy="792162"/>
          </a:xfrm>
          <a:solidFill>
            <a:schemeClr val="accent6"/>
          </a:solidFill>
        </p:spPr>
        <p:txBody>
          <a:bodyPr/>
          <a:lstStyle/>
          <a:p>
            <a:r>
              <a:rPr lang="en-US" altLang="en-US" b="1" dirty="0" smtClean="0">
                <a:effectLst>
                  <a:outerShdw blurRad="38100" dist="38100" dir="2700000" algn="tl">
                    <a:srgbClr val="000000">
                      <a:alpha val="43137"/>
                    </a:srgbClr>
                  </a:outerShdw>
                </a:effectLst>
              </a:rPr>
              <a:t>Main Areas of Access to Justice</a:t>
            </a:r>
          </a:p>
        </p:txBody>
      </p:sp>
      <p:sp>
        <p:nvSpPr>
          <p:cNvPr id="7171" name="Content Placeholder 2"/>
          <p:cNvSpPr>
            <a:spLocks noGrp="1"/>
          </p:cNvSpPr>
          <p:nvPr>
            <p:ph idx="1"/>
          </p:nvPr>
        </p:nvSpPr>
        <p:spPr>
          <a:xfrm>
            <a:off x="457200" y="1295400"/>
            <a:ext cx="8382000" cy="5638800"/>
          </a:xfrm>
        </p:spPr>
        <p:txBody>
          <a:bodyPr/>
          <a:lstStyle/>
          <a:p>
            <a:pPr>
              <a:buFont typeface="Wingdings" panose="05000000000000000000" pitchFamily="2" charset="2"/>
              <a:buChar char="§"/>
            </a:pPr>
            <a:r>
              <a:rPr lang="en-GB" altLang="en-US" sz="2400" b="1" dirty="0" smtClean="0">
                <a:effectLst>
                  <a:outerShdw blurRad="38100" dist="38100" dir="2700000" algn="tl">
                    <a:srgbClr val="000000">
                      <a:alpha val="43137"/>
                    </a:srgbClr>
                  </a:outerShdw>
                </a:effectLst>
              </a:rPr>
              <a:t>Normative Protection</a:t>
            </a:r>
            <a:r>
              <a:rPr lang="en-GB" altLang="en-US" sz="2400" dirty="0" smtClean="0">
                <a:effectLst>
                  <a:outerShdw blurRad="38100" dist="38100" dir="2700000" algn="tl">
                    <a:srgbClr val="000000">
                      <a:alpha val="43137"/>
                    </a:srgbClr>
                  </a:outerShdw>
                </a:effectLst>
              </a:rPr>
              <a:t> </a:t>
            </a:r>
            <a:r>
              <a:rPr lang="en-GB" altLang="en-US" sz="2400" i="1" dirty="0" smtClean="0">
                <a:effectLst>
                  <a:outerShdw blurRad="38100" dist="38100" dir="2700000" algn="tl">
                    <a:srgbClr val="000000">
                      <a:alpha val="43137"/>
                    </a:srgbClr>
                  </a:outerShdw>
                </a:effectLst>
              </a:rPr>
              <a:t>(Existence of remedy):</a:t>
            </a:r>
            <a:r>
              <a:rPr lang="en-GB" altLang="en-US" sz="2400" dirty="0" smtClean="0">
                <a:effectLst>
                  <a:outerShdw blurRad="38100" dist="38100" dir="2700000" algn="tl">
                    <a:srgbClr val="000000">
                      <a:alpha val="43137"/>
                    </a:srgbClr>
                  </a:outerShdw>
                </a:effectLst>
              </a:rPr>
              <a:t>  </a:t>
            </a:r>
            <a:endParaRPr lang="en-US" altLang="en-US" sz="2400" dirty="0" smtClean="0">
              <a:effectLst>
                <a:outerShdw blurRad="38100" dist="38100" dir="2700000" algn="tl">
                  <a:srgbClr val="000000">
                    <a:alpha val="43137"/>
                  </a:srgbClr>
                </a:outerShdw>
              </a:effectLst>
            </a:endParaRPr>
          </a:p>
          <a:p>
            <a:pPr lvl="1"/>
            <a:r>
              <a:rPr lang="en-GB" altLang="en-US" sz="2400" dirty="0" smtClean="0">
                <a:effectLst>
                  <a:outerShdw blurRad="38100" dist="38100" dir="2700000" algn="tl">
                    <a:srgbClr val="000000">
                      <a:alpha val="43137"/>
                    </a:srgbClr>
                  </a:outerShdw>
                </a:effectLst>
              </a:rPr>
              <a:t>Constitutional, legal and regulatory frameworks </a:t>
            </a:r>
            <a:endParaRPr lang="en-US" altLang="en-US" sz="2400" dirty="0" smtClean="0">
              <a:effectLst>
                <a:outerShdw blurRad="38100" dist="38100" dir="2700000" algn="tl">
                  <a:srgbClr val="000000">
                    <a:alpha val="43137"/>
                  </a:srgbClr>
                </a:outerShdw>
              </a:effectLst>
            </a:endParaRPr>
          </a:p>
          <a:p>
            <a:pPr>
              <a:buFont typeface="Wingdings" panose="05000000000000000000" pitchFamily="2" charset="2"/>
              <a:buChar char="§"/>
            </a:pPr>
            <a:r>
              <a:rPr lang="en-GB" altLang="en-US" sz="2400" b="1" dirty="0" smtClean="0">
                <a:effectLst>
                  <a:outerShdw blurRad="38100" dist="38100" dir="2700000" algn="tl">
                    <a:srgbClr val="000000">
                      <a:alpha val="43137"/>
                    </a:srgbClr>
                  </a:outerShdw>
                </a:effectLst>
              </a:rPr>
              <a:t>Capacity to seek a remedy</a:t>
            </a:r>
            <a:r>
              <a:rPr lang="en-GB" altLang="en-US" sz="2400" b="1" i="1" dirty="0" smtClean="0">
                <a:effectLst>
                  <a:outerShdw blurRad="38100" dist="38100" dir="2700000" algn="tl">
                    <a:srgbClr val="000000">
                      <a:alpha val="43137"/>
                    </a:srgbClr>
                  </a:outerShdw>
                </a:effectLst>
              </a:rPr>
              <a:t> </a:t>
            </a:r>
            <a:r>
              <a:rPr lang="en-GB" altLang="en-US" sz="2400" i="1" dirty="0" smtClean="0">
                <a:effectLst>
                  <a:outerShdw blurRad="38100" dist="38100" dir="2700000" algn="tl">
                    <a:srgbClr val="000000">
                      <a:alpha val="43137"/>
                    </a:srgbClr>
                  </a:outerShdw>
                </a:effectLst>
              </a:rPr>
              <a:t>(legal empowerment/ </a:t>
            </a:r>
            <a:r>
              <a:rPr lang="en-US" altLang="en-US" sz="2400" b="1" i="1" dirty="0" smtClean="0">
                <a:effectLst>
                  <a:outerShdw blurRad="38100" dist="38100" dir="2700000" algn="tl">
                    <a:srgbClr val="000000">
                      <a:alpha val="43137"/>
                    </a:srgbClr>
                  </a:outerShdw>
                </a:effectLst>
              </a:rPr>
              <a:t>Demand side</a:t>
            </a:r>
            <a:r>
              <a:rPr lang="en-GB" altLang="en-US" sz="2400" i="1" dirty="0" smtClean="0">
                <a:effectLst>
                  <a:outerShdw blurRad="38100" dist="38100" dir="2700000" algn="tl">
                    <a:srgbClr val="000000">
                      <a:alpha val="43137"/>
                    </a:srgbClr>
                  </a:outerShdw>
                </a:effectLst>
              </a:rPr>
              <a:t>):</a:t>
            </a:r>
            <a:endParaRPr lang="en-US" altLang="en-US" sz="2400" dirty="0" smtClean="0">
              <a:effectLst>
                <a:outerShdw blurRad="38100" dist="38100" dir="2700000" algn="tl">
                  <a:srgbClr val="000000">
                    <a:alpha val="43137"/>
                  </a:srgbClr>
                </a:outerShdw>
              </a:effectLst>
            </a:endParaRPr>
          </a:p>
          <a:p>
            <a:pPr lvl="1"/>
            <a:r>
              <a:rPr lang="en-GB" altLang="en-US" sz="2400" dirty="0" smtClean="0">
                <a:effectLst>
                  <a:outerShdw blurRad="38100" dist="38100" dir="2700000" algn="tl">
                    <a:srgbClr val="000000">
                      <a:alpha val="43137"/>
                    </a:srgbClr>
                  </a:outerShdw>
                </a:effectLst>
              </a:rPr>
              <a:t>Legal awareness</a:t>
            </a:r>
            <a:endParaRPr lang="en-US" altLang="en-US" sz="2400" dirty="0" smtClean="0">
              <a:effectLst>
                <a:outerShdw blurRad="38100" dist="38100" dir="2700000" algn="tl">
                  <a:srgbClr val="000000">
                    <a:alpha val="43137"/>
                  </a:srgbClr>
                </a:outerShdw>
              </a:effectLst>
            </a:endParaRPr>
          </a:p>
          <a:p>
            <a:pPr lvl="1"/>
            <a:r>
              <a:rPr lang="en-GB" altLang="en-US" sz="2400" dirty="0" smtClean="0">
                <a:effectLst>
                  <a:outerShdw blurRad="38100" dist="38100" dir="2700000" algn="tl">
                    <a:srgbClr val="000000">
                      <a:alpha val="43137"/>
                    </a:srgbClr>
                  </a:outerShdw>
                </a:effectLst>
              </a:rPr>
              <a:t>Legal counsel</a:t>
            </a:r>
            <a:endParaRPr lang="en-US" altLang="en-US" sz="2400" dirty="0" smtClean="0">
              <a:effectLst>
                <a:outerShdw blurRad="38100" dist="38100" dir="2700000" algn="tl">
                  <a:srgbClr val="000000">
                    <a:alpha val="43137"/>
                  </a:srgbClr>
                </a:outerShdw>
              </a:effectLst>
            </a:endParaRPr>
          </a:p>
          <a:p>
            <a:pPr lvl="1"/>
            <a:r>
              <a:rPr lang="en-GB" altLang="en-US" sz="2400" dirty="0" smtClean="0">
                <a:effectLst>
                  <a:outerShdw blurRad="38100" dist="38100" dir="2700000" algn="tl">
                    <a:srgbClr val="000000">
                      <a:alpha val="43137"/>
                    </a:srgbClr>
                  </a:outerShdw>
                </a:effectLst>
              </a:rPr>
              <a:t>Capacity to access formal and informal justice service </a:t>
            </a:r>
            <a:endParaRPr lang="en-US" altLang="en-US" sz="2400" dirty="0" smtClean="0">
              <a:effectLst>
                <a:outerShdw blurRad="38100" dist="38100" dir="2700000" algn="tl">
                  <a:srgbClr val="000000">
                    <a:alpha val="43137"/>
                  </a:srgbClr>
                </a:outerShdw>
              </a:effectLst>
            </a:endParaRPr>
          </a:p>
          <a:p>
            <a:pPr>
              <a:buFont typeface="Wingdings" panose="05000000000000000000" pitchFamily="2" charset="2"/>
              <a:buChar char="§"/>
            </a:pPr>
            <a:r>
              <a:rPr lang="en-GB" altLang="en-US" sz="2400" b="1" dirty="0" smtClean="0">
                <a:effectLst>
                  <a:outerShdw blurRad="38100" dist="38100" dir="2700000" algn="tl">
                    <a:srgbClr val="000000">
                      <a:alpha val="43137"/>
                    </a:srgbClr>
                  </a:outerShdw>
                </a:effectLst>
              </a:rPr>
              <a:t>Capacity to provide a effective remedy</a:t>
            </a:r>
            <a:r>
              <a:rPr lang="en-GB" altLang="en-US" sz="2400" dirty="0" smtClean="0">
                <a:effectLst>
                  <a:outerShdw blurRad="38100" dist="38100" dir="2700000" algn="tl">
                    <a:srgbClr val="000000">
                      <a:alpha val="43137"/>
                    </a:srgbClr>
                  </a:outerShdw>
                </a:effectLst>
              </a:rPr>
              <a:t> </a:t>
            </a:r>
            <a:r>
              <a:rPr lang="en-GB" altLang="en-US" sz="2400" b="1" dirty="0" smtClean="0">
                <a:effectLst>
                  <a:outerShdw blurRad="38100" dist="38100" dir="2700000" algn="tl">
                    <a:srgbClr val="000000">
                      <a:alpha val="43137"/>
                    </a:srgbClr>
                  </a:outerShdw>
                </a:effectLst>
              </a:rPr>
              <a:t>(Supply Side</a:t>
            </a:r>
            <a:r>
              <a:rPr lang="en-GB" altLang="en-US" sz="2400" dirty="0" smtClean="0">
                <a:effectLst>
                  <a:outerShdw blurRad="38100" dist="38100" dir="2700000" algn="tl">
                    <a:srgbClr val="000000">
                      <a:alpha val="43137"/>
                    </a:srgbClr>
                  </a:outerShdw>
                </a:effectLst>
              </a:rPr>
              <a:t>) </a:t>
            </a:r>
            <a:endParaRPr lang="en-US" altLang="en-US" sz="2400" dirty="0" smtClean="0">
              <a:effectLst>
                <a:outerShdw blurRad="38100" dist="38100" dir="2700000" algn="tl">
                  <a:srgbClr val="000000">
                    <a:alpha val="43137"/>
                  </a:srgbClr>
                </a:outerShdw>
              </a:effectLst>
            </a:endParaRPr>
          </a:p>
          <a:p>
            <a:pPr lvl="1"/>
            <a:r>
              <a:rPr lang="en-GB" altLang="en-US" sz="2400" dirty="0" smtClean="0">
                <a:effectLst>
                  <a:outerShdw blurRad="38100" dist="38100" dir="2700000" algn="tl">
                    <a:srgbClr val="000000">
                      <a:alpha val="43137"/>
                    </a:srgbClr>
                  </a:outerShdw>
                </a:effectLst>
              </a:rPr>
              <a:t>Effective adjudication and due process: judicial, quasi-judicial, informal and traditional systems.</a:t>
            </a:r>
            <a:endParaRPr lang="en-US" altLang="en-US" sz="2400" dirty="0" smtClean="0">
              <a:effectLst>
                <a:outerShdw blurRad="38100" dist="38100" dir="2700000" algn="tl">
                  <a:srgbClr val="000000">
                    <a:alpha val="43137"/>
                  </a:srgbClr>
                </a:outerShdw>
              </a:effectLst>
            </a:endParaRPr>
          </a:p>
          <a:p>
            <a:pPr lvl="1"/>
            <a:r>
              <a:rPr lang="en-GB" altLang="en-US" sz="2400" dirty="0" smtClean="0">
                <a:effectLst>
                  <a:outerShdw blurRad="38100" dist="38100" dir="2700000" algn="tl">
                    <a:srgbClr val="000000">
                      <a:alpha val="43137"/>
                    </a:srgbClr>
                  </a:outerShdw>
                </a:effectLst>
              </a:rPr>
              <a:t>Enforcement</a:t>
            </a:r>
            <a:r>
              <a:rPr lang="ne-NP" altLang="en-US" sz="2400" dirty="0" smtClean="0">
                <a:effectLst>
                  <a:outerShdw blurRad="38100" dist="38100" dir="2700000" algn="tl">
                    <a:srgbClr val="000000">
                      <a:alpha val="43137"/>
                    </a:srgbClr>
                  </a:outerShdw>
                </a:effectLst>
              </a:rPr>
              <a:t> </a:t>
            </a:r>
            <a:r>
              <a:rPr lang="en-US" altLang="en-US" sz="2400" dirty="0" smtClean="0">
                <a:effectLst>
                  <a:outerShdw blurRad="38100" dist="38100" dir="2700000" algn="tl">
                    <a:srgbClr val="000000">
                      <a:alpha val="43137"/>
                    </a:srgbClr>
                  </a:outerShdw>
                </a:effectLst>
              </a:rPr>
              <a:t>of </a:t>
            </a:r>
            <a:r>
              <a:rPr lang="en-US" altLang="en-US" sz="2400" dirty="0" err="1" smtClean="0">
                <a:effectLst>
                  <a:outerShdw blurRad="38100" dist="38100" dir="2700000" algn="tl">
                    <a:srgbClr val="000000">
                      <a:alpha val="43137"/>
                    </a:srgbClr>
                  </a:outerShdw>
                </a:effectLst>
              </a:rPr>
              <a:t>judgement</a:t>
            </a:r>
            <a:endParaRPr lang="en-US" altLang="en-US" sz="2400" dirty="0" smtClean="0">
              <a:effectLst>
                <a:outerShdw blurRad="38100" dist="38100" dir="2700000" algn="tl">
                  <a:srgbClr val="000000">
                    <a:alpha val="43137"/>
                  </a:srgbClr>
                </a:outerShdw>
              </a:effectLst>
            </a:endParaRPr>
          </a:p>
          <a:p>
            <a:pPr lvl="1"/>
            <a:r>
              <a:rPr lang="en-GB" altLang="en-US" sz="2400" dirty="0" smtClean="0">
                <a:effectLst>
                  <a:outerShdw blurRad="38100" dist="38100" dir="2700000" algn="tl">
                    <a:srgbClr val="000000">
                      <a:alpha val="43137"/>
                    </a:srgbClr>
                  </a:outerShdw>
                </a:effectLst>
              </a:rPr>
              <a:t>Civil society oversight.</a:t>
            </a:r>
            <a:endParaRPr lang="en-US" altLang="en-US" sz="2400" dirty="0" smtClean="0">
              <a:effectLst>
                <a:outerShdw blurRad="38100" dist="38100" dir="2700000" algn="tl">
                  <a:srgbClr val="000000">
                    <a:alpha val="43137"/>
                  </a:srgbClr>
                </a:outerShdw>
              </a:effectLst>
            </a:endParaRPr>
          </a:p>
          <a:p>
            <a:endParaRPr lang="en-US" altLang="en-US" sz="2400" dirty="0" smtClean="0"/>
          </a:p>
        </p:txBody>
      </p:sp>
      <p:sp>
        <p:nvSpPr>
          <p:cNvPr id="4" name="Slide Number Placeholder 3"/>
          <p:cNvSpPr>
            <a:spLocks noGrp="1"/>
          </p:cNvSpPr>
          <p:nvPr>
            <p:ph type="sldNum" sz="quarter" idx="12"/>
          </p:nvPr>
        </p:nvSpPr>
        <p:spPr/>
        <p:txBody>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fld id="{ECBB6C50-A392-433E-9C11-1289B5977F18}" type="slidenum">
              <a:rPr lang="en-US" altLang="en-US">
                <a:solidFill>
                  <a:srgbClr val="898989"/>
                </a:solidFill>
              </a:rPr>
              <a:pPr eaLnBrk="1" hangingPunct="1"/>
              <a:t>8</a:t>
            </a:fld>
            <a:endParaRPr lang="en-US" altLang="en-US">
              <a:solidFill>
                <a:srgbClr val="898989"/>
              </a:solidFill>
            </a:endParaRPr>
          </a:p>
        </p:txBody>
      </p:sp>
    </p:spTree>
    <p:extLst>
      <p:ext uri="{BB962C8B-B14F-4D97-AF65-F5344CB8AC3E}">
        <p14:creationId xmlns:p14="http://schemas.microsoft.com/office/powerpoint/2010/main" val="39215657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fade">
                                      <p:cBhvr>
                                        <p:cTn id="7" dur="2000"/>
                                        <p:tgtEl>
                                          <p:spTgt spid="7171">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171">
                                            <p:txEl>
                                              <p:pRg st="1" end="1"/>
                                            </p:txEl>
                                          </p:spTgt>
                                        </p:tgtEl>
                                        <p:attrNameLst>
                                          <p:attrName>style.visibility</p:attrName>
                                        </p:attrNameLst>
                                      </p:cBhvr>
                                      <p:to>
                                        <p:strVal val="visible"/>
                                      </p:to>
                                    </p:set>
                                    <p:animEffect transition="in" filter="fade">
                                      <p:cBhvr>
                                        <p:cTn id="10" dur="2000"/>
                                        <p:tgtEl>
                                          <p:spTgt spid="7171">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171">
                                            <p:txEl>
                                              <p:pRg st="2" end="2"/>
                                            </p:txEl>
                                          </p:spTgt>
                                        </p:tgtEl>
                                        <p:attrNameLst>
                                          <p:attrName>style.visibility</p:attrName>
                                        </p:attrNameLst>
                                      </p:cBhvr>
                                      <p:to>
                                        <p:strVal val="visible"/>
                                      </p:to>
                                    </p:set>
                                    <p:animEffect transition="in" filter="fade">
                                      <p:cBhvr>
                                        <p:cTn id="15" dur="2000"/>
                                        <p:tgtEl>
                                          <p:spTgt spid="7171">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171">
                                            <p:txEl>
                                              <p:pRg st="3" end="3"/>
                                            </p:txEl>
                                          </p:spTgt>
                                        </p:tgtEl>
                                        <p:attrNameLst>
                                          <p:attrName>style.visibility</p:attrName>
                                        </p:attrNameLst>
                                      </p:cBhvr>
                                      <p:to>
                                        <p:strVal val="visible"/>
                                      </p:to>
                                    </p:set>
                                    <p:animEffect transition="in" filter="fade">
                                      <p:cBhvr>
                                        <p:cTn id="18" dur="2000"/>
                                        <p:tgtEl>
                                          <p:spTgt spid="7171">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171">
                                            <p:txEl>
                                              <p:pRg st="4" end="4"/>
                                            </p:txEl>
                                          </p:spTgt>
                                        </p:tgtEl>
                                        <p:attrNameLst>
                                          <p:attrName>style.visibility</p:attrName>
                                        </p:attrNameLst>
                                      </p:cBhvr>
                                      <p:to>
                                        <p:strVal val="visible"/>
                                      </p:to>
                                    </p:set>
                                    <p:animEffect transition="in" filter="fade">
                                      <p:cBhvr>
                                        <p:cTn id="21" dur="2000"/>
                                        <p:tgtEl>
                                          <p:spTgt spid="7171">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171">
                                            <p:txEl>
                                              <p:pRg st="5" end="5"/>
                                            </p:txEl>
                                          </p:spTgt>
                                        </p:tgtEl>
                                        <p:attrNameLst>
                                          <p:attrName>style.visibility</p:attrName>
                                        </p:attrNameLst>
                                      </p:cBhvr>
                                      <p:to>
                                        <p:strVal val="visible"/>
                                      </p:to>
                                    </p:set>
                                    <p:animEffect transition="in" filter="fade">
                                      <p:cBhvr>
                                        <p:cTn id="24" dur="2000"/>
                                        <p:tgtEl>
                                          <p:spTgt spid="7171">
                                            <p:txEl>
                                              <p:pRg st="5" end="5"/>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7171">
                                            <p:txEl>
                                              <p:pRg st="6" end="6"/>
                                            </p:txEl>
                                          </p:spTgt>
                                        </p:tgtEl>
                                        <p:attrNameLst>
                                          <p:attrName>style.visibility</p:attrName>
                                        </p:attrNameLst>
                                      </p:cBhvr>
                                      <p:to>
                                        <p:strVal val="visible"/>
                                      </p:to>
                                    </p:set>
                                    <p:animEffect transition="in" filter="fade">
                                      <p:cBhvr>
                                        <p:cTn id="29" dur="2000"/>
                                        <p:tgtEl>
                                          <p:spTgt spid="7171">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7171">
                                            <p:txEl>
                                              <p:pRg st="7" end="7"/>
                                            </p:txEl>
                                          </p:spTgt>
                                        </p:tgtEl>
                                        <p:attrNameLst>
                                          <p:attrName>style.visibility</p:attrName>
                                        </p:attrNameLst>
                                      </p:cBhvr>
                                      <p:to>
                                        <p:strVal val="visible"/>
                                      </p:to>
                                    </p:set>
                                    <p:animEffect transition="in" filter="fade">
                                      <p:cBhvr>
                                        <p:cTn id="32" dur="2000"/>
                                        <p:tgtEl>
                                          <p:spTgt spid="7171">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7171">
                                            <p:txEl>
                                              <p:pRg st="8" end="8"/>
                                            </p:txEl>
                                          </p:spTgt>
                                        </p:tgtEl>
                                        <p:attrNameLst>
                                          <p:attrName>style.visibility</p:attrName>
                                        </p:attrNameLst>
                                      </p:cBhvr>
                                      <p:to>
                                        <p:strVal val="visible"/>
                                      </p:to>
                                    </p:set>
                                    <p:animEffect transition="in" filter="fade">
                                      <p:cBhvr>
                                        <p:cTn id="35" dur="2000"/>
                                        <p:tgtEl>
                                          <p:spTgt spid="7171">
                                            <p:txEl>
                                              <p:pRg st="8" end="8"/>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7171">
                                            <p:txEl>
                                              <p:pRg st="9" end="9"/>
                                            </p:txEl>
                                          </p:spTgt>
                                        </p:tgtEl>
                                        <p:attrNameLst>
                                          <p:attrName>style.visibility</p:attrName>
                                        </p:attrNameLst>
                                      </p:cBhvr>
                                      <p:to>
                                        <p:strVal val="visible"/>
                                      </p:to>
                                    </p:set>
                                    <p:animEffect transition="in" filter="fade">
                                      <p:cBhvr>
                                        <p:cTn id="38" dur="2000"/>
                                        <p:tgtEl>
                                          <p:spTgt spid="717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solidFill>
        </p:spPr>
        <p:txBody>
          <a:bodyPr/>
          <a:lstStyle/>
          <a:p>
            <a:r>
              <a:rPr lang="en-US" sz="4000" b="1" dirty="0" smtClean="0">
                <a:effectLst>
                  <a:outerShdw blurRad="38100" dist="38100" dir="2700000" algn="tl">
                    <a:srgbClr val="000000">
                      <a:alpha val="43137"/>
                    </a:srgbClr>
                  </a:outerShdw>
                </a:effectLst>
                <a:latin typeface="Times New Roman" pitchFamily="18" charset="0"/>
                <a:cs typeface="Times New Roman" pitchFamily="18" charset="0"/>
              </a:rPr>
              <a:t>Aspects of Access to Justice</a:t>
            </a:r>
            <a:endParaRPr lang="ne-NP" b="1" dirty="0">
              <a:effectLst>
                <a:outerShdw blurRad="38100" dist="38100" dir="2700000" algn="tl">
                  <a:srgbClr val="000000">
                    <a:alpha val="43137"/>
                  </a:srgbClr>
                </a:outerShdw>
              </a:effectLst>
              <a:latin typeface="Times New Roman" pitchFamily="18" charset="0"/>
            </a:endParaRPr>
          </a:p>
        </p:txBody>
      </p:sp>
      <p:sp>
        <p:nvSpPr>
          <p:cNvPr id="3" name="Content Placeholder 2"/>
          <p:cNvSpPr>
            <a:spLocks noGrp="1"/>
          </p:cNvSpPr>
          <p:nvPr>
            <p:ph idx="1"/>
          </p:nvPr>
        </p:nvSpPr>
        <p:spPr>
          <a:xfrm>
            <a:off x="457200" y="1600200"/>
            <a:ext cx="8229600" cy="4953000"/>
          </a:xfrm>
          <a:solidFill>
            <a:schemeClr val="bg2"/>
          </a:solidFill>
        </p:spPr>
        <p:txBody>
          <a:bodyPr>
            <a:normAutofit fontScale="47500" lnSpcReduction="20000"/>
          </a:bodyPr>
          <a:lstStyle/>
          <a:p>
            <a:pPr marL="0" indent="0">
              <a:buNone/>
            </a:pPr>
            <a:endParaRPr lang="en-US" sz="2400" i="1" dirty="0" smtClean="0">
              <a:effectLst>
                <a:outerShdw blurRad="38100" dist="38100" dir="2700000" algn="tl">
                  <a:srgbClr val="000000">
                    <a:alpha val="43137"/>
                  </a:srgbClr>
                </a:outerShdw>
              </a:effectLst>
              <a:latin typeface="Times New Roman" pitchFamily="18" charset="0"/>
              <a:cs typeface="Times New Roman" pitchFamily="18" charset="0"/>
            </a:endParaRPr>
          </a:p>
          <a:p>
            <a:pPr>
              <a:buNone/>
            </a:pPr>
            <a:endParaRPr lang="en-US" sz="2400" i="1" dirty="0" smtClean="0">
              <a:effectLst>
                <a:outerShdw blurRad="38100" dist="38100" dir="2700000" algn="tl">
                  <a:srgbClr val="000000">
                    <a:alpha val="43137"/>
                  </a:srgbClr>
                </a:outerShdw>
              </a:effectLst>
              <a:latin typeface="Times New Roman" pitchFamily="18" charset="0"/>
              <a:cs typeface="Times New Roman" pitchFamily="18" charset="0"/>
            </a:endParaRPr>
          </a:p>
          <a:p>
            <a:pPr>
              <a:buFont typeface="Wingdings" pitchFamily="2" charset="2"/>
              <a:buChar char="§"/>
            </a:pPr>
            <a:r>
              <a:rPr lang="en-US" sz="6700" b="1" dirty="0" smtClean="0">
                <a:effectLst>
                  <a:outerShdw blurRad="38100" dist="38100" dir="2700000" algn="tl">
                    <a:srgbClr val="000000">
                      <a:alpha val="43137"/>
                    </a:srgbClr>
                  </a:outerShdw>
                </a:effectLst>
                <a:latin typeface="Times New Roman" pitchFamily="18" charset="0"/>
                <a:cs typeface="Times New Roman" pitchFamily="18" charset="0"/>
              </a:rPr>
              <a:t>Lord Neuberger: </a:t>
            </a:r>
            <a:r>
              <a:rPr lang="en-US" sz="5900" dirty="0">
                <a:effectLst>
                  <a:outerShdw blurRad="38100" dist="38100" dir="2700000" algn="tl">
                    <a:srgbClr val="000000">
                      <a:alpha val="43137"/>
                    </a:srgbClr>
                  </a:outerShdw>
                </a:effectLst>
                <a:latin typeface="Times New Roman" pitchFamily="18" charset="0"/>
                <a:cs typeface="Times New Roman" pitchFamily="18" charset="0"/>
              </a:rPr>
              <a:t>- </a:t>
            </a:r>
            <a:r>
              <a:rPr lang="en-US" sz="5900" i="1" dirty="0">
                <a:effectLst>
                  <a:outerShdw blurRad="38100" dist="38100" dir="2700000" algn="tl">
                    <a:srgbClr val="000000">
                      <a:alpha val="43137"/>
                    </a:srgbClr>
                  </a:outerShdw>
                </a:effectLst>
                <a:latin typeface="Times New Roman" pitchFamily="18" charset="0"/>
                <a:cs typeface="Times New Roman" pitchFamily="18" charset="0"/>
              </a:rPr>
              <a:t>Core Values of an Effective Judiciary, </a:t>
            </a:r>
            <a:r>
              <a:rPr lang="en-US" sz="5900" i="1" dirty="0" smtClean="0">
                <a:effectLst>
                  <a:outerShdw blurRad="38100" dist="38100" dir="2700000" algn="tl">
                    <a:srgbClr val="000000">
                      <a:alpha val="43137"/>
                    </a:srgbClr>
                  </a:outerShdw>
                </a:effectLst>
                <a:latin typeface="Times New Roman" pitchFamily="18" charset="0"/>
                <a:cs typeface="Times New Roman" pitchFamily="18" charset="0"/>
              </a:rPr>
              <a:t> Publishing</a:t>
            </a:r>
            <a:r>
              <a:rPr lang="ne-NP" sz="5900" i="1" dirty="0" smtClean="0">
                <a:effectLst>
                  <a:outerShdw blurRad="38100" dist="38100" dir="2700000" algn="tl">
                    <a:srgbClr val="000000">
                      <a:alpha val="43137"/>
                    </a:srgbClr>
                  </a:outerShdw>
                </a:effectLst>
                <a:latin typeface="Times New Roman" pitchFamily="18" charset="0"/>
                <a:cs typeface="Times New Roman" pitchFamily="18" charset="0"/>
              </a:rPr>
              <a:t> </a:t>
            </a:r>
            <a:r>
              <a:rPr lang="en-US" sz="5900" i="1" dirty="0" smtClean="0">
                <a:effectLst>
                  <a:outerShdw blurRad="38100" dist="38100" dir="2700000" algn="tl">
                    <a:srgbClr val="000000">
                      <a:alpha val="43137"/>
                    </a:srgbClr>
                  </a:outerShdw>
                </a:effectLst>
                <a:latin typeface="Times New Roman" pitchFamily="18" charset="0"/>
                <a:cs typeface="Times New Roman" pitchFamily="18" charset="0"/>
              </a:rPr>
              <a:t>2015</a:t>
            </a:r>
            <a:endParaRPr lang="ne-NP" sz="5900" i="1" dirty="0">
              <a:effectLst>
                <a:outerShdw blurRad="38100" dist="38100" dir="2700000" algn="tl">
                  <a:srgbClr val="000000">
                    <a:alpha val="43137"/>
                  </a:srgbClr>
                </a:outerShdw>
              </a:effectLst>
              <a:latin typeface="Times New Roman" pitchFamily="18" charset="0"/>
            </a:endParaRPr>
          </a:p>
          <a:p>
            <a:pPr>
              <a:buFont typeface="Wingdings" pitchFamily="2" charset="2"/>
              <a:buChar char="§"/>
            </a:pPr>
            <a:endParaRPr lang="en-US" b="1" dirty="0" smtClean="0">
              <a:effectLst>
                <a:outerShdw blurRad="38100" dist="38100" dir="2700000" algn="tl">
                  <a:srgbClr val="000000">
                    <a:alpha val="43137"/>
                  </a:srgbClr>
                </a:outerShdw>
              </a:effectLst>
              <a:latin typeface="Times New Roman" pitchFamily="18" charset="0"/>
              <a:cs typeface="Times New Roman" pitchFamily="18" charset="0"/>
            </a:endParaRPr>
          </a:p>
          <a:p>
            <a:pPr indent="511175"/>
            <a:r>
              <a:rPr lang="en-US" sz="5100" dirty="0" smtClean="0">
                <a:effectLst>
                  <a:outerShdw blurRad="38100" dist="38100" dir="2700000" algn="tl">
                    <a:srgbClr val="000000">
                      <a:alpha val="43137"/>
                    </a:srgbClr>
                  </a:outerShdw>
                </a:effectLst>
                <a:latin typeface="Times New Roman" pitchFamily="18" charset="0"/>
                <a:cs typeface="Times New Roman" pitchFamily="18" charset="0"/>
              </a:rPr>
              <a:t>Competent and impartial judiciary</a:t>
            </a:r>
          </a:p>
          <a:p>
            <a:pPr indent="511175"/>
            <a:r>
              <a:rPr lang="en-US" sz="5100" dirty="0" smtClean="0">
                <a:effectLst>
                  <a:outerShdw blurRad="38100" dist="38100" dir="2700000" algn="tl">
                    <a:srgbClr val="000000">
                      <a:alpha val="43137"/>
                    </a:srgbClr>
                  </a:outerShdw>
                </a:effectLst>
                <a:latin typeface="Times New Roman" pitchFamily="18" charset="0"/>
                <a:cs typeface="Times New Roman" pitchFamily="18" charset="0"/>
              </a:rPr>
              <a:t>Accessible courts</a:t>
            </a:r>
          </a:p>
          <a:p>
            <a:pPr indent="511175"/>
            <a:r>
              <a:rPr lang="en-US" sz="5100" dirty="0" smtClean="0">
                <a:effectLst>
                  <a:outerShdw blurRad="38100" dist="38100" dir="2700000" algn="tl">
                    <a:srgbClr val="000000">
                      <a:alpha val="43137"/>
                    </a:srgbClr>
                  </a:outerShdw>
                </a:effectLst>
                <a:latin typeface="Times New Roman" pitchFamily="18" charset="0"/>
                <a:cs typeface="Times New Roman" pitchFamily="18" charset="0"/>
              </a:rPr>
              <a:t>Properly administered courts</a:t>
            </a:r>
          </a:p>
          <a:p>
            <a:pPr indent="511175"/>
            <a:r>
              <a:rPr lang="en-US" sz="5100" dirty="0" smtClean="0">
                <a:effectLst>
                  <a:outerShdw blurRad="38100" dist="38100" dir="2700000" algn="tl">
                    <a:srgbClr val="000000">
                      <a:alpha val="43137"/>
                    </a:srgbClr>
                  </a:outerShdw>
                </a:effectLst>
                <a:latin typeface="Times New Roman" pitchFamily="18" charset="0"/>
                <a:cs typeface="Times New Roman" pitchFamily="18" charset="0"/>
              </a:rPr>
              <a:t>Competent and honest legal profession</a:t>
            </a:r>
          </a:p>
          <a:p>
            <a:pPr indent="511175"/>
            <a:r>
              <a:rPr lang="en-US" sz="5100" dirty="0" smtClean="0">
                <a:effectLst>
                  <a:outerShdw blurRad="38100" dist="38100" dir="2700000" algn="tl">
                    <a:srgbClr val="000000">
                      <a:alpha val="43137"/>
                    </a:srgbClr>
                  </a:outerShdw>
                </a:effectLst>
                <a:latin typeface="Times New Roman" pitchFamily="18" charset="0"/>
                <a:cs typeface="Times New Roman" pitchFamily="18" charset="0"/>
              </a:rPr>
              <a:t>An effective procedure of getting case in the court</a:t>
            </a:r>
          </a:p>
          <a:p>
            <a:pPr indent="511175"/>
            <a:r>
              <a:rPr lang="en-US" sz="5100" dirty="0" smtClean="0">
                <a:effectLst>
                  <a:outerShdw blurRad="38100" dist="38100" dir="2700000" algn="tl">
                    <a:srgbClr val="000000">
                      <a:alpha val="43137"/>
                    </a:srgbClr>
                  </a:outerShdw>
                </a:effectLst>
                <a:latin typeface="Times New Roman" pitchFamily="18" charset="0"/>
                <a:cs typeface="Times New Roman" pitchFamily="18" charset="0"/>
              </a:rPr>
              <a:t>An effective legal process</a:t>
            </a:r>
          </a:p>
          <a:p>
            <a:pPr indent="511175"/>
            <a:r>
              <a:rPr lang="en-US" sz="5100" dirty="0" smtClean="0">
                <a:effectLst>
                  <a:outerShdw blurRad="38100" dist="38100" dir="2700000" algn="tl">
                    <a:srgbClr val="000000">
                      <a:alpha val="43137"/>
                    </a:srgbClr>
                  </a:outerShdw>
                </a:effectLst>
                <a:latin typeface="Times New Roman" pitchFamily="18" charset="0"/>
                <a:cs typeface="Times New Roman" pitchFamily="18" charset="0"/>
              </a:rPr>
              <a:t>Effective </a:t>
            </a:r>
            <a:r>
              <a:rPr lang="en-US" sz="5100" dirty="0" err="1" smtClean="0">
                <a:effectLst>
                  <a:outerShdw blurRad="38100" dist="38100" dir="2700000" algn="tl">
                    <a:srgbClr val="000000">
                      <a:alpha val="43137"/>
                    </a:srgbClr>
                  </a:outerShdw>
                </a:effectLst>
                <a:latin typeface="Times New Roman" pitchFamily="18" charset="0"/>
                <a:cs typeface="Times New Roman" pitchFamily="18" charset="0"/>
              </a:rPr>
              <a:t>execusion</a:t>
            </a:r>
            <a:endParaRPr lang="en-US" sz="5100" dirty="0" smtClean="0">
              <a:effectLst>
                <a:outerShdw blurRad="38100" dist="38100" dir="2700000" algn="tl">
                  <a:srgbClr val="000000">
                    <a:alpha val="43137"/>
                  </a:srgbClr>
                </a:outerShdw>
              </a:effectLst>
              <a:latin typeface="Times New Roman" pitchFamily="18" charset="0"/>
              <a:cs typeface="Times New Roman" pitchFamily="18" charset="0"/>
            </a:endParaRPr>
          </a:p>
          <a:p>
            <a:pPr indent="511175"/>
            <a:r>
              <a:rPr lang="en-US" sz="5100" dirty="0" smtClean="0">
                <a:effectLst>
                  <a:outerShdw blurRad="38100" dist="38100" dir="2700000" algn="tl">
                    <a:srgbClr val="000000">
                      <a:alpha val="43137"/>
                    </a:srgbClr>
                  </a:outerShdw>
                </a:effectLst>
                <a:latin typeface="Times New Roman" pitchFamily="18" charset="0"/>
                <a:cs typeface="Times New Roman" pitchFamily="18" charset="0"/>
              </a:rPr>
              <a:t>Affordable justice</a:t>
            </a:r>
          </a:p>
          <a:p>
            <a:pPr indent="511175">
              <a:buNone/>
            </a:pPr>
            <a:r>
              <a:rPr lang="en-US" sz="3100" dirty="0" smtClean="0">
                <a:effectLst>
                  <a:outerShdw blurRad="38100" dist="38100" dir="2700000" algn="tl">
                    <a:srgbClr val="000000">
                      <a:alpha val="43137"/>
                    </a:srgbClr>
                  </a:outerShdw>
                </a:effectLst>
                <a:latin typeface="Times New Roman" pitchFamily="18" charset="0"/>
                <a:cs typeface="Times New Roman" pitchFamily="18" charset="0"/>
              </a:rPr>
              <a:t>          </a:t>
            </a:r>
            <a:endParaRPr lang="ne-NP" sz="2400" i="1" dirty="0" smtClean="0">
              <a:effectLst>
                <a:outerShdw blurRad="38100" dist="38100" dir="2700000" algn="tl">
                  <a:srgbClr val="000000">
                    <a:alpha val="43137"/>
                  </a:srgbClr>
                </a:outerShdw>
              </a:effectLst>
              <a:latin typeface="Times New Roman" pitchFamily="18" charset="0"/>
            </a:endParaRPr>
          </a:p>
        </p:txBody>
      </p:sp>
      <p:sp>
        <p:nvSpPr>
          <p:cNvPr id="4" name="Slide Number Placeholder 3"/>
          <p:cNvSpPr>
            <a:spLocks noGrp="1"/>
          </p:cNvSpPr>
          <p:nvPr>
            <p:ph type="sldNum" sz="quarter" idx="12"/>
          </p:nvPr>
        </p:nvSpPr>
        <p:spPr/>
        <p:txBody>
          <a:bodyPr/>
          <a:lstStyle/>
          <a:p>
            <a:fld id="{2CC92EC1-3E62-4AF8-B369-3BD544824CFD}" type="slidenum">
              <a:rPr lang="ne-NP" smtClean="0"/>
              <a:pPr/>
              <a:t>9</a:t>
            </a:fld>
            <a:endParaRPr lang="ne-NP"/>
          </a:p>
        </p:txBody>
      </p:sp>
    </p:spTree>
    <p:extLst>
      <p:ext uri="{BB962C8B-B14F-4D97-AF65-F5344CB8AC3E}">
        <p14:creationId xmlns:p14="http://schemas.microsoft.com/office/powerpoint/2010/main" val="2825896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 calcmode="lin" valueType="num">
                                      <p:cBhvr additive="base">
                                        <p:cTn id="1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 calcmode="lin" valueType="num">
                                      <p:cBhvr additive="base">
                                        <p:cTn id="2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 calcmode="lin" valueType="num">
                                      <p:cBhvr additive="base">
                                        <p:cTn id="2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 calcmode="lin" valueType="num">
                                      <p:cBhvr additive="base">
                                        <p:cTn id="3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9" end="9"/>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 calcmode="lin" valueType="num">
                                      <p:cBhvr additive="base">
                                        <p:cTn id="3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anim calcmode="lin" valueType="num">
                                      <p:cBhvr additive="base">
                                        <p:cTn id="3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anim calcmode="lin" valueType="num">
                                      <p:cBhvr additive="base">
                                        <p:cTn id="4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solidFill>
        </p:spPr>
        <p:txBody>
          <a:bodyPr>
            <a:noAutofit/>
          </a:bodyPr>
          <a:lstStyle/>
          <a:p>
            <a:r>
              <a:rPr lang="ne-NP" sz="5400" dirty="0" smtClean="0">
                <a:effectLst>
                  <a:outerShdw blurRad="38100" dist="38100" dir="2700000" algn="tl">
                    <a:srgbClr val="000000">
                      <a:alpha val="43137"/>
                    </a:srgbClr>
                  </a:outerShdw>
                </a:effectLst>
                <a:latin typeface="Kokila" pitchFamily="34" charset="0"/>
                <a:cs typeface="Kokila" pitchFamily="34" charset="0"/>
              </a:rPr>
              <a:t/>
            </a:r>
            <a:br>
              <a:rPr lang="ne-NP" sz="5400" dirty="0" smtClean="0">
                <a:effectLst>
                  <a:outerShdw blurRad="38100" dist="38100" dir="2700000" algn="tl">
                    <a:srgbClr val="000000">
                      <a:alpha val="43137"/>
                    </a:srgbClr>
                  </a:outerShdw>
                </a:effectLst>
                <a:latin typeface="Kokila" pitchFamily="34" charset="0"/>
                <a:cs typeface="Kokila" pitchFamily="34" charset="0"/>
              </a:rPr>
            </a:br>
            <a:r>
              <a:rPr lang="ne-NP" sz="5400" dirty="0" smtClean="0">
                <a:effectLst>
                  <a:outerShdw blurRad="38100" dist="38100" dir="2700000" algn="tl">
                    <a:srgbClr val="000000">
                      <a:alpha val="43137"/>
                    </a:srgbClr>
                  </a:outerShdw>
                </a:effectLst>
                <a:latin typeface="Kokila" pitchFamily="34" charset="0"/>
                <a:cs typeface="Kokila" pitchFamily="34" charset="0"/>
              </a:rPr>
              <a:t>न्यायमा पहुँचका स्तम्भ वा आधारहरू</a:t>
            </a:r>
            <a:r>
              <a:rPr lang="en-US" sz="5400" dirty="0" smtClean="0">
                <a:effectLst>
                  <a:outerShdw blurRad="38100" dist="38100" dir="2700000" algn="tl">
                    <a:srgbClr val="000000">
                      <a:alpha val="43137"/>
                    </a:srgbClr>
                  </a:outerShdw>
                </a:effectLst>
                <a:latin typeface="Kokila" pitchFamily="34" charset="0"/>
                <a:cs typeface="Kokila" pitchFamily="34" charset="0"/>
              </a:rPr>
              <a:t/>
            </a:r>
            <a:br>
              <a:rPr lang="en-US" sz="5400" dirty="0" smtClean="0">
                <a:effectLst>
                  <a:outerShdw blurRad="38100" dist="38100" dir="2700000" algn="tl">
                    <a:srgbClr val="000000">
                      <a:alpha val="43137"/>
                    </a:srgbClr>
                  </a:outerShdw>
                </a:effectLst>
                <a:latin typeface="Kokila" pitchFamily="34" charset="0"/>
                <a:cs typeface="Kokila" pitchFamily="34" charset="0"/>
              </a:rPr>
            </a:br>
            <a:endParaRPr lang="en-US" sz="5400" dirty="0">
              <a:effectLst>
                <a:outerShdw blurRad="38100" dist="38100" dir="2700000" algn="tl">
                  <a:srgbClr val="000000">
                    <a:alpha val="43137"/>
                  </a:srgbClr>
                </a:outerShdw>
              </a:effectLst>
              <a:latin typeface="Kokila" pitchFamily="34" charset="0"/>
              <a:cs typeface="Kokila" pitchFamily="34" charset="0"/>
            </a:endParaRPr>
          </a:p>
        </p:txBody>
      </p:sp>
      <p:sp>
        <p:nvSpPr>
          <p:cNvPr id="3" name="Content Placeholder 2"/>
          <p:cNvSpPr>
            <a:spLocks noGrp="1"/>
          </p:cNvSpPr>
          <p:nvPr>
            <p:ph idx="1"/>
          </p:nvPr>
        </p:nvSpPr>
        <p:spPr>
          <a:xfrm>
            <a:off x="457200" y="1371600"/>
            <a:ext cx="8534400" cy="4754563"/>
          </a:xfrm>
        </p:spPr>
        <p:txBody>
          <a:bodyPr>
            <a:normAutofit/>
          </a:bodyPr>
          <a:lstStyle/>
          <a:p>
            <a:pPr marL="0" indent="0">
              <a:buNone/>
            </a:pPr>
            <a:r>
              <a:rPr lang="en-US" sz="3000" dirty="0" smtClean="0">
                <a:effectLst>
                  <a:outerShdw blurRad="38100" dist="38100" dir="2700000" algn="tl">
                    <a:srgbClr val="000000">
                      <a:alpha val="43137"/>
                    </a:srgbClr>
                  </a:outerShdw>
                </a:effectLst>
                <a:latin typeface="Times New Roman" pitchFamily="18" charset="0"/>
                <a:cs typeface="Times New Roman" pitchFamily="18" charset="0"/>
              </a:rPr>
              <a:t>Access </a:t>
            </a:r>
            <a:r>
              <a:rPr lang="en-US" sz="3000" dirty="0">
                <a:effectLst>
                  <a:outerShdw blurRad="38100" dist="38100" dir="2700000" algn="tl">
                    <a:srgbClr val="000000">
                      <a:alpha val="43137"/>
                    </a:srgbClr>
                  </a:outerShdw>
                </a:effectLst>
                <a:latin typeface="Times New Roman" pitchFamily="18" charset="0"/>
                <a:cs typeface="Times New Roman" pitchFamily="18" charset="0"/>
              </a:rPr>
              <a:t>to Justice Assessment for Philippines Mindanao, American Bar </a:t>
            </a:r>
            <a:r>
              <a:rPr lang="en-US" sz="3000" dirty="0" smtClean="0">
                <a:effectLst>
                  <a:outerShdw blurRad="38100" dist="38100" dir="2700000" algn="tl">
                    <a:srgbClr val="000000">
                      <a:alpha val="43137"/>
                    </a:srgbClr>
                  </a:outerShdw>
                </a:effectLst>
                <a:latin typeface="Times New Roman" pitchFamily="18" charset="0"/>
                <a:cs typeface="Times New Roman" pitchFamily="18" charset="0"/>
              </a:rPr>
              <a:t>Association</a:t>
            </a:r>
            <a:r>
              <a:rPr lang="ne-NP" sz="3000" dirty="0" smtClean="0">
                <a:effectLst>
                  <a:outerShdw blurRad="38100" dist="38100" dir="2700000" algn="tl">
                    <a:srgbClr val="000000">
                      <a:alpha val="43137"/>
                    </a:srgbClr>
                  </a:outerShdw>
                </a:effectLst>
                <a:latin typeface="Times New Roman" pitchFamily="18" charset="0"/>
                <a:cs typeface="Times New Roman" pitchFamily="18" charset="0"/>
              </a:rPr>
              <a:t> </a:t>
            </a:r>
            <a:r>
              <a:rPr lang="ne-NP" sz="3600" dirty="0" smtClean="0">
                <a:effectLst>
                  <a:outerShdw blurRad="38100" dist="38100" dir="2700000" algn="tl">
                    <a:srgbClr val="000000">
                      <a:alpha val="43137"/>
                    </a:srgbClr>
                  </a:outerShdw>
                </a:effectLst>
                <a:latin typeface="Kokila" pitchFamily="34" charset="0"/>
                <a:cs typeface="Kokila" pitchFamily="34" charset="0"/>
              </a:rPr>
              <a:t>का अनुसार</a:t>
            </a:r>
            <a:r>
              <a:rPr lang="ne-NP" sz="3600" dirty="0">
                <a:effectLst>
                  <a:outerShdw blurRad="38100" dist="38100" dir="2700000" algn="tl">
                    <a:srgbClr val="000000">
                      <a:alpha val="43137"/>
                    </a:srgbClr>
                  </a:outerShdw>
                </a:effectLst>
                <a:latin typeface="Kokila" pitchFamily="34" charset="0"/>
                <a:cs typeface="Kokila" pitchFamily="34" charset="0"/>
              </a:rPr>
              <a:t>ः</a:t>
            </a:r>
            <a:endParaRPr lang="en-US" sz="3600" dirty="0">
              <a:effectLst>
                <a:outerShdw blurRad="38100" dist="38100" dir="2700000" algn="tl">
                  <a:srgbClr val="000000">
                    <a:alpha val="43137"/>
                  </a:srgbClr>
                </a:outerShdw>
              </a:effectLst>
              <a:latin typeface="Kokila" pitchFamily="34" charset="0"/>
              <a:cs typeface="Kokila" pitchFamily="34" charset="0"/>
            </a:endParaRPr>
          </a:p>
          <a:p>
            <a:pPr lvl="1">
              <a:buFont typeface="Wingdings" pitchFamily="2" charset="2"/>
              <a:buChar char="§"/>
            </a:pPr>
            <a:r>
              <a:rPr lang="ne-NP" sz="3200" dirty="0" smtClean="0">
                <a:effectLst>
                  <a:outerShdw blurRad="38100" dist="38100" dir="2700000" algn="tl">
                    <a:srgbClr val="000000">
                      <a:alpha val="43137"/>
                    </a:srgbClr>
                  </a:outerShdw>
                </a:effectLst>
                <a:latin typeface="Kokila" pitchFamily="34" charset="0"/>
                <a:cs typeface="Kokila" pitchFamily="34" charset="0"/>
              </a:rPr>
              <a:t>उपयुक्त कानूनी व्यवस्था</a:t>
            </a:r>
            <a:r>
              <a:rPr lang="en-US" sz="3200" dirty="0" smtClean="0">
                <a:effectLst>
                  <a:outerShdw blurRad="38100" dist="38100" dir="2700000" algn="tl">
                    <a:srgbClr val="000000">
                      <a:alpha val="43137"/>
                    </a:srgbClr>
                  </a:outerShdw>
                </a:effectLst>
                <a:latin typeface="Kokila" pitchFamily="34" charset="0"/>
                <a:cs typeface="Kokila" pitchFamily="34" charset="0"/>
              </a:rPr>
              <a:t>,</a:t>
            </a:r>
          </a:p>
          <a:p>
            <a:pPr lvl="1">
              <a:buFont typeface="Wingdings" pitchFamily="2" charset="2"/>
              <a:buChar char="§"/>
            </a:pPr>
            <a:r>
              <a:rPr lang="ne-NP" sz="3200" dirty="0" smtClean="0">
                <a:effectLst>
                  <a:outerShdw blurRad="38100" dist="38100" dir="2700000" algn="tl">
                    <a:srgbClr val="000000">
                      <a:alpha val="43137"/>
                    </a:srgbClr>
                  </a:outerShdw>
                </a:effectLst>
                <a:latin typeface="Kokila" pitchFamily="34" charset="0"/>
                <a:cs typeface="Kokila" pitchFamily="34" charset="0"/>
              </a:rPr>
              <a:t>कानूनको ज्ञान वा चेतना</a:t>
            </a:r>
            <a:r>
              <a:rPr lang="en-US" sz="3200" dirty="0" smtClean="0">
                <a:effectLst>
                  <a:outerShdw blurRad="38100" dist="38100" dir="2700000" algn="tl">
                    <a:srgbClr val="000000">
                      <a:alpha val="43137"/>
                    </a:srgbClr>
                  </a:outerShdw>
                </a:effectLst>
                <a:latin typeface="Kokila" pitchFamily="34" charset="0"/>
                <a:cs typeface="Kokila" pitchFamily="34" charset="0"/>
              </a:rPr>
              <a:t>,</a:t>
            </a:r>
            <a:endParaRPr lang="en-US" sz="3200" dirty="0">
              <a:effectLst>
                <a:outerShdw blurRad="38100" dist="38100" dir="2700000" algn="tl">
                  <a:srgbClr val="000000">
                    <a:alpha val="43137"/>
                  </a:srgbClr>
                </a:outerShdw>
              </a:effectLst>
              <a:latin typeface="Kokila" pitchFamily="34" charset="0"/>
              <a:cs typeface="Kokila" pitchFamily="34" charset="0"/>
            </a:endParaRPr>
          </a:p>
          <a:p>
            <a:pPr lvl="1">
              <a:buFont typeface="Wingdings" pitchFamily="2" charset="2"/>
              <a:buChar char="§"/>
            </a:pPr>
            <a:r>
              <a:rPr lang="ne-NP" sz="3200" dirty="0" smtClean="0">
                <a:effectLst>
                  <a:outerShdw blurRad="38100" dist="38100" dir="2700000" algn="tl">
                    <a:srgbClr val="000000">
                      <a:alpha val="43137"/>
                    </a:srgbClr>
                  </a:outerShdw>
                </a:effectLst>
                <a:latin typeface="Kokila" pitchFamily="34" charset="0"/>
                <a:cs typeface="Kokila" pitchFamily="34" charset="0"/>
              </a:rPr>
              <a:t>कानूनी परामर्श र प्रतिनिधित्व</a:t>
            </a:r>
            <a:r>
              <a:rPr lang="en-US" sz="3200" dirty="0" smtClean="0">
                <a:effectLst>
                  <a:outerShdw blurRad="38100" dist="38100" dir="2700000" algn="tl">
                    <a:srgbClr val="000000">
                      <a:alpha val="43137"/>
                    </a:srgbClr>
                  </a:outerShdw>
                </a:effectLst>
                <a:latin typeface="Kokila" pitchFamily="34" charset="0"/>
                <a:cs typeface="Kokila" pitchFamily="34" charset="0"/>
              </a:rPr>
              <a:t>,</a:t>
            </a:r>
            <a:endParaRPr lang="en-US" sz="3200" dirty="0">
              <a:effectLst>
                <a:outerShdw blurRad="38100" dist="38100" dir="2700000" algn="tl">
                  <a:srgbClr val="000000">
                    <a:alpha val="43137"/>
                  </a:srgbClr>
                </a:outerShdw>
              </a:effectLst>
              <a:latin typeface="Kokila" pitchFamily="34" charset="0"/>
              <a:cs typeface="Kokila" pitchFamily="34" charset="0"/>
            </a:endParaRPr>
          </a:p>
          <a:p>
            <a:pPr lvl="1">
              <a:buFont typeface="Wingdings" pitchFamily="2" charset="2"/>
              <a:buChar char="§"/>
            </a:pPr>
            <a:r>
              <a:rPr lang="ne-NP" sz="3200" dirty="0" smtClean="0">
                <a:effectLst>
                  <a:outerShdw blurRad="38100" dist="38100" dir="2700000" algn="tl">
                    <a:srgbClr val="000000">
                      <a:alpha val="43137"/>
                    </a:srgbClr>
                  </a:outerShdw>
                </a:effectLst>
                <a:latin typeface="Kokila" pitchFamily="34" charset="0"/>
                <a:cs typeface="Kokila" pitchFamily="34" charset="0"/>
              </a:rPr>
              <a:t>न्यायिक संस्थासम्मको पहुँच</a:t>
            </a:r>
            <a:r>
              <a:rPr lang="en-US" sz="3200" dirty="0" smtClean="0">
                <a:effectLst>
                  <a:outerShdw blurRad="38100" dist="38100" dir="2700000" algn="tl">
                    <a:srgbClr val="000000">
                      <a:alpha val="43137"/>
                    </a:srgbClr>
                  </a:outerShdw>
                </a:effectLst>
                <a:latin typeface="Kokila" pitchFamily="34" charset="0"/>
                <a:cs typeface="Kokila" pitchFamily="34" charset="0"/>
              </a:rPr>
              <a:t>, </a:t>
            </a:r>
            <a:endParaRPr lang="en-US" sz="3200" dirty="0">
              <a:effectLst>
                <a:outerShdw blurRad="38100" dist="38100" dir="2700000" algn="tl">
                  <a:srgbClr val="000000">
                    <a:alpha val="43137"/>
                  </a:srgbClr>
                </a:outerShdw>
              </a:effectLst>
              <a:latin typeface="Kokila" pitchFamily="34" charset="0"/>
              <a:cs typeface="Kokila" pitchFamily="34" charset="0"/>
            </a:endParaRPr>
          </a:p>
          <a:p>
            <a:pPr lvl="1">
              <a:buFont typeface="Wingdings" pitchFamily="2" charset="2"/>
              <a:buChar char="§"/>
            </a:pPr>
            <a:r>
              <a:rPr lang="ne-NP" sz="3200" dirty="0" smtClean="0">
                <a:effectLst>
                  <a:outerShdw blurRad="38100" dist="38100" dir="2700000" algn="tl">
                    <a:srgbClr val="000000">
                      <a:alpha val="43137"/>
                    </a:srgbClr>
                  </a:outerShdw>
                </a:effectLst>
                <a:latin typeface="Kokila" pitchFamily="34" charset="0"/>
                <a:cs typeface="Kokila" pitchFamily="34" charset="0"/>
              </a:rPr>
              <a:t>स्वच्छ कार्यविधि तथा प्रचलनयोग्य </a:t>
            </a:r>
            <a:r>
              <a:rPr lang="ne-NP" dirty="0" smtClean="0">
                <a:effectLst>
                  <a:outerShdw blurRad="38100" dist="38100" dir="2700000" algn="tl">
                    <a:srgbClr val="000000">
                      <a:alpha val="43137"/>
                    </a:srgbClr>
                  </a:outerShdw>
                </a:effectLst>
                <a:latin typeface="Kokila" pitchFamily="34" charset="0"/>
                <a:cs typeface="Kokila" pitchFamily="34" charset="0"/>
              </a:rPr>
              <a:t>न्यायिक उपचार</a:t>
            </a:r>
            <a:r>
              <a:rPr lang="en-US" dirty="0" smtClean="0">
                <a:effectLst>
                  <a:outerShdw blurRad="38100" dist="38100" dir="2700000" algn="tl">
                    <a:srgbClr val="000000">
                      <a:alpha val="43137"/>
                    </a:srgbClr>
                  </a:outerShdw>
                </a:effectLst>
                <a:latin typeface="Kokila" pitchFamily="34" charset="0"/>
                <a:cs typeface="Kokila" pitchFamily="34" charset="0"/>
              </a:rPr>
              <a:t> </a:t>
            </a:r>
          </a:p>
          <a:p>
            <a:pPr lvl="0">
              <a:buNone/>
            </a:pPr>
            <a:endParaRPr lang="en-US" sz="1900" dirty="0" smtClean="0"/>
          </a:p>
          <a:p>
            <a:pPr lvl="0">
              <a:buNone/>
            </a:pPr>
            <a:r>
              <a:rPr lang="en-US" sz="1900" dirty="0" smtClean="0"/>
              <a:t> </a:t>
            </a:r>
            <a:endParaRPr lang="en-US" dirty="0"/>
          </a:p>
        </p:txBody>
      </p:sp>
    </p:spTree>
    <p:extLst>
      <p:ext uri="{BB962C8B-B14F-4D97-AF65-F5344CB8AC3E}">
        <p14:creationId xmlns:p14="http://schemas.microsoft.com/office/powerpoint/2010/main" val="5401342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40000"/>
              <a:lumOff val="60000"/>
            </a:schemeClr>
          </a:solidFill>
        </p:spPr>
        <p:txBody>
          <a:bodyPr>
            <a:noAutofit/>
          </a:bodyPr>
          <a:lstStyle/>
          <a:p>
            <a:r>
              <a:rPr lang="en-US" sz="3600" b="1" dirty="0">
                <a:effectLst>
                  <a:outerShdw blurRad="38100" dist="38100" dir="2700000" algn="tl">
                    <a:srgbClr val="000000">
                      <a:alpha val="43137"/>
                    </a:srgbClr>
                  </a:outerShdw>
                </a:effectLst>
                <a:latin typeface="Times New Roman" pitchFamily="18" charset="0"/>
                <a:cs typeface="Times New Roman" pitchFamily="18" charset="0"/>
              </a:rPr>
              <a:t>UN </a:t>
            </a:r>
            <a:r>
              <a:rPr lang="en-US" sz="3600" b="1" dirty="0">
                <a:effectLst>
                  <a:outerShdw blurRad="38100" dist="38100" dir="2700000" algn="tl">
                    <a:srgbClr val="000000">
                      <a:alpha val="43137"/>
                    </a:srgbClr>
                  </a:outerShdw>
                </a:effectLst>
                <a:latin typeface="Times New Roman" pitchFamily="18" charset="0"/>
                <a:cs typeface="Times New Roman" pitchFamily="18" charset="0"/>
              </a:rPr>
              <a:t>S</a:t>
            </a:r>
            <a:r>
              <a:rPr lang="en-US" sz="3600" b="1" dirty="0" smtClean="0">
                <a:effectLst>
                  <a:outerShdw blurRad="38100" dist="38100" dir="2700000" algn="tl">
                    <a:srgbClr val="000000">
                      <a:alpha val="43137"/>
                    </a:srgbClr>
                  </a:outerShdw>
                </a:effectLst>
                <a:latin typeface="Times New Roman" pitchFamily="18" charset="0"/>
                <a:cs typeface="Times New Roman" pitchFamily="18" charset="0"/>
              </a:rPr>
              <a:t>tandard </a:t>
            </a:r>
            <a:r>
              <a:rPr lang="en-US" sz="3600" b="1" dirty="0">
                <a:effectLst>
                  <a:outerShdw blurRad="38100" dist="38100" dir="2700000" algn="tl">
                    <a:srgbClr val="000000">
                      <a:alpha val="43137"/>
                    </a:srgbClr>
                  </a:outerShdw>
                </a:effectLst>
                <a:latin typeface="Times New Roman" pitchFamily="18" charset="0"/>
                <a:cs typeface="Times New Roman" pitchFamily="18" charset="0"/>
              </a:rPr>
              <a:t>for </a:t>
            </a:r>
            <a:r>
              <a:rPr lang="en-US" sz="3600" b="1" dirty="0" smtClean="0">
                <a:effectLst>
                  <a:outerShdw blurRad="38100" dist="38100" dir="2700000" algn="tl">
                    <a:srgbClr val="000000">
                      <a:alpha val="43137"/>
                    </a:srgbClr>
                  </a:outerShdw>
                </a:effectLst>
                <a:latin typeface="Times New Roman" pitchFamily="18" charset="0"/>
                <a:cs typeface="Times New Roman" pitchFamily="18" charset="0"/>
              </a:rPr>
              <a:t>Access </a:t>
            </a:r>
            <a:r>
              <a:rPr lang="en-US" sz="3600" b="1" dirty="0">
                <a:effectLst>
                  <a:outerShdw blurRad="38100" dist="38100" dir="2700000" algn="tl">
                    <a:srgbClr val="000000">
                      <a:alpha val="43137"/>
                    </a:srgbClr>
                  </a:outerShdw>
                </a:effectLst>
                <a:latin typeface="Times New Roman" pitchFamily="18" charset="0"/>
                <a:cs typeface="Times New Roman" pitchFamily="18" charset="0"/>
              </a:rPr>
              <a:t>to </a:t>
            </a:r>
            <a:r>
              <a:rPr lang="en-US" sz="3600" b="1" dirty="0">
                <a:effectLst>
                  <a:outerShdw blurRad="38100" dist="38100" dir="2700000" algn="tl">
                    <a:srgbClr val="000000">
                      <a:alpha val="43137"/>
                    </a:srgbClr>
                  </a:outerShdw>
                </a:effectLst>
                <a:latin typeface="Times New Roman" pitchFamily="18" charset="0"/>
                <a:cs typeface="Times New Roman" pitchFamily="18" charset="0"/>
              </a:rPr>
              <a:t>J</a:t>
            </a:r>
            <a:r>
              <a:rPr lang="en-US" sz="3600" b="1" dirty="0" smtClean="0">
                <a:effectLst>
                  <a:outerShdw blurRad="38100" dist="38100" dir="2700000" algn="tl">
                    <a:srgbClr val="000000">
                      <a:alpha val="43137"/>
                    </a:srgbClr>
                  </a:outerShdw>
                </a:effectLst>
                <a:latin typeface="Times New Roman" pitchFamily="18" charset="0"/>
                <a:cs typeface="Times New Roman" pitchFamily="18" charset="0"/>
              </a:rPr>
              <a:t>ustice</a:t>
            </a:r>
            <a:r>
              <a:rPr lang="en-US" sz="3600" b="1" dirty="0">
                <a:effectLst>
                  <a:outerShdw blurRad="38100" dist="38100" dir="2700000" algn="tl">
                    <a:srgbClr val="000000">
                      <a:alpha val="43137"/>
                    </a:srgbClr>
                  </a:outerShdw>
                </a:effectLst>
                <a:latin typeface="Times New Roman" pitchFamily="18" charset="0"/>
                <a:cs typeface="Times New Roman" pitchFamily="18" charset="0"/>
              </a:rPr>
              <a:t>:</a:t>
            </a:r>
            <a:r>
              <a:rPr lang="ne-NP" sz="3600" b="1" dirty="0" smtClean="0">
                <a:effectLst>
                  <a:outerShdw blurRad="38100" dist="38100" dir="2700000" algn="tl">
                    <a:srgbClr val="000000">
                      <a:alpha val="43137"/>
                    </a:srgbClr>
                  </a:outerShdw>
                </a:effectLst>
                <a:latin typeface="Times New Roman" pitchFamily="18" charset="0"/>
              </a:rPr>
              <a:t> </a:t>
            </a:r>
            <a:r>
              <a:rPr lang="en-US" sz="3600" b="1" dirty="0">
                <a:effectLst>
                  <a:outerShdw blurRad="38100" dist="38100" dir="2700000" algn="tl">
                    <a:srgbClr val="000000">
                      <a:alpha val="43137"/>
                    </a:srgbClr>
                  </a:outerShdw>
                </a:effectLst>
                <a:latin typeface="Times New Roman" pitchFamily="18" charset="0"/>
                <a:cs typeface="Times New Roman" pitchFamily="18" charset="0"/>
              </a:rPr>
              <a:t>H</a:t>
            </a:r>
            <a:r>
              <a:rPr lang="en-US" sz="3600" b="1" dirty="0" smtClean="0">
                <a:effectLst>
                  <a:outerShdw blurRad="38100" dist="38100" dir="2700000" algn="tl">
                    <a:srgbClr val="000000">
                      <a:alpha val="43137"/>
                    </a:srgbClr>
                  </a:outerShdw>
                </a:effectLst>
                <a:latin typeface="Times New Roman" pitchFamily="18" charset="0"/>
                <a:cs typeface="Times New Roman" pitchFamily="18" charset="0"/>
              </a:rPr>
              <a:t>uman </a:t>
            </a:r>
            <a:r>
              <a:rPr lang="en-US" sz="3600" b="1" dirty="0">
                <a:effectLst>
                  <a:outerShdw blurRad="38100" dist="38100" dir="2700000" algn="tl">
                    <a:srgbClr val="000000">
                      <a:alpha val="43137"/>
                    </a:srgbClr>
                  </a:outerShdw>
                </a:effectLst>
                <a:latin typeface="Times New Roman" pitchFamily="18" charset="0"/>
                <a:cs typeface="Times New Roman" pitchFamily="18" charset="0"/>
              </a:rPr>
              <a:t>R</a:t>
            </a:r>
            <a:r>
              <a:rPr lang="en-US" sz="3600" b="1" dirty="0" smtClean="0">
                <a:effectLst>
                  <a:outerShdw blurRad="38100" dist="38100" dir="2700000" algn="tl">
                    <a:srgbClr val="000000">
                      <a:alpha val="43137"/>
                    </a:srgbClr>
                  </a:outerShdw>
                </a:effectLst>
                <a:latin typeface="Times New Roman" pitchFamily="18" charset="0"/>
                <a:cs typeface="Times New Roman" pitchFamily="18" charset="0"/>
              </a:rPr>
              <a:t>ights-based </a:t>
            </a:r>
            <a:r>
              <a:rPr lang="en-US" sz="3600" b="1" dirty="0">
                <a:effectLst>
                  <a:outerShdw blurRad="38100" dist="38100" dir="2700000" algn="tl">
                    <a:srgbClr val="000000">
                      <a:alpha val="43137"/>
                    </a:srgbClr>
                  </a:outerShdw>
                </a:effectLst>
                <a:latin typeface="Times New Roman" pitchFamily="18" charset="0"/>
                <a:cs typeface="Times New Roman" pitchFamily="18" charset="0"/>
              </a:rPr>
              <a:t>A</a:t>
            </a:r>
            <a:r>
              <a:rPr lang="en-US" sz="3600" b="1" dirty="0" smtClean="0">
                <a:effectLst>
                  <a:outerShdw blurRad="38100" dist="38100" dir="2700000" algn="tl">
                    <a:srgbClr val="000000">
                      <a:alpha val="43137"/>
                    </a:srgbClr>
                  </a:outerShdw>
                </a:effectLst>
                <a:latin typeface="Times New Roman" pitchFamily="18" charset="0"/>
                <a:cs typeface="Times New Roman" pitchFamily="18" charset="0"/>
              </a:rPr>
              <a:t>pproach</a:t>
            </a:r>
            <a:endParaRPr lang="en-US" sz="36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8610600" cy="5105400"/>
          </a:xfrm>
        </p:spPr>
        <p:txBody>
          <a:bodyPr>
            <a:normAutofit fontScale="92500" lnSpcReduction="10000"/>
          </a:bodyPr>
          <a:lstStyle/>
          <a:p>
            <a:r>
              <a:rPr lang="en-US" dirty="0" smtClean="0">
                <a:effectLst>
                  <a:outerShdw blurRad="38100" dist="38100" dir="2700000" algn="tl">
                    <a:srgbClr val="000000">
                      <a:alpha val="43137"/>
                    </a:srgbClr>
                  </a:outerShdw>
                </a:effectLst>
                <a:latin typeface="Times New Roman" pitchFamily="18" charset="0"/>
                <a:cs typeface="Times New Roman" pitchFamily="18" charset="0"/>
              </a:rPr>
              <a:t>Equality </a:t>
            </a:r>
            <a:r>
              <a:rPr lang="en-US" dirty="0">
                <a:effectLst>
                  <a:outerShdw blurRad="38100" dist="38100" dir="2700000" algn="tl">
                    <a:srgbClr val="000000">
                      <a:alpha val="43137"/>
                    </a:srgbClr>
                  </a:outerShdw>
                </a:effectLst>
                <a:latin typeface="Times New Roman" pitchFamily="18" charset="0"/>
                <a:cs typeface="Times New Roman" pitchFamily="18" charset="0"/>
              </a:rPr>
              <a:t>&amp; </a:t>
            </a:r>
            <a:r>
              <a:rPr lang="en-US" dirty="0">
                <a:effectLst>
                  <a:outerShdw blurRad="38100" dist="38100" dir="2700000" algn="tl">
                    <a:srgbClr val="000000">
                      <a:alpha val="43137"/>
                    </a:srgbClr>
                  </a:outerShdw>
                </a:effectLst>
                <a:latin typeface="Times New Roman" pitchFamily="18" charset="0"/>
                <a:cs typeface="Times New Roman" pitchFamily="18" charset="0"/>
              </a:rPr>
              <a:t>n</a:t>
            </a:r>
            <a:r>
              <a:rPr lang="en-US" dirty="0" smtClean="0">
                <a:effectLst>
                  <a:outerShdw blurRad="38100" dist="38100" dir="2700000" algn="tl">
                    <a:srgbClr val="000000">
                      <a:alpha val="43137"/>
                    </a:srgbClr>
                  </a:outerShdw>
                </a:effectLst>
                <a:latin typeface="Times New Roman" pitchFamily="18" charset="0"/>
                <a:cs typeface="Times New Roman" pitchFamily="18" charset="0"/>
              </a:rPr>
              <a:t>on-Discrimination</a:t>
            </a:r>
          </a:p>
          <a:p>
            <a:r>
              <a:rPr lang="en-US" dirty="0" smtClean="0">
                <a:effectLst>
                  <a:outerShdw blurRad="38100" dist="38100" dir="2700000" algn="tl">
                    <a:srgbClr val="000000">
                      <a:alpha val="43137"/>
                    </a:srgbClr>
                  </a:outerShdw>
                </a:effectLst>
                <a:latin typeface="Times New Roman" pitchFamily="18" charset="0"/>
                <a:cs typeface="Times New Roman" pitchFamily="18" charset="0"/>
              </a:rPr>
              <a:t>Fairness </a:t>
            </a:r>
            <a:r>
              <a:rPr lang="en-US" dirty="0">
                <a:effectLst>
                  <a:outerShdw blurRad="38100" dist="38100" dir="2700000" algn="tl">
                    <a:srgbClr val="000000">
                      <a:alpha val="43137"/>
                    </a:srgbClr>
                  </a:outerShdw>
                </a:effectLst>
                <a:latin typeface="Times New Roman" pitchFamily="18" charset="0"/>
                <a:cs typeface="Times New Roman" pitchFamily="18" charset="0"/>
              </a:rPr>
              <a:t>&amp; </a:t>
            </a:r>
            <a:r>
              <a:rPr lang="en-US" dirty="0" smtClean="0">
                <a:effectLst>
                  <a:outerShdw blurRad="38100" dist="38100" dir="2700000" algn="tl">
                    <a:srgbClr val="000000">
                      <a:alpha val="43137"/>
                    </a:srgbClr>
                  </a:outerShdw>
                </a:effectLst>
                <a:latin typeface="Times New Roman" pitchFamily="18" charset="0"/>
                <a:cs typeface="Times New Roman" pitchFamily="18" charset="0"/>
              </a:rPr>
              <a:t>due Process </a:t>
            </a:r>
          </a:p>
          <a:p>
            <a:r>
              <a:rPr lang="en-US" dirty="0">
                <a:effectLst>
                  <a:outerShdw blurRad="38100" dist="38100" dir="2700000" algn="tl">
                    <a:srgbClr val="000000">
                      <a:alpha val="43137"/>
                    </a:srgbClr>
                  </a:outerShdw>
                </a:effectLst>
                <a:latin typeface="Times New Roman" pitchFamily="18" charset="0"/>
                <a:cs typeface="Times New Roman" pitchFamily="18" charset="0"/>
              </a:rPr>
              <a:t>Inclusivity </a:t>
            </a:r>
            <a:endParaRPr lang="en-US" dirty="0" smtClean="0">
              <a:effectLst>
                <a:outerShdw blurRad="38100" dist="38100" dir="2700000" algn="tl">
                  <a:srgbClr val="000000">
                    <a:alpha val="43137"/>
                  </a:srgbClr>
                </a:outerShdw>
              </a:effectLst>
              <a:latin typeface="Times New Roman" pitchFamily="18" charset="0"/>
              <a:cs typeface="Times New Roman" pitchFamily="18" charset="0"/>
            </a:endParaRPr>
          </a:p>
          <a:p>
            <a:r>
              <a:rPr lang="en-US" dirty="0" smtClean="0">
                <a:effectLst>
                  <a:outerShdw blurRad="38100" dist="38100" dir="2700000" algn="tl">
                    <a:srgbClr val="000000">
                      <a:alpha val="43137"/>
                    </a:srgbClr>
                  </a:outerShdw>
                </a:effectLst>
                <a:latin typeface="Times New Roman" pitchFamily="18" charset="0"/>
                <a:cs typeface="Times New Roman" pitchFamily="18" charset="0"/>
              </a:rPr>
              <a:t>Accountability</a:t>
            </a:r>
          </a:p>
          <a:p>
            <a:r>
              <a:rPr lang="en-US" dirty="0">
                <a:effectLst>
                  <a:outerShdw blurRad="38100" dist="38100" dir="2700000" algn="tl">
                    <a:srgbClr val="000000">
                      <a:alpha val="43137"/>
                    </a:srgbClr>
                  </a:outerShdw>
                </a:effectLst>
                <a:latin typeface="Times New Roman" pitchFamily="18" charset="0"/>
                <a:cs typeface="Times New Roman" pitchFamily="18" charset="0"/>
              </a:rPr>
              <a:t>Judicial </a:t>
            </a:r>
            <a:r>
              <a:rPr lang="en-US" dirty="0" smtClean="0">
                <a:effectLst>
                  <a:outerShdw blurRad="38100" dist="38100" dir="2700000" algn="tl">
                    <a:srgbClr val="000000">
                      <a:alpha val="43137"/>
                    </a:srgbClr>
                  </a:outerShdw>
                </a:effectLst>
                <a:latin typeface="Times New Roman" pitchFamily="18" charset="0"/>
                <a:cs typeface="Times New Roman" pitchFamily="18" charset="0"/>
              </a:rPr>
              <a:t>Independence</a:t>
            </a:r>
            <a:endParaRPr lang="en-US" dirty="0">
              <a:effectLst>
                <a:outerShdw blurRad="38100" dist="38100" dir="2700000" algn="tl">
                  <a:srgbClr val="000000">
                    <a:alpha val="43137"/>
                  </a:srgbClr>
                </a:outerShdw>
              </a:effectLst>
              <a:latin typeface="Times New Roman" pitchFamily="18" charset="0"/>
              <a:cs typeface="Times New Roman" pitchFamily="18" charset="0"/>
            </a:endParaRPr>
          </a:p>
          <a:p>
            <a:r>
              <a:rPr lang="en-US" dirty="0">
                <a:effectLst>
                  <a:outerShdw blurRad="38100" dist="38100" dir="2700000" algn="tl">
                    <a:srgbClr val="000000">
                      <a:alpha val="43137"/>
                    </a:srgbClr>
                  </a:outerShdw>
                </a:effectLst>
                <a:latin typeface="Times New Roman" pitchFamily="18" charset="0"/>
                <a:cs typeface="Times New Roman" pitchFamily="18" charset="0"/>
              </a:rPr>
              <a:t>Addressing </a:t>
            </a:r>
            <a:r>
              <a:rPr lang="en-US" dirty="0" smtClean="0">
                <a:effectLst>
                  <a:outerShdw blurRad="38100" dist="38100" dir="2700000" algn="tl">
                    <a:srgbClr val="000000">
                      <a:alpha val="43137"/>
                    </a:srgbClr>
                  </a:outerShdw>
                </a:effectLst>
                <a:latin typeface="Times New Roman" pitchFamily="18" charset="0"/>
                <a:cs typeface="Times New Roman" pitchFamily="18" charset="0"/>
              </a:rPr>
              <a:t>barriers</a:t>
            </a:r>
          </a:p>
          <a:p>
            <a:pPr lvl="1"/>
            <a:r>
              <a:rPr lang="en-US" dirty="0">
                <a:effectLst>
                  <a:outerShdw blurRad="38100" dist="38100" dir="2700000" algn="tl">
                    <a:srgbClr val="000000">
                      <a:alpha val="43137"/>
                    </a:srgbClr>
                  </a:outerShdw>
                </a:effectLst>
                <a:latin typeface="Times New Roman" pitchFamily="18" charset="0"/>
                <a:cs typeface="Times New Roman" pitchFamily="18" charset="0"/>
              </a:rPr>
              <a:t>Information and rights awareness</a:t>
            </a:r>
          </a:p>
          <a:p>
            <a:pPr lvl="1"/>
            <a:r>
              <a:rPr lang="en-US" dirty="0">
                <a:effectLst>
                  <a:outerShdw blurRad="38100" dist="38100" dir="2700000" algn="tl">
                    <a:srgbClr val="000000">
                      <a:alpha val="43137"/>
                    </a:srgbClr>
                  </a:outerShdw>
                </a:effectLst>
                <a:latin typeface="Times New Roman" pitchFamily="18" charset="0"/>
                <a:cs typeface="Times New Roman" pitchFamily="18" charset="0"/>
              </a:rPr>
              <a:t>Prompt and effective legal </a:t>
            </a:r>
            <a:r>
              <a:rPr lang="en-US" dirty="0" smtClean="0">
                <a:effectLst>
                  <a:outerShdw blurRad="38100" dist="38100" dir="2700000" algn="tl">
                    <a:srgbClr val="000000">
                      <a:alpha val="43137"/>
                    </a:srgbClr>
                  </a:outerShdw>
                </a:effectLst>
                <a:latin typeface="Times New Roman" pitchFamily="18" charset="0"/>
                <a:cs typeface="Times New Roman" pitchFamily="18" charset="0"/>
              </a:rPr>
              <a:t>aid</a:t>
            </a:r>
            <a:endParaRPr lang="en-US" dirty="0">
              <a:effectLst>
                <a:outerShdw blurRad="38100" dist="38100" dir="2700000" algn="tl">
                  <a:srgbClr val="000000">
                    <a:alpha val="43137"/>
                  </a:srgbClr>
                </a:outerShdw>
              </a:effectLst>
              <a:latin typeface="Times New Roman" pitchFamily="18" charset="0"/>
              <a:cs typeface="Times New Roman" pitchFamily="18" charset="0"/>
            </a:endParaRPr>
          </a:p>
          <a:p>
            <a:pPr lvl="1"/>
            <a:r>
              <a:rPr lang="en-US" dirty="0" smtClean="0">
                <a:effectLst>
                  <a:outerShdw blurRad="38100" dist="38100" dir="2700000" algn="tl">
                    <a:srgbClr val="000000">
                      <a:alpha val="43137"/>
                    </a:srgbClr>
                  </a:outerShdw>
                </a:effectLst>
                <a:latin typeface="Times New Roman" pitchFamily="18" charset="0"/>
                <a:cs typeface="Times New Roman" pitchFamily="18" charset="0"/>
              </a:rPr>
              <a:t>Coordination </a:t>
            </a:r>
            <a:r>
              <a:rPr lang="en-US" dirty="0">
                <a:effectLst>
                  <a:outerShdw blurRad="38100" dist="38100" dir="2700000" algn="tl">
                    <a:srgbClr val="000000">
                      <a:alpha val="43137"/>
                    </a:srgbClr>
                  </a:outerShdw>
                </a:effectLst>
                <a:latin typeface="Times New Roman" pitchFamily="18" charset="0"/>
                <a:cs typeface="Times New Roman" pitchFamily="18" charset="0"/>
              </a:rPr>
              <a:t>and </a:t>
            </a:r>
            <a:r>
              <a:rPr lang="en-US" dirty="0" smtClean="0">
                <a:effectLst>
                  <a:outerShdw blurRad="38100" dist="38100" dir="2700000" algn="tl">
                    <a:srgbClr val="000000">
                      <a:alpha val="43137"/>
                    </a:srgbClr>
                  </a:outerShdw>
                </a:effectLst>
                <a:latin typeface="Times New Roman" pitchFamily="18" charset="0"/>
                <a:cs typeface="Times New Roman" pitchFamily="18" charset="0"/>
              </a:rPr>
              <a:t>partnerships</a:t>
            </a:r>
          </a:p>
          <a:p>
            <a:pPr lvl="1"/>
            <a:r>
              <a:rPr lang="en-US" dirty="0" smtClean="0">
                <a:effectLst>
                  <a:outerShdw blurRad="38100" dist="38100" dir="2700000" algn="tl">
                    <a:srgbClr val="000000">
                      <a:alpha val="43137"/>
                    </a:srgbClr>
                  </a:outerShdw>
                </a:effectLst>
                <a:latin typeface="Times New Roman" pitchFamily="18" charset="0"/>
                <a:cs typeface="Times New Roman" pitchFamily="18" charset="0"/>
              </a:rPr>
              <a:t>Technology </a:t>
            </a:r>
            <a:r>
              <a:rPr lang="en-US" dirty="0">
                <a:effectLst>
                  <a:outerShdw blurRad="38100" dist="38100" dir="2700000" algn="tl">
                    <a:srgbClr val="000000">
                      <a:alpha val="43137"/>
                    </a:srgbClr>
                  </a:outerShdw>
                </a:effectLst>
                <a:latin typeface="Times New Roman" pitchFamily="18" charset="0"/>
                <a:cs typeface="Times New Roman" pitchFamily="18" charset="0"/>
              </a:rPr>
              <a:t>and </a:t>
            </a:r>
            <a:r>
              <a:rPr lang="en-US" dirty="0" smtClean="0">
                <a:effectLst>
                  <a:outerShdw blurRad="38100" dist="38100" dir="2700000" algn="tl">
                    <a:srgbClr val="000000">
                      <a:alpha val="43137"/>
                    </a:srgbClr>
                  </a:outerShdw>
                </a:effectLst>
                <a:latin typeface="Times New Roman" pitchFamily="18" charset="0"/>
                <a:cs typeface="Times New Roman" pitchFamily="18" charset="0"/>
              </a:rPr>
              <a:t>innovation</a:t>
            </a:r>
          </a:p>
          <a:p>
            <a:pPr marL="0" indent="0">
              <a:buNone/>
            </a:pPr>
            <a:endParaRPr lang="en-US" dirty="0" smtClean="0">
              <a:effectLst>
                <a:outerShdw blurRad="38100" dist="38100" dir="2700000" algn="tl">
                  <a:srgbClr val="000000">
                    <a:alpha val="43137"/>
                  </a:srgbClr>
                </a:outerShdw>
              </a:effectLst>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149947581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effectLst>
                  <a:outerShdw blurRad="38100" dist="38100" dir="2700000" algn="tl">
                    <a:srgbClr val="000000">
                      <a:alpha val="43137"/>
                    </a:srgbClr>
                  </a:outerShdw>
                </a:effectLst>
                <a:latin typeface="Times New Roman" pitchFamily="18" charset="0"/>
                <a:cs typeface="Times New Roman" pitchFamily="18" charset="0"/>
              </a:rPr>
              <a:t>The Istanbul Declaration on Transparency in the Judicial Process</a:t>
            </a:r>
            <a:r>
              <a:rPr lang="en-US" dirty="0"/>
              <a:t> </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effectLst>
                  <a:outerShdw blurRad="38100" dist="38100" dir="2700000" algn="tl">
                    <a:srgbClr val="000000">
                      <a:alpha val="43137"/>
                    </a:srgbClr>
                  </a:outerShdw>
                </a:effectLst>
                <a:latin typeface="Times New Roman" pitchFamily="18" charset="0"/>
                <a:cs typeface="Times New Roman" pitchFamily="18" charset="0"/>
              </a:rPr>
              <a:t>Open </a:t>
            </a:r>
            <a:r>
              <a:rPr lang="en-US" dirty="0">
                <a:effectLst>
                  <a:outerShdw blurRad="38100" dist="38100" dir="2700000" algn="tl">
                    <a:srgbClr val="000000">
                      <a:alpha val="43137"/>
                    </a:srgbClr>
                  </a:outerShdw>
                </a:effectLst>
                <a:latin typeface="Times New Roman" pitchFamily="18" charset="0"/>
                <a:cs typeface="Times New Roman" pitchFamily="18" charset="0"/>
              </a:rPr>
              <a:t>courts</a:t>
            </a:r>
            <a:r>
              <a:rPr lang="en-US" dirty="0" smtClean="0">
                <a:effectLst>
                  <a:outerShdw blurRad="38100" dist="38100" dir="2700000" algn="tl">
                    <a:srgbClr val="000000">
                      <a:alpha val="43137"/>
                    </a:srgbClr>
                  </a:outerShdw>
                </a:effectLst>
                <a:latin typeface="Times New Roman" pitchFamily="18" charset="0"/>
                <a:cs typeface="Times New Roman" pitchFamily="18" charset="0"/>
              </a:rPr>
              <a:t>,</a:t>
            </a:r>
          </a:p>
          <a:p>
            <a:r>
              <a:rPr lang="en-US" dirty="0" smtClean="0">
                <a:effectLst>
                  <a:outerShdw blurRad="38100" dist="38100" dir="2700000" algn="tl">
                    <a:srgbClr val="000000">
                      <a:alpha val="43137"/>
                    </a:srgbClr>
                  </a:outerShdw>
                </a:effectLst>
                <a:latin typeface="Times New Roman" pitchFamily="18" charset="0"/>
                <a:cs typeface="Times New Roman" pitchFamily="18" charset="0"/>
              </a:rPr>
              <a:t>access </a:t>
            </a:r>
            <a:r>
              <a:rPr lang="en-US" dirty="0">
                <a:effectLst>
                  <a:outerShdw blurRad="38100" dist="38100" dir="2700000" algn="tl">
                    <a:srgbClr val="000000">
                      <a:alpha val="43137"/>
                    </a:srgbClr>
                  </a:outerShdw>
                </a:effectLst>
                <a:latin typeface="Times New Roman" pitchFamily="18" charset="0"/>
                <a:cs typeface="Times New Roman" pitchFamily="18" charset="0"/>
              </a:rPr>
              <a:t>to information, </a:t>
            </a:r>
            <a:endParaRPr lang="en-US" dirty="0" smtClean="0">
              <a:effectLst>
                <a:outerShdw blurRad="38100" dist="38100" dir="2700000" algn="tl">
                  <a:srgbClr val="000000">
                    <a:alpha val="43137"/>
                  </a:srgbClr>
                </a:outerShdw>
              </a:effectLst>
              <a:latin typeface="Times New Roman" pitchFamily="18" charset="0"/>
              <a:cs typeface="Times New Roman" pitchFamily="18" charset="0"/>
            </a:endParaRPr>
          </a:p>
          <a:p>
            <a:r>
              <a:rPr lang="en-US" dirty="0">
                <a:effectLst>
                  <a:outerShdw blurRad="38100" dist="38100" dir="2700000" algn="tl">
                    <a:srgbClr val="000000">
                      <a:alpha val="43137"/>
                    </a:srgbClr>
                  </a:outerShdw>
                </a:effectLst>
                <a:latin typeface="Times New Roman" pitchFamily="18" charset="0"/>
                <a:cs typeface="Times New Roman" pitchFamily="18" charset="0"/>
              </a:rPr>
              <a:t>e</a:t>
            </a:r>
            <a:r>
              <a:rPr lang="en-US" dirty="0" smtClean="0">
                <a:effectLst>
                  <a:outerShdw blurRad="38100" dist="38100" dir="2700000" algn="tl">
                    <a:srgbClr val="000000">
                      <a:alpha val="43137"/>
                    </a:srgbClr>
                  </a:outerShdw>
                </a:effectLst>
                <a:latin typeface="Times New Roman" pitchFamily="18" charset="0"/>
                <a:cs typeface="Times New Roman" pitchFamily="18" charset="0"/>
              </a:rPr>
              <a:t>thical </a:t>
            </a:r>
            <a:r>
              <a:rPr lang="en-US" dirty="0">
                <a:effectLst>
                  <a:outerShdw blurRad="38100" dist="38100" dir="2700000" algn="tl">
                    <a:srgbClr val="000000">
                      <a:alpha val="43137"/>
                    </a:srgbClr>
                  </a:outerShdw>
                </a:effectLst>
                <a:latin typeface="Times New Roman" pitchFamily="18" charset="0"/>
                <a:cs typeface="Times New Roman" pitchFamily="18" charset="0"/>
              </a:rPr>
              <a:t>conduct for judges and court </a:t>
            </a:r>
            <a:r>
              <a:rPr lang="en-US" dirty="0" smtClean="0">
                <a:effectLst>
                  <a:outerShdw blurRad="38100" dist="38100" dir="2700000" algn="tl">
                    <a:srgbClr val="000000">
                      <a:alpha val="43137"/>
                    </a:srgbClr>
                  </a:outerShdw>
                </a:effectLst>
                <a:latin typeface="Times New Roman" pitchFamily="18" charset="0"/>
                <a:cs typeface="Times New Roman" pitchFamily="18" charset="0"/>
              </a:rPr>
              <a:t>staff,</a:t>
            </a:r>
          </a:p>
          <a:p>
            <a:r>
              <a:rPr lang="en-US" dirty="0" smtClean="0">
                <a:effectLst>
                  <a:outerShdw blurRad="38100" dist="38100" dir="2700000" algn="tl">
                    <a:srgbClr val="000000">
                      <a:alpha val="43137"/>
                    </a:srgbClr>
                  </a:outerShdw>
                </a:effectLst>
                <a:latin typeface="Times New Roman" pitchFamily="18" charset="0"/>
                <a:cs typeface="Times New Roman" pitchFamily="18" charset="0"/>
              </a:rPr>
              <a:t>public </a:t>
            </a:r>
            <a:r>
              <a:rPr lang="en-US" dirty="0">
                <a:effectLst>
                  <a:outerShdw blurRad="38100" dist="38100" dir="2700000" algn="tl">
                    <a:srgbClr val="000000">
                      <a:alpha val="43137"/>
                    </a:srgbClr>
                  </a:outerShdw>
                </a:effectLst>
                <a:latin typeface="Times New Roman" pitchFamily="18" charset="0"/>
                <a:cs typeface="Times New Roman" pitchFamily="18" charset="0"/>
              </a:rPr>
              <a:t>hearings, </a:t>
            </a:r>
            <a:endParaRPr lang="en-US" dirty="0" smtClean="0">
              <a:effectLst>
                <a:outerShdw blurRad="38100" dist="38100" dir="2700000" algn="tl">
                  <a:srgbClr val="000000">
                    <a:alpha val="43137"/>
                  </a:srgbClr>
                </a:outerShdw>
              </a:effectLst>
              <a:latin typeface="Times New Roman" pitchFamily="18" charset="0"/>
              <a:cs typeface="Times New Roman" pitchFamily="18" charset="0"/>
            </a:endParaRPr>
          </a:p>
          <a:p>
            <a:r>
              <a:rPr lang="en-US" dirty="0" smtClean="0">
                <a:effectLst>
                  <a:outerShdw blurRad="38100" dist="38100" dir="2700000" algn="tl">
                    <a:srgbClr val="000000">
                      <a:alpha val="43137"/>
                    </a:srgbClr>
                  </a:outerShdw>
                </a:effectLst>
                <a:latin typeface="Times New Roman" pitchFamily="18" charset="0"/>
                <a:cs typeface="Times New Roman" pitchFamily="18" charset="0"/>
              </a:rPr>
              <a:t>clear procedures,  </a:t>
            </a:r>
          </a:p>
          <a:p>
            <a:r>
              <a:rPr lang="en-US" dirty="0" smtClean="0">
                <a:effectLst>
                  <a:outerShdw blurRad="38100" dist="38100" dir="2700000" algn="tl">
                    <a:srgbClr val="000000">
                      <a:alpha val="43137"/>
                    </a:srgbClr>
                  </a:outerShdw>
                </a:effectLst>
                <a:latin typeface="Times New Roman" pitchFamily="18" charset="0"/>
                <a:cs typeface="Times New Roman" pitchFamily="18" charset="0"/>
              </a:rPr>
              <a:t>accessible </a:t>
            </a:r>
            <a:r>
              <a:rPr lang="en-US" dirty="0">
                <a:effectLst>
                  <a:outerShdw blurRad="38100" dist="38100" dir="2700000" algn="tl">
                    <a:srgbClr val="000000">
                      <a:alpha val="43137"/>
                    </a:srgbClr>
                  </a:outerShdw>
                </a:effectLst>
                <a:latin typeface="Times New Roman" pitchFamily="18" charset="0"/>
                <a:cs typeface="Times New Roman" pitchFamily="18" charset="0"/>
              </a:rPr>
              <a:t>court </a:t>
            </a:r>
            <a:r>
              <a:rPr lang="en-US" dirty="0" smtClean="0">
                <a:effectLst>
                  <a:outerShdw blurRad="38100" dist="38100" dir="2700000" algn="tl">
                    <a:srgbClr val="000000">
                      <a:alpha val="43137"/>
                    </a:srgbClr>
                  </a:outerShdw>
                </a:effectLst>
                <a:latin typeface="Times New Roman" pitchFamily="18" charset="0"/>
                <a:cs typeface="Times New Roman" pitchFamily="18" charset="0"/>
              </a:rPr>
              <a:t>facilities,</a:t>
            </a:r>
          </a:p>
          <a:p>
            <a:r>
              <a:rPr lang="en-US" dirty="0" smtClean="0">
                <a:effectLst>
                  <a:outerShdw blurRad="38100" dist="38100" dir="2700000" algn="tl">
                    <a:srgbClr val="000000">
                      <a:alpha val="43137"/>
                    </a:srgbClr>
                  </a:outerShdw>
                </a:effectLst>
                <a:latin typeface="Times New Roman" pitchFamily="18" charset="0"/>
                <a:cs typeface="Times New Roman" pitchFamily="18" charset="0"/>
              </a:rPr>
              <a:t>public </a:t>
            </a:r>
            <a:r>
              <a:rPr lang="en-US" dirty="0">
                <a:effectLst>
                  <a:outerShdw blurRad="38100" dist="38100" dir="2700000" algn="tl">
                    <a:srgbClr val="000000">
                      <a:alpha val="43137"/>
                    </a:srgbClr>
                  </a:outerShdw>
                </a:effectLst>
                <a:latin typeface="Times New Roman" pitchFamily="18" charset="0"/>
                <a:cs typeface="Times New Roman" pitchFamily="18" charset="0"/>
              </a:rPr>
              <a:t>case proceedings, </a:t>
            </a:r>
          </a:p>
          <a:p>
            <a:r>
              <a:rPr lang="en-US" dirty="0" smtClean="0">
                <a:effectLst>
                  <a:outerShdw blurRad="38100" dist="38100" dir="2700000" algn="tl">
                    <a:srgbClr val="000000">
                      <a:alpha val="43137"/>
                    </a:srgbClr>
                  </a:outerShdw>
                </a:effectLst>
                <a:latin typeface="Times New Roman" pitchFamily="18" charset="0"/>
                <a:cs typeface="Times New Roman" pitchFamily="18" charset="0"/>
              </a:rPr>
              <a:t>online </a:t>
            </a:r>
            <a:r>
              <a:rPr lang="en-US" dirty="0">
                <a:effectLst>
                  <a:outerShdw blurRad="38100" dist="38100" dir="2700000" algn="tl">
                    <a:srgbClr val="000000">
                      <a:alpha val="43137"/>
                    </a:srgbClr>
                  </a:outerShdw>
                </a:effectLst>
                <a:latin typeface="Times New Roman" pitchFamily="18" charset="0"/>
                <a:cs typeface="Times New Roman" pitchFamily="18" charset="0"/>
              </a:rPr>
              <a:t>info access, </a:t>
            </a:r>
          </a:p>
          <a:p>
            <a:r>
              <a:rPr lang="en-US" dirty="0" smtClean="0">
                <a:effectLst>
                  <a:outerShdw blurRad="38100" dist="38100" dir="2700000" algn="tl">
                    <a:srgbClr val="000000">
                      <a:alpha val="43137"/>
                    </a:srgbClr>
                  </a:outerShdw>
                </a:effectLst>
                <a:latin typeface="Times New Roman" pitchFamily="18" charset="0"/>
                <a:cs typeface="Times New Roman" pitchFamily="18" charset="0"/>
              </a:rPr>
              <a:t>case </a:t>
            </a:r>
            <a:r>
              <a:rPr lang="en-US" dirty="0">
                <a:effectLst>
                  <a:outerShdw blurRad="38100" dist="38100" dir="2700000" algn="tl">
                    <a:srgbClr val="000000">
                      <a:alpha val="43137"/>
                    </a:srgbClr>
                  </a:outerShdw>
                </a:effectLst>
                <a:latin typeface="Times New Roman" pitchFamily="18" charset="0"/>
                <a:cs typeface="Times New Roman" pitchFamily="18" charset="0"/>
              </a:rPr>
              <a:t>assignment transparency, and </a:t>
            </a:r>
          </a:p>
          <a:p>
            <a:r>
              <a:rPr lang="en-US" dirty="0" smtClean="0">
                <a:effectLst>
                  <a:outerShdw blurRad="38100" dist="38100" dir="2700000" algn="tl">
                    <a:srgbClr val="000000">
                      <a:alpha val="43137"/>
                    </a:srgbClr>
                  </a:outerShdw>
                </a:effectLst>
                <a:latin typeface="Times New Roman" pitchFamily="18" charset="0"/>
                <a:cs typeface="Times New Roman" pitchFamily="18" charset="0"/>
              </a:rPr>
              <a:t>media </a:t>
            </a:r>
            <a:r>
              <a:rPr lang="en-US" dirty="0">
                <a:effectLst>
                  <a:outerShdw blurRad="38100" dist="38100" dir="2700000" algn="tl">
                    <a:srgbClr val="000000">
                      <a:alpha val="43137"/>
                    </a:srgbClr>
                  </a:outerShdw>
                </a:effectLst>
                <a:latin typeface="Times New Roman" pitchFamily="18" charset="0"/>
                <a:cs typeface="Times New Roman" pitchFamily="18" charset="0"/>
              </a:rPr>
              <a:t>access for public awareness</a:t>
            </a:r>
            <a:r>
              <a:rPr lang="en-US" dirty="0">
                <a:effectLst>
                  <a:outerShdw blurRad="38100" dist="38100" dir="2700000" algn="tl">
                    <a:srgbClr val="000000">
                      <a:alpha val="43137"/>
                    </a:srgbClr>
                  </a:outerShdw>
                </a:effectLst>
                <a:latin typeface="Times New Roman" pitchFamily="18" charset="0"/>
                <a:cs typeface="Times New Roman" pitchFamily="18" charset="0"/>
              </a:rPr>
              <a:t>.</a:t>
            </a:r>
            <a:endParaRPr lang="en-US" dirty="0">
              <a:effectLst>
                <a:outerShdw blurRad="38100" dist="38100" dir="2700000" algn="tl">
                  <a:srgbClr val="000000">
                    <a:alpha val="43137"/>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1322816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endParaRPr lang="en-US" altLang="en-US" smtClean="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828444739"/>
              </p:ext>
            </p:extLst>
          </p:nvPr>
        </p:nvGraphicFramePr>
        <p:xfrm>
          <a:off x="0" y="-304800"/>
          <a:ext cx="9144000" cy="7162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83929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graphicEl>
                                              <a:dgm id="{F0602741-FA56-4897-A68F-B3FB5D401219}"/>
                                            </p:graphicEl>
                                          </p:spTgt>
                                        </p:tgtEl>
                                        <p:attrNameLst>
                                          <p:attrName>style.visibility</p:attrName>
                                        </p:attrNameLst>
                                      </p:cBhvr>
                                      <p:to>
                                        <p:strVal val="visible"/>
                                      </p:to>
                                    </p:set>
                                    <p:animEffect transition="in" filter="fade">
                                      <p:cBhvr>
                                        <p:cTn id="7" dur="2000"/>
                                        <p:tgtEl>
                                          <p:spTgt spid="4">
                                            <p:graphicEl>
                                              <a:dgm id="{F0602741-FA56-4897-A68F-B3FB5D401219}"/>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graphicEl>
                                              <a:dgm id="{B7177DEA-1D93-4F43-AE8C-02AF8F99DFB0}"/>
                                            </p:graphicEl>
                                          </p:spTgt>
                                        </p:tgtEl>
                                        <p:attrNameLst>
                                          <p:attrName>style.visibility</p:attrName>
                                        </p:attrNameLst>
                                      </p:cBhvr>
                                      <p:to>
                                        <p:strVal val="visible"/>
                                      </p:to>
                                    </p:set>
                                    <p:animEffect transition="in" filter="fade">
                                      <p:cBhvr>
                                        <p:cTn id="12" dur="2000"/>
                                        <p:tgtEl>
                                          <p:spTgt spid="4">
                                            <p:graphicEl>
                                              <a:dgm id="{B7177DEA-1D93-4F43-AE8C-02AF8F99DFB0}"/>
                                            </p:graphic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graphicEl>
                                              <a:dgm id="{796A3DAD-2E43-4349-9137-2C690D244F7D}"/>
                                            </p:graphicEl>
                                          </p:spTgt>
                                        </p:tgtEl>
                                        <p:attrNameLst>
                                          <p:attrName>style.visibility</p:attrName>
                                        </p:attrNameLst>
                                      </p:cBhvr>
                                      <p:to>
                                        <p:strVal val="visible"/>
                                      </p:to>
                                    </p:set>
                                    <p:animEffect transition="in" filter="fade">
                                      <p:cBhvr>
                                        <p:cTn id="15" dur="2000"/>
                                        <p:tgtEl>
                                          <p:spTgt spid="4">
                                            <p:graphicEl>
                                              <a:dgm id="{796A3DAD-2E43-4349-9137-2C690D244F7D}"/>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graphicEl>
                                              <a:dgm id="{7D3E135F-81AB-40BA-BF4A-EE36A60E6948}"/>
                                            </p:graphicEl>
                                          </p:spTgt>
                                        </p:tgtEl>
                                        <p:attrNameLst>
                                          <p:attrName>style.visibility</p:attrName>
                                        </p:attrNameLst>
                                      </p:cBhvr>
                                      <p:to>
                                        <p:strVal val="visible"/>
                                      </p:to>
                                    </p:set>
                                    <p:animEffect transition="in" filter="fade">
                                      <p:cBhvr>
                                        <p:cTn id="20" dur="2000"/>
                                        <p:tgtEl>
                                          <p:spTgt spid="4">
                                            <p:graphicEl>
                                              <a:dgm id="{7D3E135F-81AB-40BA-BF4A-EE36A60E6948}"/>
                                            </p:graphic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
                                            <p:graphicEl>
                                              <a:dgm id="{BACB6661-7435-470A-B6C8-55DEBDC75F16}"/>
                                            </p:graphicEl>
                                          </p:spTgt>
                                        </p:tgtEl>
                                        <p:attrNameLst>
                                          <p:attrName>style.visibility</p:attrName>
                                        </p:attrNameLst>
                                      </p:cBhvr>
                                      <p:to>
                                        <p:strVal val="visible"/>
                                      </p:to>
                                    </p:set>
                                    <p:animEffect transition="in" filter="fade">
                                      <p:cBhvr>
                                        <p:cTn id="23" dur="2000"/>
                                        <p:tgtEl>
                                          <p:spTgt spid="4">
                                            <p:graphicEl>
                                              <a:dgm id="{BACB6661-7435-470A-B6C8-55DEBDC75F16}"/>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
                                            <p:graphicEl>
                                              <a:dgm id="{EB3B5386-2C0C-49E9-8C23-58AE6495AAC7}"/>
                                            </p:graphicEl>
                                          </p:spTgt>
                                        </p:tgtEl>
                                        <p:attrNameLst>
                                          <p:attrName>style.visibility</p:attrName>
                                        </p:attrNameLst>
                                      </p:cBhvr>
                                      <p:to>
                                        <p:strVal val="visible"/>
                                      </p:to>
                                    </p:set>
                                    <p:animEffect transition="in" filter="fade">
                                      <p:cBhvr>
                                        <p:cTn id="28" dur="2000"/>
                                        <p:tgtEl>
                                          <p:spTgt spid="4">
                                            <p:graphicEl>
                                              <a:dgm id="{EB3B5386-2C0C-49E9-8C23-58AE6495AAC7}"/>
                                            </p:graphic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
                                            <p:graphicEl>
                                              <a:dgm id="{3B57675B-A4E1-43D9-9114-EE79C893F03D}"/>
                                            </p:graphicEl>
                                          </p:spTgt>
                                        </p:tgtEl>
                                        <p:attrNameLst>
                                          <p:attrName>style.visibility</p:attrName>
                                        </p:attrNameLst>
                                      </p:cBhvr>
                                      <p:to>
                                        <p:strVal val="visible"/>
                                      </p:to>
                                    </p:set>
                                    <p:animEffect transition="in" filter="fade">
                                      <p:cBhvr>
                                        <p:cTn id="31" dur="2000"/>
                                        <p:tgtEl>
                                          <p:spTgt spid="4">
                                            <p:graphicEl>
                                              <a:dgm id="{3B57675B-A4E1-43D9-9114-EE79C893F03D}"/>
                                            </p:graphic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4">
                                            <p:graphicEl>
                                              <a:dgm id="{DEAA2517-56C7-4231-B736-9FFAC43FC219}"/>
                                            </p:graphicEl>
                                          </p:spTgt>
                                        </p:tgtEl>
                                        <p:attrNameLst>
                                          <p:attrName>style.visibility</p:attrName>
                                        </p:attrNameLst>
                                      </p:cBhvr>
                                      <p:to>
                                        <p:strVal val="visible"/>
                                      </p:to>
                                    </p:set>
                                    <p:animEffect transition="in" filter="fade">
                                      <p:cBhvr>
                                        <p:cTn id="36" dur="2000"/>
                                        <p:tgtEl>
                                          <p:spTgt spid="4">
                                            <p:graphicEl>
                                              <a:dgm id="{DEAA2517-56C7-4231-B736-9FFAC43FC219}"/>
                                            </p:graphic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
                                            <p:graphicEl>
                                              <a:dgm id="{F904F655-1E32-42AC-A4A4-9B4DDE41EEC5}"/>
                                            </p:graphicEl>
                                          </p:spTgt>
                                        </p:tgtEl>
                                        <p:attrNameLst>
                                          <p:attrName>style.visibility</p:attrName>
                                        </p:attrNameLst>
                                      </p:cBhvr>
                                      <p:to>
                                        <p:strVal val="visible"/>
                                      </p:to>
                                    </p:set>
                                    <p:animEffect transition="in" filter="fade">
                                      <p:cBhvr>
                                        <p:cTn id="39" dur="2000"/>
                                        <p:tgtEl>
                                          <p:spTgt spid="4">
                                            <p:graphicEl>
                                              <a:dgm id="{F904F655-1E32-42AC-A4A4-9B4DDE41EEC5}"/>
                                            </p:graphic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4">
                                            <p:graphicEl>
                                              <a:dgm id="{5EB4850B-8AE8-4482-B3ED-85515791124E}"/>
                                            </p:graphicEl>
                                          </p:spTgt>
                                        </p:tgtEl>
                                        <p:attrNameLst>
                                          <p:attrName>style.visibility</p:attrName>
                                        </p:attrNameLst>
                                      </p:cBhvr>
                                      <p:to>
                                        <p:strVal val="visible"/>
                                      </p:to>
                                    </p:set>
                                    <p:animEffect transition="in" filter="fade">
                                      <p:cBhvr>
                                        <p:cTn id="44" dur="2000"/>
                                        <p:tgtEl>
                                          <p:spTgt spid="4">
                                            <p:graphicEl>
                                              <a:dgm id="{5EB4850B-8AE8-4482-B3ED-85515791124E}"/>
                                            </p:graphic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
                                            <p:graphicEl>
                                              <a:dgm id="{779457CA-E9A4-46FD-BF04-18BDB321BB3C}"/>
                                            </p:graphicEl>
                                          </p:spTgt>
                                        </p:tgtEl>
                                        <p:attrNameLst>
                                          <p:attrName>style.visibility</p:attrName>
                                        </p:attrNameLst>
                                      </p:cBhvr>
                                      <p:to>
                                        <p:strVal val="visible"/>
                                      </p:to>
                                    </p:set>
                                    <p:animEffect transition="in" filter="fade">
                                      <p:cBhvr>
                                        <p:cTn id="47" dur="2000"/>
                                        <p:tgtEl>
                                          <p:spTgt spid="4">
                                            <p:graphicEl>
                                              <a:dgm id="{779457CA-E9A4-46FD-BF04-18BDB321BB3C}"/>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graphicEl>
                                              <a:dgm id="{6103A83F-BBDE-49C6-8584-5F94BEBAFA72}"/>
                                            </p:graphicEl>
                                          </p:spTgt>
                                        </p:tgtEl>
                                        <p:attrNameLst>
                                          <p:attrName>style.visibility</p:attrName>
                                        </p:attrNameLst>
                                      </p:cBhvr>
                                      <p:to>
                                        <p:strVal val="visible"/>
                                      </p:to>
                                    </p:set>
                                    <p:animEffect transition="in" filter="fade">
                                      <p:cBhvr>
                                        <p:cTn id="52" dur="2000"/>
                                        <p:tgtEl>
                                          <p:spTgt spid="4">
                                            <p:graphicEl>
                                              <a:dgm id="{6103A83F-BBDE-49C6-8584-5F94BEBAFA72}"/>
                                            </p:graphic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
                                            <p:graphicEl>
                                              <a:dgm id="{A53CA154-8EBB-4A53-AEE3-962EDD449D22}"/>
                                            </p:graphicEl>
                                          </p:spTgt>
                                        </p:tgtEl>
                                        <p:attrNameLst>
                                          <p:attrName>style.visibility</p:attrName>
                                        </p:attrNameLst>
                                      </p:cBhvr>
                                      <p:to>
                                        <p:strVal val="visible"/>
                                      </p:to>
                                    </p:set>
                                    <p:animEffect transition="in" filter="fade">
                                      <p:cBhvr>
                                        <p:cTn id="55" dur="2000"/>
                                        <p:tgtEl>
                                          <p:spTgt spid="4">
                                            <p:graphicEl>
                                              <a:dgm id="{A53CA154-8EBB-4A53-AEE3-962EDD449D22}"/>
                                            </p:graphic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4">
                                            <p:graphicEl>
                                              <a:dgm id="{6D6EC0B8-2EF3-4434-8489-0B7196EF2840}"/>
                                            </p:graphicEl>
                                          </p:spTgt>
                                        </p:tgtEl>
                                        <p:attrNameLst>
                                          <p:attrName>style.visibility</p:attrName>
                                        </p:attrNameLst>
                                      </p:cBhvr>
                                      <p:to>
                                        <p:strVal val="visible"/>
                                      </p:to>
                                    </p:set>
                                    <p:animEffect transition="in" filter="fade">
                                      <p:cBhvr>
                                        <p:cTn id="60" dur="2000"/>
                                        <p:tgtEl>
                                          <p:spTgt spid="4">
                                            <p:graphicEl>
                                              <a:dgm id="{6D6EC0B8-2EF3-4434-8489-0B7196EF2840}"/>
                                            </p:graphicEl>
                                          </p:spTgt>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
                                            <p:graphicEl>
                                              <a:dgm id="{D77BB472-2D26-4A1E-8FA3-9A15C9B5CC88}"/>
                                            </p:graphicEl>
                                          </p:spTgt>
                                        </p:tgtEl>
                                        <p:attrNameLst>
                                          <p:attrName>style.visibility</p:attrName>
                                        </p:attrNameLst>
                                      </p:cBhvr>
                                      <p:to>
                                        <p:strVal val="visible"/>
                                      </p:to>
                                    </p:set>
                                    <p:animEffect transition="in" filter="fade">
                                      <p:cBhvr>
                                        <p:cTn id="63" dur="2000"/>
                                        <p:tgtEl>
                                          <p:spTgt spid="4">
                                            <p:graphicEl>
                                              <a:dgm id="{D77BB472-2D26-4A1E-8FA3-9A15C9B5CC88}"/>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b="1" dirty="0">
              <a:effectLst>
                <a:outerShdw blurRad="38100" dist="38100" dir="2700000" algn="tl">
                  <a:srgbClr val="000000">
                    <a:alpha val="43137"/>
                  </a:srgbClr>
                </a:outerShdw>
              </a:effectLst>
              <a:latin typeface="Kokila" pitchFamily="34" charset="0"/>
              <a:cs typeface="Kokila"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27817915"/>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9412199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86800" cy="487362"/>
          </a:xfrm>
        </p:spPr>
        <p:txBody>
          <a:bodyPr>
            <a:normAutofit fontScale="90000"/>
          </a:bodyPr>
          <a:lstStyle/>
          <a:p>
            <a:r>
              <a:rPr lang="en-US" dirty="0">
                <a:effectLst>
                  <a:outerShdw blurRad="38100" dist="38100" dir="2700000" algn="tl">
                    <a:srgbClr val="000000">
                      <a:alpha val="43137"/>
                    </a:srgbClr>
                  </a:outerShdw>
                </a:effectLst>
              </a:rPr>
              <a:t>M</a:t>
            </a:r>
            <a:r>
              <a:rPr lang="en-US" dirty="0" smtClean="0">
                <a:effectLst>
                  <a:outerShdw blurRad="38100" dist="38100" dir="2700000" algn="tl">
                    <a:srgbClr val="000000">
                      <a:alpha val="43137"/>
                    </a:srgbClr>
                  </a:outerShdw>
                </a:effectLst>
              </a:rPr>
              <a:t>easures of A2J in USA &amp;Canada</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304800" y="914400"/>
            <a:ext cx="8839200" cy="5943600"/>
          </a:xfrm>
        </p:spPr>
        <p:txBody>
          <a:bodyPr>
            <a:normAutofit lnSpcReduction="10000"/>
          </a:bodyPr>
          <a:lstStyle/>
          <a:p>
            <a:pPr lvl="0"/>
            <a:r>
              <a:rPr lang="en-US" sz="2400" dirty="0" smtClean="0">
                <a:effectLst>
                  <a:outerShdw blurRad="38100" dist="38100" dir="2700000" algn="tl">
                    <a:srgbClr val="000000">
                      <a:alpha val="43137"/>
                    </a:srgbClr>
                  </a:outerShdw>
                </a:effectLst>
              </a:rPr>
              <a:t>Clear policy on serving the target </a:t>
            </a:r>
            <a:r>
              <a:rPr lang="en-US" sz="2400" dirty="0" smtClean="0">
                <a:effectLst>
                  <a:outerShdw blurRad="38100" dist="38100" dir="2700000" algn="tl">
                    <a:srgbClr val="000000">
                      <a:alpha val="43137"/>
                    </a:srgbClr>
                  </a:outerShdw>
                </a:effectLst>
              </a:rPr>
              <a:t>people</a:t>
            </a:r>
            <a:r>
              <a:rPr lang="ne-NP" sz="2400" dirty="0" smtClean="0">
                <a:effectLst>
                  <a:outerShdw blurRad="38100" dist="38100" dir="2700000" algn="tl">
                    <a:srgbClr val="000000">
                      <a:alpha val="43137"/>
                    </a:srgbClr>
                  </a:outerShdw>
                </a:effectLst>
              </a:rPr>
              <a:t>ऽ</a:t>
            </a:r>
            <a:r>
              <a:rPr lang="en-US" sz="2400" dirty="0" smtClean="0">
                <a:effectLst>
                  <a:outerShdw blurRad="38100" dist="38100" dir="2700000" algn="tl">
                    <a:srgbClr val="000000">
                      <a:alpha val="43137"/>
                    </a:srgbClr>
                  </a:outerShdw>
                </a:effectLst>
              </a:rPr>
              <a:t>,</a:t>
            </a:r>
            <a:endParaRPr lang="en-US" sz="2400" dirty="0" smtClean="0">
              <a:effectLst>
                <a:outerShdw blurRad="38100" dist="38100" dir="2700000" algn="tl">
                  <a:srgbClr val="000000">
                    <a:alpha val="43137"/>
                  </a:srgbClr>
                </a:outerShdw>
              </a:effectLst>
            </a:endParaRPr>
          </a:p>
          <a:p>
            <a:pPr lvl="0"/>
            <a:r>
              <a:rPr lang="en-US" sz="2400" dirty="0" smtClean="0">
                <a:effectLst>
                  <a:outerShdw blurRad="38100" dist="38100" dir="2700000" algn="tl">
                    <a:srgbClr val="000000">
                      <a:alpha val="43137"/>
                    </a:srgbClr>
                  </a:outerShdw>
                </a:effectLst>
              </a:rPr>
              <a:t>Facilitation and funding by the </a:t>
            </a:r>
            <a:r>
              <a:rPr lang="en-US" sz="2400" dirty="0" smtClean="0">
                <a:effectLst>
                  <a:outerShdw blurRad="38100" dist="38100" dir="2700000" algn="tl">
                    <a:srgbClr val="000000">
                      <a:alpha val="43137"/>
                    </a:srgbClr>
                  </a:outerShdw>
                </a:effectLst>
              </a:rPr>
              <a:t>government,</a:t>
            </a:r>
            <a:endParaRPr lang="en-US" sz="2400" dirty="0" smtClean="0">
              <a:effectLst>
                <a:outerShdw blurRad="38100" dist="38100" dir="2700000" algn="tl">
                  <a:srgbClr val="000000">
                    <a:alpha val="43137"/>
                  </a:srgbClr>
                </a:outerShdw>
              </a:effectLst>
            </a:endParaRPr>
          </a:p>
          <a:p>
            <a:pPr lvl="0"/>
            <a:r>
              <a:rPr lang="en-US" sz="2400" b="1" dirty="0" smtClean="0">
                <a:effectLst>
                  <a:outerShdw blurRad="38100" dist="38100" dir="2700000" algn="tl">
                    <a:srgbClr val="000000">
                      <a:alpha val="43137"/>
                    </a:srgbClr>
                  </a:outerShdw>
                </a:effectLst>
              </a:rPr>
              <a:t>Guidelines </a:t>
            </a:r>
            <a:r>
              <a:rPr lang="en-US" sz="2400" dirty="0" smtClean="0">
                <a:effectLst>
                  <a:outerShdw blurRad="38100" dist="38100" dir="2700000" algn="tl">
                    <a:srgbClr val="000000">
                      <a:alpha val="43137"/>
                    </a:srgbClr>
                  </a:outerShdw>
                </a:effectLst>
              </a:rPr>
              <a:t>for those who files case without </a:t>
            </a:r>
            <a:r>
              <a:rPr lang="en-US" sz="2400" dirty="0" smtClean="0">
                <a:effectLst>
                  <a:outerShdw blurRad="38100" dist="38100" dir="2700000" algn="tl">
                    <a:srgbClr val="000000">
                      <a:alpha val="43137"/>
                    </a:srgbClr>
                  </a:outerShdw>
                </a:effectLst>
              </a:rPr>
              <a:t>lawyers,</a:t>
            </a:r>
            <a:endParaRPr lang="en-US" sz="2400" dirty="0" smtClean="0">
              <a:effectLst>
                <a:outerShdw blurRad="38100" dist="38100" dir="2700000" algn="tl">
                  <a:srgbClr val="000000">
                    <a:alpha val="43137"/>
                  </a:srgbClr>
                </a:outerShdw>
              </a:effectLst>
            </a:endParaRPr>
          </a:p>
          <a:p>
            <a:pPr lvl="0"/>
            <a:r>
              <a:rPr lang="en-US" sz="2400" b="1" dirty="0" smtClean="0">
                <a:effectLst>
                  <a:outerShdw blurRad="38100" dist="38100" dir="2700000" algn="tl">
                    <a:srgbClr val="000000">
                      <a:alpha val="43137"/>
                    </a:srgbClr>
                  </a:outerShdw>
                </a:effectLst>
              </a:rPr>
              <a:t>Reform of complex court </a:t>
            </a:r>
            <a:r>
              <a:rPr lang="en-US" sz="2400" b="1" dirty="0" smtClean="0">
                <a:effectLst>
                  <a:outerShdw blurRad="38100" dist="38100" dir="2700000" algn="tl">
                    <a:srgbClr val="000000">
                      <a:alpha val="43137"/>
                    </a:srgbClr>
                  </a:outerShdw>
                </a:effectLst>
              </a:rPr>
              <a:t>rules,</a:t>
            </a:r>
            <a:endParaRPr lang="en-US" sz="2400" b="1" dirty="0" smtClean="0">
              <a:effectLst>
                <a:outerShdw blurRad="38100" dist="38100" dir="2700000" algn="tl">
                  <a:srgbClr val="000000">
                    <a:alpha val="43137"/>
                  </a:srgbClr>
                </a:outerShdw>
              </a:effectLst>
            </a:endParaRPr>
          </a:p>
          <a:p>
            <a:pPr lvl="0"/>
            <a:r>
              <a:rPr lang="en-US" sz="2400" b="1" dirty="0" smtClean="0">
                <a:effectLst>
                  <a:outerShdw blurRad="38100" dist="38100" dir="2700000" algn="tl">
                    <a:srgbClr val="000000">
                      <a:alpha val="43137"/>
                    </a:srgbClr>
                  </a:outerShdw>
                </a:effectLst>
              </a:rPr>
              <a:t>Simplification of forms applicable </a:t>
            </a:r>
            <a:r>
              <a:rPr lang="en-US" sz="2400" dirty="0" smtClean="0">
                <a:effectLst>
                  <a:outerShdw blurRad="38100" dist="38100" dir="2700000" algn="tl">
                    <a:srgbClr val="000000">
                      <a:alpha val="43137"/>
                    </a:srgbClr>
                  </a:outerShdw>
                </a:effectLst>
              </a:rPr>
              <a:t>in the </a:t>
            </a:r>
            <a:r>
              <a:rPr lang="en-US" sz="2400" dirty="0" smtClean="0">
                <a:effectLst>
                  <a:outerShdw blurRad="38100" dist="38100" dir="2700000" algn="tl">
                    <a:srgbClr val="000000">
                      <a:alpha val="43137"/>
                    </a:srgbClr>
                  </a:outerShdw>
                </a:effectLst>
              </a:rPr>
              <a:t>court,</a:t>
            </a:r>
            <a:endParaRPr lang="en-US" sz="2400" dirty="0" smtClean="0">
              <a:effectLst>
                <a:outerShdw blurRad="38100" dist="38100" dir="2700000" algn="tl">
                  <a:srgbClr val="000000">
                    <a:alpha val="43137"/>
                  </a:srgbClr>
                </a:outerShdw>
              </a:effectLst>
            </a:endParaRPr>
          </a:p>
          <a:p>
            <a:pPr lvl="0"/>
            <a:r>
              <a:rPr lang="en-US" sz="2400" b="1" dirty="0" smtClean="0">
                <a:effectLst>
                  <a:outerShdw blurRad="38100" dist="38100" dir="2700000" algn="tl">
                    <a:srgbClr val="000000">
                      <a:alpha val="43137"/>
                    </a:srgbClr>
                  </a:outerShdw>
                </a:effectLst>
              </a:rPr>
              <a:t>Standard time frame </a:t>
            </a:r>
            <a:r>
              <a:rPr lang="en-US" sz="2400" dirty="0" smtClean="0">
                <a:effectLst>
                  <a:outerShdw blurRad="38100" dist="38100" dir="2700000" algn="tl">
                    <a:srgbClr val="000000">
                      <a:alpha val="43137"/>
                    </a:srgbClr>
                  </a:outerShdw>
                </a:effectLst>
              </a:rPr>
              <a:t>for disposing </a:t>
            </a:r>
            <a:r>
              <a:rPr lang="en-US" sz="2400" dirty="0" smtClean="0">
                <a:effectLst>
                  <a:outerShdw blurRad="38100" dist="38100" dir="2700000" algn="tl">
                    <a:srgbClr val="000000">
                      <a:alpha val="43137"/>
                    </a:srgbClr>
                  </a:outerShdw>
                </a:effectLst>
              </a:rPr>
              <a:t>cases,</a:t>
            </a:r>
            <a:endParaRPr lang="en-US" sz="2400" dirty="0" smtClean="0">
              <a:effectLst>
                <a:outerShdw blurRad="38100" dist="38100" dir="2700000" algn="tl">
                  <a:srgbClr val="000000">
                    <a:alpha val="43137"/>
                  </a:srgbClr>
                </a:outerShdw>
              </a:effectLst>
            </a:endParaRPr>
          </a:p>
          <a:p>
            <a:pPr lvl="0"/>
            <a:r>
              <a:rPr lang="en-US" sz="2400" b="1" dirty="0" smtClean="0">
                <a:effectLst>
                  <a:outerShdw blurRad="38100" dist="38100" dir="2700000" algn="tl">
                    <a:srgbClr val="000000">
                      <a:alpha val="43137"/>
                    </a:srgbClr>
                  </a:outerShdw>
                </a:effectLst>
              </a:rPr>
              <a:t>Communication with the common people</a:t>
            </a:r>
            <a:r>
              <a:rPr lang="en-US" sz="2400" dirty="0" smtClean="0">
                <a:effectLst>
                  <a:outerShdw blurRad="38100" dist="38100" dir="2700000" algn="tl">
                    <a:srgbClr val="000000">
                      <a:alpha val="43137"/>
                    </a:srgbClr>
                  </a:outerShdw>
                </a:effectLst>
              </a:rPr>
              <a:t> about the court </a:t>
            </a:r>
            <a:r>
              <a:rPr lang="en-US" sz="2400" dirty="0" smtClean="0">
                <a:effectLst>
                  <a:outerShdw blurRad="38100" dist="38100" dir="2700000" algn="tl">
                    <a:srgbClr val="000000">
                      <a:alpha val="43137"/>
                    </a:srgbClr>
                  </a:outerShdw>
                </a:effectLst>
              </a:rPr>
              <a:t>service,</a:t>
            </a:r>
            <a:endParaRPr lang="en-US" sz="2400" dirty="0" smtClean="0">
              <a:effectLst>
                <a:outerShdw blurRad="38100" dist="38100" dir="2700000" algn="tl">
                  <a:srgbClr val="000000">
                    <a:alpha val="43137"/>
                  </a:srgbClr>
                </a:outerShdw>
              </a:effectLst>
            </a:endParaRPr>
          </a:p>
          <a:p>
            <a:r>
              <a:rPr lang="en-US" sz="2400" dirty="0" smtClean="0">
                <a:effectLst>
                  <a:outerShdw blurRad="38100" dist="38100" dir="2700000" algn="tl">
                    <a:srgbClr val="000000">
                      <a:alpha val="43137"/>
                    </a:srgbClr>
                  </a:outerShdw>
                </a:effectLst>
                <a:latin typeface="Times New Roman" pitchFamily="18" charset="0"/>
                <a:cs typeface="Times New Roman" pitchFamily="18" charset="0"/>
              </a:rPr>
              <a:t>Access to Justice through </a:t>
            </a:r>
            <a:r>
              <a:rPr lang="en-US" sz="2400" b="1" dirty="0" smtClean="0">
                <a:effectLst>
                  <a:outerShdw blurRad="38100" dist="38100" dir="2700000" algn="tl">
                    <a:srgbClr val="000000">
                      <a:alpha val="43137"/>
                    </a:srgbClr>
                  </a:outerShdw>
                </a:effectLst>
                <a:latin typeface="Times New Roman" pitchFamily="18" charset="0"/>
                <a:cs typeface="Times New Roman" pitchFamily="18" charset="0"/>
              </a:rPr>
              <a:t>use of </a:t>
            </a:r>
            <a:r>
              <a:rPr lang="en-US" sz="2400" b="1" dirty="0" smtClean="0">
                <a:effectLst>
                  <a:outerShdw blurRad="38100" dist="38100" dir="2700000" algn="tl">
                    <a:srgbClr val="000000">
                      <a:alpha val="43137"/>
                    </a:srgbClr>
                  </a:outerShdw>
                </a:effectLst>
                <a:latin typeface="Times New Roman" pitchFamily="18" charset="0"/>
                <a:cs typeface="Times New Roman" pitchFamily="18" charset="0"/>
              </a:rPr>
              <a:t>technology,</a:t>
            </a:r>
            <a:endParaRPr lang="en-US" sz="2400" b="1" dirty="0" smtClean="0">
              <a:effectLst>
                <a:outerShdw blurRad="38100" dist="38100" dir="2700000" algn="tl">
                  <a:srgbClr val="000000">
                    <a:alpha val="43137"/>
                  </a:srgbClr>
                </a:outerShdw>
              </a:effectLst>
            </a:endParaRPr>
          </a:p>
          <a:p>
            <a:pPr lvl="0"/>
            <a:r>
              <a:rPr lang="en-US" sz="2400" b="1" dirty="0" smtClean="0">
                <a:effectLst>
                  <a:outerShdw blurRad="38100" dist="38100" dir="2700000" algn="tl">
                    <a:srgbClr val="000000">
                      <a:alpha val="43137"/>
                    </a:srgbClr>
                  </a:outerShdw>
                </a:effectLst>
              </a:rPr>
              <a:t>Coordination with other government Offi</a:t>
            </a:r>
            <a:r>
              <a:rPr lang="en-US" sz="2400" dirty="0" smtClean="0">
                <a:effectLst>
                  <a:outerShdw blurRad="38100" dist="38100" dir="2700000" algn="tl">
                    <a:srgbClr val="000000">
                      <a:alpha val="43137"/>
                    </a:srgbClr>
                  </a:outerShdw>
                </a:effectLst>
              </a:rPr>
              <a:t>ces, private sector, Bar, law colleges</a:t>
            </a:r>
          </a:p>
          <a:p>
            <a:pPr lvl="0"/>
            <a:r>
              <a:rPr lang="en-US" sz="2400" dirty="0" smtClean="0">
                <a:effectLst>
                  <a:outerShdw blurRad="38100" dist="38100" dir="2700000" algn="tl">
                    <a:srgbClr val="000000">
                      <a:alpha val="43137"/>
                    </a:srgbClr>
                  </a:outerShdw>
                </a:effectLst>
              </a:rPr>
              <a:t>Recognition and facilitation to the </a:t>
            </a:r>
            <a:r>
              <a:rPr lang="en-US" sz="2400" b="1" dirty="0" smtClean="0">
                <a:effectLst>
                  <a:outerShdw blurRad="38100" dist="38100" dir="2700000" algn="tl">
                    <a:srgbClr val="000000">
                      <a:alpha val="43137"/>
                    </a:srgbClr>
                  </a:outerShdw>
                </a:effectLst>
              </a:rPr>
              <a:t>volunteerism in legal </a:t>
            </a:r>
            <a:r>
              <a:rPr lang="en-US" sz="2400" b="1" dirty="0" smtClean="0">
                <a:effectLst>
                  <a:outerShdw blurRad="38100" dist="38100" dir="2700000" algn="tl">
                    <a:srgbClr val="000000">
                      <a:alpha val="43137"/>
                    </a:srgbClr>
                  </a:outerShdw>
                </a:effectLst>
              </a:rPr>
              <a:t>service,</a:t>
            </a:r>
            <a:endParaRPr lang="en-US" sz="2400" b="1" dirty="0" smtClean="0">
              <a:effectLst>
                <a:outerShdw blurRad="38100" dist="38100" dir="2700000" algn="tl">
                  <a:srgbClr val="000000">
                    <a:alpha val="43137"/>
                  </a:srgbClr>
                </a:outerShdw>
              </a:effectLst>
            </a:endParaRPr>
          </a:p>
          <a:p>
            <a:pPr lvl="0"/>
            <a:r>
              <a:rPr lang="en-US" sz="2400" b="1" dirty="0" smtClean="0">
                <a:effectLst>
                  <a:outerShdw blurRad="38100" dist="38100" dir="2700000" algn="tl">
                    <a:srgbClr val="000000">
                      <a:alpha val="43137"/>
                    </a:srgbClr>
                  </a:outerShdw>
                </a:effectLst>
              </a:rPr>
              <a:t>Interpreter service </a:t>
            </a:r>
            <a:r>
              <a:rPr lang="en-US" sz="2400" dirty="0" smtClean="0">
                <a:effectLst>
                  <a:outerShdw blurRad="38100" dist="38100" dir="2700000" algn="tl">
                    <a:srgbClr val="000000">
                      <a:alpha val="43137"/>
                    </a:srgbClr>
                  </a:outerShdw>
                </a:effectLst>
              </a:rPr>
              <a:t>to those who don't understand official </a:t>
            </a:r>
            <a:r>
              <a:rPr lang="en-US" sz="2400" dirty="0" smtClean="0">
                <a:effectLst>
                  <a:outerShdw blurRad="38100" dist="38100" dir="2700000" algn="tl">
                    <a:srgbClr val="000000">
                      <a:alpha val="43137"/>
                    </a:srgbClr>
                  </a:outerShdw>
                </a:effectLst>
              </a:rPr>
              <a:t>language,</a:t>
            </a:r>
            <a:endParaRPr lang="en-US" sz="2400" dirty="0" smtClean="0">
              <a:effectLst>
                <a:outerShdw blurRad="38100" dist="38100" dir="2700000" algn="tl">
                  <a:srgbClr val="000000">
                    <a:alpha val="43137"/>
                  </a:srgbClr>
                </a:outerShdw>
              </a:effectLst>
            </a:endParaRPr>
          </a:p>
          <a:p>
            <a:pPr lvl="0"/>
            <a:r>
              <a:rPr lang="en-US" sz="2400" dirty="0" smtClean="0">
                <a:effectLst>
                  <a:outerShdw blurRad="38100" dist="38100" dir="2700000" algn="tl">
                    <a:srgbClr val="000000">
                      <a:alpha val="43137"/>
                    </a:srgbClr>
                  </a:outerShdw>
                </a:effectLst>
              </a:rPr>
              <a:t>Effective use of </a:t>
            </a:r>
            <a:r>
              <a:rPr lang="en-US" sz="2400" b="1" dirty="0" smtClean="0">
                <a:effectLst>
                  <a:outerShdw blurRad="38100" dist="38100" dir="2700000" algn="tl">
                    <a:srgbClr val="000000">
                      <a:alpha val="43137"/>
                    </a:srgbClr>
                  </a:outerShdw>
                </a:effectLst>
              </a:rPr>
              <a:t>help-desk in the </a:t>
            </a:r>
            <a:r>
              <a:rPr lang="en-US" sz="2400" b="1" dirty="0" smtClean="0">
                <a:effectLst>
                  <a:outerShdw blurRad="38100" dist="38100" dir="2700000" algn="tl">
                    <a:srgbClr val="000000">
                      <a:alpha val="43137"/>
                    </a:srgbClr>
                  </a:outerShdw>
                </a:effectLst>
              </a:rPr>
              <a:t>court,</a:t>
            </a:r>
            <a:endParaRPr lang="en-US" sz="2400" b="1" dirty="0" smtClean="0">
              <a:effectLst>
                <a:outerShdw blurRad="38100" dist="38100" dir="2700000" algn="tl">
                  <a:srgbClr val="000000">
                    <a:alpha val="43137"/>
                  </a:srgbClr>
                </a:outerShdw>
              </a:effectLst>
            </a:endParaRPr>
          </a:p>
          <a:p>
            <a:pPr marL="0" lvl="0" indent="0">
              <a:buNone/>
            </a:pPr>
            <a:endParaRPr lang="en-US" sz="74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42642088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991600" cy="487362"/>
          </a:xfrm>
        </p:spPr>
        <p:txBody>
          <a:bodyPr>
            <a:normAutofit fontScale="90000"/>
          </a:bodyPr>
          <a:lstStyle/>
          <a:p>
            <a:r>
              <a:rPr lang="en-US" b="1" dirty="0">
                <a:effectLst>
                  <a:outerShdw blurRad="38100" dist="38100" dir="2700000" algn="tl">
                    <a:srgbClr val="000000">
                      <a:alpha val="43137"/>
                    </a:srgbClr>
                  </a:outerShdw>
                </a:effectLst>
              </a:rPr>
              <a:t>M</a:t>
            </a:r>
            <a:r>
              <a:rPr lang="en-US" b="1" dirty="0" smtClean="0">
                <a:effectLst>
                  <a:outerShdw blurRad="38100" dist="38100" dir="2700000" algn="tl">
                    <a:srgbClr val="000000">
                      <a:alpha val="43137"/>
                    </a:srgbClr>
                  </a:outerShdw>
                </a:effectLst>
              </a:rPr>
              <a:t>easures of A2J in USA &amp;Canada…</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304800" y="914400"/>
            <a:ext cx="8839200" cy="7772400"/>
          </a:xfrm>
        </p:spPr>
        <p:txBody>
          <a:bodyPr>
            <a:normAutofit/>
          </a:bodyPr>
          <a:lstStyle/>
          <a:p>
            <a:pPr lvl="0"/>
            <a:r>
              <a:rPr lang="en-US" sz="2400" b="1" dirty="0">
                <a:effectLst>
                  <a:outerShdw blurRad="38100" dist="38100" dir="2700000" algn="tl">
                    <a:srgbClr val="000000">
                      <a:alpha val="43137"/>
                    </a:srgbClr>
                  </a:outerShdw>
                </a:effectLst>
              </a:rPr>
              <a:t>Legal aid, Pro bono legal assistance and Court fee waive</a:t>
            </a:r>
            <a:r>
              <a:rPr lang="en-US" sz="2400" dirty="0">
                <a:effectLst>
                  <a:outerShdw blurRad="38100" dist="38100" dir="2700000" algn="tl">
                    <a:srgbClr val="000000">
                      <a:alpha val="43137"/>
                    </a:srgbClr>
                  </a:outerShdw>
                </a:effectLst>
              </a:rPr>
              <a:t>r for </a:t>
            </a:r>
            <a:r>
              <a:rPr lang="en-US" sz="2400" dirty="0" smtClean="0">
                <a:effectLst>
                  <a:outerShdw blurRad="38100" dist="38100" dir="2700000" algn="tl">
                    <a:srgbClr val="000000">
                      <a:alpha val="43137"/>
                    </a:srgbClr>
                  </a:outerShdw>
                </a:effectLst>
                <a:latin typeface="Times New Roman" pitchFamily="18" charset="0"/>
                <a:cs typeface="Times New Roman" pitchFamily="18" charset="0"/>
              </a:rPr>
              <a:t>poor, </a:t>
            </a:r>
            <a:endParaRPr lang="en-US" sz="2400" dirty="0">
              <a:effectLst>
                <a:outerShdw blurRad="38100" dist="38100" dir="2700000" algn="tl">
                  <a:srgbClr val="000000">
                    <a:alpha val="43137"/>
                  </a:srgbClr>
                </a:outerShdw>
              </a:effectLst>
              <a:latin typeface="Times New Roman" pitchFamily="18" charset="0"/>
              <a:cs typeface="Times New Roman" pitchFamily="18" charset="0"/>
            </a:endParaRPr>
          </a:p>
          <a:p>
            <a:pPr lvl="0"/>
            <a:r>
              <a:rPr lang="en-US" sz="2400" dirty="0">
                <a:effectLst>
                  <a:outerShdw blurRad="38100" dist="38100" dir="2700000" algn="tl">
                    <a:srgbClr val="000000">
                      <a:alpha val="43137"/>
                    </a:srgbClr>
                  </a:outerShdw>
                </a:effectLst>
                <a:latin typeface="Times New Roman" pitchFamily="18" charset="0"/>
                <a:cs typeface="Times New Roman" pitchFamily="18" charset="0"/>
              </a:rPr>
              <a:t>Training for judges and staffs of the court about how to </a:t>
            </a:r>
            <a:r>
              <a:rPr lang="en-US" sz="2400" dirty="0" smtClean="0">
                <a:effectLst>
                  <a:outerShdw blurRad="38100" dist="38100" dir="2700000" algn="tl">
                    <a:srgbClr val="000000">
                      <a:alpha val="43137"/>
                    </a:srgbClr>
                  </a:outerShdw>
                </a:effectLst>
                <a:latin typeface="Times New Roman" pitchFamily="18" charset="0"/>
                <a:cs typeface="Times New Roman" pitchFamily="18" charset="0"/>
              </a:rPr>
              <a:t>behave,</a:t>
            </a:r>
            <a:endParaRPr lang="en-US" sz="2400" dirty="0">
              <a:effectLst>
                <a:outerShdw blurRad="38100" dist="38100" dir="2700000" algn="tl">
                  <a:srgbClr val="000000">
                    <a:alpha val="43137"/>
                  </a:srgbClr>
                </a:outerShdw>
              </a:effectLst>
              <a:latin typeface="Times New Roman" pitchFamily="18" charset="0"/>
              <a:cs typeface="Times New Roman" pitchFamily="18" charset="0"/>
            </a:endParaRPr>
          </a:p>
          <a:p>
            <a:pPr lvl="0"/>
            <a:r>
              <a:rPr lang="en-US" sz="2400" b="1" dirty="0" smtClean="0">
                <a:effectLst>
                  <a:outerShdw blurRad="38100" dist="38100" dir="2700000" algn="tl">
                    <a:srgbClr val="000000">
                      <a:alpha val="43137"/>
                    </a:srgbClr>
                  </a:outerShdw>
                </a:effectLst>
                <a:latin typeface="Times New Roman" pitchFamily="18" charset="0"/>
                <a:cs typeface="Times New Roman" pitchFamily="18" charset="0"/>
              </a:rPr>
              <a:t>Mobile </a:t>
            </a:r>
            <a:r>
              <a:rPr lang="en-US" sz="2400" b="1" dirty="0">
                <a:effectLst>
                  <a:outerShdw blurRad="38100" dist="38100" dir="2700000" algn="tl">
                    <a:srgbClr val="000000">
                      <a:alpha val="43137"/>
                    </a:srgbClr>
                  </a:outerShdw>
                </a:effectLst>
                <a:latin typeface="Times New Roman" pitchFamily="18" charset="0"/>
                <a:cs typeface="Times New Roman" pitchFamily="18" charset="0"/>
              </a:rPr>
              <a:t>courts </a:t>
            </a:r>
            <a:r>
              <a:rPr lang="en-US" sz="2400" dirty="0">
                <a:effectLst>
                  <a:outerShdw blurRad="38100" dist="38100" dir="2700000" algn="tl">
                    <a:srgbClr val="000000">
                      <a:alpha val="43137"/>
                    </a:srgbClr>
                  </a:outerShdw>
                </a:effectLst>
                <a:latin typeface="Times New Roman" pitchFamily="18" charset="0"/>
                <a:cs typeface="Times New Roman" pitchFamily="18" charset="0"/>
              </a:rPr>
              <a:t>for domestic violence </a:t>
            </a:r>
            <a:r>
              <a:rPr lang="en-US" sz="2400" dirty="0" smtClean="0">
                <a:effectLst>
                  <a:outerShdw blurRad="38100" dist="38100" dir="2700000" algn="tl">
                    <a:srgbClr val="000000">
                      <a:alpha val="43137"/>
                    </a:srgbClr>
                  </a:outerShdw>
                </a:effectLst>
                <a:latin typeface="Times New Roman" pitchFamily="18" charset="0"/>
                <a:cs typeface="Times New Roman" pitchFamily="18" charset="0"/>
              </a:rPr>
              <a:t>cases,</a:t>
            </a:r>
            <a:endParaRPr lang="en-US" sz="2400" dirty="0">
              <a:effectLst>
                <a:outerShdw blurRad="38100" dist="38100" dir="2700000" algn="tl">
                  <a:srgbClr val="000000">
                    <a:alpha val="43137"/>
                  </a:srgbClr>
                </a:outerShdw>
              </a:effectLst>
              <a:latin typeface="Times New Roman" pitchFamily="18" charset="0"/>
              <a:cs typeface="Times New Roman" pitchFamily="18" charset="0"/>
            </a:endParaRPr>
          </a:p>
          <a:p>
            <a:pPr lvl="0"/>
            <a:r>
              <a:rPr lang="en-US" sz="2400" b="1" dirty="0" err="1">
                <a:effectLst>
                  <a:outerShdw blurRad="38100" dist="38100" dir="2700000" algn="tl">
                    <a:srgbClr val="000000">
                      <a:alpha val="43137"/>
                    </a:srgbClr>
                  </a:outerShdw>
                </a:effectLst>
                <a:latin typeface="Times New Roman" pitchFamily="18" charset="0"/>
                <a:cs typeface="Times New Roman" pitchFamily="18" charset="0"/>
              </a:rPr>
              <a:t>Pyscho</a:t>
            </a:r>
            <a:r>
              <a:rPr lang="en-US" sz="2400" b="1" dirty="0">
                <a:effectLst>
                  <a:outerShdw blurRad="38100" dist="38100" dir="2700000" algn="tl">
                    <a:srgbClr val="000000">
                      <a:alpha val="43137"/>
                    </a:srgbClr>
                  </a:outerShdw>
                </a:effectLst>
                <a:latin typeface="Times New Roman" pitchFamily="18" charset="0"/>
                <a:cs typeface="Times New Roman" pitchFamily="18" charset="0"/>
              </a:rPr>
              <a:t> -social counseling </a:t>
            </a:r>
            <a:r>
              <a:rPr lang="en-US" sz="2400" dirty="0" smtClean="0">
                <a:effectLst>
                  <a:outerShdw blurRad="38100" dist="38100" dir="2700000" algn="tl">
                    <a:srgbClr val="000000">
                      <a:alpha val="43137"/>
                    </a:srgbClr>
                  </a:outerShdw>
                </a:effectLst>
                <a:latin typeface="Times New Roman" pitchFamily="18" charset="0"/>
                <a:cs typeface="Times New Roman" pitchFamily="18" charset="0"/>
              </a:rPr>
              <a:t>service,</a:t>
            </a:r>
            <a:endParaRPr lang="en-US" sz="2400" dirty="0">
              <a:effectLst>
                <a:outerShdw blurRad="38100" dist="38100" dir="2700000" algn="tl">
                  <a:srgbClr val="000000">
                    <a:alpha val="43137"/>
                  </a:srgbClr>
                </a:outerShdw>
              </a:effectLst>
              <a:latin typeface="Times New Roman" pitchFamily="18" charset="0"/>
              <a:cs typeface="Times New Roman" pitchFamily="18" charset="0"/>
            </a:endParaRPr>
          </a:p>
          <a:p>
            <a:pPr lvl="0"/>
            <a:r>
              <a:rPr lang="en-US" sz="2400" b="1" dirty="0">
                <a:effectLst>
                  <a:outerShdw blurRad="38100" dist="38100" dir="2700000" algn="tl">
                    <a:srgbClr val="000000">
                      <a:alpha val="43137"/>
                    </a:srgbClr>
                  </a:outerShdw>
                </a:effectLst>
                <a:latin typeface="Times New Roman" pitchFamily="18" charset="0"/>
                <a:cs typeface="Times New Roman" pitchFamily="18" charset="0"/>
              </a:rPr>
              <a:t>Use of ADR mechanism </a:t>
            </a:r>
            <a:r>
              <a:rPr lang="en-US" sz="2400" dirty="0">
                <a:effectLst>
                  <a:outerShdw blurRad="38100" dist="38100" dir="2700000" algn="tl">
                    <a:srgbClr val="000000">
                      <a:alpha val="43137"/>
                    </a:srgbClr>
                  </a:outerShdw>
                </a:effectLst>
                <a:latin typeface="Times New Roman" pitchFamily="18" charset="0"/>
                <a:cs typeface="Times New Roman" pitchFamily="18" charset="0"/>
              </a:rPr>
              <a:t>to promote access to </a:t>
            </a:r>
            <a:r>
              <a:rPr lang="en-US" sz="2400" dirty="0" smtClean="0">
                <a:effectLst>
                  <a:outerShdw blurRad="38100" dist="38100" dir="2700000" algn="tl">
                    <a:srgbClr val="000000">
                      <a:alpha val="43137"/>
                    </a:srgbClr>
                  </a:outerShdw>
                </a:effectLst>
                <a:latin typeface="Times New Roman" pitchFamily="18" charset="0"/>
                <a:cs typeface="Times New Roman" pitchFamily="18" charset="0"/>
              </a:rPr>
              <a:t>justice,</a:t>
            </a:r>
            <a:endParaRPr lang="en-US" sz="2400" dirty="0">
              <a:effectLst>
                <a:outerShdw blurRad="38100" dist="38100" dir="2700000" algn="tl">
                  <a:srgbClr val="000000">
                    <a:alpha val="43137"/>
                  </a:srgbClr>
                </a:outerShdw>
              </a:effectLst>
              <a:latin typeface="Times New Roman" pitchFamily="18" charset="0"/>
              <a:cs typeface="Times New Roman" pitchFamily="18" charset="0"/>
            </a:endParaRPr>
          </a:p>
          <a:p>
            <a:pPr lvl="0"/>
            <a:r>
              <a:rPr lang="en-US" sz="2400" b="1" dirty="0" smtClean="0">
                <a:effectLst>
                  <a:outerShdw blurRad="38100" dist="38100" dir="2700000" algn="tl">
                    <a:srgbClr val="000000">
                      <a:alpha val="43137"/>
                    </a:srgbClr>
                  </a:outerShdw>
                </a:effectLst>
                <a:latin typeface="Times New Roman" pitchFamily="18" charset="0"/>
                <a:cs typeface="Times New Roman" pitchFamily="18" charset="0"/>
              </a:rPr>
              <a:t>Interpreter </a:t>
            </a:r>
            <a:r>
              <a:rPr lang="en-US" sz="2400" b="1" dirty="0" smtClean="0">
                <a:effectLst>
                  <a:outerShdw blurRad="38100" dist="38100" dir="2700000" algn="tl">
                    <a:srgbClr val="000000">
                      <a:alpha val="43137"/>
                    </a:srgbClr>
                  </a:outerShdw>
                </a:effectLst>
                <a:latin typeface="Times New Roman" pitchFamily="18" charset="0"/>
                <a:cs typeface="Times New Roman" pitchFamily="18" charset="0"/>
              </a:rPr>
              <a:t>service,</a:t>
            </a:r>
            <a:endParaRPr lang="en-US" sz="2400" b="1" dirty="0">
              <a:effectLst>
                <a:outerShdw blurRad="38100" dist="38100" dir="2700000" algn="tl">
                  <a:srgbClr val="000000">
                    <a:alpha val="43137"/>
                  </a:srgbClr>
                </a:outerShdw>
              </a:effectLst>
              <a:latin typeface="Times New Roman" pitchFamily="18" charset="0"/>
              <a:cs typeface="Times New Roman" pitchFamily="18" charset="0"/>
            </a:endParaRPr>
          </a:p>
          <a:p>
            <a:pPr lvl="0"/>
            <a:r>
              <a:rPr lang="en-US" sz="2400" dirty="0">
                <a:effectLst>
                  <a:outerShdw blurRad="38100" dist="38100" dir="2700000" algn="tl">
                    <a:srgbClr val="000000">
                      <a:alpha val="43137"/>
                    </a:srgbClr>
                  </a:outerShdw>
                </a:effectLst>
                <a:latin typeface="Times New Roman" pitchFamily="18" charset="0"/>
                <a:cs typeface="Times New Roman" pitchFamily="18" charset="0"/>
              </a:rPr>
              <a:t>Do It Yourself </a:t>
            </a:r>
            <a:r>
              <a:rPr lang="en-US" sz="2400" b="1" dirty="0">
                <a:effectLst>
                  <a:outerShdw blurRad="38100" dist="38100" dir="2700000" algn="tl">
                    <a:srgbClr val="000000">
                      <a:alpha val="43137"/>
                    </a:srgbClr>
                  </a:outerShdw>
                </a:effectLst>
                <a:latin typeface="Times New Roman" pitchFamily="18" charset="0"/>
                <a:cs typeface="Times New Roman" pitchFamily="18" charset="0"/>
              </a:rPr>
              <a:t>(DIY) </a:t>
            </a:r>
            <a:r>
              <a:rPr lang="en-US" sz="2400" b="1" dirty="0" smtClean="0">
                <a:effectLst>
                  <a:outerShdw blurRad="38100" dist="38100" dir="2700000" algn="tl">
                    <a:srgbClr val="000000">
                      <a:alpha val="43137"/>
                    </a:srgbClr>
                  </a:outerShdw>
                </a:effectLst>
                <a:latin typeface="Times New Roman" pitchFamily="18" charset="0"/>
                <a:cs typeface="Times New Roman" pitchFamily="18" charset="0"/>
              </a:rPr>
              <a:t>form,</a:t>
            </a:r>
            <a:endParaRPr lang="en-US" sz="2400" b="1" dirty="0">
              <a:effectLst>
                <a:outerShdw blurRad="38100" dist="38100" dir="2700000" algn="tl">
                  <a:srgbClr val="000000">
                    <a:alpha val="43137"/>
                  </a:srgbClr>
                </a:outerShdw>
              </a:effectLst>
              <a:latin typeface="Times New Roman" pitchFamily="18" charset="0"/>
              <a:cs typeface="Times New Roman" pitchFamily="18" charset="0"/>
            </a:endParaRPr>
          </a:p>
          <a:p>
            <a:r>
              <a:rPr lang="en-US" sz="2400" b="1" dirty="0">
                <a:effectLst>
                  <a:outerShdw blurRad="38100" dist="38100" dir="2700000" algn="tl">
                    <a:srgbClr val="000000">
                      <a:alpha val="43137"/>
                    </a:srgbClr>
                  </a:outerShdw>
                </a:effectLst>
                <a:latin typeface="Times New Roman" pitchFamily="18" charset="0"/>
                <a:cs typeface="Times New Roman" pitchFamily="18" charset="0"/>
              </a:rPr>
              <a:t>Self representation </a:t>
            </a:r>
            <a:r>
              <a:rPr lang="en-US" sz="2400" dirty="0">
                <a:effectLst>
                  <a:outerShdw blurRad="38100" dist="38100" dir="2700000" algn="tl">
                    <a:srgbClr val="000000">
                      <a:alpha val="43137"/>
                    </a:srgbClr>
                  </a:outerShdw>
                </a:effectLst>
                <a:latin typeface="Times New Roman" pitchFamily="18" charset="0"/>
                <a:cs typeface="Times New Roman" pitchFamily="18" charset="0"/>
              </a:rPr>
              <a:t>on </a:t>
            </a:r>
            <a:r>
              <a:rPr lang="en-US" sz="2400" dirty="0" smtClean="0">
                <a:effectLst>
                  <a:outerShdw blurRad="38100" dist="38100" dir="2700000" algn="tl">
                    <a:srgbClr val="000000">
                      <a:alpha val="43137"/>
                    </a:srgbClr>
                  </a:outerShdw>
                </a:effectLst>
                <a:latin typeface="Times New Roman" pitchFamily="18" charset="0"/>
                <a:cs typeface="Times New Roman" pitchFamily="18" charset="0"/>
              </a:rPr>
              <a:t>case,</a:t>
            </a:r>
            <a:endParaRPr lang="en-US" sz="2400" dirty="0">
              <a:effectLst>
                <a:outerShdw blurRad="38100" dist="38100" dir="2700000" algn="tl">
                  <a:srgbClr val="000000">
                    <a:alpha val="43137"/>
                  </a:srgbClr>
                </a:outerShdw>
              </a:effectLst>
              <a:latin typeface="Times New Roman" pitchFamily="18" charset="0"/>
              <a:cs typeface="Times New Roman" pitchFamily="18" charset="0"/>
            </a:endParaRPr>
          </a:p>
          <a:p>
            <a:pPr lvl="0"/>
            <a:r>
              <a:rPr lang="en-US" sz="2400" b="1" dirty="0" smtClean="0">
                <a:effectLst>
                  <a:outerShdw blurRad="38100" dist="38100" dir="2700000" algn="tl">
                    <a:srgbClr val="000000">
                      <a:alpha val="43137"/>
                    </a:srgbClr>
                  </a:outerShdw>
                </a:effectLst>
                <a:latin typeface="Times New Roman" pitchFamily="18" charset="0"/>
                <a:cs typeface="Times New Roman" pitchFamily="18" charset="0"/>
              </a:rPr>
              <a:t>Going </a:t>
            </a:r>
            <a:r>
              <a:rPr lang="en-US" sz="2400" b="1" dirty="0">
                <a:effectLst>
                  <a:outerShdw blurRad="38100" dist="38100" dir="2700000" algn="tl">
                    <a:srgbClr val="000000">
                      <a:alpha val="43137"/>
                    </a:srgbClr>
                  </a:outerShdw>
                </a:effectLst>
                <a:latin typeface="Times New Roman" pitchFamily="18" charset="0"/>
                <a:cs typeface="Times New Roman" pitchFamily="18" charset="0"/>
              </a:rPr>
              <a:t>to the community </a:t>
            </a:r>
            <a:r>
              <a:rPr lang="en-US" sz="2400" dirty="0">
                <a:effectLst>
                  <a:outerShdw blurRad="38100" dist="38100" dir="2700000" algn="tl">
                    <a:srgbClr val="000000">
                      <a:alpha val="43137"/>
                    </a:srgbClr>
                  </a:outerShdw>
                </a:effectLst>
                <a:latin typeface="Times New Roman" pitchFamily="18" charset="0"/>
                <a:cs typeface="Times New Roman" pitchFamily="18" charset="0"/>
              </a:rPr>
              <a:t>on Law Day to educate </a:t>
            </a:r>
            <a:r>
              <a:rPr lang="en-US" sz="2400" dirty="0" smtClean="0">
                <a:effectLst>
                  <a:outerShdw blurRad="38100" dist="38100" dir="2700000" algn="tl">
                    <a:srgbClr val="000000">
                      <a:alpha val="43137"/>
                    </a:srgbClr>
                  </a:outerShdw>
                </a:effectLst>
                <a:latin typeface="Times New Roman" pitchFamily="18" charset="0"/>
                <a:cs typeface="Times New Roman" pitchFamily="18" charset="0"/>
              </a:rPr>
              <a:t>people,</a:t>
            </a:r>
            <a:endParaRPr lang="en-US" sz="2400" dirty="0">
              <a:effectLst>
                <a:outerShdw blurRad="38100" dist="38100" dir="2700000" algn="tl">
                  <a:srgbClr val="000000">
                    <a:alpha val="43137"/>
                  </a:srgbClr>
                </a:outerShdw>
              </a:effectLst>
              <a:latin typeface="Times New Roman" pitchFamily="18" charset="0"/>
              <a:cs typeface="Times New Roman" pitchFamily="18" charset="0"/>
            </a:endParaRPr>
          </a:p>
          <a:p>
            <a:pPr lvl="0"/>
            <a:r>
              <a:rPr lang="en-US" sz="2400" b="1" dirty="0" smtClean="0">
                <a:effectLst>
                  <a:outerShdw blurRad="38100" dist="38100" dir="2700000" algn="tl">
                    <a:srgbClr val="000000">
                      <a:alpha val="43137"/>
                    </a:srgbClr>
                  </a:outerShdw>
                </a:effectLst>
                <a:latin typeface="Times New Roman" pitchFamily="18" charset="0"/>
                <a:cs typeface="Times New Roman" pitchFamily="18" charset="0"/>
              </a:rPr>
              <a:t>Proactive </a:t>
            </a:r>
            <a:r>
              <a:rPr lang="en-US" sz="2400" b="1" dirty="0">
                <a:effectLst>
                  <a:outerShdw blurRad="38100" dist="38100" dir="2700000" algn="tl">
                    <a:srgbClr val="000000">
                      <a:alpha val="43137"/>
                    </a:srgbClr>
                  </a:outerShdw>
                </a:effectLst>
                <a:latin typeface="Times New Roman" pitchFamily="18" charset="0"/>
                <a:cs typeface="Times New Roman" pitchFamily="18" charset="0"/>
              </a:rPr>
              <a:t>role of lawyers </a:t>
            </a:r>
            <a:r>
              <a:rPr lang="en-US" sz="2400" dirty="0">
                <a:effectLst>
                  <a:outerShdw blurRad="38100" dist="38100" dir="2700000" algn="tl">
                    <a:srgbClr val="000000">
                      <a:alpha val="43137"/>
                    </a:srgbClr>
                  </a:outerShdw>
                </a:effectLst>
                <a:latin typeface="Times New Roman" pitchFamily="18" charset="0"/>
                <a:cs typeface="Times New Roman" pitchFamily="18" charset="0"/>
              </a:rPr>
              <a:t>in Access to Justice</a:t>
            </a:r>
          </a:p>
          <a:p>
            <a:endParaRPr lang="en-US" sz="2400" dirty="0"/>
          </a:p>
        </p:txBody>
      </p:sp>
    </p:spTree>
    <p:extLst>
      <p:ext uri="{BB962C8B-B14F-4D97-AF65-F5344CB8AC3E}">
        <p14:creationId xmlns:p14="http://schemas.microsoft.com/office/powerpoint/2010/main" val="407137719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a:solidFill>
            <a:schemeClr val="accent3">
              <a:lumMod val="60000"/>
              <a:lumOff val="40000"/>
            </a:schemeClr>
          </a:solidFill>
        </p:spPr>
        <p:txBody>
          <a:bodyPr/>
          <a:lstStyle/>
          <a:p>
            <a:r>
              <a:rPr lang="ne-NP" dirty="0" smtClean="0">
                <a:effectLst>
                  <a:outerShdw blurRad="38100" dist="38100" dir="2700000" algn="tl">
                    <a:srgbClr val="000000">
                      <a:alpha val="43137"/>
                    </a:srgbClr>
                  </a:outerShdw>
                </a:effectLst>
                <a:latin typeface="Kokila" pitchFamily="34" charset="0"/>
                <a:cs typeface="Kokila" pitchFamily="34" charset="0"/>
              </a:rPr>
              <a:t> राष्ट्रिय परिवेश</a:t>
            </a:r>
            <a:endParaRPr lang="en-US" dirty="0">
              <a:effectLst>
                <a:outerShdw blurRad="38100" dist="38100" dir="2700000" algn="tl">
                  <a:srgbClr val="000000">
                    <a:alpha val="43137"/>
                  </a:srgbClr>
                </a:outerShdw>
              </a:effectLst>
              <a:latin typeface="Kokila" pitchFamily="34" charset="0"/>
              <a:cs typeface="Kokila" pitchFamily="34" charset="0"/>
            </a:endParaRPr>
          </a:p>
        </p:txBody>
      </p:sp>
      <p:sp>
        <p:nvSpPr>
          <p:cNvPr id="3" name="Content Placeholder 2"/>
          <p:cNvSpPr>
            <a:spLocks noGrp="1"/>
          </p:cNvSpPr>
          <p:nvPr>
            <p:ph idx="1"/>
          </p:nvPr>
        </p:nvSpPr>
        <p:spPr>
          <a:xfrm>
            <a:off x="457200" y="1143000"/>
            <a:ext cx="8534400" cy="5715000"/>
          </a:xfrm>
        </p:spPr>
        <p:txBody>
          <a:bodyPr>
            <a:normAutofit fontScale="92500" lnSpcReduction="10000"/>
          </a:bodyPr>
          <a:lstStyle/>
          <a:p>
            <a:r>
              <a:rPr lang="ne-NP" dirty="0" smtClean="0">
                <a:effectLst>
                  <a:outerShdw blurRad="38100" dist="38100" dir="2700000" algn="tl">
                    <a:srgbClr val="000000">
                      <a:alpha val="43137"/>
                    </a:srgbClr>
                  </a:outerShdw>
                </a:effectLst>
                <a:latin typeface="Kokila" pitchFamily="34" charset="0"/>
                <a:cs typeface="Kokila" pitchFamily="34" charset="0"/>
              </a:rPr>
              <a:t>संविधानले प्रत्येक व्यक्तिलाई आत्मसमम्मनपूर्वक जीवन यापन गर्न पाउने हक,  नागरिक स्वतन्त्रता, मौलिक अधिकार तथा मानव अधिकारको संरक्षण र सम्बर्द्धन गर्दै समानुपातिक समावेशी सिद्धान्तका आधारमा राज्यका सबै तह र निकायमा सहभागिताको हक सुनिश्चित गरेको,</a:t>
            </a:r>
          </a:p>
          <a:p>
            <a:r>
              <a:rPr lang="ne-NP" dirty="0" smtClean="0">
                <a:effectLst>
                  <a:outerShdw blurRad="38100" dist="38100" dir="2700000" algn="tl">
                    <a:srgbClr val="000000">
                      <a:alpha val="43137"/>
                    </a:srgbClr>
                  </a:outerShdw>
                </a:effectLst>
                <a:latin typeface="Kokila" pitchFamily="34" charset="0"/>
                <a:cs typeface="Kokila" pitchFamily="34" charset="0"/>
              </a:rPr>
              <a:t>न्याय प्रशासनलाई छिटोछरितो, सर्वसुलभ, मितव्ययी, निष्पक्ष, प्रभाकारी र जनउत्तरदायी बनाउने राज्यको नीति स्वीकार गरिएको । धारा ५१ (ट)</a:t>
            </a:r>
          </a:p>
          <a:p>
            <a:r>
              <a:rPr lang="ne-NP" dirty="0">
                <a:effectLst>
                  <a:outerShdw blurRad="38100" dist="38100" dir="2700000" algn="tl">
                    <a:srgbClr val="000000">
                      <a:alpha val="43137"/>
                    </a:srgbClr>
                  </a:outerShdw>
                </a:effectLst>
                <a:latin typeface="Kokila" pitchFamily="34" charset="0"/>
                <a:cs typeface="Kokila" pitchFamily="34" charset="0"/>
              </a:rPr>
              <a:t>बञ्चितीकरणमा परेका बर्ग र समुदायउपरको सबै प्रकारका हिंसा, विभेद, शोषण हटाई सरल, सुलभ र द्रुत </a:t>
            </a:r>
            <a:r>
              <a:rPr lang="ne-NP" dirty="0" smtClean="0">
                <a:effectLst>
                  <a:outerShdw blurRad="38100" dist="38100" dir="2700000" algn="tl">
                    <a:srgbClr val="000000">
                      <a:alpha val="43137"/>
                    </a:srgbClr>
                  </a:outerShdw>
                </a:effectLst>
                <a:latin typeface="Kokila" pitchFamily="34" charset="0"/>
                <a:cs typeface="Kokila" pitchFamily="34" charset="0"/>
              </a:rPr>
              <a:t>पद्धतिबाट सशक्तिकरण </a:t>
            </a:r>
            <a:r>
              <a:rPr lang="ne-NP" dirty="0">
                <a:effectLst>
                  <a:outerShdw blurRad="38100" dist="38100" dir="2700000" algn="tl">
                    <a:srgbClr val="000000">
                      <a:alpha val="43137"/>
                    </a:srgbClr>
                  </a:outerShdw>
                </a:effectLst>
                <a:latin typeface="Kokila" pitchFamily="34" charset="0"/>
                <a:cs typeface="Kokila" pitchFamily="34" charset="0"/>
              </a:rPr>
              <a:t>र न्यायमा पहुँच अभिबृद्धि गर्ने सोह्रौ योजनाको लक्ष्य रहेको ।</a:t>
            </a:r>
          </a:p>
          <a:p>
            <a:r>
              <a:rPr lang="ne-NP" dirty="0" smtClean="0">
                <a:effectLst>
                  <a:outerShdw blurRad="38100" dist="38100" dir="2700000" algn="tl">
                    <a:srgbClr val="000000">
                      <a:alpha val="43137"/>
                    </a:srgbClr>
                  </a:outerShdw>
                </a:effectLst>
                <a:latin typeface="Kokila" pitchFamily="34" charset="0"/>
                <a:cs typeface="Kokila" pitchFamily="34" charset="0"/>
              </a:rPr>
              <a:t>संयुक्त राष्ट्र संघको दिगो विकास लक्ष्य १६ ले दिगो विकासको लागि शान्तिपूर्ण र समावेशी समाजको निर्माण गर्ने, </a:t>
            </a:r>
            <a:r>
              <a:rPr lang="ne-NP" b="1" dirty="0" smtClean="0">
                <a:effectLst>
                  <a:outerShdw blurRad="38100" dist="38100" dir="2700000" algn="tl">
                    <a:srgbClr val="000000">
                      <a:alpha val="43137"/>
                    </a:srgbClr>
                  </a:outerShdw>
                </a:effectLst>
                <a:latin typeface="Kokila" pitchFamily="34" charset="0"/>
                <a:cs typeface="Kokila" pitchFamily="34" charset="0"/>
              </a:rPr>
              <a:t>न्यायमा सबैको </a:t>
            </a:r>
            <a:r>
              <a:rPr lang="ne-NP" b="1" dirty="0" smtClean="0">
                <a:effectLst>
                  <a:outerShdw blurRad="38100" dist="38100" dir="2700000" algn="tl">
                    <a:srgbClr val="000000">
                      <a:alpha val="43137"/>
                    </a:srgbClr>
                  </a:outerShdw>
                </a:effectLst>
                <a:latin typeface="Kokila" pitchFamily="34" charset="0"/>
                <a:cs typeface="Kokila" pitchFamily="34" charset="0"/>
              </a:rPr>
              <a:t>पहुँचको</a:t>
            </a:r>
            <a:r>
              <a:rPr lang="ne-NP" dirty="0" smtClean="0">
                <a:effectLst>
                  <a:outerShdw blurRad="38100" dist="38100" dir="2700000" algn="tl">
                    <a:srgbClr val="000000">
                      <a:alpha val="43137"/>
                    </a:srgbClr>
                  </a:outerShdw>
                </a:effectLst>
                <a:latin typeface="Kokila" pitchFamily="34" charset="0"/>
                <a:cs typeface="Kokila" pitchFamily="34" charset="0"/>
              </a:rPr>
              <a:t> </a:t>
            </a:r>
            <a:r>
              <a:rPr lang="ne-NP" dirty="0" smtClean="0">
                <a:effectLst>
                  <a:outerShdw blurRad="38100" dist="38100" dir="2700000" algn="tl">
                    <a:srgbClr val="000000">
                      <a:alpha val="43137"/>
                    </a:srgbClr>
                  </a:outerShdw>
                </a:effectLst>
                <a:latin typeface="Kokila" pitchFamily="34" charset="0"/>
                <a:cs typeface="Kokila" pitchFamily="34" charset="0"/>
              </a:rPr>
              <a:t>लक्ष्य लिएको ।</a:t>
            </a:r>
          </a:p>
          <a:p>
            <a:r>
              <a:rPr lang="ne-NP" dirty="0" smtClean="0">
                <a:effectLst>
                  <a:outerShdw blurRad="38100" dist="38100" dir="2700000" algn="tl">
                    <a:srgbClr val="000000">
                      <a:alpha val="43137"/>
                    </a:srgbClr>
                  </a:outerShdw>
                </a:effectLst>
                <a:latin typeface="Kokila" pitchFamily="34" charset="0"/>
                <a:cs typeface="Kokila" pitchFamily="34" charset="0"/>
              </a:rPr>
              <a:t>स्वच्छ, निष्पक्ष, सरल, छिटोछरितो न्याय </a:t>
            </a:r>
            <a:r>
              <a:rPr lang="ne-NP" b="1" dirty="0" smtClean="0">
                <a:effectLst>
                  <a:outerShdw blurRad="38100" dist="38100" dir="2700000" algn="tl">
                    <a:srgbClr val="000000">
                      <a:alpha val="43137"/>
                    </a:srgbClr>
                  </a:outerShdw>
                </a:effectLst>
                <a:latin typeface="Kokila" pitchFamily="34" charset="0"/>
                <a:cs typeface="Kokila" pitchFamily="34" charset="0"/>
              </a:rPr>
              <a:t>जेनजी आन्दोलनको आवाज </a:t>
            </a:r>
            <a:r>
              <a:rPr lang="ne-NP" dirty="0" smtClean="0">
                <a:effectLst>
                  <a:outerShdw blurRad="38100" dist="38100" dir="2700000" algn="tl">
                    <a:srgbClr val="000000">
                      <a:alpha val="43137"/>
                    </a:srgbClr>
                  </a:outerShdw>
                </a:effectLst>
                <a:latin typeface="Kokila" pitchFamily="34" charset="0"/>
                <a:cs typeface="Kokila" pitchFamily="34" charset="0"/>
              </a:rPr>
              <a:t>रहेको ।</a:t>
            </a:r>
          </a:p>
        </p:txBody>
      </p:sp>
    </p:spTree>
    <p:extLst>
      <p:ext uri="{BB962C8B-B14F-4D97-AF65-F5344CB8AC3E}">
        <p14:creationId xmlns:p14="http://schemas.microsoft.com/office/powerpoint/2010/main" val="123896526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457200" y="0"/>
            <a:ext cx="8229600" cy="685800"/>
          </a:xfrm>
          <a:solidFill>
            <a:schemeClr val="accent3">
              <a:lumMod val="40000"/>
              <a:lumOff val="60000"/>
            </a:schemeClr>
          </a:solidFill>
        </p:spPr>
        <p:txBody>
          <a:bodyPr>
            <a:normAutofit fontScale="90000"/>
          </a:bodyPr>
          <a:lstStyle/>
          <a:p>
            <a:r>
              <a:rPr lang="ne-NP" altLang="en-US" sz="4000" b="1" dirty="0" smtClean="0">
                <a:effectLst>
                  <a:outerShdw blurRad="38100" dist="38100" dir="2700000" algn="tl">
                    <a:srgbClr val="000000">
                      <a:alpha val="43137"/>
                    </a:srgbClr>
                  </a:outerShdw>
                </a:effectLst>
                <a:latin typeface="Kokila" pitchFamily="34" charset="0"/>
                <a:cs typeface="Kokila" pitchFamily="34" charset="0"/>
              </a:rPr>
              <a:t>नेपालमा न्यायमा पहुँच कायम गर्न भएका प्रयासहरू</a:t>
            </a:r>
            <a:endParaRPr lang="en-US" altLang="en-US" sz="4000" b="1" dirty="0" smtClean="0">
              <a:effectLst>
                <a:outerShdw blurRad="38100" dist="38100" dir="2700000" algn="tl">
                  <a:srgbClr val="000000">
                    <a:alpha val="43137"/>
                  </a:srgbClr>
                </a:outerShdw>
              </a:effectLst>
              <a:latin typeface="Kokila" pitchFamily="34" charset="0"/>
              <a:cs typeface="Kokila" pitchFamily="34" charset="0"/>
            </a:endParaRPr>
          </a:p>
        </p:txBody>
      </p:sp>
      <p:sp>
        <p:nvSpPr>
          <p:cNvPr id="10243" name="Content Placeholder 2"/>
          <p:cNvSpPr>
            <a:spLocks noGrp="1"/>
          </p:cNvSpPr>
          <p:nvPr>
            <p:ph idx="1"/>
          </p:nvPr>
        </p:nvSpPr>
        <p:spPr>
          <a:xfrm>
            <a:off x="457200" y="609600"/>
            <a:ext cx="8534400" cy="6248400"/>
          </a:xfrm>
        </p:spPr>
        <p:txBody>
          <a:bodyPr>
            <a:normAutofit fontScale="92500" lnSpcReduction="20000"/>
          </a:bodyPr>
          <a:lstStyle/>
          <a:p>
            <a:pPr>
              <a:buFont typeface="Wingdings" panose="05000000000000000000" pitchFamily="2" charset="2"/>
              <a:buChar char="§"/>
            </a:pPr>
            <a:r>
              <a:rPr lang="ne-NP" altLang="en-US" sz="3500" dirty="0" smtClean="0">
                <a:effectLst>
                  <a:outerShdw blurRad="38100" dist="38100" dir="2700000" algn="tl">
                    <a:srgbClr val="000000">
                      <a:alpha val="43137"/>
                    </a:srgbClr>
                  </a:outerShdw>
                </a:effectLst>
                <a:latin typeface="Kokila" pitchFamily="34" charset="0"/>
                <a:cs typeface="Kokila" pitchFamily="34" charset="0"/>
              </a:rPr>
              <a:t>संविधान र कानूनबाट व्यक्तिलाई अधिकार र उपचारको व्यवस्था,</a:t>
            </a:r>
            <a:endParaRPr lang="ne-NP" altLang="en-US" sz="3500" dirty="0">
              <a:effectLst>
                <a:outerShdw blurRad="38100" dist="38100" dir="2700000" algn="tl">
                  <a:srgbClr val="000000">
                    <a:alpha val="43137"/>
                  </a:srgbClr>
                </a:outerShdw>
              </a:effectLst>
              <a:latin typeface="Kokila" pitchFamily="34" charset="0"/>
              <a:cs typeface="Kokila" pitchFamily="34" charset="0"/>
            </a:endParaRPr>
          </a:p>
          <a:p>
            <a:pPr>
              <a:buFont typeface="Wingdings" panose="05000000000000000000" pitchFamily="2" charset="2"/>
              <a:buChar char="§"/>
            </a:pPr>
            <a:r>
              <a:rPr lang="ne-NP" altLang="en-US" sz="3500" dirty="0" smtClean="0">
                <a:effectLst>
                  <a:outerShdw blurRad="38100" dist="38100" dir="2700000" algn="tl">
                    <a:srgbClr val="000000">
                      <a:alpha val="43137"/>
                    </a:srgbClr>
                  </a:outerShdw>
                </a:effectLst>
                <a:latin typeface="Kokila" pitchFamily="34" charset="0"/>
                <a:cs typeface="Kokila" pitchFamily="34" charset="0"/>
              </a:rPr>
              <a:t>सार्वजनिक सरोकारको विवादमा उदार हकदैयाको व्यवस्था,</a:t>
            </a:r>
          </a:p>
          <a:p>
            <a:pPr>
              <a:buFont typeface="Wingdings" panose="05000000000000000000" pitchFamily="2" charset="2"/>
              <a:buChar char="§"/>
            </a:pPr>
            <a:r>
              <a:rPr lang="ne-NP" altLang="en-US" sz="3500" dirty="0" smtClean="0">
                <a:effectLst>
                  <a:outerShdw blurRad="38100" dist="38100" dir="2700000" algn="tl">
                    <a:srgbClr val="000000">
                      <a:alpha val="43137"/>
                    </a:srgbClr>
                  </a:outerShdw>
                </a:effectLst>
                <a:latin typeface="Kokila" pitchFamily="34" charset="0"/>
                <a:cs typeface="Kokila" pitchFamily="34" charset="0"/>
              </a:rPr>
              <a:t>असमर्थ पक्षलाई कानूनी सहायता</a:t>
            </a:r>
            <a:r>
              <a:rPr lang="ne-NP" altLang="en-US" sz="3500" dirty="0">
                <a:effectLst>
                  <a:outerShdw blurRad="38100" dist="38100" dir="2700000" algn="tl">
                    <a:srgbClr val="000000">
                      <a:alpha val="43137"/>
                    </a:srgbClr>
                  </a:outerShdw>
                </a:effectLst>
                <a:latin typeface="Kokila" pitchFamily="34" charset="0"/>
                <a:cs typeface="Kokila" pitchFamily="34" charset="0"/>
              </a:rPr>
              <a:t> </a:t>
            </a:r>
            <a:r>
              <a:rPr lang="ne-NP" altLang="en-US" sz="3500" dirty="0" smtClean="0">
                <a:effectLst>
                  <a:outerShdw blurRad="38100" dist="38100" dir="2700000" algn="tl">
                    <a:srgbClr val="000000">
                      <a:alpha val="43137"/>
                    </a:srgbClr>
                  </a:outerShdw>
                </a:effectLst>
                <a:latin typeface="Kokila" pitchFamily="34" charset="0"/>
                <a:cs typeface="Kokila" pitchFamily="34" charset="0"/>
              </a:rPr>
              <a:t>र प्रोवोनो सेवाको उपलब्धता,</a:t>
            </a:r>
          </a:p>
          <a:p>
            <a:pPr>
              <a:buFont typeface="Wingdings" panose="05000000000000000000" pitchFamily="2" charset="2"/>
              <a:buChar char="§"/>
            </a:pPr>
            <a:r>
              <a:rPr lang="ne-NP" altLang="en-US" sz="3500" dirty="0" smtClean="0">
                <a:effectLst>
                  <a:outerShdw blurRad="38100" dist="38100" dir="2700000" algn="tl">
                    <a:srgbClr val="000000">
                      <a:alpha val="43137"/>
                    </a:srgbClr>
                  </a:outerShdw>
                </a:effectLst>
                <a:latin typeface="Kokila" pitchFamily="34" charset="0"/>
                <a:cs typeface="Kokila" pitchFamily="34" charset="0"/>
              </a:rPr>
              <a:t>असमर्थ पक्षलाई अदालती शुल्कमा सहुलियत र थुनछेकमा सहुलियत,</a:t>
            </a:r>
          </a:p>
          <a:p>
            <a:pPr>
              <a:buFont typeface="Wingdings" panose="05000000000000000000" pitchFamily="2" charset="2"/>
              <a:buChar char="§"/>
            </a:pPr>
            <a:r>
              <a:rPr lang="ne-NP" altLang="en-US" sz="3500" dirty="0" smtClean="0">
                <a:effectLst>
                  <a:outerShdw blurRad="38100" dist="38100" dir="2700000" algn="tl">
                    <a:srgbClr val="000000">
                      <a:alpha val="43137"/>
                    </a:srgbClr>
                  </a:outerShdw>
                </a:effectLst>
                <a:latin typeface="Kokila" pitchFamily="34" charset="0"/>
                <a:cs typeface="Kokila" pitchFamily="34" charset="0"/>
              </a:rPr>
              <a:t>न्यायिक कार्यविधिमा सरलीकरण</a:t>
            </a:r>
            <a:r>
              <a:rPr lang="en-US" altLang="en-US" sz="3500" dirty="0" smtClean="0">
                <a:effectLst>
                  <a:outerShdw blurRad="38100" dist="38100" dir="2700000" algn="tl">
                    <a:srgbClr val="000000">
                      <a:alpha val="43137"/>
                    </a:srgbClr>
                  </a:outerShdw>
                </a:effectLst>
                <a:latin typeface="Kokila" pitchFamily="34" charset="0"/>
                <a:cs typeface="Kokila" pitchFamily="34" charset="0"/>
              </a:rPr>
              <a:t> </a:t>
            </a:r>
            <a:r>
              <a:rPr lang="ne-NP" altLang="en-US" sz="3500" dirty="0" smtClean="0">
                <a:effectLst>
                  <a:outerShdw blurRad="38100" dist="38100" dir="2700000" algn="tl">
                    <a:srgbClr val="000000">
                      <a:alpha val="43137"/>
                    </a:srgbClr>
                  </a:outerShdw>
                </a:effectLst>
                <a:latin typeface="Kokila" pitchFamily="34" charset="0"/>
                <a:cs typeface="Kokila" pitchFamily="34" charset="0"/>
              </a:rPr>
              <a:t>,</a:t>
            </a:r>
          </a:p>
          <a:p>
            <a:pPr>
              <a:buFont typeface="Wingdings" panose="05000000000000000000" pitchFamily="2" charset="2"/>
              <a:buChar char="§"/>
            </a:pPr>
            <a:r>
              <a:rPr lang="ne-NP" altLang="en-US" sz="3500" dirty="0" smtClean="0">
                <a:effectLst>
                  <a:outerShdw blurRad="38100" dist="38100" dir="2700000" algn="tl">
                    <a:srgbClr val="000000">
                      <a:alpha val="43137"/>
                    </a:srgbClr>
                  </a:outerShdw>
                </a:effectLst>
                <a:latin typeface="Kokila" pitchFamily="34" charset="0"/>
                <a:cs typeface="Kokila" pitchFamily="34" charset="0"/>
              </a:rPr>
              <a:t>महिला, जेष्ठ नागरिकका मुद्दामा पेसीमा प्राथमिकता र निरन्तर सुनुवाइ</a:t>
            </a:r>
            <a:r>
              <a:rPr lang="en-US" altLang="en-US" sz="3500" dirty="0">
                <a:effectLst>
                  <a:outerShdw blurRad="38100" dist="38100" dir="2700000" algn="tl">
                    <a:srgbClr val="000000">
                      <a:alpha val="43137"/>
                    </a:srgbClr>
                  </a:outerShdw>
                </a:effectLst>
                <a:latin typeface="Kokila" pitchFamily="34" charset="0"/>
                <a:cs typeface="Kokila" pitchFamily="34" charset="0"/>
              </a:rPr>
              <a:t>,</a:t>
            </a:r>
            <a:endParaRPr lang="ne-NP" altLang="en-US" sz="3500" dirty="0" smtClean="0">
              <a:effectLst>
                <a:outerShdw blurRad="38100" dist="38100" dir="2700000" algn="tl">
                  <a:srgbClr val="000000">
                    <a:alpha val="43137"/>
                  </a:srgbClr>
                </a:outerShdw>
              </a:effectLst>
              <a:latin typeface="Kokila" pitchFamily="34" charset="0"/>
              <a:cs typeface="Kokila" pitchFamily="34" charset="0"/>
            </a:endParaRPr>
          </a:p>
          <a:p>
            <a:pPr>
              <a:buFont typeface="Wingdings" panose="05000000000000000000" pitchFamily="2" charset="2"/>
              <a:buChar char="§"/>
            </a:pPr>
            <a:r>
              <a:rPr lang="ne-NP" altLang="en-US" sz="3500" dirty="0" smtClean="0">
                <a:effectLst>
                  <a:outerShdw blurRad="38100" dist="38100" dir="2700000" algn="tl">
                    <a:srgbClr val="000000">
                      <a:alpha val="43137"/>
                    </a:srgbClr>
                  </a:outerShdw>
                </a:effectLst>
                <a:latin typeface="Kokila" pitchFamily="34" charset="0"/>
                <a:cs typeface="Kokila" pitchFamily="34" charset="0"/>
              </a:rPr>
              <a:t>मुद्दाको छिटो कारवाही र किनारा गर्ने समय किटान</a:t>
            </a:r>
            <a:r>
              <a:rPr lang="en-US" altLang="en-US" sz="3500" dirty="0" smtClean="0">
                <a:effectLst>
                  <a:outerShdw blurRad="38100" dist="38100" dir="2700000" algn="tl">
                    <a:srgbClr val="000000">
                      <a:alpha val="43137"/>
                    </a:srgbClr>
                  </a:outerShdw>
                </a:effectLst>
                <a:latin typeface="Kokila" pitchFamily="34" charset="0"/>
                <a:cs typeface="Kokila" pitchFamily="34" charset="0"/>
              </a:rPr>
              <a:t>,</a:t>
            </a:r>
            <a:endParaRPr lang="ne-NP" altLang="en-US" sz="3500" dirty="0" smtClean="0">
              <a:effectLst>
                <a:outerShdw blurRad="38100" dist="38100" dir="2700000" algn="tl">
                  <a:srgbClr val="000000">
                    <a:alpha val="43137"/>
                  </a:srgbClr>
                </a:outerShdw>
              </a:effectLst>
              <a:latin typeface="Kokila" pitchFamily="34" charset="0"/>
              <a:cs typeface="Kokila" pitchFamily="34" charset="0"/>
            </a:endParaRPr>
          </a:p>
          <a:p>
            <a:pPr>
              <a:buFont typeface="Wingdings" panose="05000000000000000000" pitchFamily="2" charset="2"/>
              <a:buChar char="§"/>
            </a:pPr>
            <a:r>
              <a:rPr lang="ne-NP" altLang="en-US" sz="3500" dirty="0" smtClean="0">
                <a:effectLst>
                  <a:outerShdw blurRad="38100" dist="38100" dir="2700000" algn="tl">
                    <a:srgbClr val="000000">
                      <a:alpha val="43137"/>
                    </a:srgbClr>
                  </a:outerShdw>
                </a:effectLst>
                <a:latin typeface="Kokila" pitchFamily="34" charset="0"/>
                <a:cs typeface="Kokila" pitchFamily="34" charset="0"/>
              </a:rPr>
              <a:t>सानातिना मुद्दामा संक्षिप्त कार्यविधिको अबलम्बन गरी छिटो किनारा गर्ने</a:t>
            </a:r>
            <a:r>
              <a:rPr lang="en-US" altLang="en-US" sz="3500" dirty="0" smtClean="0">
                <a:effectLst>
                  <a:outerShdw blurRad="38100" dist="38100" dir="2700000" algn="tl">
                    <a:srgbClr val="000000">
                      <a:alpha val="43137"/>
                    </a:srgbClr>
                  </a:outerShdw>
                </a:effectLst>
                <a:latin typeface="Kokila" pitchFamily="34" charset="0"/>
                <a:cs typeface="Kokila" pitchFamily="34" charset="0"/>
              </a:rPr>
              <a:t>,</a:t>
            </a:r>
            <a:endParaRPr lang="ne-NP" altLang="en-US" sz="3500" dirty="0" smtClean="0">
              <a:effectLst>
                <a:outerShdw blurRad="38100" dist="38100" dir="2700000" algn="tl">
                  <a:srgbClr val="000000">
                    <a:alpha val="43137"/>
                  </a:srgbClr>
                </a:outerShdw>
              </a:effectLst>
              <a:latin typeface="Kokila" pitchFamily="34" charset="0"/>
              <a:cs typeface="Kokila" pitchFamily="34" charset="0"/>
            </a:endParaRPr>
          </a:p>
          <a:p>
            <a:pPr>
              <a:buFont typeface="Wingdings" panose="05000000000000000000" pitchFamily="2" charset="2"/>
              <a:buChar char="§"/>
            </a:pPr>
            <a:r>
              <a:rPr lang="ne-NP" altLang="en-US" sz="3500" dirty="0" smtClean="0">
                <a:effectLst>
                  <a:outerShdw blurRad="38100" dist="38100" dir="2700000" algn="tl">
                    <a:srgbClr val="000000">
                      <a:alpha val="43137"/>
                    </a:srgbClr>
                  </a:outerShdw>
                </a:effectLst>
                <a:latin typeface="Kokila" pitchFamily="34" charset="0"/>
                <a:cs typeface="Kokila" pitchFamily="34" charset="0"/>
              </a:rPr>
              <a:t>फैसलाको छिटोछरितो कार्यान्वयन गर्ने</a:t>
            </a:r>
            <a:r>
              <a:rPr lang="en-US" altLang="en-US" sz="3500" dirty="0" smtClean="0">
                <a:effectLst>
                  <a:outerShdw blurRad="38100" dist="38100" dir="2700000" algn="tl">
                    <a:srgbClr val="000000">
                      <a:alpha val="43137"/>
                    </a:srgbClr>
                  </a:outerShdw>
                </a:effectLst>
                <a:latin typeface="Kokila" pitchFamily="34" charset="0"/>
                <a:cs typeface="Kokila" pitchFamily="34" charset="0"/>
              </a:rPr>
              <a:t>,</a:t>
            </a:r>
            <a:endParaRPr lang="ne-NP" altLang="en-US" sz="3500" dirty="0" smtClean="0">
              <a:effectLst>
                <a:outerShdw blurRad="38100" dist="38100" dir="2700000" algn="tl">
                  <a:srgbClr val="000000">
                    <a:alpha val="43137"/>
                  </a:srgbClr>
                </a:outerShdw>
              </a:effectLst>
              <a:latin typeface="Kokila" pitchFamily="34" charset="0"/>
              <a:cs typeface="Kokila" pitchFamily="34" charset="0"/>
            </a:endParaRPr>
          </a:p>
          <a:p>
            <a:pPr>
              <a:buFont typeface="Wingdings" panose="05000000000000000000" pitchFamily="2" charset="2"/>
              <a:buChar char="§"/>
            </a:pPr>
            <a:r>
              <a:rPr lang="ne-NP" altLang="en-US" sz="3500" dirty="0" smtClean="0">
                <a:effectLst>
                  <a:outerShdw blurRad="38100" dist="38100" dir="2700000" algn="tl">
                    <a:srgbClr val="000000">
                      <a:alpha val="43137"/>
                    </a:srgbClr>
                  </a:outerShdw>
                </a:effectLst>
                <a:latin typeface="Kokila" pitchFamily="34" charset="0"/>
                <a:cs typeface="Kokila" pitchFamily="34" charset="0"/>
              </a:rPr>
              <a:t>सानातिना विवाद हेर्ने अधिकार स्थानीय तहलाई प्रदान गरिएको</a:t>
            </a:r>
            <a:r>
              <a:rPr lang="en-US" altLang="en-US" sz="3500" dirty="0" smtClean="0">
                <a:effectLst>
                  <a:outerShdw blurRad="38100" dist="38100" dir="2700000" algn="tl">
                    <a:srgbClr val="000000">
                      <a:alpha val="43137"/>
                    </a:srgbClr>
                  </a:outerShdw>
                </a:effectLst>
                <a:latin typeface="Kokila" pitchFamily="34" charset="0"/>
                <a:cs typeface="Kokila" pitchFamily="34" charset="0"/>
              </a:rPr>
              <a:t>,</a:t>
            </a:r>
            <a:endParaRPr lang="ne-NP" altLang="en-US" sz="3500" dirty="0" smtClean="0">
              <a:effectLst>
                <a:outerShdw blurRad="38100" dist="38100" dir="2700000" algn="tl">
                  <a:srgbClr val="000000">
                    <a:alpha val="43137"/>
                  </a:srgbClr>
                </a:outerShdw>
              </a:effectLst>
              <a:latin typeface="Kokila" pitchFamily="34" charset="0"/>
              <a:cs typeface="Kokila" pitchFamily="34" charset="0"/>
            </a:endParaRPr>
          </a:p>
          <a:p>
            <a:pPr>
              <a:buFont typeface="Wingdings" panose="05000000000000000000" pitchFamily="2" charset="2"/>
              <a:buChar char="§"/>
            </a:pPr>
            <a:r>
              <a:rPr lang="ne-NP" altLang="en-US" sz="3500" dirty="0" smtClean="0">
                <a:effectLst>
                  <a:outerShdw blurRad="38100" dist="38100" dir="2700000" algn="tl">
                    <a:srgbClr val="000000">
                      <a:alpha val="43137"/>
                    </a:srgbClr>
                  </a:outerShdw>
                </a:effectLst>
                <a:latin typeface="Kokila" pitchFamily="34" charset="0"/>
                <a:cs typeface="Kokila" pitchFamily="34" charset="0"/>
              </a:rPr>
              <a:t>कानूनी साक्षरता, न्यायिक बाह्य कार्यक्रममार्फत कानून र न्यायिक प्रक्रिया सम्बन्धी जानकारी ।</a:t>
            </a:r>
          </a:p>
          <a:p>
            <a:pPr>
              <a:buFont typeface="Wingdings" panose="05000000000000000000" pitchFamily="2" charset="2"/>
              <a:buChar char="§"/>
            </a:pPr>
            <a:endParaRPr lang="en-US" altLang="en-US" sz="2600" dirty="0" smtClean="0">
              <a:latin typeface="Preeti" pitchFamily="2" charset="0"/>
            </a:endParaRPr>
          </a:p>
          <a:p>
            <a:pPr>
              <a:buFont typeface="Wingdings" panose="05000000000000000000" pitchFamily="2" charset="2"/>
              <a:buChar char="§"/>
            </a:pPr>
            <a:endParaRPr lang="en-US" altLang="en-US" sz="2600" dirty="0" smtClean="0">
              <a:latin typeface="Preeti" pitchFamily="2" charset="0"/>
            </a:endParaRPr>
          </a:p>
          <a:p>
            <a:pPr>
              <a:buFont typeface="Wingdings" panose="05000000000000000000" pitchFamily="2" charset="2"/>
              <a:buChar char="§"/>
            </a:pPr>
            <a:endParaRPr lang="en-US" altLang="en-US" sz="2800" dirty="0" smtClean="0">
              <a:latin typeface="Preeti" pitchFamily="2" charset="0"/>
            </a:endParaRPr>
          </a:p>
        </p:txBody>
      </p:sp>
      <p:sp>
        <p:nvSpPr>
          <p:cNvPr id="4" name="Slide Number Placeholder 3"/>
          <p:cNvSpPr>
            <a:spLocks noGrp="1"/>
          </p:cNvSpPr>
          <p:nvPr>
            <p:ph type="sldNum" sz="quarter" idx="12"/>
          </p:nvPr>
        </p:nvSpPr>
        <p:spPr/>
        <p:txBody>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fld id="{C1B812E7-DC85-40CC-85E3-7DEC23227B3E}" type="slidenum">
              <a:rPr lang="en-US" altLang="en-US">
                <a:solidFill>
                  <a:srgbClr val="898989"/>
                </a:solidFill>
              </a:rPr>
              <a:pPr eaLnBrk="1" hangingPunct="1"/>
              <a:t>18</a:t>
            </a:fld>
            <a:endParaRPr lang="en-US" altLang="en-US">
              <a:solidFill>
                <a:srgbClr val="898989"/>
              </a:solidFill>
            </a:endParaRPr>
          </a:p>
        </p:txBody>
      </p:sp>
    </p:spTree>
    <p:extLst>
      <p:ext uri="{BB962C8B-B14F-4D97-AF65-F5344CB8AC3E}">
        <p14:creationId xmlns:p14="http://schemas.microsoft.com/office/powerpoint/2010/main" val="24624189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
            <a:ext cx="8229600" cy="457200"/>
          </a:xfrm>
          <a:solidFill>
            <a:schemeClr val="accent6"/>
          </a:solidFill>
        </p:spPr>
        <p:txBody>
          <a:bodyPr>
            <a:normAutofit fontScale="90000"/>
          </a:bodyPr>
          <a:lstStyle/>
          <a:p>
            <a:r>
              <a:rPr lang="ne-NP" sz="6000" b="1" dirty="0" smtClean="0">
                <a:effectLst>
                  <a:outerShdw blurRad="38100" dist="38100" dir="2700000" algn="tl">
                    <a:srgbClr val="000000">
                      <a:alpha val="43137"/>
                    </a:srgbClr>
                  </a:outerShdw>
                </a:effectLst>
                <a:latin typeface="Kokila" pitchFamily="34" charset="0"/>
                <a:cs typeface="Kokila" pitchFamily="34" charset="0"/>
              </a:rPr>
              <a:t>क्रमश</a:t>
            </a:r>
            <a:r>
              <a:rPr lang="en-US" dirty="0" smtClean="0">
                <a:latin typeface="Preeti" pitchFamily="2" charset="0"/>
              </a:rPr>
              <a:t>===</a:t>
            </a:r>
            <a:endParaRPr lang="en-US" dirty="0">
              <a:latin typeface="Preeti" pitchFamily="2" charset="0"/>
            </a:endParaRPr>
          </a:p>
        </p:txBody>
      </p:sp>
      <p:sp>
        <p:nvSpPr>
          <p:cNvPr id="3" name="Content Placeholder 2"/>
          <p:cNvSpPr>
            <a:spLocks noGrp="1"/>
          </p:cNvSpPr>
          <p:nvPr>
            <p:ph idx="1"/>
          </p:nvPr>
        </p:nvSpPr>
        <p:spPr>
          <a:xfrm>
            <a:off x="457200" y="990600"/>
            <a:ext cx="8534400" cy="5867400"/>
          </a:xfrm>
        </p:spPr>
        <p:txBody>
          <a:bodyPr>
            <a:normAutofit fontScale="92500"/>
          </a:bodyPr>
          <a:lstStyle/>
          <a:p>
            <a:r>
              <a:rPr lang="ne-NP" altLang="en-US" dirty="0" smtClean="0">
                <a:effectLst>
                  <a:outerShdw blurRad="38100" dist="38100" dir="2700000" algn="tl">
                    <a:srgbClr val="000000">
                      <a:alpha val="43137"/>
                    </a:srgbClr>
                  </a:outerShdw>
                </a:effectLst>
                <a:latin typeface="Kokila" pitchFamily="34" charset="0"/>
                <a:cs typeface="Kokila" pitchFamily="34" charset="0"/>
              </a:rPr>
              <a:t>रणनीतिक योजनामा न्यायमा पहुँच</a:t>
            </a:r>
            <a:r>
              <a:rPr lang="en-US" altLang="en-US" dirty="0" smtClean="0">
                <a:effectLst>
                  <a:outerShdw blurRad="38100" dist="38100" dir="2700000" algn="tl">
                    <a:srgbClr val="000000">
                      <a:alpha val="43137"/>
                    </a:srgbClr>
                  </a:outerShdw>
                </a:effectLst>
                <a:latin typeface="Kokila" pitchFamily="34" charset="0"/>
                <a:cs typeface="Kokila" pitchFamily="34" charset="0"/>
              </a:rPr>
              <a:t> </a:t>
            </a:r>
            <a:r>
              <a:rPr lang="ne-NP" altLang="en-US" dirty="0" smtClean="0">
                <a:effectLst>
                  <a:outerShdw blurRad="38100" dist="38100" dir="2700000" algn="tl">
                    <a:srgbClr val="000000">
                      <a:alpha val="43137"/>
                    </a:srgbClr>
                  </a:outerShdw>
                </a:effectLst>
                <a:latin typeface="Kokila" pitchFamily="34" charset="0"/>
                <a:cs typeface="Kokila" pitchFamily="34" charset="0"/>
              </a:rPr>
              <a:t>र सुशासनका कार्यक्रम अङ्गिकार गरिएको,</a:t>
            </a:r>
          </a:p>
          <a:p>
            <a:r>
              <a:rPr lang="ne-NP" altLang="en-US" dirty="0" smtClean="0">
                <a:effectLst>
                  <a:outerShdw blurRad="38100" dist="38100" dir="2700000" algn="tl">
                    <a:srgbClr val="000000">
                      <a:alpha val="43137"/>
                    </a:srgbClr>
                  </a:outerShdw>
                </a:effectLst>
                <a:latin typeface="Kokila" pitchFamily="34" charset="0"/>
                <a:cs typeface="Kokila" pitchFamily="34" charset="0"/>
              </a:rPr>
              <a:t>सेवा प्रवाहमा सुदृढीकरण- सेवाग्राहीको अदालत प्रवेश सहज बनाउने, बडापत्र प्रकाशन, एक घण्टे </a:t>
            </a:r>
            <a:r>
              <a:rPr lang="ne-NP" altLang="en-US" dirty="0">
                <a:effectLst>
                  <a:outerShdw blurRad="38100" dist="38100" dir="2700000" algn="tl">
                    <a:srgbClr val="000000">
                      <a:alpha val="43137"/>
                    </a:srgbClr>
                  </a:outerShdw>
                </a:effectLst>
                <a:latin typeface="Kokila" pitchFamily="34" charset="0"/>
                <a:cs typeface="Kokila" pitchFamily="34" charset="0"/>
              </a:rPr>
              <a:t>सेवा, टेम्पलेट सेवा, </a:t>
            </a:r>
            <a:r>
              <a:rPr lang="ne-NP" altLang="en-US" dirty="0" smtClean="0">
                <a:effectLst>
                  <a:outerShdw blurRad="38100" dist="38100" dir="2700000" algn="tl">
                    <a:srgbClr val="000000">
                      <a:alpha val="43137"/>
                    </a:srgbClr>
                  </a:outerShdw>
                </a:effectLst>
                <a:latin typeface="Kokila" pitchFamily="34" charset="0"/>
                <a:cs typeface="Kokila" pitchFamily="34" charset="0"/>
              </a:rPr>
              <a:t>दोभासे,  सहायता कक्षबाट सेवा प्रवाहमा सरलीकरण,  सेवाग्राही मैत्री व्यवहार</a:t>
            </a:r>
            <a:r>
              <a:rPr lang="en-US" altLang="en-US" dirty="0" smtClean="0">
                <a:effectLst>
                  <a:outerShdw blurRad="38100" dist="38100" dir="2700000" algn="tl">
                    <a:srgbClr val="000000">
                      <a:alpha val="43137"/>
                    </a:srgbClr>
                  </a:outerShdw>
                </a:effectLst>
                <a:latin typeface="Kokila" pitchFamily="34" charset="0"/>
                <a:cs typeface="Kokila" pitchFamily="34" charset="0"/>
              </a:rPr>
              <a:t> ,</a:t>
            </a:r>
            <a:r>
              <a:rPr lang="ne-NP" altLang="en-US" dirty="0" smtClean="0">
                <a:effectLst>
                  <a:outerShdw blurRad="38100" dist="38100" dir="2700000" algn="tl">
                    <a:srgbClr val="000000">
                      <a:alpha val="43137"/>
                    </a:srgbClr>
                  </a:outerShdw>
                </a:effectLst>
                <a:latin typeface="Kokila" pitchFamily="34" charset="0"/>
                <a:cs typeface="Kokila" pitchFamily="34" charset="0"/>
              </a:rPr>
              <a:t> सेवाग्राहीको न्यायाधीशसँग भेटघाट आदि,</a:t>
            </a:r>
          </a:p>
          <a:p>
            <a:r>
              <a:rPr lang="ne-NP" altLang="en-US" dirty="0" smtClean="0">
                <a:effectLst>
                  <a:outerShdw blurRad="38100" dist="38100" dir="2700000" algn="tl">
                    <a:srgbClr val="000000">
                      <a:alpha val="43137"/>
                    </a:srgbClr>
                  </a:outerShdw>
                </a:effectLst>
                <a:latin typeface="Kokila" pitchFamily="34" charset="0"/>
                <a:cs typeface="Kokila" pitchFamily="34" charset="0"/>
              </a:rPr>
              <a:t>न्यायिक काम कारवाहीमा सूचना प्रविधिको प्रयोग,</a:t>
            </a:r>
          </a:p>
          <a:p>
            <a:r>
              <a:rPr lang="ne-NP" altLang="en-US" dirty="0" smtClean="0">
                <a:effectLst>
                  <a:outerShdw blurRad="38100" dist="38100" dir="2700000" algn="tl">
                    <a:srgbClr val="000000">
                      <a:alpha val="43137"/>
                    </a:srgbClr>
                  </a:outerShdw>
                </a:effectLst>
                <a:latin typeface="Kokila" pitchFamily="34" charset="0"/>
                <a:cs typeface="Kokila" pitchFamily="34" charset="0"/>
              </a:rPr>
              <a:t>पक्षले पुनरावेदन तहमा तारिखमा नबस्ने र पायक पर्ने अदालतमा तारिखमा रहन पाउने सुविधा,</a:t>
            </a:r>
          </a:p>
          <a:p>
            <a:r>
              <a:rPr lang="ne-NP" altLang="en-US" dirty="0" smtClean="0">
                <a:effectLst>
                  <a:outerShdw blurRad="38100" dist="38100" dir="2700000" algn="tl">
                    <a:srgbClr val="000000">
                      <a:alpha val="43137"/>
                    </a:srgbClr>
                  </a:outerShdw>
                </a:effectLst>
                <a:latin typeface="Kokila" pitchFamily="34" charset="0"/>
                <a:cs typeface="Kokila" pitchFamily="34" charset="0"/>
              </a:rPr>
              <a:t>न्यायपालिकाका भौतिक पूर्वाधारहरू महिला तथा अपाङ्गमैत्री बनाउने,</a:t>
            </a:r>
          </a:p>
          <a:p>
            <a:r>
              <a:rPr lang="ne-NP" altLang="en-US" dirty="0" smtClean="0">
                <a:effectLst>
                  <a:outerShdw blurRad="38100" dist="38100" dir="2700000" algn="tl">
                    <a:srgbClr val="000000">
                      <a:alpha val="43137"/>
                    </a:srgbClr>
                  </a:outerShdw>
                </a:effectLst>
                <a:latin typeface="Kokila" pitchFamily="34" charset="0"/>
                <a:cs typeface="Kokila" pitchFamily="34" charset="0"/>
              </a:rPr>
              <a:t>पीडितको परिचय गोप्य राख्ने,  पीडितलाई मुद्दाको जानकारी दिने व्यवस्था,</a:t>
            </a:r>
          </a:p>
          <a:p>
            <a:r>
              <a:rPr lang="ne-NP" altLang="en-US" dirty="0" smtClean="0">
                <a:effectLst>
                  <a:outerShdw blurRad="38100" dist="38100" dir="2700000" algn="tl">
                    <a:srgbClr val="000000">
                      <a:alpha val="43137"/>
                    </a:srgbClr>
                  </a:outerShdw>
                </a:effectLst>
                <a:latin typeface="Kokila" pitchFamily="34" charset="0"/>
                <a:cs typeface="Kokila" pitchFamily="34" charset="0"/>
              </a:rPr>
              <a:t>पीडितको सुरक्षा र क्षतिपूर्तिको व्यवस्था</a:t>
            </a:r>
            <a:r>
              <a:rPr lang="ne-NP" altLang="en-US" dirty="0">
                <a:effectLst>
                  <a:outerShdw blurRad="38100" dist="38100" dir="2700000" algn="tl">
                    <a:srgbClr val="000000">
                      <a:alpha val="43137"/>
                    </a:srgbClr>
                  </a:outerShdw>
                </a:effectLst>
                <a:latin typeface="Kokila" pitchFamily="34" charset="0"/>
                <a:cs typeface="Kokila" pitchFamily="34" charset="0"/>
              </a:rPr>
              <a:t>,</a:t>
            </a:r>
          </a:p>
          <a:p>
            <a:r>
              <a:rPr lang="ne-NP" altLang="en-US" dirty="0" smtClean="0">
                <a:effectLst>
                  <a:outerShdw blurRad="38100" dist="38100" dir="2700000" algn="tl">
                    <a:srgbClr val="000000">
                      <a:alpha val="43137"/>
                    </a:srgbClr>
                  </a:outerShdw>
                </a:effectLst>
                <a:latin typeface="Kokila" pitchFamily="34" charset="0"/>
                <a:cs typeface="Kokila" pitchFamily="34" charset="0"/>
              </a:rPr>
              <a:t>विवाद </a:t>
            </a:r>
            <a:r>
              <a:rPr lang="ne-NP" altLang="en-US" dirty="0">
                <a:effectLst>
                  <a:outerShdw blurRad="38100" dist="38100" dir="2700000" algn="tl">
                    <a:srgbClr val="000000">
                      <a:alpha val="43137"/>
                    </a:srgbClr>
                  </a:outerShdw>
                </a:effectLst>
                <a:latin typeface="Kokila" pitchFamily="34" charset="0"/>
                <a:cs typeface="Kokila" pitchFamily="34" charset="0"/>
              </a:rPr>
              <a:t>समाधानमा मेलमिलाप आदि अनौपचारिक पद्धतिको मान्यता र प्रयोग </a:t>
            </a:r>
            <a:r>
              <a:rPr lang="ne-NP" altLang="en-US" dirty="0" smtClean="0">
                <a:effectLst>
                  <a:outerShdw blurRad="38100" dist="38100" dir="2700000" algn="tl">
                    <a:srgbClr val="000000">
                      <a:alpha val="43137"/>
                    </a:srgbClr>
                  </a:outerShdw>
                </a:effectLst>
                <a:latin typeface="Kokila" pitchFamily="34" charset="0"/>
                <a:cs typeface="Kokila" pitchFamily="34" charset="0"/>
              </a:rPr>
              <a:t>।</a:t>
            </a:r>
          </a:p>
          <a:p>
            <a:endParaRPr lang="ne-NP" altLang="en-US" dirty="0" smtClean="0">
              <a:effectLst>
                <a:outerShdw blurRad="38100" dist="38100" dir="2700000" algn="tl">
                  <a:srgbClr val="000000">
                    <a:alpha val="43137"/>
                  </a:srgbClr>
                </a:outerShdw>
              </a:effectLst>
              <a:latin typeface="Kokila" pitchFamily="34" charset="0"/>
              <a:cs typeface="Kokila" pitchFamily="34" charset="0"/>
            </a:endParaRPr>
          </a:p>
          <a:p>
            <a:endParaRPr lang="en-US" sz="2800" dirty="0" smtClean="0">
              <a:latin typeface="Preeti" pitchFamily="2" charset="0"/>
            </a:endParaRPr>
          </a:p>
        </p:txBody>
      </p:sp>
    </p:spTree>
    <p:extLst>
      <p:ext uri="{BB962C8B-B14F-4D97-AF65-F5344CB8AC3E}">
        <p14:creationId xmlns:p14="http://schemas.microsoft.com/office/powerpoint/2010/main" val="154728272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457200" y="0"/>
            <a:ext cx="8229600" cy="685800"/>
          </a:xfrm>
          <a:solidFill>
            <a:schemeClr val="accent3">
              <a:lumMod val="40000"/>
              <a:lumOff val="60000"/>
            </a:schemeClr>
          </a:solidFill>
        </p:spPr>
        <p:txBody>
          <a:bodyPr>
            <a:normAutofit fontScale="90000"/>
          </a:bodyPr>
          <a:lstStyle/>
          <a:p>
            <a:r>
              <a:rPr lang="ne-NP" altLang="en-US" sz="4000" b="1" dirty="0" smtClean="0">
                <a:latin typeface="Kokila" pitchFamily="34" charset="0"/>
                <a:cs typeface="Kokila" pitchFamily="34" charset="0"/>
              </a:rPr>
              <a:t>नेपालमा न्यायमा पहुँचमा देखिएका अवरोधहरू</a:t>
            </a:r>
            <a:endParaRPr lang="en-US" altLang="en-US" sz="4000" b="1" dirty="0" smtClean="0">
              <a:latin typeface="Kokila" pitchFamily="34" charset="0"/>
              <a:cs typeface="Kokila" pitchFamily="34" charset="0"/>
            </a:endParaRPr>
          </a:p>
        </p:txBody>
      </p:sp>
      <p:sp>
        <p:nvSpPr>
          <p:cNvPr id="11267" name="Content Placeholder 2"/>
          <p:cNvSpPr>
            <a:spLocks noGrp="1"/>
          </p:cNvSpPr>
          <p:nvPr>
            <p:ph idx="1"/>
          </p:nvPr>
        </p:nvSpPr>
        <p:spPr>
          <a:xfrm>
            <a:off x="457200" y="609600"/>
            <a:ext cx="8534400" cy="6248400"/>
          </a:xfrm>
        </p:spPr>
        <p:txBody>
          <a:bodyPr>
            <a:normAutofit/>
          </a:bodyPr>
          <a:lstStyle/>
          <a:p>
            <a:pPr>
              <a:buFont typeface="Wingdings" panose="05000000000000000000" pitchFamily="2" charset="2"/>
              <a:buChar char="§"/>
            </a:pPr>
            <a:endParaRPr lang="ne-NP" altLang="en-US" dirty="0" smtClean="0">
              <a:effectLst>
                <a:outerShdw blurRad="38100" dist="38100" dir="2700000" algn="tl">
                  <a:srgbClr val="000000">
                    <a:alpha val="43137"/>
                  </a:srgbClr>
                </a:outerShdw>
              </a:effectLst>
              <a:latin typeface="Kokila" pitchFamily="34" charset="0"/>
              <a:cs typeface="Kokila" pitchFamily="34" charset="0"/>
            </a:endParaRPr>
          </a:p>
          <a:p>
            <a:pPr>
              <a:buFont typeface="Wingdings" panose="05000000000000000000" pitchFamily="2" charset="2"/>
              <a:buChar char="§"/>
            </a:pPr>
            <a:r>
              <a:rPr lang="ne-NP" altLang="en-US" dirty="0" smtClean="0">
                <a:effectLst>
                  <a:outerShdw blurRad="38100" dist="38100" dir="2700000" algn="tl">
                    <a:srgbClr val="000000">
                      <a:alpha val="43137"/>
                    </a:srgbClr>
                  </a:outerShdw>
                </a:effectLst>
                <a:latin typeface="Kokila" pitchFamily="34" charset="0"/>
                <a:cs typeface="Kokila" pitchFamily="34" charset="0"/>
              </a:rPr>
              <a:t>न्यायमा के कति प्रतिशतको पहुँच छ भन्ने तथ्याङ्क नहुनु,</a:t>
            </a:r>
          </a:p>
          <a:p>
            <a:pPr>
              <a:buFont typeface="Wingdings" panose="05000000000000000000" pitchFamily="2" charset="2"/>
              <a:buChar char="§"/>
            </a:pPr>
            <a:r>
              <a:rPr lang="ne-NP" altLang="en-US" dirty="0">
                <a:effectLst>
                  <a:outerShdw blurRad="38100" dist="38100" dir="2700000" algn="tl">
                    <a:srgbClr val="000000">
                      <a:alpha val="43137"/>
                    </a:srgbClr>
                  </a:outerShdw>
                </a:effectLst>
                <a:latin typeface="Kokila" pitchFamily="34" charset="0"/>
                <a:cs typeface="Kokila" pitchFamily="34" charset="0"/>
              </a:rPr>
              <a:t>भाषिक, शैक्षिक,  सामाजिक तथा आर्थिक पछौटेपन तथा कमजोर चेतनास्तर,</a:t>
            </a:r>
          </a:p>
          <a:p>
            <a:pPr>
              <a:buFont typeface="Wingdings" panose="05000000000000000000" pitchFamily="2" charset="2"/>
              <a:buChar char="§"/>
            </a:pPr>
            <a:r>
              <a:rPr lang="ne-NP" altLang="en-US" dirty="0">
                <a:effectLst>
                  <a:outerShdw blurRad="38100" dist="38100" dir="2700000" algn="tl">
                    <a:srgbClr val="000000">
                      <a:alpha val="43137"/>
                    </a:srgbClr>
                  </a:outerShdw>
                </a:effectLst>
                <a:latin typeface="Kokila" pitchFamily="34" charset="0"/>
                <a:cs typeface="Kokila" pitchFamily="34" charset="0"/>
              </a:rPr>
              <a:t>कानूनी साक्षरता र न्याय माग गर्ने क्षमताको अभाव,</a:t>
            </a:r>
          </a:p>
          <a:p>
            <a:pPr>
              <a:buFont typeface="Wingdings" panose="05000000000000000000" pitchFamily="2" charset="2"/>
              <a:buChar char="§"/>
            </a:pPr>
            <a:r>
              <a:rPr lang="ne-NP" altLang="en-US" dirty="0" smtClean="0">
                <a:effectLst>
                  <a:outerShdw blurRad="38100" dist="38100" dir="2700000" algn="tl">
                    <a:srgbClr val="000000">
                      <a:alpha val="43137"/>
                    </a:srgbClr>
                  </a:outerShdw>
                </a:effectLst>
                <a:latin typeface="Kokila" pitchFamily="34" charset="0"/>
                <a:cs typeface="Kokila" pitchFamily="34" charset="0"/>
              </a:rPr>
              <a:t>कानूनी सहायता प्रभावकारी नहुनु</a:t>
            </a:r>
            <a:r>
              <a:rPr lang="en-US" altLang="en-US" dirty="0" smtClean="0">
                <a:effectLst>
                  <a:outerShdw blurRad="38100" dist="38100" dir="2700000" algn="tl">
                    <a:srgbClr val="000000">
                      <a:alpha val="43137"/>
                    </a:srgbClr>
                  </a:outerShdw>
                </a:effectLst>
                <a:latin typeface="Kokila" pitchFamily="34" charset="0"/>
                <a:cs typeface="Kokila" pitchFamily="34" charset="0"/>
              </a:rPr>
              <a:t>,</a:t>
            </a:r>
          </a:p>
          <a:p>
            <a:pPr>
              <a:buFont typeface="Wingdings" panose="05000000000000000000" pitchFamily="2" charset="2"/>
              <a:buChar char="§"/>
            </a:pPr>
            <a:r>
              <a:rPr lang="ne-NP" altLang="en-US" dirty="0" smtClean="0">
                <a:effectLst>
                  <a:outerShdw blurRad="38100" dist="38100" dir="2700000" algn="tl">
                    <a:srgbClr val="000000">
                      <a:alpha val="43137"/>
                    </a:srgbClr>
                  </a:outerShdw>
                </a:effectLst>
                <a:latin typeface="Kokila" pitchFamily="34" charset="0"/>
                <a:cs typeface="Kokila" pitchFamily="34" charset="0"/>
              </a:rPr>
              <a:t>सदरमुकाम केन्द्रित न्याय प्रणाली र  अदालतको कमजोर भौतिक पूर्वाधार,</a:t>
            </a:r>
          </a:p>
          <a:p>
            <a:pPr>
              <a:buFont typeface="Wingdings" panose="05000000000000000000" pitchFamily="2" charset="2"/>
              <a:buChar char="§"/>
            </a:pPr>
            <a:r>
              <a:rPr lang="ne-NP" altLang="en-US" dirty="0" smtClean="0">
                <a:effectLst>
                  <a:outerShdw blurRad="38100" dist="38100" dir="2700000" algn="tl">
                    <a:srgbClr val="000000">
                      <a:alpha val="43137"/>
                    </a:srgbClr>
                  </a:outerShdw>
                </a:effectLst>
                <a:latin typeface="Kokila" pitchFamily="34" charset="0"/>
                <a:cs typeface="Kokila" pitchFamily="34" charset="0"/>
              </a:rPr>
              <a:t>न्यायिक प्रक्रियामा कार्यविधिगत जटिलता र ढिलो </a:t>
            </a:r>
            <a:r>
              <a:rPr lang="ne-NP" altLang="en-US" dirty="0">
                <a:effectLst>
                  <a:outerShdw blurRad="38100" dist="38100" dir="2700000" algn="tl">
                    <a:srgbClr val="000000">
                      <a:alpha val="43137"/>
                    </a:srgbClr>
                  </a:outerShdw>
                </a:effectLst>
                <a:latin typeface="Kokila" pitchFamily="34" charset="0"/>
                <a:cs typeface="Kokila" pitchFamily="34" charset="0"/>
              </a:rPr>
              <a:t>न्याय</a:t>
            </a:r>
            <a:r>
              <a:rPr lang="ne-NP" altLang="en-US" dirty="0" smtClean="0">
                <a:effectLst>
                  <a:outerShdw blurRad="38100" dist="38100" dir="2700000" algn="tl">
                    <a:srgbClr val="000000">
                      <a:alpha val="43137"/>
                    </a:srgbClr>
                  </a:outerShdw>
                </a:effectLst>
                <a:latin typeface="Kokila" pitchFamily="34" charset="0"/>
                <a:cs typeface="Kokila" pitchFamily="34" charset="0"/>
              </a:rPr>
              <a:t>,</a:t>
            </a:r>
          </a:p>
          <a:p>
            <a:pPr>
              <a:buFont typeface="Wingdings" panose="05000000000000000000" pitchFamily="2" charset="2"/>
              <a:buChar char="§"/>
            </a:pPr>
            <a:r>
              <a:rPr lang="ne-NP" altLang="en-US" dirty="0" smtClean="0">
                <a:effectLst>
                  <a:outerShdw blurRad="38100" dist="38100" dir="2700000" algn="tl">
                    <a:srgbClr val="000000">
                      <a:alpha val="43137"/>
                    </a:srgbClr>
                  </a:outerShdw>
                </a:effectLst>
                <a:latin typeface="Kokila" pitchFamily="34" charset="0"/>
                <a:cs typeface="Kokila" pitchFamily="34" charset="0"/>
              </a:rPr>
              <a:t>अदालत </a:t>
            </a:r>
            <a:r>
              <a:rPr lang="ne-NP" altLang="en-US" dirty="0">
                <a:effectLst>
                  <a:outerShdw blurRad="38100" dist="38100" dir="2700000" algn="tl">
                    <a:srgbClr val="000000">
                      <a:alpha val="43137"/>
                    </a:srgbClr>
                  </a:outerShdw>
                </a:effectLst>
                <a:latin typeface="Kokila" pitchFamily="34" charset="0"/>
                <a:cs typeface="Kokila" pitchFamily="34" charset="0"/>
              </a:rPr>
              <a:t>र समुदाय विच दुरी कायम रहनु</a:t>
            </a:r>
            <a:r>
              <a:rPr lang="ne-NP" altLang="en-US" dirty="0" smtClean="0">
                <a:effectLst>
                  <a:outerShdw blurRad="38100" dist="38100" dir="2700000" algn="tl">
                    <a:srgbClr val="000000">
                      <a:alpha val="43137"/>
                    </a:srgbClr>
                  </a:outerShdw>
                </a:effectLst>
                <a:latin typeface="Kokila" pitchFamily="34" charset="0"/>
                <a:cs typeface="Kokila" pitchFamily="34" charset="0"/>
              </a:rPr>
              <a:t>,</a:t>
            </a:r>
            <a:endParaRPr lang="en-US" altLang="en-US" dirty="0" smtClean="0">
              <a:effectLst>
                <a:outerShdw blurRad="38100" dist="38100" dir="2700000" algn="tl">
                  <a:srgbClr val="000000">
                    <a:alpha val="43137"/>
                  </a:srgbClr>
                </a:outerShdw>
              </a:effectLst>
              <a:latin typeface="Kokila" pitchFamily="34" charset="0"/>
              <a:cs typeface="Kokila" pitchFamily="34" charset="0"/>
            </a:endParaRPr>
          </a:p>
          <a:p>
            <a:pPr>
              <a:buFont typeface="Wingdings" panose="05000000000000000000" pitchFamily="2" charset="2"/>
              <a:buChar char="§"/>
            </a:pPr>
            <a:r>
              <a:rPr lang="ne-NP" altLang="en-US" dirty="0" smtClean="0">
                <a:effectLst>
                  <a:outerShdw blurRad="38100" dist="38100" dir="2700000" algn="tl">
                    <a:srgbClr val="000000">
                      <a:alpha val="43137"/>
                    </a:srgbClr>
                  </a:outerShdw>
                </a:effectLst>
                <a:latin typeface="Kokila" pitchFamily="34" charset="0"/>
                <a:cs typeface="Kokila" pitchFamily="34" charset="0"/>
              </a:rPr>
              <a:t>न्यायमा पहुँचको बिषय कार्यकारिणीको प्राथमिकतामा नपर्नु,</a:t>
            </a:r>
            <a:endParaRPr lang="ne-NP" altLang="en-US" dirty="0">
              <a:effectLst>
                <a:outerShdw blurRad="38100" dist="38100" dir="2700000" algn="tl">
                  <a:srgbClr val="000000">
                    <a:alpha val="43137"/>
                  </a:srgbClr>
                </a:outerShdw>
              </a:effectLst>
              <a:latin typeface="Kokila" pitchFamily="34" charset="0"/>
              <a:cs typeface="Kokila" pitchFamily="34" charset="0"/>
            </a:endParaRPr>
          </a:p>
          <a:p>
            <a:pPr>
              <a:buFont typeface="Wingdings" panose="05000000000000000000" pitchFamily="2" charset="2"/>
              <a:buChar char="§"/>
            </a:pPr>
            <a:endParaRPr lang="ne-NP" altLang="en-US" dirty="0">
              <a:effectLst>
                <a:outerShdw blurRad="38100" dist="38100" dir="2700000" algn="tl">
                  <a:srgbClr val="000000">
                    <a:alpha val="43137"/>
                  </a:srgbClr>
                </a:outerShdw>
              </a:effectLst>
              <a:latin typeface="Kokila" pitchFamily="34" charset="0"/>
              <a:cs typeface="Kokila" pitchFamily="34" charset="0"/>
            </a:endParaRPr>
          </a:p>
          <a:p>
            <a:pPr marL="0" indent="0">
              <a:buNone/>
            </a:pPr>
            <a:endParaRPr lang="ne-NP" altLang="en-US" dirty="0" smtClean="0">
              <a:effectLst>
                <a:outerShdw blurRad="38100" dist="38100" dir="2700000" algn="tl">
                  <a:srgbClr val="000000">
                    <a:alpha val="43137"/>
                  </a:srgbClr>
                </a:outerShdw>
              </a:effectLst>
              <a:latin typeface="Kokila" pitchFamily="34" charset="0"/>
              <a:cs typeface="Kokila" pitchFamily="34" charset="0"/>
            </a:endParaRPr>
          </a:p>
        </p:txBody>
      </p:sp>
      <p:sp>
        <p:nvSpPr>
          <p:cNvPr id="4" name="Slide Number Placeholder 3"/>
          <p:cNvSpPr>
            <a:spLocks noGrp="1"/>
          </p:cNvSpPr>
          <p:nvPr>
            <p:ph type="sldNum" sz="quarter" idx="12"/>
          </p:nvPr>
        </p:nvSpPr>
        <p:spPr/>
        <p:txBody>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fld id="{7CC5487A-2F5F-46A5-BFBD-1DCCDF84F3CD}" type="slidenum">
              <a:rPr lang="en-US" altLang="en-US">
                <a:solidFill>
                  <a:srgbClr val="898989"/>
                </a:solidFill>
              </a:rPr>
              <a:pPr eaLnBrk="1" hangingPunct="1"/>
              <a:t>20</a:t>
            </a:fld>
            <a:endParaRPr lang="en-US" altLang="en-US">
              <a:solidFill>
                <a:srgbClr val="898989"/>
              </a:solidFill>
            </a:endParaRPr>
          </a:p>
        </p:txBody>
      </p:sp>
    </p:spTree>
    <p:extLst>
      <p:ext uri="{BB962C8B-B14F-4D97-AF65-F5344CB8AC3E}">
        <p14:creationId xmlns:p14="http://schemas.microsoft.com/office/powerpoint/2010/main" val="65840296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457200" y="0"/>
            <a:ext cx="8229600" cy="685800"/>
          </a:xfrm>
          <a:solidFill>
            <a:schemeClr val="accent3">
              <a:lumMod val="40000"/>
              <a:lumOff val="60000"/>
            </a:schemeClr>
          </a:solidFill>
        </p:spPr>
        <p:txBody>
          <a:bodyPr>
            <a:normAutofit fontScale="90000"/>
          </a:bodyPr>
          <a:lstStyle/>
          <a:p>
            <a:r>
              <a:rPr lang="ne-NP" altLang="en-US" sz="4000" b="1" dirty="0" smtClean="0">
                <a:latin typeface="Kokila" pitchFamily="34" charset="0"/>
                <a:cs typeface="Kokila" pitchFamily="34" charset="0"/>
              </a:rPr>
              <a:t>नेपालमा न्यायमा पहुँचमा देखिएका अवरोधहरू•••</a:t>
            </a:r>
            <a:endParaRPr lang="en-US" altLang="en-US" sz="4000" b="1" dirty="0" smtClean="0">
              <a:latin typeface="Kokila" pitchFamily="34" charset="0"/>
              <a:cs typeface="Kokila" pitchFamily="34" charset="0"/>
            </a:endParaRPr>
          </a:p>
        </p:txBody>
      </p:sp>
      <p:sp>
        <p:nvSpPr>
          <p:cNvPr id="11267" name="Content Placeholder 2"/>
          <p:cNvSpPr>
            <a:spLocks noGrp="1"/>
          </p:cNvSpPr>
          <p:nvPr>
            <p:ph idx="1"/>
          </p:nvPr>
        </p:nvSpPr>
        <p:spPr>
          <a:xfrm>
            <a:off x="457200" y="609600"/>
            <a:ext cx="8534400" cy="6248400"/>
          </a:xfrm>
        </p:spPr>
        <p:txBody>
          <a:bodyPr>
            <a:normAutofit/>
          </a:bodyPr>
          <a:lstStyle/>
          <a:p>
            <a:pPr>
              <a:buFont typeface="Wingdings" panose="05000000000000000000" pitchFamily="2" charset="2"/>
              <a:buChar char="§"/>
            </a:pPr>
            <a:endParaRPr lang="ne-NP" altLang="en-US" dirty="0" smtClean="0">
              <a:effectLst>
                <a:outerShdw blurRad="38100" dist="38100" dir="2700000" algn="tl">
                  <a:srgbClr val="000000">
                    <a:alpha val="43137"/>
                  </a:srgbClr>
                </a:outerShdw>
              </a:effectLst>
              <a:latin typeface="Kokila" pitchFamily="34" charset="0"/>
              <a:cs typeface="Kokila" pitchFamily="34" charset="0"/>
            </a:endParaRPr>
          </a:p>
          <a:p>
            <a:pPr>
              <a:buFont typeface="Wingdings" panose="05000000000000000000" pitchFamily="2" charset="2"/>
              <a:buChar char="§"/>
            </a:pPr>
            <a:r>
              <a:rPr lang="ne-NP" altLang="en-US" dirty="0" smtClean="0">
                <a:effectLst>
                  <a:outerShdw blurRad="38100" dist="38100" dir="2700000" algn="tl">
                    <a:srgbClr val="000000">
                      <a:alpha val="43137"/>
                    </a:srgbClr>
                  </a:outerShdw>
                </a:effectLst>
                <a:latin typeface="Kokila" pitchFamily="34" charset="0"/>
                <a:cs typeface="Kokila" pitchFamily="34" charset="0"/>
              </a:rPr>
              <a:t>न्यायालयमा कार्यरत जनशक्तिको सेवाग्राही मैत्री व्यवहार </a:t>
            </a:r>
            <a:r>
              <a:rPr lang="ne-NP" altLang="en-US" dirty="0">
                <a:effectLst>
                  <a:outerShdw blurRad="38100" dist="38100" dir="2700000" algn="tl">
                    <a:srgbClr val="000000">
                      <a:alpha val="43137"/>
                    </a:srgbClr>
                  </a:outerShdw>
                </a:effectLst>
                <a:latin typeface="Kokila" pitchFamily="34" charset="0"/>
                <a:cs typeface="Kokila" pitchFamily="34" charset="0"/>
              </a:rPr>
              <a:t>नहुनु</a:t>
            </a:r>
            <a:r>
              <a:rPr lang="ne-NP" altLang="en-US" dirty="0" smtClean="0">
                <a:effectLst>
                  <a:outerShdw blurRad="38100" dist="38100" dir="2700000" algn="tl">
                    <a:srgbClr val="000000">
                      <a:alpha val="43137"/>
                    </a:srgbClr>
                  </a:outerShdw>
                </a:effectLst>
                <a:latin typeface="Kokila" pitchFamily="34" charset="0"/>
                <a:cs typeface="Kokila" pitchFamily="34" charset="0"/>
              </a:rPr>
              <a:t>,</a:t>
            </a:r>
          </a:p>
          <a:p>
            <a:pPr>
              <a:buFont typeface="Wingdings" panose="05000000000000000000" pitchFamily="2" charset="2"/>
              <a:buChar char="§"/>
            </a:pPr>
            <a:r>
              <a:rPr lang="ne-NP" altLang="en-US" dirty="0" smtClean="0">
                <a:effectLst>
                  <a:outerShdw blurRad="38100" dist="38100" dir="2700000" algn="tl">
                    <a:srgbClr val="000000">
                      <a:alpha val="43137"/>
                    </a:srgbClr>
                  </a:outerShdw>
                </a:effectLst>
                <a:latin typeface="Kokila" pitchFamily="34" charset="0"/>
                <a:cs typeface="Kokila" pitchFamily="34" charset="0"/>
              </a:rPr>
              <a:t>औपचारिक न्यायिक संयन्त्रप्रति पूर्ण विश्वास </a:t>
            </a:r>
            <a:r>
              <a:rPr lang="ne-NP" altLang="en-US" dirty="0">
                <a:effectLst>
                  <a:outerShdw blurRad="38100" dist="38100" dir="2700000" algn="tl">
                    <a:srgbClr val="000000">
                      <a:alpha val="43137"/>
                    </a:srgbClr>
                  </a:outerShdw>
                </a:effectLst>
                <a:latin typeface="Kokila" pitchFamily="34" charset="0"/>
                <a:cs typeface="Kokila" pitchFamily="34" charset="0"/>
              </a:rPr>
              <a:t>नहुनु</a:t>
            </a:r>
            <a:r>
              <a:rPr lang="ne-NP" altLang="en-US" dirty="0" smtClean="0">
                <a:effectLst>
                  <a:outerShdw blurRad="38100" dist="38100" dir="2700000" algn="tl">
                    <a:srgbClr val="000000">
                      <a:alpha val="43137"/>
                    </a:srgbClr>
                  </a:outerShdw>
                </a:effectLst>
                <a:latin typeface="Kokila" pitchFamily="34" charset="0"/>
                <a:cs typeface="Kokila" pitchFamily="34" charset="0"/>
              </a:rPr>
              <a:t>,</a:t>
            </a:r>
          </a:p>
          <a:p>
            <a:pPr>
              <a:buFont typeface="Wingdings" panose="05000000000000000000" pitchFamily="2" charset="2"/>
              <a:buChar char="§"/>
            </a:pPr>
            <a:r>
              <a:rPr lang="ne-NP" altLang="en-US" dirty="0" smtClean="0">
                <a:effectLst>
                  <a:outerShdw blurRad="38100" dist="38100" dir="2700000" algn="tl">
                    <a:srgbClr val="000000">
                      <a:alpha val="43137"/>
                    </a:srgbClr>
                  </a:outerShdw>
                </a:effectLst>
                <a:latin typeface="Kokila" pitchFamily="34" charset="0"/>
                <a:cs typeface="Kokila" pitchFamily="34" charset="0"/>
              </a:rPr>
              <a:t>अनौपचारिक न्यायको संयन्त्र प्रभावकारी </a:t>
            </a:r>
            <a:r>
              <a:rPr lang="ne-NP" altLang="en-US" dirty="0">
                <a:effectLst>
                  <a:outerShdw blurRad="38100" dist="38100" dir="2700000" algn="tl">
                    <a:srgbClr val="000000">
                      <a:alpha val="43137"/>
                    </a:srgbClr>
                  </a:outerShdw>
                </a:effectLst>
                <a:latin typeface="Kokila" pitchFamily="34" charset="0"/>
                <a:cs typeface="Kokila" pitchFamily="34" charset="0"/>
              </a:rPr>
              <a:t>नहुनु</a:t>
            </a:r>
            <a:r>
              <a:rPr lang="ne-NP" altLang="en-US" dirty="0" smtClean="0">
                <a:effectLst>
                  <a:outerShdw blurRad="38100" dist="38100" dir="2700000" algn="tl">
                    <a:srgbClr val="000000">
                      <a:alpha val="43137"/>
                    </a:srgbClr>
                  </a:outerShdw>
                </a:effectLst>
                <a:latin typeface="Kokila" pitchFamily="34" charset="0"/>
                <a:cs typeface="Kokila" pitchFamily="34" charset="0"/>
              </a:rPr>
              <a:t>,</a:t>
            </a:r>
          </a:p>
          <a:p>
            <a:pPr>
              <a:buFont typeface="Wingdings" panose="05000000000000000000" pitchFamily="2" charset="2"/>
              <a:buChar char="§"/>
            </a:pPr>
            <a:r>
              <a:rPr lang="ne-NP" altLang="en-US" dirty="0" smtClean="0">
                <a:effectLst>
                  <a:outerShdw blurRad="38100" dist="38100" dir="2700000" algn="tl">
                    <a:srgbClr val="000000">
                      <a:alpha val="43137"/>
                    </a:srgbClr>
                  </a:outerShdw>
                </a:effectLst>
                <a:latin typeface="Kokila" pitchFamily="34" charset="0"/>
                <a:cs typeface="Kokila" pitchFamily="34" charset="0"/>
              </a:rPr>
              <a:t>फैसला कार्यान्वयन प्रभावकारी </a:t>
            </a:r>
            <a:r>
              <a:rPr lang="ne-NP" altLang="en-US" dirty="0">
                <a:effectLst>
                  <a:outerShdw blurRad="38100" dist="38100" dir="2700000" algn="tl">
                    <a:srgbClr val="000000">
                      <a:alpha val="43137"/>
                    </a:srgbClr>
                  </a:outerShdw>
                </a:effectLst>
                <a:latin typeface="Kokila" pitchFamily="34" charset="0"/>
                <a:cs typeface="Kokila" pitchFamily="34" charset="0"/>
              </a:rPr>
              <a:t>नहुनु</a:t>
            </a:r>
            <a:r>
              <a:rPr lang="ne-NP" altLang="en-US" dirty="0" smtClean="0">
                <a:effectLst>
                  <a:outerShdw blurRad="38100" dist="38100" dir="2700000" algn="tl">
                    <a:srgbClr val="000000">
                      <a:alpha val="43137"/>
                    </a:srgbClr>
                  </a:outerShdw>
                </a:effectLst>
                <a:latin typeface="Kokila" pitchFamily="34" charset="0"/>
                <a:cs typeface="Kokila" pitchFamily="34" charset="0"/>
              </a:rPr>
              <a:t>,</a:t>
            </a:r>
          </a:p>
          <a:p>
            <a:pPr>
              <a:buFont typeface="Wingdings" panose="05000000000000000000" pitchFamily="2" charset="2"/>
              <a:buChar char="§"/>
            </a:pPr>
            <a:r>
              <a:rPr lang="ne-NP" altLang="en-US" dirty="0" smtClean="0">
                <a:effectLst>
                  <a:outerShdw blurRad="38100" dist="38100" dir="2700000" algn="tl">
                    <a:srgbClr val="000000">
                      <a:alpha val="43137"/>
                    </a:srgbClr>
                  </a:outerShdw>
                </a:effectLst>
                <a:latin typeface="Kokila" pitchFamily="34" charset="0"/>
                <a:cs typeface="Kokila" pitchFamily="34" charset="0"/>
              </a:rPr>
              <a:t>न्यायिक काममा आधुनिक सूचना प्रविधिको उचित प्रयोग </a:t>
            </a:r>
            <a:r>
              <a:rPr lang="ne-NP" altLang="en-US" dirty="0">
                <a:effectLst>
                  <a:outerShdw blurRad="38100" dist="38100" dir="2700000" algn="tl">
                    <a:srgbClr val="000000">
                      <a:alpha val="43137"/>
                    </a:srgbClr>
                  </a:outerShdw>
                </a:effectLst>
                <a:latin typeface="Kokila" pitchFamily="34" charset="0"/>
                <a:cs typeface="Kokila" pitchFamily="34" charset="0"/>
              </a:rPr>
              <a:t>नहुनु</a:t>
            </a:r>
            <a:r>
              <a:rPr lang="ne-NP" altLang="en-US" dirty="0" smtClean="0">
                <a:effectLst>
                  <a:outerShdw blurRad="38100" dist="38100" dir="2700000" algn="tl">
                    <a:srgbClr val="000000">
                      <a:alpha val="43137"/>
                    </a:srgbClr>
                  </a:outerShdw>
                </a:effectLst>
                <a:latin typeface="Kokila" pitchFamily="34" charset="0"/>
                <a:cs typeface="Kokila" pitchFamily="34" charset="0"/>
              </a:rPr>
              <a:t>,</a:t>
            </a:r>
          </a:p>
          <a:p>
            <a:pPr>
              <a:buFont typeface="Wingdings" panose="05000000000000000000" pitchFamily="2" charset="2"/>
              <a:buChar char="§"/>
            </a:pPr>
            <a:r>
              <a:rPr lang="ne-NP" altLang="en-US" dirty="0" smtClean="0">
                <a:effectLst>
                  <a:outerShdw blurRad="38100" dist="38100" dir="2700000" algn="tl">
                    <a:srgbClr val="000000">
                      <a:alpha val="43137"/>
                    </a:srgbClr>
                  </a:outerShdw>
                </a:effectLst>
                <a:latin typeface="Kokila" pitchFamily="34" charset="0"/>
                <a:cs typeface="Kokila" pitchFamily="34" charset="0"/>
              </a:rPr>
              <a:t>अदालतमा लैङ्गिक तथा सामाजिक समावेशिकरणको उचित प्रतिनिधित्व </a:t>
            </a:r>
            <a:r>
              <a:rPr lang="ne-NP" altLang="en-US" dirty="0">
                <a:effectLst>
                  <a:outerShdw blurRad="38100" dist="38100" dir="2700000" algn="tl">
                    <a:srgbClr val="000000">
                      <a:alpha val="43137"/>
                    </a:srgbClr>
                  </a:outerShdw>
                </a:effectLst>
                <a:latin typeface="Kokila" pitchFamily="34" charset="0"/>
                <a:cs typeface="Kokila" pitchFamily="34" charset="0"/>
              </a:rPr>
              <a:t>नहुनु</a:t>
            </a:r>
            <a:r>
              <a:rPr lang="ne-NP" altLang="en-US" dirty="0" smtClean="0">
                <a:effectLst>
                  <a:outerShdw blurRad="38100" dist="38100" dir="2700000" algn="tl">
                    <a:srgbClr val="000000">
                      <a:alpha val="43137"/>
                    </a:srgbClr>
                  </a:outerShdw>
                </a:effectLst>
                <a:latin typeface="Kokila" pitchFamily="34" charset="0"/>
                <a:cs typeface="Kokila" pitchFamily="34" charset="0"/>
              </a:rPr>
              <a:t>,</a:t>
            </a:r>
          </a:p>
          <a:p>
            <a:pPr>
              <a:buFont typeface="Wingdings" panose="05000000000000000000" pitchFamily="2" charset="2"/>
              <a:buChar char="§"/>
            </a:pPr>
            <a:r>
              <a:rPr lang="ne-NP" altLang="en-US" dirty="0" smtClean="0">
                <a:effectLst>
                  <a:outerShdw blurRad="38100" dist="38100" dir="2700000" algn="tl">
                    <a:srgbClr val="000000">
                      <a:alpha val="43137"/>
                    </a:srgbClr>
                  </a:outerShdw>
                </a:effectLst>
                <a:latin typeface="Kokila" pitchFamily="34" charset="0"/>
                <a:cs typeface="Kokila" pitchFamily="34" charset="0"/>
              </a:rPr>
              <a:t>पीडित मैत्री न्यायको वातावरणको प्रवर्द्धन हुन नसक्नु </a:t>
            </a:r>
            <a:r>
              <a:rPr lang="ne-NP" altLang="en-US" dirty="0" smtClean="0">
                <a:effectLst>
                  <a:outerShdw blurRad="38100" dist="38100" dir="2700000" algn="tl">
                    <a:srgbClr val="000000">
                      <a:alpha val="43137"/>
                    </a:srgbClr>
                  </a:outerShdw>
                </a:effectLst>
                <a:latin typeface="Kokila" pitchFamily="34" charset="0"/>
                <a:cs typeface="Kokila" pitchFamily="34" charset="0"/>
              </a:rPr>
              <a:t>।</a:t>
            </a:r>
            <a:endParaRPr lang="en-US" altLang="en-US" dirty="0" smtClean="0">
              <a:effectLst>
                <a:outerShdw blurRad="38100" dist="38100" dir="2700000" algn="tl">
                  <a:srgbClr val="000000">
                    <a:alpha val="43137"/>
                  </a:srgbClr>
                </a:outerShdw>
              </a:effectLst>
              <a:latin typeface="Kokila" pitchFamily="34" charset="0"/>
              <a:cs typeface="Kokila" pitchFamily="34" charset="0"/>
            </a:endParaRPr>
          </a:p>
          <a:p>
            <a:pPr>
              <a:buFont typeface="Wingdings" panose="05000000000000000000" pitchFamily="2" charset="2"/>
              <a:buChar char="§"/>
            </a:pPr>
            <a:r>
              <a:rPr lang="ne-NP" altLang="en-US" dirty="0" smtClean="0">
                <a:effectLst>
                  <a:outerShdw blurRad="38100" dist="38100" dir="2700000" algn="tl">
                    <a:srgbClr val="000000">
                      <a:alpha val="43137"/>
                    </a:srgbClr>
                  </a:outerShdw>
                </a:effectLst>
                <a:latin typeface="Kokila" pitchFamily="34" charset="0"/>
                <a:cs typeface="Kokila" pitchFamily="34" charset="0"/>
              </a:rPr>
              <a:t>निष्कर्षमा </a:t>
            </a:r>
            <a:r>
              <a:rPr lang="ne-NP" altLang="en-US" b="1" dirty="0" smtClean="0">
                <a:effectLst>
                  <a:outerShdw blurRad="38100" dist="38100" dir="2700000" algn="tl">
                    <a:srgbClr val="000000">
                      <a:alpha val="43137"/>
                    </a:srgbClr>
                  </a:outerShdw>
                </a:effectLst>
                <a:latin typeface="Kokila" pitchFamily="34" charset="0"/>
                <a:cs typeface="Kokila" pitchFamily="34" charset="0"/>
              </a:rPr>
              <a:t>आर्थिक र प्रणालीगत </a:t>
            </a:r>
            <a:r>
              <a:rPr lang="ne-NP" altLang="en-US" dirty="0" smtClean="0">
                <a:effectLst>
                  <a:outerShdw blurRad="38100" dist="38100" dir="2700000" algn="tl">
                    <a:srgbClr val="000000">
                      <a:alpha val="43137"/>
                    </a:srgbClr>
                  </a:outerShdw>
                </a:effectLst>
                <a:latin typeface="Kokila" pitchFamily="34" charset="0"/>
                <a:cs typeface="Kokila" pitchFamily="34" charset="0"/>
              </a:rPr>
              <a:t>अवरोधहरू</a:t>
            </a:r>
            <a:r>
              <a:rPr lang="ne-NP" altLang="en-US" b="1" dirty="0" smtClean="0">
                <a:effectLst>
                  <a:outerShdw blurRad="38100" dist="38100" dir="2700000" algn="tl">
                    <a:srgbClr val="000000">
                      <a:alpha val="43137"/>
                    </a:srgbClr>
                  </a:outerShdw>
                </a:effectLst>
                <a:latin typeface="Kokila" pitchFamily="34" charset="0"/>
                <a:cs typeface="Kokila" pitchFamily="34" charset="0"/>
              </a:rPr>
              <a:t> </a:t>
            </a:r>
            <a:r>
              <a:rPr lang="ne-NP" altLang="en-US" dirty="0">
                <a:effectLst>
                  <a:outerShdw blurRad="38100" dist="38100" dir="2700000" algn="tl">
                    <a:srgbClr val="000000">
                      <a:alpha val="43137"/>
                    </a:srgbClr>
                  </a:outerShdw>
                </a:effectLst>
                <a:latin typeface="Kokila" pitchFamily="34" charset="0"/>
                <a:cs typeface="Kokila" pitchFamily="34" charset="0"/>
              </a:rPr>
              <a:t>मुख्य  </a:t>
            </a:r>
            <a:r>
              <a:rPr lang="ne-NP" altLang="en-US" dirty="0" smtClean="0">
                <a:effectLst>
                  <a:outerShdw blurRad="38100" dist="38100" dir="2700000" algn="tl">
                    <a:srgbClr val="000000">
                      <a:alpha val="43137"/>
                    </a:srgbClr>
                  </a:outerShdw>
                </a:effectLst>
                <a:latin typeface="Kokila" pitchFamily="34" charset="0"/>
                <a:cs typeface="Kokila" pitchFamily="34" charset="0"/>
              </a:rPr>
              <a:t>हुन </a:t>
            </a:r>
            <a:r>
              <a:rPr lang="ne-NP" altLang="en-US" dirty="0" smtClean="0">
                <a:effectLst>
                  <a:outerShdw blurRad="38100" dist="38100" dir="2700000" algn="tl">
                    <a:srgbClr val="000000">
                      <a:alpha val="43137"/>
                    </a:srgbClr>
                  </a:outerShdw>
                </a:effectLst>
                <a:latin typeface="Kokila" pitchFamily="34" charset="0"/>
                <a:cs typeface="Kokila" pitchFamily="34" charset="0"/>
              </a:rPr>
              <a:t>।</a:t>
            </a:r>
            <a:endParaRPr lang="ne-NP" altLang="en-US" dirty="0" smtClean="0">
              <a:effectLst>
                <a:outerShdw blurRad="38100" dist="38100" dir="2700000" algn="tl">
                  <a:srgbClr val="000000">
                    <a:alpha val="43137"/>
                  </a:srgbClr>
                </a:outerShdw>
              </a:effectLst>
              <a:latin typeface="Kokila" pitchFamily="34" charset="0"/>
              <a:cs typeface="Kokila" pitchFamily="34" charset="0"/>
            </a:endParaRPr>
          </a:p>
        </p:txBody>
      </p:sp>
      <p:sp>
        <p:nvSpPr>
          <p:cNvPr id="4" name="Slide Number Placeholder 3"/>
          <p:cNvSpPr>
            <a:spLocks noGrp="1"/>
          </p:cNvSpPr>
          <p:nvPr>
            <p:ph type="sldNum" sz="quarter" idx="12"/>
          </p:nvPr>
        </p:nvSpPr>
        <p:spPr/>
        <p:txBody>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fld id="{7CC5487A-2F5F-46A5-BFBD-1DCCDF84F3CD}" type="slidenum">
              <a:rPr lang="en-US" altLang="en-US">
                <a:solidFill>
                  <a:srgbClr val="898989"/>
                </a:solidFill>
              </a:rPr>
              <a:pPr eaLnBrk="1" hangingPunct="1"/>
              <a:t>21</a:t>
            </a:fld>
            <a:endParaRPr lang="en-US" altLang="en-US">
              <a:solidFill>
                <a:srgbClr val="898989"/>
              </a:solidFill>
            </a:endParaRPr>
          </a:p>
        </p:txBody>
      </p:sp>
    </p:spTree>
    <p:extLst>
      <p:ext uri="{BB962C8B-B14F-4D97-AF65-F5344CB8AC3E}">
        <p14:creationId xmlns:p14="http://schemas.microsoft.com/office/powerpoint/2010/main" val="266343750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86800" cy="1143000"/>
          </a:xfrm>
          <a:solidFill>
            <a:schemeClr val="accent3">
              <a:lumMod val="20000"/>
              <a:lumOff val="80000"/>
            </a:schemeClr>
          </a:solidFill>
        </p:spPr>
        <p:txBody>
          <a:bodyPr>
            <a:noAutofit/>
          </a:bodyPr>
          <a:lstStyle/>
          <a:p>
            <a:r>
              <a:rPr lang="ne-NP" sz="4800" b="1" dirty="0">
                <a:effectLst>
                  <a:outerShdw blurRad="38100" dist="38100" dir="2700000" algn="tl">
                    <a:srgbClr val="000000">
                      <a:alpha val="43137"/>
                    </a:srgbClr>
                  </a:outerShdw>
                </a:effectLst>
                <a:latin typeface="Kokila" pitchFamily="34" charset="0"/>
                <a:cs typeface="Kokila" pitchFamily="34" charset="0"/>
              </a:rPr>
              <a:t>न्यायमा </a:t>
            </a:r>
            <a:r>
              <a:rPr lang="ne-NP" sz="4800" b="1" dirty="0" smtClean="0">
                <a:effectLst>
                  <a:outerShdw blurRad="38100" dist="38100" dir="2700000" algn="tl">
                    <a:srgbClr val="000000">
                      <a:alpha val="43137"/>
                    </a:srgbClr>
                  </a:outerShdw>
                </a:effectLst>
                <a:latin typeface="Kokila" pitchFamily="34" charset="0"/>
                <a:cs typeface="Kokila" pitchFamily="34" charset="0"/>
              </a:rPr>
              <a:t>पहुँचको लागि कार्य </a:t>
            </a:r>
            <a:r>
              <a:rPr lang="ne-NP" sz="4800" b="1" dirty="0">
                <a:effectLst>
                  <a:outerShdw blurRad="38100" dist="38100" dir="2700000" algn="tl">
                    <a:srgbClr val="000000">
                      <a:alpha val="43137"/>
                    </a:srgbClr>
                  </a:outerShdw>
                </a:effectLst>
                <a:latin typeface="Kokila" pitchFamily="34" charset="0"/>
                <a:cs typeface="Kokila" pitchFamily="34" charset="0"/>
              </a:rPr>
              <a:t>गर्ने दायित्व </a:t>
            </a:r>
            <a:r>
              <a:rPr lang="ne-NP" sz="4800" b="1" dirty="0" smtClean="0">
                <a:effectLst>
                  <a:outerShdw blurRad="38100" dist="38100" dir="2700000" algn="tl">
                    <a:srgbClr val="000000">
                      <a:alpha val="43137"/>
                    </a:srgbClr>
                  </a:outerShdw>
                </a:effectLst>
                <a:latin typeface="Kokila" pitchFamily="34" charset="0"/>
                <a:cs typeface="Kokila" pitchFamily="34" charset="0"/>
              </a:rPr>
              <a:t>कसको</a:t>
            </a:r>
            <a:r>
              <a:rPr lang="ne-NP" sz="4800" b="1" dirty="0" smtClean="0">
                <a:effectLst>
                  <a:outerShdw blurRad="38100" dist="38100" dir="2700000" algn="tl">
                    <a:srgbClr val="000000">
                      <a:alpha val="43137"/>
                    </a:srgbClr>
                  </a:outerShdw>
                </a:effectLst>
                <a:latin typeface="Algerian"/>
                <a:cs typeface="Kokila" pitchFamily="34" charset="0"/>
              </a:rPr>
              <a:t>?</a:t>
            </a:r>
            <a:endParaRPr lang="en-US" sz="4800" b="1" dirty="0">
              <a:effectLst>
                <a:outerShdw blurRad="38100" dist="38100" dir="2700000" algn="tl">
                  <a:srgbClr val="000000">
                    <a:alpha val="43137"/>
                  </a:srgbClr>
                </a:outerShdw>
              </a:effectLst>
              <a:latin typeface="Kokila" pitchFamily="34" charset="0"/>
              <a:cs typeface="Kokila" pitchFamily="34" charset="0"/>
            </a:endParaRPr>
          </a:p>
        </p:txBody>
      </p:sp>
      <p:sp>
        <p:nvSpPr>
          <p:cNvPr id="3" name="Content Placeholder 2"/>
          <p:cNvSpPr>
            <a:spLocks noGrp="1"/>
          </p:cNvSpPr>
          <p:nvPr>
            <p:ph idx="1"/>
          </p:nvPr>
        </p:nvSpPr>
        <p:spPr/>
        <p:txBody>
          <a:bodyPr/>
          <a:lstStyle/>
          <a:p>
            <a:r>
              <a:rPr lang="ne-NP" dirty="0" smtClean="0">
                <a:effectLst>
                  <a:outerShdw blurRad="38100" dist="38100" dir="2700000" algn="tl">
                    <a:srgbClr val="000000">
                      <a:alpha val="43137"/>
                    </a:srgbClr>
                  </a:outerShdw>
                </a:effectLst>
                <a:latin typeface="Kokila" pitchFamily="34" charset="0"/>
                <a:cs typeface="Kokila" pitchFamily="34" charset="0"/>
              </a:rPr>
              <a:t>संघीय कार्यपालिका</a:t>
            </a:r>
          </a:p>
          <a:p>
            <a:r>
              <a:rPr lang="ne-NP" dirty="0" smtClean="0">
                <a:effectLst>
                  <a:outerShdw blurRad="38100" dist="38100" dir="2700000" algn="tl">
                    <a:srgbClr val="000000">
                      <a:alpha val="43137"/>
                    </a:srgbClr>
                  </a:outerShdw>
                </a:effectLst>
                <a:latin typeface="Kokila" pitchFamily="34" charset="0"/>
                <a:cs typeface="Kokila" pitchFamily="34" charset="0"/>
              </a:rPr>
              <a:t>संघीय व्यवस्थापिका</a:t>
            </a:r>
          </a:p>
          <a:p>
            <a:r>
              <a:rPr lang="ne-NP" dirty="0" smtClean="0">
                <a:effectLst>
                  <a:outerShdw blurRad="38100" dist="38100" dir="2700000" algn="tl">
                    <a:srgbClr val="000000">
                      <a:alpha val="43137"/>
                    </a:srgbClr>
                  </a:outerShdw>
                </a:effectLst>
                <a:latin typeface="Kokila" pitchFamily="34" charset="0"/>
                <a:cs typeface="Kokila" pitchFamily="34" charset="0"/>
              </a:rPr>
              <a:t>न्यायपालिका</a:t>
            </a:r>
          </a:p>
          <a:p>
            <a:r>
              <a:rPr lang="ne-NP" dirty="0" smtClean="0">
                <a:effectLst>
                  <a:outerShdw blurRad="38100" dist="38100" dir="2700000" algn="tl">
                    <a:srgbClr val="000000">
                      <a:alpha val="43137"/>
                    </a:srgbClr>
                  </a:outerShdw>
                </a:effectLst>
                <a:latin typeface="Kokila" pitchFamily="34" charset="0"/>
                <a:cs typeface="Kokila" pitchFamily="34" charset="0"/>
              </a:rPr>
              <a:t>सबै तहका सरकार</a:t>
            </a:r>
          </a:p>
          <a:p>
            <a:r>
              <a:rPr lang="ne-NP" dirty="0" smtClean="0">
                <a:effectLst>
                  <a:outerShdw blurRad="38100" dist="38100" dir="2700000" algn="tl">
                    <a:srgbClr val="000000">
                      <a:alpha val="43137"/>
                    </a:srgbClr>
                  </a:outerShdw>
                </a:effectLst>
                <a:latin typeface="Kokila" pitchFamily="34" charset="0"/>
                <a:cs typeface="Kokila" pitchFamily="34" charset="0"/>
              </a:rPr>
              <a:t>नागरिक समाज</a:t>
            </a:r>
          </a:p>
          <a:p>
            <a:r>
              <a:rPr lang="ne-NP" dirty="0" smtClean="0">
                <a:effectLst>
                  <a:outerShdw blurRad="38100" dist="38100" dir="2700000" algn="tl">
                    <a:srgbClr val="000000">
                      <a:alpha val="43137"/>
                    </a:srgbClr>
                  </a:outerShdw>
                </a:effectLst>
                <a:latin typeface="Kokila" pitchFamily="34" charset="0"/>
                <a:cs typeface="Kokila" pitchFamily="34" charset="0"/>
              </a:rPr>
              <a:t>गैरसकारी संस्था</a:t>
            </a:r>
          </a:p>
          <a:p>
            <a:endParaRPr lang="en-US" dirty="0">
              <a:effectLst>
                <a:outerShdw blurRad="38100" dist="38100" dir="2700000" algn="tl">
                  <a:srgbClr val="000000">
                    <a:alpha val="43137"/>
                  </a:srgbClr>
                </a:outerShdw>
              </a:effectLst>
              <a:latin typeface="Kokila" pitchFamily="34" charset="0"/>
              <a:cs typeface="Kokila" pitchFamily="34" charset="0"/>
            </a:endParaRPr>
          </a:p>
        </p:txBody>
      </p:sp>
    </p:spTree>
    <p:extLst>
      <p:ext uri="{BB962C8B-B14F-4D97-AF65-F5344CB8AC3E}">
        <p14:creationId xmlns:p14="http://schemas.microsoft.com/office/powerpoint/2010/main" val="309331996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40000"/>
              <a:lumOff val="60000"/>
            </a:schemeClr>
          </a:solidFill>
        </p:spPr>
        <p:txBody>
          <a:bodyPr>
            <a:normAutofit/>
          </a:bodyPr>
          <a:lstStyle/>
          <a:p>
            <a:r>
              <a:rPr lang="ne-NP" b="1" dirty="0" smtClean="0">
                <a:effectLst>
                  <a:outerShdw blurRad="38100" dist="38100" dir="2700000" algn="tl">
                    <a:srgbClr val="000000">
                      <a:alpha val="43137"/>
                    </a:srgbClr>
                  </a:outerShdw>
                </a:effectLst>
                <a:latin typeface="Kokila" pitchFamily="34" charset="0"/>
                <a:cs typeface="Kokila" pitchFamily="34" charset="0"/>
              </a:rPr>
              <a:t>नेपालमा न्यायमा पहुँच आयोगको स्थापना</a:t>
            </a:r>
            <a:endParaRPr lang="en-US" b="1" dirty="0">
              <a:effectLst>
                <a:outerShdw blurRad="38100" dist="38100" dir="2700000" algn="tl">
                  <a:srgbClr val="000000">
                    <a:alpha val="43137"/>
                  </a:srgbClr>
                </a:outerShdw>
              </a:effectLst>
              <a:latin typeface="Kokila" pitchFamily="34" charset="0"/>
              <a:cs typeface="Kokila" pitchFamily="34" charset="0"/>
            </a:endParaRPr>
          </a:p>
        </p:txBody>
      </p:sp>
      <p:sp>
        <p:nvSpPr>
          <p:cNvPr id="3" name="Content Placeholder 2"/>
          <p:cNvSpPr>
            <a:spLocks noGrp="1"/>
          </p:cNvSpPr>
          <p:nvPr>
            <p:ph idx="1"/>
          </p:nvPr>
        </p:nvSpPr>
        <p:spPr/>
        <p:txBody>
          <a:bodyPr/>
          <a:lstStyle/>
          <a:p>
            <a:r>
              <a:rPr lang="ne-NP" dirty="0" smtClean="0">
                <a:effectLst>
                  <a:outerShdw blurRad="38100" dist="38100" dir="2700000" algn="tl">
                    <a:srgbClr val="000000">
                      <a:alpha val="43137"/>
                    </a:srgbClr>
                  </a:outerShdw>
                </a:effectLst>
                <a:latin typeface="Kokila" pitchFamily="34" charset="0"/>
                <a:cs typeface="Kokila" pitchFamily="34" charset="0"/>
              </a:rPr>
              <a:t>प्रधान न्यायाधीशस्तरीय निर्णयानुसार मिति २०७२।४।१० मा न्यायमा पहुँच आयोगको स्थापना गरिएको ।</a:t>
            </a:r>
          </a:p>
          <a:p>
            <a:r>
              <a:rPr lang="ne-NP" dirty="0" smtClean="0">
                <a:effectLst>
                  <a:outerShdw blurRad="38100" dist="38100" dir="2700000" algn="tl">
                    <a:srgbClr val="000000">
                      <a:alpha val="43137"/>
                    </a:srgbClr>
                  </a:outerShdw>
                </a:effectLst>
                <a:latin typeface="Kokila" pitchFamily="34" charset="0"/>
                <a:cs typeface="Kokila" pitchFamily="34" charset="0"/>
              </a:rPr>
              <a:t>प्रधान न्यायाधीश वा निजले तोकेको सर्वोच्च अदालतका न्यायाधीशको अध्यक्षतामा न्याय र कानून क्षेत्रका १३ जना सरोकारवालाहरूको समितिमा प्रतिनिधित्व हुने व्यवस्था ।</a:t>
            </a:r>
          </a:p>
          <a:p>
            <a:r>
              <a:rPr lang="ne-NP" dirty="0" smtClean="0">
                <a:effectLst>
                  <a:outerShdw blurRad="38100" dist="38100" dir="2700000" algn="tl">
                    <a:srgbClr val="000000">
                      <a:alpha val="43137"/>
                    </a:srgbClr>
                  </a:outerShdw>
                </a:effectLst>
                <a:latin typeface="Kokila" pitchFamily="34" charset="0"/>
                <a:cs typeface="Kokila" pitchFamily="34" charset="0"/>
              </a:rPr>
              <a:t>आयोगलाई माग </a:t>
            </a:r>
            <a:r>
              <a:rPr lang="ne-NP" b="1" dirty="0" smtClean="0">
                <a:effectLst>
                  <a:outerShdw blurRad="38100" dist="38100" dir="2700000" algn="tl">
                    <a:srgbClr val="000000">
                      <a:alpha val="43137"/>
                    </a:srgbClr>
                  </a:outerShdw>
                </a:effectLst>
                <a:latin typeface="Kokila" pitchFamily="34" charset="0"/>
                <a:cs typeface="Kokila" pitchFamily="34" charset="0"/>
              </a:rPr>
              <a:t>पक्ष </a:t>
            </a:r>
            <a:r>
              <a:rPr lang="en-US" b="1" dirty="0">
                <a:effectLst>
                  <a:outerShdw blurRad="38100" dist="38100" dir="2700000" algn="tl">
                    <a:srgbClr val="000000">
                      <a:alpha val="43137"/>
                    </a:srgbClr>
                  </a:outerShdw>
                </a:effectLst>
                <a:latin typeface="Kokila" pitchFamily="34" charset="0"/>
                <a:cs typeface="Kokila" pitchFamily="34" charset="0"/>
              </a:rPr>
              <a:t>(Demand side</a:t>
            </a:r>
            <a:r>
              <a:rPr lang="en-US" b="1" dirty="0">
                <a:latin typeface="Kokila" pitchFamily="34" charset="0"/>
                <a:cs typeface="Kokila" pitchFamily="34" charset="0"/>
              </a:rPr>
              <a:t>)</a:t>
            </a:r>
            <a:r>
              <a:rPr lang="ne-NP" b="1" dirty="0" smtClean="0">
                <a:effectLst>
                  <a:outerShdw blurRad="38100" dist="38100" dir="2700000" algn="tl">
                    <a:srgbClr val="000000">
                      <a:alpha val="43137"/>
                    </a:srgbClr>
                  </a:outerShdw>
                </a:effectLst>
                <a:latin typeface="Kokila" pitchFamily="34" charset="0"/>
                <a:cs typeface="Kokila" pitchFamily="34" charset="0"/>
              </a:rPr>
              <a:t> </a:t>
            </a:r>
            <a:r>
              <a:rPr lang="ne-NP" dirty="0" smtClean="0">
                <a:effectLst>
                  <a:outerShdw blurRad="38100" dist="38100" dir="2700000" algn="tl">
                    <a:srgbClr val="000000">
                      <a:alpha val="43137"/>
                    </a:srgbClr>
                  </a:outerShdw>
                </a:effectLst>
                <a:latin typeface="Kokila" pitchFamily="34" charset="0"/>
                <a:cs typeface="Kokila" pitchFamily="34" charset="0"/>
              </a:rPr>
              <a:t>र  सहयोग पक्ष</a:t>
            </a:r>
            <a:r>
              <a:rPr lang="en-US" b="1" dirty="0">
                <a:solidFill>
                  <a:schemeClr val="tx2"/>
                </a:solidFill>
                <a:effectLst>
                  <a:outerShdw blurRad="38100" dist="38100" dir="2700000" algn="tl">
                    <a:srgbClr val="000000">
                      <a:alpha val="43137"/>
                    </a:srgbClr>
                  </a:outerShdw>
                </a:effectLst>
                <a:latin typeface="Kokila" pitchFamily="34" charset="0"/>
                <a:cs typeface="Kokila" pitchFamily="34" charset="0"/>
              </a:rPr>
              <a:t> (support system)</a:t>
            </a:r>
            <a:r>
              <a:rPr lang="ne-NP" b="1" dirty="0">
                <a:solidFill>
                  <a:schemeClr val="tx2"/>
                </a:solidFill>
                <a:effectLst>
                  <a:outerShdw blurRad="38100" dist="38100" dir="2700000" algn="tl">
                    <a:srgbClr val="000000">
                      <a:alpha val="43137"/>
                    </a:srgbClr>
                  </a:outerShdw>
                </a:effectLst>
                <a:latin typeface="Kokila" pitchFamily="34" charset="0"/>
                <a:cs typeface="Kokila" pitchFamily="34" charset="0"/>
              </a:rPr>
              <a:t> </a:t>
            </a:r>
            <a:r>
              <a:rPr lang="ne-NP" dirty="0" smtClean="0">
                <a:effectLst>
                  <a:outerShdw blurRad="38100" dist="38100" dir="2700000" algn="tl">
                    <a:srgbClr val="000000">
                      <a:alpha val="43137"/>
                    </a:srgbClr>
                  </a:outerShdw>
                </a:effectLst>
                <a:latin typeface="Kokila" pitchFamily="34" charset="0"/>
                <a:cs typeface="Kokila" pitchFamily="34" charset="0"/>
              </a:rPr>
              <a:t>मा कार्य गर्न कार्यादेश प्राप्त छ ।</a:t>
            </a:r>
            <a:endParaRPr lang="en-US" dirty="0">
              <a:effectLst>
                <a:outerShdw blurRad="38100" dist="38100" dir="2700000" algn="tl">
                  <a:srgbClr val="000000">
                    <a:alpha val="43137"/>
                  </a:srgbClr>
                </a:outerShdw>
              </a:effectLst>
              <a:latin typeface="Kokila" pitchFamily="34" charset="0"/>
              <a:cs typeface="Kokila" pitchFamily="34" charset="0"/>
            </a:endParaRPr>
          </a:p>
        </p:txBody>
      </p:sp>
    </p:spTree>
    <p:extLst>
      <p:ext uri="{BB962C8B-B14F-4D97-AF65-F5344CB8AC3E}">
        <p14:creationId xmlns:p14="http://schemas.microsoft.com/office/powerpoint/2010/main" val="92158882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solidFill>
        </p:spPr>
        <p:txBody>
          <a:bodyPr>
            <a:normAutofit/>
          </a:bodyPr>
          <a:lstStyle/>
          <a:p>
            <a:r>
              <a:rPr lang="ne-NP" sz="3200" b="1" dirty="0" smtClean="0">
                <a:effectLst>
                  <a:outerShdw blurRad="38100" dist="38100" dir="2700000" algn="tl">
                    <a:srgbClr val="000000">
                      <a:alpha val="43137"/>
                    </a:srgbClr>
                  </a:outerShdw>
                </a:effectLst>
                <a:cs typeface="Kalimati" pitchFamily="2"/>
              </a:rPr>
              <a:t>न्यायमा पहुँच आयोगलाई प्राप्‍त कार्यादेशहरू</a:t>
            </a:r>
            <a:endParaRPr lang="ne-NP" sz="3200" b="1" dirty="0">
              <a:effectLst>
                <a:outerShdw blurRad="38100" dist="38100" dir="2700000" algn="tl">
                  <a:srgbClr val="000000">
                    <a:alpha val="43137"/>
                  </a:srgbClr>
                </a:outerShdw>
              </a:effectLst>
              <a:cs typeface="Kalimati" pitchFamily="2"/>
            </a:endParaRPr>
          </a:p>
        </p:txBody>
      </p:sp>
      <p:sp>
        <p:nvSpPr>
          <p:cNvPr id="3" name="Content Placeholder 2"/>
          <p:cNvSpPr>
            <a:spLocks noGrp="1"/>
          </p:cNvSpPr>
          <p:nvPr>
            <p:ph idx="1"/>
          </p:nvPr>
        </p:nvSpPr>
        <p:spPr>
          <a:noFill/>
          <a:ln>
            <a:solidFill>
              <a:schemeClr val="accent1"/>
            </a:solidFill>
          </a:ln>
        </p:spPr>
        <p:txBody>
          <a:bodyPr>
            <a:normAutofit lnSpcReduction="10000"/>
          </a:bodyPr>
          <a:lstStyle/>
          <a:p>
            <a:pPr algn="just">
              <a:spcBef>
                <a:spcPts val="1800"/>
              </a:spcBef>
              <a:spcAft>
                <a:spcPts val="1200"/>
              </a:spcAft>
            </a:pPr>
            <a:r>
              <a:rPr lang="ne-NP" dirty="0" smtClean="0">
                <a:effectLst>
                  <a:outerShdw blurRad="38100" dist="38100" dir="2700000" algn="tl">
                    <a:srgbClr val="000000">
                      <a:alpha val="43137"/>
                    </a:srgbClr>
                  </a:outerShdw>
                </a:effectLst>
                <a:latin typeface="Kokila" pitchFamily="34" charset="0"/>
                <a:cs typeface="Kokila" pitchFamily="34" charset="0"/>
              </a:rPr>
              <a:t>महिला</a:t>
            </a:r>
            <a:r>
              <a:rPr lang="en-US" dirty="0" smtClean="0">
                <a:effectLst>
                  <a:outerShdw blurRad="38100" dist="38100" dir="2700000" algn="tl">
                    <a:srgbClr val="000000">
                      <a:alpha val="43137"/>
                    </a:srgbClr>
                  </a:outerShdw>
                </a:effectLst>
                <a:latin typeface="Kokila" pitchFamily="34" charset="0"/>
                <a:cs typeface="Kokila" pitchFamily="34" charset="0"/>
              </a:rPr>
              <a:t>, </a:t>
            </a:r>
            <a:r>
              <a:rPr lang="ne-NP" dirty="0" smtClean="0">
                <a:effectLst>
                  <a:outerShdw blurRad="38100" dist="38100" dir="2700000" algn="tl">
                    <a:srgbClr val="000000">
                      <a:alpha val="43137"/>
                    </a:srgbClr>
                  </a:outerShdw>
                </a:effectLst>
                <a:latin typeface="Kokila" pitchFamily="34" charset="0"/>
                <a:cs typeface="Kokila" pitchFamily="34" charset="0"/>
              </a:rPr>
              <a:t>विपन्‍न</a:t>
            </a:r>
            <a:r>
              <a:rPr lang="en-US" dirty="0" smtClean="0">
                <a:effectLst>
                  <a:outerShdw blurRad="38100" dist="38100" dir="2700000" algn="tl">
                    <a:srgbClr val="000000">
                      <a:alpha val="43137"/>
                    </a:srgbClr>
                  </a:outerShdw>
                </a:effectLst>
                <a:latin typeface="Kokila" pitchFamily="34" charset="0"/>
                <a:cs typeface="Kokila" pitchFamily="34" charset="0"/>
              </a:rPr>
              <a:t>,</a:t>
            </a:r>
            <a:r>
              <a:rPr lang="ne-NP" dirty="0" smtClean="0">
                <a:effectLst>
                  <a:outerShdw blurRad="38100" dist="38100" dir="2700000" algn="tl">
                    <a:srgbClr val="000000">
                      <a:alpha val="43137"/>
                    </a:srgbClr>
                  </a:outerShdw>
                </a:effectLst>
                <a:latin typeface="Kokila" pitchFamily="34" charset="0"/>
                <a:cs typeface="Kokila" pitchFamily="34" charset="0"/>
              </a:rPr>
              <a:t> असहाय र असक्षम वर्गका व्यक्तिहरूलाई समाजको समान सदस्यको रूपमा तिनीहरूलाई प्राप्त हक अधिकारका बारेमा सचेतना कार्यक्रम संचालन गर्ने,</a:t>
            </a:r>
            <a:r>
              <a:rPr lang="en-US" dirty="0" smtClean="0">
                <a:effectLst>
                  <a:outerShdw blurRad="38100" dist="38100" dir="2700000" algn="tl">
                    <a:srgbClr val="000000">
                      <a:alpha val="43137"/>
                    </a:srgbClr>
                  </a:outerShdw>
                </a:effectLst>
                <a:latin typeface="Anuradha" pitchFamily="34" charset="0"/>
                <a:cs typeface="Times New Roman" pitchFamily="18" charset="0"/>
              </a:rPr>
              <a:t> </a:t>
            </a:r>
          </a:p>
          <a:p>
            <a:pPr algn="just">
              <a:spcBef>
                <a:spcPts val="1800"/>
              </a:spcBef>
              <a:spcAft>
                <a:spcPts val="1200"/>
              </a:spcAft>
            </a:pPr>
            <a:r>
              <a:rPr lang="ne-NP" dirty="0" smtClean="0">
                <a:effectLst>
                  <a:outerShdw blurRad="38100" dist="38100" dir="2700000" algn="tl">
                    <a:srgbClr val="000000">
                      <a:alpha val="43137"/>
                    </a:srgbClr>
                  </a:outerShdw>
                </a:effectLst>
                <a:latin typeface="Kokila" pitchFamily="34" charset="0"/>
                <a:cs typeface="Kokila" pitchFamily="34" charset="0"/>
              </a:rPr>
              <a:t>व्यक्तिले कानूनी हक अधिकारहरूको उपभोग गर्ने र न्यायिक उपचार प्रदान गर्ने संयन्त्रहरूको क्षमता अभिबृद्धिका लागि </a:t>
            </a:r>
            <a:r>
              <a:rPr lang="ne-NP" b="1" dirty="0" smtClean="0">
                <a:solidFill>
                  <a:schemeClr val="tx2"/>
                </a:solidFill>
                <a:effectLst>
                  <a:outerShdw blurRad="38100" dist="38100" dir="2700000" algn="tl">
                    <a:srgbClr val="000000">
                      <a:alpha val="43137"/>
                    </a:srgbClr>
                  </a:outerShdw>
                </a:effectLst>
                <a:latin typeface="Kokila" pitchFamily="34" charset="0"/>
                <a:cs typeface="Kokila" pitchFamily="34" charset="0"/>
              </a:rPr>
              <a:t>रणनीति</a:t>
            </a:r>
            <a:r>
              <a:rPr lang="ne-NP" dirty="0" smtClean="0">
                <a:effectLst>
                  <a:outerShdw blurRad="38100" dist="38100" dir="2700000" algn="tl">
                    <a:srgbClr val="000000">
                      <a:alpha val="43137"/>
                    </a:srgbClr>
                  </a:outerShdw>
                </a:effectLst>
                <a:latin typeface="Kokila" pitchFamily="34" charset="0"/>
                <a:cs typeface="Kokila" pitchFamily="34" charset="0"/>
              </a:rPr>
              <a:t> तय गरी कार्यान्वयन गर्ने</a:t>
            </a:r>
            <a:r>
              <a:rPr lang="en-US" dirty="0" smtClean="0">
                <a:effectLst>
                  <a:outerShdw blurRad="38100" dist="38100" dir="2700000" algn="tl">
                    <a:srgbClr val="000000">
                      <a:alpha val="43137"/>
                    </a:srgbClr>
                  </a:outerShdw>
                </a:effectLst>
                <a:latin typeface="Kokila" pitchFamily="34" charset="0"/>
                <a:cs typeface="Kokila" pitchFamily="34" charset="0"/>
              </a:rPr>
              <a:t> </a:t>
            </a:r>
            <a:r>
              <a:rPr lang="ne-NP" dirty="0" smtClean="0">
                <a:effectLst>
                  <a:outerShdw blurRad="38100" dist="38100" dir="2700000" algn="tl">
                    <a:srgbClr val="000000">
                      <a:alpha val="43137"/>
                    </a:srgbClr>
                  </a:outerShdw>
                </a:effectLst>
                <a:latin typeface="Kokila" pitchFamily="34" charset="0"/>
                <a:cs typeface="Kokila" pitchFamily="34" charset="0"/>
              </a:rPr>
              <a:t>।</a:t>
            </a:r>
            <a:endParaRPr lang="en-US" dirty="0" smtClean="0">
              <a:effectLst>
                <a:outerShdw blurRad="38100" dist="38100" dir="2700000" algn="tl">
                  <a:srgbClr val="000000">
                    <a:alpha val="43137"/>
                  </a:srgbClr>
                </a:outerShdw>
              </a:effectLst>
              <a:latin typeface="Kokila" pitchFamily="34" charset="0"/>
              <a:cs typeface="Kokila" pitchFamily="34" charset="0"/>
            </a:endParaRPr>
          </a:p>
          <a:p>
            <a:pPr algn="just">
              <a:spcBef>
                <a:spcPts val="1800"/>
              </a:spcBef>
              <a:spcAft>
                <a:spcPts val="1200"/>
              </a:spcAft>
            </a:pPr>
            <a:r>
              <a:rPr lang="ne-NP" dirty="0" smtClean="0">
                <a:effectLst>
                  <a:outerShdw blurRad="38100" dist="38100" dir="2700000" algn="tl">
                    <a:srgbClr val="000000">
                      <a:alpha val="43137"/>
                    </a:srgbClr>
                  </a:outerShdw>
                </a:effectLst>
                <a:latin typeface="Kokila" pitchFamily="34" charset="0"/>
                <a:cs typeface="Kokila" pitchFamily="34" charset="0"/>
              </a:rPr>
              <a:t>न्यायमा पहुँच सुनिश्‍चितताका लागि प्रभावकारी </a:t>
            </a:r>
            <a:r>
              <a:rPr lang="ne-NP" b="1" dirty="0" smtClean="0">
                <a:solidFill>
                  <a:schemeClr val="tx2"/>
                </a:solidFill>
                <a:effectLst>
                  <a:outerShdw blurRad="38100" dist="38100" dir="2700000" algn="tl">
                    <a:srgbClr val="000000">
                      <a:alpha val="43137"/>
                    </a:srgbClr>
                  </a:outerShdw>
                </a:effectLst>
                <a:latin typeface="Kokila" pitchFamily="34" charset="0"/>
                <a:cs typeface="Kokila" pitchFamily="34" charset="0"/>
              </a:rPr>
              <a:t>सहयोग प्रणाली </a:t>
            </a:r>
            <a:r>
              <a:rPr lang="en-US" b="1" dirty="0" smtClean="0">
                <a:solidFill>
                  <a:schemeClr val="tx2"/>
                </a:solidFill>
                <a:effectLst>
                  <a:outerShdw blurRad="38100" dist="38100" dir="2700000" algn="tl">
                    <a:srgbClr val="000000">
                      <a:alpha val="43137"/>
                    </a:srgbClr>
                  </a:outerShdw>
                </a:effectLst>
                <a:latin typeface="Kokila" pitchFamily="34" charset="0"/>
                <a:cs typeface="Kokila" pitchFamily="34" charset="0"/>
              </a:rPr>
              <a:t>(support system)</a:t>
            </a:r>
            <a:r>
              <a:rPr lang="ne-NP" b="1" dirty="0" smtClean="0">
                <a:solidFill>
                  <a:schemeClr val="tx2"/>
                </a:solidFill>
                <a:effectLst>
                  <a:outerShdw blurRad="38100" dist="38100" dir="2700000" algn="tl">
                    <a:srgbClr val="000000">
                      <a:alpha val="43137"/>
                    </a:srgbClr>
                  </a:outerShdw>
                </a:effectLst>
                <a:latin typeface="Kokila" pitchFamily="34" charset="0"/>
                <a:cs typeface="Kokila" pitchFamily="34" charset="0"/>
              </a:rPr>
              <a:t> </a:t>
            </a:r>
            <a:r>
              <a:rPr lang="ne-NP" dirty="0" smtClean="0">
                <a:effectLst>
                  <a:outerShdw blurRad="38100" dist="38100" dir="2700000" algn="tl">
                    <a:srgbClr val="000000">
                      <a:alpha val="43137"/>
                    </a:srgbClr>
                  </a:outerShdw>
                </a:effectLst>
                <a:latin typeface="Kokila" pitchFamily="34" charset="0"/>
                <a:cs typeface="Kokila" pitchFamily="34" charset="0"/>
              </a:rPr>
              <a:t>को विकास गर्ने</a:t>
            </a:r>
            <a:r>
              <a:rPr lang="en-US" dirty="0" smtClean="0">
                <a:effectLst>
                  <a:outerShdw blurRad="38100" dist="38100" dir="2700000" algn="tl">
                    <a:srgbClr val="000000">
                      <a:alpha val="43137"/>
                    </a:srgbClr>
                  </a:outerShdw>
                </a:effectLst>
                <a:latin typeface="Kokila" pitchFamily="34" charset="0"/>
                <a:cs typeface="Kokila" pitchFamily="34" charset="0"/>
              </a:rPr>
              <a:t> </a:t>
            </a:r>
            <a:r>
              <a:rPr lang="ne-NP" dirty="0" smtClean="0">
                <a:effectLst>
                  <a:outerShdw blurRad="38100" dist="38100" dir="2700000" algn="tl">
                    <a:srgbClr val="000000">
                      <a:alpha val="43137"/>
                    </a:srgbClr>
                  </a:outerShdw>
                </a:effectLst>
                <a:latin typeface="Kokila" pitchFamily="34" charset="0"/>
                <a:cs typeface="Kokila" pitchFamily="34" charset="0"/>
              </a:rPr>
              <a:t>।</a:t>
            </a:r>
            <a:endParaRPr lang="en-US" dirty="0" smtClean="0">
              <a:effectLst>
                <a:outerShdw blurRad="38100" dist="38100" dir="2700000" algn="tl">
                  <a:srgbClr val="000000">
                    <a:alpha val="43137"/>
                  </a:srgbClr>
                </a:outerShdw>
              </a:effectLst>
              <a:latin typeface="Kokila" pitchFamily="34" charset="0"/>
              <a:cs typeface="Kokila" pitchFamily="34" charset="0"/>
            </a:endParaRPr>
          </a:p>
          <a:p>
            <a:pPr>
              <a:spcAft>
                <a:spcPts val="3000"/>
              </a:spcAft>
            </a:pPr>
            <a:endParaRPr lang="ne-NP" sz="2800" dirty="0" smtClean="0">
              <a:cs typeface="Kalimati" pitchFamily="2"/>
            </a:endParaRPr>
          </a:p>
        </p:txBody>
      </p:sp>
      <p:sp>
        <p:nvSpPr>
          <p:cNvPr id="4" name="Slide Number Placeholder 3"/>
          <p:cNvSpPr>
            <a:spLocks noGrp="1"/>
          </p:cNvSpPr>
          <p:nvPr>
            <p:ph type="sldNum" sz="quarter" idx="12"/>
          </p:nvPr>
        </p:nvSpPr>
        <p:spPr/>
        <p:txBody>
          <a:bodyPr/>
          <a:lstStyle/>
          <a:p>
            <a:fld id="{2CC92EC1-3E62-4AF8-B369-3BD544824CFD}" type="slidenum">
              <a:rPr lang="ne-NP" smtClean="0"/>
              <a:pPr/>
              <a:t>24</a:t>
            </a:fld>
            <a:endParaRPr lang="ne-NP"/>
          </a:p>
        </p:txBody>
      </p:sp>
    </p:spTree>
    <p:extLst>
      <p:ext uri="{BB962C8B-B14F-4D97-AF65-F5344CB8AC3E}">
        <p14:creationId xmlns:p14="http://schemas.microsoft.com/office/powerpoint/2010/main" val="1082764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slide(fromBottom)">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slide(fromBottom)">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slide(fromBottom)">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slide(fromBottom)">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solidFill>
        </p:spPr>
        <p:txBody>
          <a:bodyPr>
            <a:normAutofit/>
          </a:bodyPr>
          <a:lstStyle/>
          <a:p>
            <a:r>
              <a:rPr lang="ne-NP" sz="3200" b="1" dirty="0" smtClean="0">
                <a:effectLst>
                  <a:outerShdw blurRad="38100" dist="38100" dir="2700000" algn="tl">
                    <a:srgbClr val="000000">
                      <a:alpha val="43137"/>
                    </a:srgbClr>
                  </a:outerShdw>
                </a:effectLst>
                <a:cs typeface="Kalimati" pitchFamily="2"/>
              </a:rPr>
              <a:t>न्यायमा पहुँच आयोगलाई प्राप्‍त कार्यादेशहरू</a:t>
            </a:r>
            <a:r>
              <a:rPr lang="en-US" sz="3200" b="1" dirty="0" smtClean="0">
                <a:effectLst>
                  <a:outerShdw blurRad="38100" dist="38100" dir="2700000" algn="tl">
                    <a:srgbClr val="000000">
                      <a:alpha val="43137"/>
                    </a:srgbClr>
                  </a:outerShdw>
                </a:effectLst>
                <a:cs typeface="Kalimati" pitchFamily="2"/>
              </a:rPr>
              <a:t>...</a:t>
            </a:r>
            <a:endParaRPr lang="ne-NP" sz="3200" b="1" dirty="0">
              <a:effectLst>
                <a:outerShdw blurRad="38100" dist="38100" dir="2700000" algn="tl">
                  <a:srgbClr val="000000">
                    <a:alpha val="43137"/>
                  </a:srgbClr>
                </a:outerShdw>
              </a:effectLst>
              <a:cs typeface="Kalimati" pitchFamily="2"/>
            </a:endParaRPr>
          </a:p>
        </p:txBody>
      </p:sp>
      <p:sp>
        <p:nvSpPr>
          <p:cNvPr id="3" name="Content Placeholder 2"/>
          <p:cNvSpPr>
            <a:spLocks noGrp="1"/>
          </p:cNvSpPr>
          <p:nvPr>
            <p:ph idx="1"/>
          </p:nvPr>
        </p:nvSpPr>
        <p:spPr>
          <a:noFill/>
          <a:ln>
            <a:solidFill>
              <a:schemeClr val="accent1"/>
            </a:solidFill>
          </a:ln>
        </p:spPr>
        <p:txBody>
          <a:bodyPr>
            <a:normAutofit/>
          </a:bodyPr>
          <a:lstStyle/>
          <a:p>
            <a:pPr algn="just">
              <a:spcBef>
                <a:spcPts val="1200"/>
              </a:spcBef>
              <a:spcAft>
                <a:spcPts val="1200"/>
              </a:spcAft>
            </a:pPr>
            <a:r>
              <a:rPr lang="ne-NP" dirty="0" smtClean="0">
                <a:effectLst>
                  <a:outerShdw blurRad="38100" dist="38100" dir="2700000" algn="tl">
                    <a:srgbClr val="000000">
                      <a:alpha val="43137"/>
                    </a:srgbClr>
                  </a:outerShdw>
                </a:effectLst>
                <a:latin typeface="Kokila" pitchFamily="34" charset="0"/>
                <a:cs typeface="Kokila" pitchFamily="34" charset="0"/>
              </a:rPr>
              <a:t>न्यायको पहुँचमा  रहेका </a:t>
            </a:r>
            <a:r>
              <a:rPr lang="ne-NP" b="1" dirty="0" smtClean="0">
                <a:solidFill>
                  <a:schemeClr val="tx2"/>
                </a:solidFill>
                <a:effectLst>
                  <a:outerShdw blurRad="38100" dist="38100" dir="2700000" algn="tl">
                    <a:srgbClr val="000000">
                      <a:alpha val="43137"/>
                    </a:srgbClr>
                  </a:outerShdw>
                </a:effectLst>
                <a:latin typeface="Kokila" pitchFamily="34" charset="0"/>
                <a:cs typeface="Kokila" pitchFamily="34" charset="0"/>
              </a:rPr>
              <a:t>अवरोध तत्वहरू पहिचान </a:t>
            </a:r>
            <a:r>
              <a:rPr lang="ne-NP" dirty="0" smtClean="0">
                <a:effectLst>
                  <a:outerShdw blurRad="38100" dist="38100" dir="2700000" algn="tl">
                    <a:srgbClr val="000000">
                      <a:alpha val="43137"/>
                    </a:srgbClr>
                  </a:outerShdw>
                </a:effectLst>
                <a:latin typeface="Kokila" pitchFamily="34" charset="0"/>
                <a:cs typeface="Kokila" pitchFamily="34" charset="0"/>
              </a:rPr>
              <a:t>गरी सोको न्यूनीकरणका लागि आवश्यक उपायहरू अवलम्बन गर्ने गराउने</a:t>
            </a:r>
            <a:r>
              <a:rPr lang="en-US" dirty="0" smtClean="0">
                <a:effectLst>
                  <a:outerShdw blurRad="38100" dist="38100" dir="2700000" algn="tl">
                    <a:srgbClr val="000000">
                      <a:alpha val="43137"/>
                    </a:srgbClr>
                  </a:outerShdw>
                </a:effectLst>
                <a:latin typeface="Kokila" pitchFamily="34" charset="0"/>
                <a:cs typeface="Kokila" pitchFamily="34" charset="0"/>
              </a:rPr>
              <a:t> </a:t>
            </a:r>
            <a:r>
              <a:rPr lang="ne-NP" dirty="0" smtClean="0">
                <a:effectLst>
                  <a:outerShdw blurRad="38100" dist="38100" dir="2700000" algn="tl">
                    <a:srgbClr val="000000">
                      <a:alpha val="43137"/>
                    </a:srgbClr>
                  </a:outerShdw>
                </a:effectLst>
                <a:latin typeface="Kokila" pitchFamily="34" charset="0"/>
                <a:cs typeface="Kokila" pitchFamily="34" charset="0"/>
              </a:rPr>
              <a:t>।</a:t>
            </a:r>
            <a:endParaRPr lang="en-US" dirty="0" smtClean="0">
              <a:effectLst>
                <a:outerShdw blurRad="38100" dist="38100" dir="2700000" algn="tl">
                  <a:srgbClr val="000000">
                    <a:alpha val="43137"/>
                  </a:srgbClr>
                </a:outerShdw>
              </a:effectLst>
              <a:latin typeface="Kokila" pitchFamily="34" charset="0"/>
              <a:cs typeface="Kokila" pitchFamily="34" charset="0"/>
            </a:endParaRPr>
          </a:p>
          <a:p>
            <a:pPr algn="just">
              <a:spcBef>
                <a:spcPts val="1200"/>
              </a:spcBef>
              <a:spcAft>
                <a:spcPts val="1200"/>
              </a:spcAft>
            </a:pPr>
            <a:r>
              <a:rPr lang="ne-NP" dirty="0" smtClean="0">
                <a:effectLst>
                  <a:outerShdw blurRad="38100" dist="38100" dir="2700000" algn="tl">
                    <a:srgbClr val="000000">
                      <a:alpha val="43137"/>
                    </a:srgbClr>
                  </a:outerShdw>
                </a:effectLst>
                <a:latin typeface="Kokila" pitchFamily="34" charset="0"/>
                <a:cs typeface="Kokila" pitchFamily="34" charset="0"/>
              </a:rPr>
              <a:t>महिला</a:t>
            </a:r>
            <a:r>
              <a:rPr lang="en-US" dirty="0" smtClean="0">
                <a:effectLst>
                  <a:outerShdw blurRad="38100" dist="38100" dir="2700000" algn="tl">
                    <a:srgbClr val="000000">
                      <a:alpha val="43137"/>
                    </a:srgbClr>
                  </a:outerShdw>
                </a:effectLst>
                <a:latin typeface="Kokila" pitchFamily="34" charset="0"/>
                <a:cs typeface="Kokila" pitchFamily="34" charset="0"/>
              </a:rPr>
              <a:t>,</a:t>
            </a:r>
            <a:r>
              <a:rPr lang="ne-NP" dirty="0" smtClean="0">
                <a:effectLst>
                  <a:outerShdw blurRad="38100" dist="38100" dir="2700000" algn="tl">
                    <a:srgbClr val="000000">
                      <a:alpha val="43137"/>
                    </a:srgbClr>
                  </a:outerShdw>
                </a:effectLst>
                <a:latin typeface="Kokila" pitchFamily="34" charset="0"/>
                <a:cs typeface="Kokila" pitchFamily="34" charset="0"/>
              </a:rPr>
              <a:t> विपन्‍न असहाय र असक्षम वर्गका व्यक्तिहरूको कानूनी आवश्यकताहरूको पहिचान गरी न्यायमा पहुँच अभिबृद्धिका लागि चाल्नुपर्ने </a:t>
            </a:r>
            <a:r>
              <a:rPr lang="ne-NP" b="1" dirty="0" smtClean="0">
                <a:solidFill>
                  <a:schemeClr val="tx2"/>
                </a:solidFill>
                <a:effectLst>
                  <a:outerShdw blurRad="38100" dist="38100" dir="2700000" algn="tl">
                    <a:srgbClr val="000000">
                      <a:alpha val="43137"/>
                    </a:srgbClr>
                  </a:outerShdw>
                </a:effectLst>
                <a:latin typeface="Kokila" pitchFamily="34" charset="0"/>
                <a:cs typeface="Kokila" pitchFamily="34" charset="0"/>
              </a:rPr>
              <a:t>नीतिगत परिवर्तनका सम्बन्धमा</a:t>
            </a:r>
            <a:r>
              <a:rPr lang="ne-NP" dirty="0" smtClean="0">
                <a:effectLst>
                  <a:outerShdw blurRad="38100" dist="38100" dir="2700000" algn="tl">
                    <a:srgbClr val="000000">
                      <a:alpha val="43137"/>
                    </a:srgbClr>
                  </a:outerShdw>
                </a:effectLst>
                <a:latin typeface="Kokila" pitchFamily="34" charset="0"/>
                <a:cs typeface="Kokila" pitchFamily="34" charset="0"/>
              </a:rPr>
              <a:t> </a:t>
            </a:r>
            <a:r>
              <a:rPr lang="ne-NP" b="1" dirty="0" smtClean="0">
                <a:solidFill>
                  <a:schemeClr val="tx2"/>
                </a:solidFill>
                <a:effectLst>
                  <a:outerShdw blurRad="38100" dist="38100" dir="2700000" algn="tl">
                    <a:srgbClr val="000000">
                      <a:alpha val="43137"/>
                    </a:srgbClr>
                  </a:outerShdw>
                </a:effectLst>
                <a:latin typeface="Kokila" pitchFamily="34" charset="0"/>
                <a:cs typeface="Kokila" pitchFamily="34" charset="0"/>
              </a:rPr>
              <a:t>सुझाव </a:t>
            </a:r>
            <a:r>
              <a:rPr lang="ne-NP" dirty="0" smtClean="0">
                <a:effectLst>
                  <a:outerShdw blurRad="38100" dist="38100" dir="2700000" algn="tl">
                    <a:srgbClr val="000000">
                      <a:alpha val="43137"/>
                    </a:srgbClr>
                  </a:outerShdw>
                </a:effectLst>
                <a:latin typeface="Kokila" pitchFamily="34" charset="0"/>
                <a:cs typeface="Kokila" pitchFamily="34" charset="0"/>
              </a:rPr>
              <a:t>दिने</a:t>
            </a:r>
            <a:r>
              <a:rPr lang="en-US" dirty="0" smtClean="0">
                <a:effectLst>
                  <a:outerShdw blurRad="38100" dist="38100" dir="2700000" algn="tl">
                    <a:srgbClr val="000000">
                      <a:alpha val="43137"/>
                    </a:srgbClr>
                  </a:outerShdw>
                </a:effectLst>
                <a:latin typeface="Kokila" pitchFamily="34" charset="0"/>
                <a:cs typeface="Kokila" pitchFamily="34" charset="0"/>
              </a:rPr>
              <a:t> </a:t>
            </a:r>
            <a:r>
              <a:rPr lang="ne-NP" dirty="0" smtClean="0">
                <a:effectLst>
                  <a:outerShdw blurRad="38100" dist="38100" dir="2700000" algn="tl">
                    <a:srgbClr val="000000">
                      <a:alpha val="43137"/>
                    </a:srgbClr>
                  </a:outerShdw>
                </a:effectLst>
                <a:latin typeface="Kokila" pitchFamily="34" charset="0"/>
                <a:cs typeface="Kokila" pitchFamily="34" charset="0"/>
              </a:rPr>
              <a:t>।</a:t>
            </a:r>
            <a:endParaRPr lang="en-US" dirty="0" smtClean="0">
              <a:effectLst>
                <a:outerShdw blurRad="38100" dist="38100" dir="2700000" algn="tl">
                  <a:srgbClr val="000000">
                    <a:alpha val="43137"/>
                  </a:srgbClr>
                </a:outerShdw>
              </a:effectLst>
              <a:latin typeface="Kokila" pitchFamily="34" charset="0"/>
              <a:cs typeface="Kokila" pitchFamily="34" charset="0"/>
            </a:endParaRPr>
          </a:p>
          <a:p>
            <a:pPr algn="just">
              <a:spcBef>
                <a:spcPts val="1200"/>
              </a:spcBef>
              <a:spcAft>
                <a:spcPts val="1200"/>
              </a:spcAft>
            </a:pPr>
            <a:r>
              <a:rPr lang="ne-NP" dirty="0" smtClean="0">
                <a:effectLst>
                  <a:outerShdw blurRad="38100" dist="38100" dir="2700000" algn="tl">
                    <a:srgbClr val="000000">
                      <a:alpha val="43137"/>
                    </a:srgbClr>
                  </a:outerShdw>
                </a:effectLst>
                <a:latin typeface="Kokila" pitchFamily="34" charset="0"/>
                <a:cs typeface="Kokila" pitchFamily="34" charset="0"/>
              </a:rPr>
              <a:t>न्यायमा पहुँच अभिबृद्धि गर्ने सिलसिलामा कार्यरत विभिन्‍न </a:t>
            </a:r>
            <a:r>
              <a:rPr lang="ne-NP" b="1" dirty="0" smtClean="0">
                <a:solidFill>
                  <a:schemeClr val="tx2"/>
                </a:solidFill>
                <a:effectLst>
                  <a:outerShdw blurRad="38100" dist="38100" dir="2700000" algn="tl">
                    <a:srgbClr val="000000">
                      <a:alpha val="43137"/>
                    </a:srgbClr>
                  </a:outerShdw>
                </a:effectLst>
                <a:latin typeface="Kokila" pitchFamily="34" charset="0"/>
                <a:cs typeface="Kokila" pitchFamily="34" charset="0"/>
              </a:rPr>
              <a:t>संघ सँस्थाहरूसँग समन्वय</a:t>
            </a:r>
            <a:r>
              <a:rPr lang="ne-NP" dirty="0" smtClean="0">
                <a:effectLst>
                  <a:outerShdw blurRad="38100" dist="38100" dir="2700000" algn="tl">
                    <a:srgbClr val="000000">
                      <a:alpha val="43137"/>
                    </a:srgbClr>
                  </a:outerShdw>
                </a:effectLst>
                <a:latin typeface="Kokila" pitchFamily="34" charset="0"/>
                <a:cs typeface="Kokila" pitchFamily="34" charset="0"/>
              </a:rPr>
              <a:t> गर्ने</a:t>
            </a:r>
            <a:r>
              <a:rPr lang="en-US" dirty="0" smtClean="0">
                <a:effectLst>
                  <a:outerShdw blurRad="38100" dist="38100" dir="2700000" algn="tl">
                    <a:srgbClr val="000000">
                      <a:alpha val="43137"/>
                    </a:srgbClr>
                  </a:outerShdw>
                </a:effectLst>
                <a:latin typeface="Kokila" pitchFamily="34" charset="0"/>
                <a:cs typeface="Kokila" pitchFamily="34" charset="0"/>
              </a:rPr>
              <a:t> </a:t>
            </a:r>
            <a:r>
              <a:rPr lang="ne-NP" dirty="0" smtClean="0">
                <a:effectLst>
                  <a:outerShdw blurRad="38100" dist="38100" dir="2700000" algn="tl">
                    <a:srgbClr val="000000">
                      <a:alpha val="43137"/>
                    </a:srgbClr>
                  </a:outerShdw>
                </a:effectLst>
                <a:latin typeface="Kokila" pitchFamily="34" charset="0"/>
                <a:cs typeface="Kokila" pitchFamily="34" charset="0"/>
              </a:rPr>
              <a:t>।</a:t>
            </a:r>
            <a:endParaRPr lang="en-US" dirty="0" smtClean="0">
              <a:effectLst>
                <a:outerShdw blurRad="38100" dist="38100" dir="2700000" algn="tl">
                  <a:srgbClr val="000000">
                    <a:alpha val="43137"/>
                  </a:srgbClr>
                </a:outerShdw>
              </a:effectLst>
              <a:latin typeface="Kokila" pitchFamily="34" charset="0"/>
              <a:cs typeface="Kokila" pitchFamily="34" charset="0"/>
            </a:endParaRPr>
          </a:p>
          <a:p>
            <a:pPr>
              <a:spcAft>
                <a:spcPts val="3000"/>
              </a:spcAft>
            </a:pPr>
            <a:endParaRPr lang="ne-NP" sz="2800" dirty="0" smtClean="0">
              <a:cs typeface="Kalimati" pitchFamily="2"/>
            </a:endParaRPr>
          </a:p>
        </p:txBody>
      </p:sp>
      <p:sp>
        <p:nvSpPr>
          <p:cNvPr id="4" name="Slide Number Placeholder 3"/>
          <p:cNvSpPr>
            <a:spLocks noGrp="1"/>
          </p:cNvSpPr>
          <p:nvPr>
            <p:ph type="sldNum" sz="quarter" idx="12"/>
          </p:nvPr>
        </p:nvSpPr>
        <p:spPr/>
        <p:txBody>
          <a:bodyPr/>
          <a:lstStyle/>
          <a:p>
            <a:fld id="{2CC92EC1-3E62-4AF8-B369-3BD544824CFD}" type="slidenum">
              <a:rPr lang="ne-NP" smtClean="0"/>
              <a:pPr/>
              <a:t>25</a:t>
            </a:fld>
            <a:endParaRPr lang="ne-NP"/>
          </a:p>
        </p:txBody>
      </p:sp>
    </p:spTree>
    <p:extLst>
      <p:ext uri="{BB962C8B-B14F-4D97-AF65-F5344CB8AC3E}">
        <p14:creationId xmlns:p14="http://schemas.microsoft.com/office/powerpoint/2010/main" val="3925912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slide(fromBottom)">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slide(fromBottom)">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slide(fromBottom)">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slide(fromBottom)">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0"/>
            <a:ext cx="9144000" cy="990600"/>
          </a:xfrm>
          <a:solidFill>
            <a:schemeClr val="accent3"/>
          </a:solidFill>
        </p:spPr>
        <p:txBody>
          <a:bodyPr>
            <a:normAutofit/>
          </a:bodyPr>
          <a:lstStyle/>
          <a:p>
            <a:r>
              <a:rPr lang="ne-NP" sz="3200" b="1" dirty="0" smtClean="0">
                <a:effectLst>
                  <a:outerShdw blurRad="38100" dist="38100" dir="2700000" algn="tl">
                    <a:srgbClr val="000000">
                      <a:alpha val="43137"/>
                    </a:srgbClr>
                  </a:outerShdw>
                </a:effectLst>
                <a:cs typeface="Kalimati" pitchFamily="2"/>
              </a:rPr>
              <a:t>सेवाग्राही </a:t>
            </a:r>
            <a:r>
              <a:rPr lang="en-US" sz="3200" b="1" dirty="0" smtClean="0">
                <a:effectLst>
                  <a:outerShdw blurRad="38100" dist="38100" dir="2700000" algn="tl">
                    <a:srgbClr val="000000">
                      <a:alpha val="43137"/>
                    </a:srgbClr>
                  </a:outerShdw>
                </a:effectLst>
                <a:cs typeface="Kalimati" pitchFamily="2"/>
              </a:rPr>
              <a:t>(Demand side)</a:t>
            </a:r>
            <a:r>
              <a:rPr lang="ne-NP" sz="3200" b="1" dirty="0" smtClean="0">
                <a:effectLst>
                  <a:outerShdw blurRad="38100" dist="38100" dir="2700000" algn="tl">
                    <a:srgbClr val="000000">
                      <a:alpha val="43137"/>
                    </a:srgbClr>
                  </a:outerShdw>
                </a:effectLst>
                <a:cs typeface="Kalimati" pitchFamily="2"/>
              </a:rPr>
              <a:t> केन्द्रित कार्यक्रमहरू</a:t>
            </a:r>
            <a:endParaRPr lang="ne-NP" sz="3200" b="1" dirty="0">
              <a:effectLst>
                <a:outerShdw blurRad="38100" dist="38100" dir="2700000" algn="tl">
                  <a:srgbClr val="000000">
                    <a:alpha val="43137"/>
                  </a:srgbClr>
                </a:outerShdw>
              </a:effectLst>
              <a:cs typeface="Kalimati" pitchFamily="2"/>
            </a:endParaRPr>
          </a:p>
        </p:txBody>
      </p:sp>
      <p:sp>
        <p:nvSpPr>
          <p:cNvPr id="3" name="Content Placeholder 2"/>
          <p:cNvSpPr>
            <a:spLocks noGrp="1"/>
          </p:cNvSpPr>
          <p:nvPr>
            <p:ph idx="1"/>
          </p:nvPr>
        </p:nvSpPr>
        <p:spPr>
          <a:xfrm>
            <a:off x="0" y="1219200"/>
            <a:ext cx="9144000" cy="5638800"/>
          </a:xfrm>
          <a:noFill/>
          <a:ln>
            <a:solidFill>
              <a:schemeClr val="accent1"/>
            </a:solidFill>
          </a:ln>
        </p:spPr>
        <p:txBody>
          <a:bodyPr>
            <a:noAutofit/>
          </a:bodyPr>
          <a:lstStyle/>
          <a:p>
            <a:pPr lvl="0">
              <a:spcAft>
                <a:spcPts val="1200"/>
              </a:spcAft>
            </a:pPr>
            <a:r>
              <a:rPr lang="ne-NP" dirty="0" smtClean="0">
                <a:effectLst>
                  <a:outerShdw blurRad="38100" dist="38100" dir="2700000" algn="tl">
                    <a:srgbClr val="000000">
                      <a:alpha val="43137"/>
                    </a:srgbClr>
                  </a:outerShdw>
                </a:effectLst>
                <a:latin typeface="Kokila" pitchFamily="34" charset="0"/>
                <a:cs typeface="Kokila" pitchFamily="34" charset="0"/>
              </a:rPr>
              <a:t>विपन्न</a:t>
            </a:r>
            <a:r>
              <a:rPr lang="en-US" dirty="0" smtClean="0">
                <a:effectLst>
                  <a:outerShdw blurRad="38100" dist="38100" dir="2700000" algn="tl">
                    <a:srgbClr val="000000">
                      <a:alpha val="43137"/>
                    </a:srgbClr>
                  </a:outerShdw>
                </a:effectLst>
                <a:latin typeface="Kokila" pitchFamily="34" charset="0"/>
                <a:cs typeface="Kokila" pitchFamily="34" charset="0"/>
              </a:rPr>
              <a:t>,</a:t>
            </a:r>
            <a:r>
              <a:rPr lang="ne-NP" dirty="0" smtClean="0">
                <a:effectLst>
                  <a:outerShdw blurRad="38100" dist="38100" dir="2700000" algn="tl">
                    <a:srgbClr val="000000">
                      <a:alpha val="43137"/>
                    </a:srgbClr>
                  </a:outerShdw>
                </a:effectLst>
                <a:latin typeface="Kokila" pitchFamily="34" charset="0"/>
                <a:cs typeface="Kokila" pitchFamily="34" charset="0"/>
              </a:rPr>
              <a:t> असहाय र असक्षम वर्गको पहिचान गर्ने</a:t>
            </a:r>
            <a:r>
              <a:rPr lang="en-US" dirty="0" smtClean="0">
                <a:effectLst>
                  <a:outerShdw blurRad="38100" dist="38100" dir="2700000" algn="tl">
                    <a:srgbClr val="000000">
                      <a:alpha val="43137"/>
                    </a:srgbClr>
                  </a:outerShdw>
                </a:effectLst>
                <a:latin typeface="Kokila" pitchFamily="34" charset="0"/>
                <a:cs typeface="Kokila" pitchFamily="34" charset="0"/>
              </a:rPr>
              <a:t> </a:t>
            </a:r>
            <a:r>
              <a:rPr lang="ne-NP" dirty="0" smtClean="0">
                <a:effectLst>
                  <a:outerShdw blurRad="38100" dist="38100" dir="2700000" algn="tl">
                    <a:srgbClr val="000000">
                      <a:alpha val="43137"/>
                    </a:srgbClr>
                  </a:outerShdw>
                </a:effectLst>
                <a:latin typeface="Kokila" pitchFamily="34" charset="0"/>
                <a:cs typeface="Kokila" pitchFamily="34" charset="0"/>
              </a:rPr>
              <a:t>।</a:t>
            </a:r>
            <a:endParaRPr lang="ne-NP" dirty="0">
              <a:effectLst>
                <a:outerShdw blurRad="38100" dist="38100" dir="2700000" algn="tl">
                  <a:srgbClr val="000000">
                    <a:alpha val="43137"/>
                  </a:srgbClr>
                </a:outerShdw>
              </a:effectLst>
              <a:latin typeface="Kokila" pitchFamily="34" charset="0"/>
              <a:cs typeface="Kokila" pitchFamily="34" charset="0"/>
            </a:endParaRPr>
          </a:p>
          <a:p>
            <a:pPr lvl="0">
              <a:spcAft>
                <a:spcPts val="1200"/>
              </a:spcAft>
            </a:pPr>
            <a:r>
              <a:rPr lang="ne-NP" dirty="0" smtClean="0">
                <a:effectLst>
                  <a:outerShdw blurRad="38100" dist="38100" dir="2700000" algn="tl">
                    <a:srgbClr val="000000">
                      <a:alpha val="43137"/>
                    </a:srgbClr>
                  </a:outerShdw>
                </a:effectLst>
                <a:latin typeface="Kokila" pitchFamily="34" charset="0"/>
                <a:cs typeface="Kokila" pitchFamily="34" charset="0"/>
              </a:rPr>
              <a:t>महिला</a:t>
            </a:r>
            <a:r>
              <a:rPr lang="en-US" dirty="0" smtClean="0">
                <a:effectLst>
                  <a:outerShdw blurRad="38100" dist="38100" dir="2700000" algn="tl">
                    <a:srgbClr val="000000">
                      <a:alpha val="43137"/>
                    </a:srgbClr>
                  </a:outerShdw>
                </a:effectLst>
                <a:latin typeface="Kokila" pitchFamily="34" charset="0"/>
                <a:cs typeface="Kokila" pitchFamily="34" charset="0"/>
              </a:rPr>
              <a:t>, </a:t>
            </a:r>
            <a:r>
              <a:rPr lang="ne-NP" dirty="0" smtClean="0">
                <a:effectLst>
                  <a:outerShdw blurRad="38100" dist="38100" dir="2700000" algn="tl">
                    <a:srgbClr val="000000">
                      <a:alpha val="43137"/>
                    </a:srgbClr>
                  </a:outerShdw>
                </a:effectLst>
                <a:latin typeface="Kokila" pitchFamily="34" charset="0"/>
                <a:cs typeface="Kokila" pitchFamily="34" charset="0"/>
              </a:rPr>
              <a:t>विपन्‍न</a:t>
            </a:r>
            <a:r>
              <a:rPr lang="en-US" dirty="0" smtClean="0">
                <a:effectLst>
                  <a:outerShdw blurRad="38100" dist="38100" dir="2700000" algn="tl">
                    <a:srgbClr val="000000">
                      <a:alpha val="43137"/>
                    </a:srgbClr>
                  </a:outerShdw>
                </a:effectLst>
                <a:latin typeface="Kokila" pitchFamily="34" charset="0"/>
                <a:cs typeface="Kokila" pitchFamily="34" charset="0"/>
              </a:rPr>
              <a:t>,</a:t>
            </a:r>
            <a:r>
              <a:rPr lang="ne-NP" dirty="0" smtClean="0">
                <a:effectLst>
                  <a:outerShdw blurRad="38100" dist="38100" dir="2700000" algn="tl">
                    <a:srgbClr val="000000">
                      <a:alpha val="43137"/>
                    </a:srgbClr>
                  </a:outerShdw>
                </a:effectLst>
                <a:latin typeface="Kokila" pitchFamily="34" charset="0"/>
                <a:cs typeface="Kokila" pitchFamily="34" charset="0"/>
              </a:rPr>
              <a:t> असहाय र असक्षम </a:t>
            </a:r>
            <a:r>
              <a:rPr lang="en-US" dirty="0" smtClean="0">
                <a:effectLst>
                  <a:outerShdw blurRad="38100" dist="38100" dir="2700000" algn="tl">
                    <a:srgbClr val="000000">
                      <a:alpha val="43137"/>
                    </a:srgbClr>
                  </a:outerShdw>
                </a:effectLst>
                <a:latin typeface="Kokila" pitchFamily="34" charset="0"/>
                <a:cs typeface="Kokila" pitchFamily="34" charset="0"/>
              </a:rPr>
              <a:t>(</a:t>
            </a:r>
            <a:r>
              <a:rPr lang="ne-NP" dirty="0" smtClean="0">
                <a:effectLst>
                  <a:outerShdw blurRad="38100" dist="38100" dir="2700000" algn="tl">
                    <a:srgbClr val="000000">
                      <a:alpha val="43137"/>
                    </a:srgbClr>
                  </a:outerShdw>
                </a:effectLst>
                <a:latin typeface="Kokila" pitchFamily="34" charset="0"/>
                <a:cs typeface="Kokila" pitchFamily="34" charset="0"/>
              </a:rPr>
              <a:t>लक्षित वर्गका </a:t>
            </a:r>
            <a:r>
              <a:rPr lang="en-US" dirty="0" smtClean="0">
                <a:effectLst>
                  <a:outerShdw blurRad="38100" dist="38100" dir="2700000" algn="tl">
                    <a:srgbClr val="000000">
                      <a:alpha val="43137"/>
                    </a:srgbClr>
                  </a:outerShdw>
                </a:effectLst>
                <a:latin typeface="Kokila" pitchFamily="34" charset="0"/>
                <a:cs typeface="Kokila" pitchFamily="34" charset="0"/>
              </a:rPr>
              <a:t>)</a:t>
            </a:r>
            <a:r>
              <a:rPr lang="ne-NP" dirty="0" smtClean="0">
                <a:effectLst>
                  <a:outerShdw blurRad="38100" dist="38100" dir="2700000" algn="tl">
                    <a:srgbClr val="000000">
                      <a:alpha val="43137"/>
                    </a:srgbClr>
                  </a:outerShdw>
                </a:effectLst>
                <a:latin typeface="Kokila" pitchFamily="34" charset="0"/>
                <a:cs typeface="Kokila" pitchFamily="34" charset="0"/>
              </a:rPr>
              <a:t> व्यक्तिहरूलाई प्राप्‍त हक अधिकार बारे सन्दर्भ सामाग्री र प्रशिक्षक तयारी</a:t>
            </a:r>
            <a:r>
              <a:rPr lang="en-US" dirty="0" smtClean="0">
                <a:effectLst>
                  <a:outerShdw blurRad="38100" dist="38100" dir="2700000" algn="tl">
                    <a:srgbClr val="000000">
                      <a:alpha val="43137"/>
                    </a:srgbClr>
                  </a:outerShdw>
                </a:effectLst>
                <a:latin typeface="Kokila" pitchFamily="34" charset="0"/>
                <a:cs typeface="Kokila" pitchFamily="34" charset="0"/>
              </a:rPr>
              <a:t> </a:t>
            </a:r>
            <a:r>
              <a:rPr lang="ne-NP" dirty="0" smtClean="0">
                <a:effectLst>
                  <a:outerShdw blurRad="38100" dist="38100" dir="2700000" algn="tl">
                    <a:srgbClr val="000000">
                      <a:alpha val="43137"/>
                    </a:srgbClr>
                  </a:outerShdw>
                </a:effectLst>
                <a:latin typeface="Kokila" pitchFamily="34" charset="0"/>
                <a:cs typeface="Kokila" pitchFamily="34" charset="0"/>
              </a:rPr>
              <a:t>।</a:t>
            </a:r>
            <a:endParaRPr lang="ne-NP" dirty="0">
              <a:effectLst>
                <a:outerShdw blurRad="38100" dist="38100" dir="2700000" algn="tl">
                  <a:srgbClr val="000000">
                    <a:alpha val="43137"/>
                  </a:srgbClr>
                </a:outerShdw>
              </a:effectLst>
              <a:latin typeface="Kokila" pitchFamily="34" charset="0"/>
              <a:cs typeface="Kokila" pitchFamily="34" charset="0"/>
            </a:endParaRPr>
          </a:p>
          <a:p>
            <a:pPr lvl="0">
              <a:spcAft>
                <a:spcPts val="1200"/>
              </a:spcAft>
            </a:pPr>
            <a:r>
              <a:rPr lang="ne-NP" dirty="0" smtClean="0">
                <a:effectLst>
                  <a:outerShdw blurRad="38100" dist="38100" dir="2700000" algn="tl">
                    <a:srgbClr val="000000">
                      <a:alpha val="43137"/>
                    </a:srgbClr>
                  </a:outerShdw>
                </a:effectLst>
                <a:latin typeface="Kokila" pitchFamily="34" charset="0"/>
                <a:cs typeface="Kokila" pitchFamily="34" charset="0"/>
              </a:rPr>
              <a:t>महिला</a:t>
            </a:r>
            <a:r>
              <a:rPr lang="en-US" dirty="0" smtClean="0">
                <a:effectLst>
                  <a:outerShdw blurRad="38100" dist="38100" dir="2700000" algn="tl">
                    <a:srgbClr val="000000">
                      <a:alpha val="43137"/>
                    </a:srgbClr>
                  </a:outerShdw>
                </a:effectLst>
                <a:latin typeface="Kokila" pitchFamily="34" charset="0"/>
                <a:cs typeface="Kokila" pitchFamily="34" charset="0"/>
              </a:rPr>
              <a:t>, </a:t>
            </a:r>
            <a:r>
              <a:rPr lang="ne-NP" dirty="0" smtClean="0">
                <a:effectLst>
                  <a:outerShdw blurRad="38100" dist="38100" dir="2700000" algn="tl">
                    <a:srgbClr val="000000">
                      <a:alpha val="43137"/>
                    </a:srgbClr>
                  </a:outerShdw>
                </a:effectLst>
                <a:latin typeface="Kokila" pitchFamily="34" charset="0"/>
                <a:cs typeface="Kokila" pitchFamily="34" charset="0"/>
              </a:rPr>
              <a:t>विपन्‍न</a:t>
            </a:r>
            <a:r>
              <a:rPr lang="en-US" dirty="0" smtClean="0">
                <a:effectLst>
                  <a:outerShdw blurRad="38100" dist="38100" dir="2700000" algn="tl">
                    <a:srgbClr val="000000">
                      <a:alpha val="43137"/>
                    </a:srgbClr>
                  </a:outerShdw>
                </a:effectLst>
                <a:latin typeface="Kokila" pitchFamily="34" charset="0"/>
                <a:cs typeface="Kokila" pitchFamily="34" charset="0"/>
              </a:rPr>
              <a:t>,</a:t>
            </a:r>
            <a:r>
              <a:rPr lang="ne-NP" dirty="0" smtClean="0">
                <a:effectLst>
                  <a:outerShdw blurRad="38100" dist="38100" dir="2700000" algn="tl">
                    <a:srgbClr val="000000">
                      <a:alpha val="43137"/>
                    </a:srgbClr>
                  </a:outerShdw>
                </a:effectLst>
                <a:latin typeface="Kokila" pitchFamily="34" charset="0"/>
                <a:cs typeface="Kokila" pitchFamily="34" charset="0"/>
              </a:rPr>
              <a:t> असहाय र असक्षम </a:t>
            </a:r>
            <a:r>
              <a:rPr lang="en-US" dirty="0" smtClean="0">
                <a:effectLst>
                  <a:outerShdw blurRad="38100" dist="38100" dir="2700000" algn="tl">
                    <a:srgbClr val="000000">
                      <a:alpha val="43137"/>
                    </a:srgbClr>
                  </a:outerShdw>
                </a:effectLst>
                <a:latin typeface="Kokila" pitchFamily="34" charset="0"/>
                <a:cs typeface="Kokila" pitchFamily="34" charset="0"/>
              </a:rPr>
              <a:t>(</a:t>
            </a:r>
            <a:r>
              <a:rPr lang="ne-NP" dirty="0" smtClean="0">
                <a:effectLst>
                  <a:outerShdw blurRad="38100" dist="38100" dir="2700000" algn="tl">
                    <a:srgbClr val="000000">
                      <a:alpha val="43137"/>
                    </a:srgbClr>
                  </a:outerShdw>
                </a:effectLst>
                <a:latin typeface="Kokila" pitchFamily="34" charset="0"/>
                <a:cs typeface="Kokila" pitchFamily="34" charset="0"/>
              </a:rPr>
              <a:t>लक्षित वर्गका</a:t>
            </a:r>
            <a:r>
              <a:rPr lang="en-US" dirty="0" smtClean="0">
                <a:effectLst>
                  <a:outerShdw blurRad="38100" dist="38100" dir="2700000" algn="tl">
                    <a:srgbClr val="000000">
                      <a:alpha val="43137"/>
                    </a:srgbClr>
                  </a:outerShdw>
                </a:effectLst>
                <a:latin typeface="Kokila" pitchFamily="34" charset="0"/>
                <a:cs typeface="Kokila" pitchFamily="34" charset="0"/>
              </a:rPr>
              <a:t> )</a:t>
            </a:r>
            <a:r>
              <a:rPr lang="ne-NP" dirty="0" smtClean="0">
                <a:effectLst>
                  <a:outerShdw blurRad="38100" dist="38100" dir="2700000" algn="tl">
                    <a:srgbClr val="000000">
                      <a:alpha val="43137"/>
                    </a:srgbClr>
                  </a:outerShdw>
                </a:effectLst>
                <a:latin typeface="Kokila" pitchFamily="34" charset="0"/>
                <a:cs typeface="Kokila" pitchFamily="34" charset="0"/>
              </a:rPr>
              <a:t> व्यक्तिहरूका हक अधिकार बारे जनचेतना र हक अधिकार बारे प्रचार प्रसार</a:t>
            </a:r>
            <a:r>
              <a:rPr lang="en-US" dirty="0" smtClean="0">
                <a:effectLst>
                  <a:outerShdw blurRad="38100" dist="38100" dir="2700000" algn="tl">
                    <a:srgbClr val="000000">
                      <a:alpha val="43137"/>
                    </a:srgbClr>
                  </a:outerShdw>
                </a:effectLst>
                <a:latin typeface="Kokila" pitchFamily="34" charset="0"/>
                <a:cs typeface="Kokila" pitchFamily="34" charset="0"/>
              </a:rPr>
              <a:t> </a:t>
            </a:r>
            <a:r>
              <a:rPr lang="ne-NP" dirty="0" smtClean="0">
                <a:effectLst>
                  <a:outerShdw blurRad="38100" dist="38100" dir="2700000" algn="tl">
                    <a:srgbClr val="000000">
                      <a:alpha val="43137"/>
                    </a:srgbClr>
                  </a:outerShdw>
                </a:effectLst>
                <a:latin typeface="Kokila" pitchFamily="34" charset="0"/>
                <a:cs typeface="Kokila" pitchFamily="34" charset="0"/>
              </a:rPr>
              <a:t>।</a:t>
            </a:r>
            <a:endParaRPr lang="en-US" dirty="0" smtClean="0">
              <a:effectLst>
                <a:outerShdw blurRad="38100" dist="38100" dir="2700000" algn="tl">
                  <a:srgbClr val="000000">
                    <a:alpha val="43137"/>
                  </a:srgbClr>
                </a:outerShdw>
              </a:effectLst>
              <a:latin typeface="Kokila" pitchFamily="34" charset="0"/>
              <a:cs typeface="Kokila" pitchFamily="34" charset="0"/>
            </a:endParaRPr>
          </a:p>
          <a:p>
            <a:pPr lvl="0" algn="just">
              <a:spcAft>
                <a:spcPts val="1200"/>
              </a:spcAft>
            </a:pPr>
            <a:r>
              <a:rPr lang="ne-NP" dirty="0" smtClean="0">
                <a:effectLst>
                  <a:outerShdw blurRad="38100" dist="38100" dir="2700000" algn="tl">
                    <a:srgbClr val="000000">
                      <a:alpha val="43137"/>
                    </a:srgbClr>
                  </a:outerShdw>
                </a:effectLst>
                <a:latin typeface="Kokila" pitchFamily="34" charset="0"/>
                <a:cs typeface="Kokila" pitchFamily="34" charset="0"/>
              </a:rPr>
              <a:t>कानून व्यवसायीहरूले निशुल्क </a:t>
            </a:r>
            <a:r>
              <a:rPr lang="en-US" i="1" dirty="0" smtClean="0">
                <a:effectLst>
                  <a:outerShdw blurRad="38100" dist="38100" dir="2700000" algn="tl">
                    <a:srgbClr val="000000">
                      <a:alpha val="43137"/>
                    </a:srgbClr>
                  </a:outerShdw>
                </a:effectLst>
                <a:latin typeface="Kokila" pitchFamily="34" charset="0"/>
                <a:cs typeface="Kokila" pitchFamily="34" charset="0"/>
              </a:rPr>
              <a:t>(pro bono)</a:t>
            </a:r>
            <a:r>
              <a:rPr lang="ne-NP" dirty="0" smtClean="0">
                <a:effectLst>
                  <a:outerShdw blurRad="38100" dist="38100" dir="2700000" algn="tl">
                    <a:srgbClr val="000000">
                      <a:alpha val="43137"/>
                    </a:srgbClr>
                  </a:outerShdw>
                </a:effectLst>
                <a:latin typeface="Kokila" pitchFamily="34" charset="0"/>
                <a:cs typeface="Kokila" pitchFamily="34" charset="0"/>
              </a:rPr>
              <a:t> कानूनी सेवा उपलब्ध गराउने प्रणालीको विकास</a:t>
            </a:r>
            <a:r>
              <a:rPr lang="en-US" dirty="0" smtClean="0">
                <a:effectLst>
                  <a:outerShdw blurRad="38100" dist="38100" dir="2700000" algn="tl">
                    <a:srgbClr val="000000">
                      <a:alpha val="43137"/>
                    </a:srgbClr>
                  </a:outerShdw>
                </a:effectLst>
                <a:latin typeface="Kokila" pitchFamily="34" charset="0"/>
                <a:cs typeface="Kokila" pitchFamily="34" charset="0"/>
              </a:rPr>
              <a:t> </a:t>
            </a:r>
            <a:r>
              <a:rPr lang="ne-NP" dirty="0" smtClean="0">
                <a:effectLst>
                  <a:outerShdw blurRad="38100" dist="38100" dir="2700000" algn="tl">
                    <a:srgbClr val="000000">
                      <a:alpha val="43137"/>
                    </a:srgbClr>
                  </a:outerShdw>
                </a:effectLst>
                <a:latin typeface="Kokila" pitchFamily="34" charset="0"/>
                <a:cs typeface="Kokila" pitchFamily="34" charset="0"/>
              </a:rPr>
              <a:t>।</a:t>
            </a:r>
            <a:endParaRPr lang="en-US" dirty="0" smtClean="0">
              <a:effectLst>
                <a:outerShdw blurRad="38100" dist="38100" dir="2700000" algn="tl">
                  <a:srgbClr val="000000">
                    <a:alpha val="43137"/>
                  </a:srgbClr>
                </a:outerShdw>
              </a:effectLst>
              <a:latin typeface="Kokila" pitchFamily="34" charset="0"/>
              <a:cs typeface="Kokila" pitchFamily="34" charset="0"/>
            </a:endParaRPr>
          </a:p>
          <a:p>
            <a:pPr algn="just">
              <a:spcAft>
                <a:spcPts val="1200"/>
              </a:spcAft>
            </a:pPr>
            <a:r>
              <a:rPr lang="ne-NP" dirty="0" smtClean="0">
                <a:effectLst>
                  <a:outerShdw blurRad="38100" dist="38100" dir="2700000" algn="tl">
                    <a:srgbClr val="000000">
                      <a:alpha val="43137"/>
                    </a:srgbClr>
                  </a:outerShdw>
                </a:effectLst>
                <a:latin typeface="Kokila" pitchFamily="34" charset="0"/>
                <a:cs typeface="Kokila" pitchFamily="34" charset="0"/>
              </a:rPr>
              <a:t>महिला</a:t>
            </a:r>
            <a:r>
              <a:rPr lang="en-US" dirty="0" smtClean="0">
                <a:effectLst>
                  <a:outerShdw blurRad="38100" dist="38100" dir="2700000" algn="tl">
                    <a:srgbClr val="000000">
                      <a:alpha val="43137"/>
                    </a:srgbClr>
                  </a:outerShdw>
                </a:effectLst>
                <a:latin typeface="Kokila" pitchFamily="34" charset="0"/>
                <a:cs typeface="Kokila" pitchFamily="34" charset="0"/>
              </a:rPr>
              <a:t>,</a:t>
            </a:r>
            <a:r>
              <a:rPr lang="ne-NP" dirty="0" smtClean="0">
                <a:effectLst>
                  <a:outerShdw blurRad="38100" dist="38100" dir="2700000" algn="tl">
                    <a:srgbClr val="000000">
                      <a:alpha val="43137"/>
                    </a:srgbClr>
                  </a:outerShdw>
                </a:effectLst>
                <a:latin typeface="Kokila" pitchFamily="34" charset="0"/>
                <a:cs typeface="Kokila" pitchFamily="34" charset="0"/>
              </a:rPr>
              <a:t> विपन्‍न असहाय र असक्षम वर्गका व्यक्तिहरूको सशक्तिकरणका लागि कानूनी आधार विकास</a:t>
            </a:r>
            <a:r>
              <a:rPr lang="en-US" dirty="0" smtClean="0">
                <a:effectLst>
                  <a:outerShdw blurRad="38100" dist="38100" dir="2700000" algn="tl">
                    <a:srgbClr val="000000">
                      <a:alpha val="43137"/>
                    </a:srgbClr>
                  </a:outerShdw>
                </a:effectLst>
                <a:latin typeface="Kokila" pitchFamily="34" charset="0"/>
                <a:cs typeface="Kokila" pitchFamily="34" charset="0"/>
              </a:rPr>
              <a:t> </a:t>
            </a:r>
            <a:r>
              <a:rPr lang="ne-NP" dirty="0" smtClean="0">
                <a:effectLst>
                  <a:outerShdw blurRad="38100" dist="38100" dir="2700000" algn="tl">
                    <a:srgbClr val="000000">
                      <a:alpha val="43137"/>
                    </a:srgbClr>
                  </a:outerShdw>
                </a:effectLst>
                <a:latin typeface="Kokila" pitchFamily="34" charset="0"/>
                <a:cs typeface="Kokila" pitchFamily="34" charset="0"/>
              </a:rPr>
              <a:t>।</a:t>
            </a:r>
          </a:p>
        </p:txBody>
      </p:sp>
      <p:sp>
        <p:nvSpPr>
          <p:cNvPr id="4" name="Slide Number Placeholder 3"/>
          <p:cNvSpPr>
            <a:spLocks noGrp="1"/>
          </p:cNvSpPr>
          <p:nvPr>
            <p:ph type="sldNum" sz="quarter" idx="12"/>
          </p:nvPr>
        </p:nvSpPr>
        <p:spPr/>
        <p:txBody>
          <a:bodyPr/>
          <a:lstStyle/>
          <a:p>
            <a:fld id="{2CC92EC1-3E62-4AF8-B369-3BD544824CFD}" type="slidenum">
              <a:rPr lang="ne-NP" smtClean="0"/>
              <a:pPr/>
              <a:t>26</a:t>
            </a:fld>
            <a:endParaRPr lang="ne-NP"/>
          </a:p>
        </p:txBody>
      </p:sp>
    </p:spTree>
    <p:extLst>
      <p:ext uri="{BB962C8B-B14F-4D97-AF65-F5344CB8AC3E}">
        <p14:creationId xmlns:p14="http://schemas.microsoft.com/office/powerpoint/2010/main" val="3119507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 calcmode="lin" valueType="num">
                                      <p:cBhvr additive="base">
                                        <p:cTn id="7" dur="500" fill="hold"/>
                                        <p:tgtEl>
                                          <p:spTgt spid="3">
                                            <p:bg/>
                                          </p:spTgt>
                                        </p:tgtEl>
                                        <p:attrNameLst>
                                          <p:attrName>ppt_x</p:attrName>
                                        </p:attrNameLst>
                                      </p:cBhvr>
                                      <p:tavLst>
                                        <p:tav tm="0">
                                          <p:val>
                                            <p:strVal val="#ppt_x"/>
                                          </p:val>
                                        </p:tav>
                                        <p:tav tm="100000">
                                          <p:val>
                                            <p:strVal val="#ppt_x"/>
                                          </p:val>
                                        </p:tav>
                                      </p:tavLst>
                                    </p:anim>
                                    <p:anim calcmode="lin" valueType="num">
                                      <p:cBhvr additive="base">
                                        <p:cTn id="8" dur="500" fill="hold"/>
                                        <p:tgtEl>
                                          <p:spTgt spid="3">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20000"/>
              <a:lumOff val="80000"/>
            </a:schemeClr>
          </a:solidFill>
        </p:spPr>
        <p:txBody>
          <a:bodyPr>
            <a:noAutofit/>
          </a:bodyPr>
          <a:lstStyle/>
          <a:p>
            <a:r>
              <a:rPr lang="en-US" sz="3600" b="1" dirty="0" smtClean="0">
                <a:effectLst>
                  <a:outerShdw blurRad="38100" dist="38100" dir="2700000" algn="tl">
                    <a:srgbClr val="000000">
                      <a:alpha val="43137"/>
                    </a:srgbClr>
                  </a:outerShdw>
                </a:effectLst>
                <a:latin typeface="Preeti" pitchFamily="2" charset="0"/>
              </a:rPr>
              <a:t>;]</a:t>
            </a:r>
            <a:r>
              <a:rPr lang="en-US" sz="3600" b="1" dirty="0" err="1" smtClean="0">
                <a:effectLst>
                  <a:outerShdw blurRad="38100" dist="38100" dir="2700000" algn="tl">
                    <a:srgbClr val="000000">
                      <a:alpha val="43137"/>
                    </a:srgbClr>
                  </a:outerShdw>
                </a:effectLst>
                <a:latin typeface="Preeti" pitchFamily="2" charset="0"/>
              </a:rPr>
              <a:t>jfk|bfos</a:t>
            </a:r>
            <a:r>
              <a:rPr lang="en-US" sz="3600" b="1" dirty="0" smtClean="0">
                <a:effectLst>
                  <a:outerShdw blurRad="38100" dist="38100" dir="2700000" algn="tl">
                    <a:srgbClr val="000000">
                      <a:alpha val="43137"/>
                    </a:srgbClr>
                  </a:outerShdw>
                </a:effectLst>
                <a:latin typeface="Preeti" pitchFamily="2" charset="0"/>
              </a:rPr>
              <a:t> -</a:t>
            </a:r>
            <a:r>
              <a:rPr lang="en-US" sz="2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Supply side</a:t>
            </a:r>
            <a:r>
              <a:rPr lang="en-US" sz="2800" b="1" dirty="0" smtClean="0">
                <a:effectLst>
                  <a:outerShdw blurRad="38100" dist="38100" dir="2700000" algn="tl">
                    <a:srgbClr val="000000">
                      <a:alpha val="43137"/>
                    </a:srgbClr>
                  </a:outerShdw>
                </a:effectLst>
                <a:latin typeface="Preeti" pitchFamily="2" charset="0"/>
              </a:rPr>
              <a:t>_</a:t>
            </a:r>
            <a:r>
              <a:rPr lang="ne-NP" sz="2800" b="1" dirty="0" smtClean="0">
                <a:effectLst>
                  <a:outerShdw blurRad="38100" dist="38100" dir="2700000" algn="tl">
                    <a:srgbClr val="000000">
                      <a:alpha val="43137"/>
                    </a:srgbClr>
                  </a:outerShdw>
                </a:effectLst>
                <a:latin typeface="Preeti" pitchFamily="2" charset="0"/>
              </a:rPr>
              <a:t> </a:t>
            </a:r>
            <a:r>
              <a:rPr lang="en-US" sz="3600" b="1" dirty="0" smtClean="0">
                <a:effectLst>
                  <a:outerShdw blurRad="38100" dist="38100" dir="2700000" algn="tl">
                    <a:srgbClr val="000000">
                      <a:alpha val="43137"/>
                    </a:srgbClr>
                  </a:outerShdw>
                </a:effectLst>
                <a:latin typeface="Preeti" pitchFamily="2" charset="0"/>
              </a:rPr>
              <a:t>s]</a:t>
            </a:r>
            <a:r>
              <a:rPr lang="en-US" sz="3600" b="1" dirty="0" err="1" smtClean="0">
                <a:effectLst>
                  <a:outerShdw blurRad="38100" dist="38100" dir="2700000" algn="tl">
                    <a:srgbClr val="000000">
                      <a:alpha val="43137"/>
                    </a:srgbClr>
                  </a:outerShdw>
                </a:effectLst>
                <a:latin typeface="Preeti" pitchFamily="2" charset="0"/>
              </a:rPr>
              <a:t>lGb|t</a:t>
            </a:r>
            <a:r>
              <a:rPr lang="en-US" sz="3600" b="1" dirty="0" smtClean="0">
                <a:effectLst>
                  <a:outerShdw blurRad="38100" dist="38100" dir="2700000" algn="tl">
                    <a:srgbClr val="000000">
                      <a:alpha val="43137"/>
                    </a:srgbClr>
                  </a:outerShdw>
                </a:effectLst>
                <a:latin typeface="Preeti" pitchFamily="2" charset="0"/>
              </a:rPr>
              <a:t> </a:t>
            </a:r>
            <a:r>
              <a:rPr lang="en-US" sz="3600" b="1" dirty="0" err="1" smtClean="0">
                <a:effectLst>
                  <a:outerShdw blurRad="38100" dist="38100" dir="2700000" algn="tl">
                    <a:srgbClr val="000000">
                      <a:alpha val="43137"/>
                    </a:srgbClr>
                  </a:outerShdw>
                </a:effectLst>
                <a:latin typeface="Preeti" pitchFamily="2" charset="0"/>
              </a:rPr>
              <a:t>sfo</a:t>
            </a:r>
            <a:r>
              <a:rPr lang="en-US" sz="3600" b="1" dirty="0" smtClean="0">
                <a:effectLst>
                  <a:outerShdw blurRad="38100" dist="38100" dir="2700000" algn="tl">
                    <a:srgbClr val="000000">
                      <a:alpha val="43137"/>
                    </a:srgbClr>
                  </a:outerShdw>
                </a:effectLst>
                <a:latin typeface="Preeti" pitchFamily="2" charset="0"/>
              </a:rPr>
              <a:t>{</a:t>
            </a:r>
            <a:r>
              <a:rPr lang="en-US" sz="3600" b="1" dirty="0" err="1" smtClean="0">
                <a:effectLst>
                  <a:outerShdw blurRad="38100" dist="38100" dir="2700000" algn="tl">
                    <a:srgbClr val="000000">
                      <a:alpha val="43137"/>
                    </a:srgbClr>
                  </a:outerShdw>
                </a:effectLst>
                <a:latin typeface="Preeti" pitchFamily="2" charset="0"/>
              </a:rPr>
              <a:t>qmdx</a:t>
            </a:r>
            <a:r>
              <a:rPr lang="en-US" sz="3600" b="1" dirty="0" smtClean="0">
                <a:effectLst>
                  <a:outerShdw blurRad="38100" dist="38100" dir="2700000" algn="tl">
                    <a:srgbClr val="000000">
                      <a:alpha val="43137"/>
                    </a:srgbClr>
                  </a:outerShdw>
                </a:effectLst>
                <a:latin typeface="Preeti" pitchFamily="2" charset="0"/>
              </a:rPr>
              <a:t>?</a:t>
            </a:r>
            <a:endParaRPr lang="en-US" sz="3600" b="1" dirty="0">
              <a:effectLst>
                <a:outerShdw blurRad="38100" dist="38100" dir="2700000" algn="tl">
                  <a:srgbClr val="000000">
                    <a:alpha val="43137"/>
                  </a:srgbClr>
                </a:outerShdw>
              </a:effectLst>
              <a:latin typeface="Preeti" pitchFamily="2" charset="0"/>
            </a:endParaRP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2800" dirty="0" err="1" smtClean="0">
                <a:effectLst>
                  <a:outerShdw blurRad="38100" dist="38100" dir="2700000" algn="tl">
                    <a:srgbClr val="000000">
                      <a:alpha val="43137"/>
                    </a:srgbClr>
                  </a:outerShdw>
                </a:effectLst>
                <a:latin typeface="Preeti" pitchFamily="2" charset="0"/>
              </a:rPr>
              <a:t>Gofodf</a:t>
            </a:r>
            <a:r>
              <a:rPr lang="en-US" sz="2800" dirty="0" smtClean="0">
                <a:effectLst>
                  <a:outerShdw blurRad="38100" dist="38100" dir="2700000" algn="tl">
                    <a:srgbClr val="000000">
                      <a:alpha val="43137"/>
                    </a:srgbClr>
                  </a:outerShdw>
                </a:effectLst>
                <a:latin typeface="Preeti" pitchFamily="2" charset="0"/>
              </a:rPr>
              <a:t> </a:t>
            </a:r>
            <a:r>
              <a:rPr lang="en-US" sz="2800" dirty="0" err="1" smtClean="0">
                <a:effectLst>
                  <a:outerShdw blurRad="38100" dist="38100" dir="2700000" algn="tl">
                    <a:srgbClr val="000000">
                      <a:alpha val="43137"/>
                    </a:srgbClr>
                  </a:outerShdw>
                </a:effectLst>
                <a:latin typeface="Preeti" pitchFamily="2" charset="0"/>
              </a:rPr>
              <a:t>kx'Fr</a:t>
            </a:r>
            <a:r>
              <a:rPr lang="en-US" sz="2800" dirty="0" smtClean="0">
                <a:effectLst>
                  <a:outerShdw blurRad="38100" dist="38100" dir="2700000" algn="tl">
                    <a:srgbClr val="000000">
                      <a:alpha val="43137"/>
                    </a:srgbClr>
                  </a:outerShdw>
                </a:effectLst>
                <a:latin typeface="Preeti" pitchFamily="2" charset="0"/>
              </a:rPr>
              <a:t> ;</a:t>
            </a:r>
            <a:r>
              <a:rPr lang="en-US" sz="2800" dirty="0" err="1" smtClean="0">
                <a:effectLst>
                  <a:outerShdw blurRad="38100" dist="38100" dir="2700000" algn="tl">
                    <a:srgbClr val="000000">
                      <a:alpha val="43137"/>
                    </a:srgbClr>
                  </a:outerShdw>
                </a:effectLst>
                <a:latin typeface="Preeti" pitchFamily="2" charset="0"/>
              </a:rPr>
              <a:t>DaGwL</a:t>
            </a:r>
            <a:r>
              <a:rPr lang="en-US" sz="2800" dirty="0" smtClean="0">
                <a:effectLst>
                  <a:outerShdw blurRad="38100" dist="38100" dir="2700000" algn="tl">
                    <a:srgbClr val="000000">
                      <a:alpha val="43137"/>
                    </a:srgbClr>
                  </a:outerShdw>
                </a:effectLst>
                <a:latin typeface="Preeti" pitchFamily="2" charset="0"/>
              </a:rPr>
              <a:t> </a:t>
            </a:r>
            <a:r>
              <a:rPr lang="en-US" sz="2800" dirty="0" err="1" smtClean="0">
                <a:effectLst>
                  <a:outerShdw blurRad="38100" dist="38100" dir="2700000" algn="tl">
                    <a:srgbClr val="000000">
                      <a:alpha val="43137"/>
                    </a:srgbClr>
                  </a:outerShdw>
                </a:effectLst>
                <a:latin typeface="Preeti" pitchFamily="2" charset="0"/>
              </a:rPr>
              <a:t>sfg"gdf</a:t>
            </a:r>
            <a:r>
              <a:rPr lang="en-US" sz="2800" dirty="0" smtClean="0">
                <a:effectLst>
                  <a:outerShdw blurRad="38100" dist="38100" dir="2700000" algn="tl">
                    <a:srgbClr val="000000">
                      <a:alpha val="43137"/>
                    </a:srgbClr>
                  </a:outerShdw>
                </a:effectLst>
                <a:latin typeface="Preeti" pitchFamily="2" charset="0"/>
              </a:rPr>
              <a:t> b]</a:t>
            </a:r>
            <a:r>
              <a:rPr lang="en-US" sz="2800" dirty="0" err="1" smtClean="0">
                <a:effectLst>
                  <a:outerShdw blurRad="38100" dist="38100" dir="2700000" algn="tl">
                    <a:srgbClr val="000000">
                      <a:alpha val="43137"/>
                    </a:srgbClr>
                  </a:outerShdw>
                </a:effectLst>
                <a:latin typeface="Preeti" pitchFamily="2" charset="0"/>
              </a:rPr>
              <a:t>lvPsf</a:t>
            </a:r>
            <a:r>
              <a:rPr lang="en-US" sz="2800" dirty="0" smtClean="0">
                <a:effectLst>
                  <a:outerShdw blurRad="38100" dist="38100" dir="2700000" algn="tl">
                    <a:srgbClr val="000000">
                      <a:alpha val="43137"/>
                    </a:srgbClr>
                  </a:outerShdw>
                </a:effectLst>
                <a:latin typeface="Preeti" pitchFamily="2" charset="0"/>
              </a:rPr>
              <a:t> </a:t>
            </a:r>
            <a:r>
              <a:rPr lang="en-US" sz="2800" dirty="0" err="1" smtClean="0">
                <a:effectLst>
                  <a:outerShdw blurRad="38100" dist="38100" dir="2700000" algn="tl">
                    <a:srgbClr val="000000">
                      <a:alpha val="43137"/>
                    </a:srgbClr>
                  </a:outerShdw>
                </a:effectLst>
                <a:latin typeface="Preeti" pitchFamily="2" charset="0"/>
              </a:rPr>
              <a:t>cj</a:t>
            </a:r>
            <a:r>
              <a:rPr lang="en-US" sz="2800" dirty="0" smtClean="0">
                <a:effectLst>
                  <a:outerShdw blurRad="38100" dist="38100" dir="2700000" algn="tl">
                    <a:srgbClr val="000000">
                      <a:alpha val="43137"/>
                    </a:srgbClr>
                  </a:outerShdw>
                </a:effectLst>
                <a:latin typeface="Preeti" pitchFamily="2" charset="0"/>
              </a:rPr>
              <a:t>/f]</a:t>
            </a:r>
            <a:r>
              <a:rPr lang="en-US" sz="2800" dirty="0" err="1" smtClean="0">
                <a:effectLst>
                  <a:outerShdw blurRad="38100" dist="38100" dir="2700000" algn="tl">
                    <a:srgbClr val="000000">
                      <a:alpha val="43137"/>
                    </a:srgbClr>
                  </a:outerShdw>
                </a:effectLst>
                <a:latin typeface="Preeti" pitchFamily="2" charset="0"/>
              </a:rPr>
              <a:t>wx</a:t>
            </a:r>
            <a:r>
              <a:rPr lang="en-US" sz="2800" dirty="0" smtClean="0">
                <a:effectLst>
                  <a:outerShdw blurRad="38100" dist="38100" dir="2700000" algn="tl">
                    <a:srgbClr val="000000">
                      <a:alpha val="43137"/>
                    </a:srgbClr>
                  </a:outerShdw>
                </a:effectLst>
                <a:latin typeface="Preeti" pitchFamily="2" charset="0"/>
              </a:rPr>
              <a:t>? </a:t>
            </a:r>
            <a:r>
              <a:rPr lang="en-US" sz="2800" dirty="0" err="1" smtClean="0">
                <a:effectLst>
                  <a:outerShdw blurRad="38100" dist="38100" dir="2700000" algn="tl">
                    <a:srgbClr val="000000">
                      <a:alpha val="43137"/>
                    </a:srgbClr>
                  </a:outerShdw>
                </a:effectLst>
                <a:latin typeface="Preeti" pitchFamily="2" charset="0"/>
              </a:rPr>
              <a:t>klxrfg</a:t>
            </a:r>
            <a:r>
              <a:rPr lang="en-US" sz="2800" dirty="0" smtClean="0">
                <a:effectLst>
                  <a:outerShdw blurRad="38100" dist="38100" dir="2700000" algn="tl">
                    <a:srgbClr val="000000">
                      <a:alpha val="43137"/>
                    </a:srgbClr>
                  </a:outerShdw>
                </a:effectLst>
                <a:latin typeface="Preeti" pitchFamily="2" charset="0"/>
              </a:rPr>
              <a:t> u/L </a:t>
            </a:r>
            <a:r>
              <a:rPr lang="en-US" sz="2800" dirty="0" err="1" smtClean="0">
                <a:effectLst>
                  <a:outerShdw blurRad="38100" dist="38100" dir="2700000" algn="tl">
                    <a:srgbClr val="000000">
                      <a:alpha val="43137"/>
                    </a:srgbClr>
                  </a:outerShdw>
                </a:effectLst>
                <a:latin typeface="Preeti" pitchFamily="2" charset="0"/>
              </a:rPr>
              <a:t>To;df</a:t>
            </a:r>
            <a:r>
              <a:rPr lang="en-US" sz="2800" dirty="0" smtClean="0">
                <a:effectLst>
                  <a:outerShdw blurRad="38100" dist="38100" dir="2700000" algn="tl">
                    <a:srgbClr val="000000">
                      <a:alpha val="43137"/>
                    </a:srgbClr>
                  </a:outerShdw>
                </a:effectLst>
                <a:latin typeface="Preeti" pitchFamily="2" charset="0"/>
              </a:rPr>
              <a:t> ;'</a:t>
            </a:r>
            <a:r>
              <a:rPr lang="en-US" sz="2800" dirty="0" err="1" smtClean="0">
                <a:effectLst>
                  <a:outerShdw blurRad="38100" dist="38100" dir="2700000" algn="tl">
                    <a:srgbClr val="000000">
                      <a:alpha val="43137"/>
                    </a:srgbClr>
                  </a:outerShdw>
                </a:effectLst>
                <a:latin typeface="Preeti" pitchFamily="2" charset="0"/>
              </a:rPr>
              <a:t>wf</a:t>
            </a:r>
            <a:r>
              <a:rPr lang="en-US" sz="2800" dirty="0" smtClean="0">
                <a:effectLst>
                  <a:outerShdw blurRad="38100" dist="38100" dir="2700000" algn="tl">
                    <a:srgbClr val="000000">
                      <a:alpha val="43137"/>
                    </a:srgbClr>
                  </a:outerShdw>
                </a:effectLst>
                <a:latin typeface="Preeti" pitchFamily="2" charset="0"/>
              </a:rPr>
              <a:t>/ </a:t>
            </a:r>
            <a:r>
              <a:rPr lang="en-US" sz="2800" dirty="0" err="1" smtClean="0">
                <a:effectLst>
                  <a:outerShdw blurRad="38100" dist="38100" dir="2700000" algn="tl">
                    <a:srgbClr val="000000">
                      <a:alpha val="43137"/>
                    </a:srgbClr>
                  </a:outerShdw>
                </a:effectLst>
                <a:latin typeface="Preeti" pitchFamily="2" charset="0"/>
              </a:rPr>
              <a:t>ug</a:t>
            </a:r>
            <a:r>
              <a:rPr lang="en-US" sz="2800" dirty="0" smtClean="0">
                <a:effectLst>
                  <a:outerShdw blurRad="38100" dist="38100" dir="2700000" algn="tl">
                    <a:srgbClr val="000000">
                      <a:alpha val="43137"/>
                    </a:srgbClr>
                  </a:outerShdw>
                </a:effectLst>
                <a:latin typeface="Preeti" pitchFamily="2" charset="0"/>
              </a:rPr>
              <a:t>]{,</a:t>
            </a:r>
          </a:p>
          <a:p>
            <a:pPr>
              <a:buFont typeface="Wingdings" panose="05000000000000000000" pitchFamily="2" charset="2"/>
              <a:buChar char="§"/>
            </a:pPr>
            <a:r>
              <a:rPr lang="en-US" sz="2800" dirty="0" err="1" smtClean="0">
                <a:effectLst>
                  <a:outerShdw blurRad="38100" dist="38100" dir="2700000" algn="tl">
                    <a:srgbClr val="000000">
                      <a:alpha val="43137"/>
                    </a:srgbClr>
                  </a:outerShdw>
                </a:effectLst>
                <a:latin typeface="Preeti" pitchFamily="2" charset="0"/>
              </a:rPr>
              <a:t>Gofodf</a:t>
            </a:r>
            <a:r>
              <a:rPr lang="en-US" sz="2800" dirty="0" smtClean="0">
                <a:effectLst>
                  <a:outerShdw blurRad="38100" dist="38100" dir="2700000" algn="tl">
                    <a:srgbClr val="000000">
                      <a:alpha val="43137"/>
                    </a:srgbClr>
                  </a:outerShdw>
                </a:effectLst>
                <a:latin typeface="Preeti" pitchFamily="2" charset="0"/>
              </a:rPr>
              <a:t> </a:t>
            </a:r>
            <a:r>
              <a:rPr lang="en-US" sz="2800" dirty="0" err="1" smtClean="0">
                <a:effectLst>
                  <a:outerShdw blurRad="38100" dist="38100" dir="2700000" algn="tl">
                    <a:srgbClr val="000000">
                      <a:alpha val="43137"/>
                    </a:srgbClr>
                  </a:outerShdw>
                </a:effectLst>
                <a:latin typeface="Preeti" pitchFamily="2" charset="0"/>
              </a:rPr>
              <a:t>kx'Frsf</a:t>
            </a:r>
            <a:r>
              <a:rPr lang="en-US" sz="2800" dirty="0" smtClean="0">
                <a:effectLst>
                  <a:outerShdw blurRad="38100" dist="38100" dir="2700000" algn="tl">
                    <a:srgbClr val="000000">
                      <a:alpha val="43137"/>
                    </a:srgbClr>
                  </a:outerShdw>
                </a:effectLst>
                <a:latin typeface="Preeti" pitchFamily="2" charset="0"/>
              </a:rPr>
              <a:t> If]</a:t>
            </a:r>
            <a:r>
              <a:rPr lang="en-US" sz="2800" dirty="0" err="1" smtClean="0">
                <a:effectLst>
                  <a:outerShdw blurRad="38100" dist="38100" dir="2700000" algn="tl">
                    <a:srgbClr val="000000">
                      <a:alpha val="43137"/>
                    </a:srgbClr>
                  </a:outerShdw>
                </a:effectLst>
                <a:latin typeface="Preeti" pitchFamily="2" charset="0"/>
              </a:rPr>
              <a:t>qdf</a:t>
            </a:r>
            <a:r>
              <a:rPr lang="en-US" sz="2800" dirty="0" smtClean="0">
                <a:effectLst>
                  <a:outerShdw blurRad="38100" dist="38100" dir="2700000" algn="tl">
                    <a:srgbClr val="000000">
                      <a:alpha val="43137"/>
                    </a:srgbClr>
                  </a:outerShdw>
                </a:effectLst>
                <a:latin typeface="Preeti" pitchFamily="2" charset="0"/>
              </a:rPr>
              <a:t> /x]sf </a:t>
            </a:r>
            <a:r>
              <a:rPr lang="en-US" sz="2800" dirty="0" err="1" smtClean="0">
                <a:effectLst>
                  <a:outerShdw blurRad="38100" dist="38100" dir="2700000" algn="tl">
                    <a:srgbClr val="000000">
                      <a:alpha val="43137"/>
                    </a:srgbClr>
                  </a:outerShdw>
                </a:effectLst>
                <a:latin typeface="Preeti" pitchFamily="2" charset="0"/>
              </a:rPr>
              <a:t>cj</a:t>
            </a:r>
            <a:r>
              <a:rPr lang="en-US" sz="2800" dirty="0" smtClean="0">
                <a:effectLst>
                  <a:outerShdw blurRad="38100" dist="38100" dir="2700000" algn="tl">
                    <a:srgbClr val="000000">
                      <a:alpha val="43137"/>
                    </a:srgbClr>
                  </a:outerShdw>
                </a:effectLst>
                <a:latin typeface="Preeti" pitchFamily="2" charset="0"/>
              </a:rPr>
              <a:t>/f]</a:t>
            </a:r>
            <a:r>
              <a:rPr lang="en-US" sz="2800" dirty="0" err="1" smtClean="0">
                <a:effectLst>
                  <a:outerShdw blurRad="38100" dist="38100" dir="2700000" algn="tl">
                    <a:srgbClr val="000000">
                      <a:alpha val="43137"/>
                    </a:srgbClr>
                  </a:outerShdw>
                </a:effectLst>
                <a:latin typeface="Preeti" pitchFamily="2" charset="0"/>
              </a:rPr>
              <a:t>ws</a:t>
            </a:r>
            <a:r>
              <a:rPr lang="en-US" sz="2800" dirty="0" smtClean="0">
                <a:effectLst>
                  <a:outerShdw blurRad="38100" dist="38100" dir="2700000" algn="tl">
                    <a:srgbClr val="000000">
                      <a:alpha val="43137"/>
                    </a:srgbClr>
                  </a:outerShdw>
                </a:effectLst>
                <a:latin typeface="Preeti" pitchFamily="2" charset="0"/>
              </a:rPr>
              <a:t> </a:t>
            </a:r>
            <a:r>
              <a:rPr lang="en-US" sz="2800" dirty="0" err="1" smtClean="0">
                <a:effectLst>
                  <a:outerShdw blurRad="38100" dist="38100" dir="2700000" algn="tl">
                    <a:srgbClr val="000000">
                      <a:alpha val="43137"/>
                    </a:srgbClr>
                  </a:outerShdw>
                </a:effectLst>
                <a:latin typeface="Preeti" pitchFamily="2" charset="0"/>
              </a:rPr>
              <a:t>tTjx?sf</a:t>
            </a:r>
            <a:r>
              <a:rPr lang="en-US" sz="2800" dirty="0" smtClean="0">
                <a:effectLst>
                  <a:outerShdw blurRad="38100" dist="38100" dir="2700000" algn="tl">
                    <a:srgbClr val="000000">
                      <a:alpha val="43137"/>
                    </a:srgbClr>
                  </a:outerShdw>
                </a:effectLst>
                <a:latin typeface="Preeti" pitchFamily="2" charset="0"/>
              </a:rPr>
              <a:t>] </a:t>
            </a:r>
            <a:r>
              <a:rPr lang="en-US" sz="2800" dirty="0" err="1" smtClean="0">
                <a:effectLst>
                  <a:outerShdw blurRad="38100" dist="38100" dir="2700000" algn="tl">
                    <a:srgbClr val="000000">
                      <a:alpha val="43137"/>
                    </a:srgbClr>
                  </a:outerShdw>
                </a:effectLst>
                <a:latin typeface="Preeti" pitchFamily="2" charset="0"/>
              </a:rPr>
              <a:t>af</a:t>
            </a:r>
            <a:r>
              <a:rPr lang="en-US" sz="2800" dirty="0" smtClean="0">
                <a:effectLst>
                  <a:outerShdw blurRad="38100" dist="38100" dir="2700000" algn="tl">
                    <a:srgbClr val="000000">
                      <a:alpha val="43137"/>
                    </a:srgbClr>
                  </a:outerShdw>
                </a:effectLst>
                <a:latin typeface="Preeti" pitchFamily="2" charset="0"/>
              </a:rPr>
              <a:t>/]</a:t>
            </a:r>
            <a:r>
              <a:rPr lang="en-US" sz="2800" dirty="0" err="1" smtClean="0">
                <a:effectLst>
                  <a:outerShdw blurRad="38100" dist="38100" dir="2700000" algn="tl">
                    <a:srgbClr val="000000">
                      <a:alpha val="43137"/>
                    </a:srgbClr>
                  </a:outerShdw>
                </a:effectLst>
                <a:latin typeface="Preeti" pitchFamily="2" charset="0"/>
              </a:rPr>
              <a:t>df</a:t>
            </a:r>
            <a:r>
              <a:rPr lang="en-US" sz="2800" dirty="0" smtClean="0">
                <a:effectLst>
                  <a:outerShdw blurRad="38100" dist="38100" dir="2700000" algn="tl">
                    <a:srgbClr val="000000">
                      <a:alpha val="43137"/>
                    </a:srgbClr>
                  </a:outerShdw>
                </a:effectLst>
                <a:latin typeface="Preeti" pitchFamily="2" charset="0"/>
              </a:rPr>
              <a:t> </a:t>
            </a:r>
            <a:r>
              <a:rPr lang="en-US" sz="2800" dirty="0" err="1" smtClean="0">
                <a:effectLst>
                  <a:outerShdw blurRad="38100" dist="38100" dir="2700000" algn="tl">
                    <a:srgbClr val="000000">
                      <a:alpha val="43137"/>
                    </a:srgbClr>
                  </a:outerShdw>
                </a:effectLst>
                <a:latin typeface="Preeti" pitchFamily="2" charset="0"/>
              </a:rPr>
              <a:t>cWoog</a:t>
            </a:r>
            <a:r>
              <a:rPr lang="en-US" sz="2800" dirty="0" smtClean="0">
                <a:effectLst>
                  <a:outerShdw blurRad="38100" dist="38100" dir="2700000" algn="tl">
                    <a:srgbClr val="000000">
                      <a:alpha val="43137"/>
                    </a:srgbClr>
                  </a:outerShdw>
                </a:effectLst>
                <a:latin typeface="Preeti" pitchFamily="2" charset="0"/>
              </a:rPr>
              <a:t> </a:t>
            </a:r>
            <a:r>
              <a:rPr lang="en-US" sz="2800" dirty="0" err="1" smtClean="0">
                <a:effectLst>
                  <a:outerShdw blurRad="38100" dist="38100" dir="2700000" algn="tl">
                    <a:srgbClr val="000000">
                      <a:alpha val="43137"/>
                    </a:srgbClr>
                  </a:outerShdw>
                </a:effectLst>
                <a:latin typeface="Preeti" pitchFamily="2" charset="0"/>
              </a:rPr>
              <a:t>k|ltj</a:t>
            </a:r>
            <a:r>
              <a:rPr lang="en-US" sz="2800" dirty="0" smtClean="0">
                <a:effectLst>
                  <a:outerShdw blurRad="38100" dist="38100" dir="2700000" algn="tl">
                    <a:srgbClr val="000000">
                      <a:alpha val="43137"/>
                    </a:srgbClr>
                  </a:outerShdw>
                </a:effectLst>
                <a:latin typeface="Preeti" pitchFamily="2" charset="0"/>
              </a:rPr>
              <a:t>]</a:t>
            </a:r>
            <a:r>
              <a:rPr lang="en-US" sz="2800" dirty="0" err="1" smtClean="0">
                <a:effectLst>
                  <a:outerShdw blurRad="38100" dist="38100" dir="2700000" algn="tl">
                    <a:srgbClr val="000000">
                      <a:alpha val="43137"/>
                    </a:srgbClr>
                  </a:outerShdw>
                </a:effectLst>
                <a:latin typeface="Preeti" pitchFamily="2" charset="0"/>
              </a:rPr>
              <a:t>bgsf</a:t>
            </a:r>
            <a:r>
              <a:rPr lang="en-US" sz="2800" dirty="0" smtClean="0">
                <a:effectLst>
                  <a:outerShdw blurRad="38100" dist="38100" dir="2700000" algn="tl">
                    <a:srgbClr val="000000">
                      <a:alpha val="43137"/>
                    </a:srgbClr>
                  </a:outerShdw>
                </a:effectLst>
                <a:latin typeface="Preeti" pitchFamily="2" charset="0"/>
              </a:rPr>
              <a:t> </a:t>
            </a:r>
            <a:r>
              <a:rPr lang="en-US" sz="2800" dirty="0" err="1" smtClean="0">
                <a:effectLst>
                  <a:outerShdw blurRad="38100" dist="38100" dir="2700000" algn="tl">
                    <a:srgbClr val="000000">
                      <a:alpha val="43137"/>
                    </a:srgbClr>
                  </a:outerShdw>
                </a:effectLst>
                <a:latin typeface="Preeti" pitchFamily="2" charset="0"/>
              </a:rPr>
              <a:t>cfwf</a:t>
            </a:r>
            <a:r>
              <a:rPr lang="en-US" sz="2800" dirty="0" smtClean="0">
                <a:effectLst>
                  <a:outerShdw blurRad="38100" dist="38100" dir="2700000" algn="tl">
                    <a:srgbClr val="000000">
                      <a:alpha val="43137"/>
                    </a:srgbClr>
                  </a:outerShdw>
                </a:effectLst>
                <a:latin typeface="Preeti" pitchFamily="2" charset="0"/>
              </a:rPr>
              <a:t>/</a:t>
            </a:r>
            <a:r>
              <a:rPr lang="en-US" sz="2800" dirty="0" err="1" smtClean="0">
                <a:effectLst>
                  <a:outerShdw blurRad="38100" dist="38100" dir="2700000" algn="tl">
                    <a:srgbClr val="000000">
                      <a:alpha val="43137"/>
                    </a:srgbClr>
                  </a:outerShdw>
                </a:effectLst>
                <a:latin typeface="Preeti" pitchFamily="2" charset="0"/>
              </a:rPr>
              <a:t>df</a:t>
            </a:r>
            <a:r>
              <a:rPr lang="en-US" sz="2800" dirty="0" smtClean="0">
                <a:effectLst>
                  <a:outerShdw blurRad="38100" dist="38100" dir="2700000" algn="tl">
                    <a:srgbClr val="000000">
                      <a:alpha val="43137"/>
                    </a:srgbClr>
                  </a:outerShdw>
                </a:effectLst>
                <a:latin typeface="Preeti" pitchFamily="2" charset="0"/>
              </a:rPr>
              <a:t> </a:t>
            </a:r>
            <a:r>
              <a:rPr lang="en-US" sz="2800" dirty="0" err="1" smtClean="0">
                <a:effectLst>
                  <a:outerShdw blurRad="38100" dist="38100" dir="2700000" algn="tl">
                    <a:srgbClr val="000000">
                      <a:alpha val="43137"/>
                    </a:srgbClr>
                  </a:outerShdw>
                </a:effectLst>
                <a:latin typeface="Preeti" pitchFamily="2" charset="0"/>
              </a:rPr>
              <a:t>sfo</a:t>
            </a:r>
            <a:r>
              <a:rPr lang="en-US" sz="2800" dirty="0" smtClean="0">
                <a:effectLst>
                  <a:outerShdw blurRad="38100" dist="38100" dir="2700000" algn="tl">
                    <a:srgbClr val="000000">
                      <a:alpha val="43137"/>
                    </a:srgbClr>
                  </a:outerShdw>
                </a:effectLst>
                <a:latin typeface="Preeti" pitchFamily="2" charset="0"/>
              </a:rPr>
              <a:t>{ </a:t>
            </a:r>
            <a:r>
              <a:rPr lang="en-US" sz="2800" dirty="0" err="1" smtClean="0">
                <a:effectLst>
                  <a:outerShdw blurRad="38100" dist="38100" dir="2700000" algn="tl">
                    <a:srgbClr val="000000">
                      <a:alpha val="43137"/>
                    </a:srgbClr>
                  </a:outerShdw>
                </a:effectLst>
                <a:latin typeface="Preeti" pitchFamily="2" charset="0"/>
              </a:rPr>
              <a:t>ug</a:t>
            </a:r>
            <a:r>
              <a:rPr lang="en-US" sz="2800" dirty="0" smtClean="0">
                <a:effectLst>
                  <a:outerShdw blurRad="38100" dist="38100" dir="2700000" algn="tl">
                    <a:srgbClr val="000000">
                      <a:alpha val="43137"/>
                    </a:srgbClr>
                  </a:outerShdw>
                </a:effectLst>
                <a:latin typeface="Preeti" pitchFamily="2" charset="0"/>
              </a:rPr>
              <a:t>]{,</a:t>
            </a:r>
          </a:p>
          <a:p>
            <a:pPr>
              <a:buFont typeface="Wingdings" panose="05000000000000000000" pitchFamily="2" charset="2"/>
              <a:buChar char="§"/>
            </a:pPr>
            <a:r>
              <a:rPr lang="en-US" sz="2800" dirty="0" err="1" smtClean="0">
                <a:effectLst>
                  <a:outerShdw blurRad="38100" dist="38100" dir="2700000" algn="tl">
                    <a:srgbClr val="000000">
                      <a:alpha val="43137"/>
                    </a:srgbClr>
                  </a:outerShdw>
                </a:effectLst>
                <a:latin typeface="Preeti" pitchFamily="2" charset="0"/>
              </a:rPr>
              <a:t>cbfntdf</a:t>
            </a:r>
            <a:r>
              <a:rPr lang="en-US" sz="2800" dirty="0" smtClean="0">
                <a:effectLst>
                  <a:outerShdw blurRad="38100" dist="38100" dir="2700000" algn="tl">
                    <a:srgbClr val="000000">
                      <a:alpha val="43137"/>
                    </a:srgbClr>
                  </a:outerShdw>
                </a:effectLst>
                <a:latin typeface="Preeti" pitchFamily="2" charset="0"/>
              </a:rPr>
              <a:t> ;]</a:t>
            </a:r>
            <a:r>
              <a:rPr lang="en-US" sz="2800" dirty="0" err="1" smtClean="0">
                <a:effectLst>
                  <a:outerShdw blurRad="38100" dist="38100" dir="2700000" algn="tl">
                    <a:srgbClr val="000000">
                      <a:alpha val="43137"/>
                    </a:srgbClr>
                  </a:outerShdw>
                </a:effectLst>
                <a:latin typeface="Preeti" pitchFamily="2" charset="0"/>
              </a:rPr>
              <a:t>jfu|fxL</a:t>
            </a:r>
            <a:r>
              <a:rPr lang="en-US" sz="2800" dirty="0" smtClean="0">
                <a:effectLst>
                  <a:outerShdw blurRad="38100" dist="38100" dir="2700000" algn="tl">
                    <a:srgbClr val="000000">
                      <a:alpha val="43137"/>
                    </a:srgbClr>
                  </a:outerShdw>
                </a:effectLst>
                <a:latin typeface="Preeti" pitchFamily="2" charset="0"/>
              </a:rPr>
              <a:t> d}</a:t>
            </a:r>
            <a:r>
              <a:rPr lang="en-US" sz="2800" dirty="0" err="1" smtClean="0">
                <a:effectLst>
                  <a:outerShdw blurRad="38100" dist="38100" dir="2700000" algn="tl">
                    <a:srgbClr val="000000">
                      <a:alpha val="43137"/>
                    </a:srgbClr>
                  </a:outerShdw>
                </a:effectLst>
                <a:latin typeface="Preeti" pitchFamily="2" charset="0"/>
              </a:rPr>
              <a:t>qL</a:t>
            </a:r>
            <a:r>
              <a:rPr lang="en-US" sz="2800" dirty="0" smtClean="0">
                <a:effectLst>
                  <a:outerShdw blurRad="38100" dist="38100" dir="2700000" algn="tl">
                    <a:srgbClr val="000000">
                      <a:alpha val="43137"/>
                    </a:srgbClr>
                  </a:outerShdw>
                </a:effectLst>
                <a:latin typeface="Preeti" pitchFamily="2" charset="0"/>
              </a:rPr>
              <a:t> </a:t>
            </a:r>
            <a:r>
              <a:rPr lang="en-US" sz="2800" dirty="0" err="1" smtClean="0">
                <a:effectLst>
                  <a:outerShdw blurRad="38100" dist="38100" dir="2700000" algn="tl">
                    <a:srgbClr val="000000">
                      <a:alpha val="43137"/>
                    </a:srgbClr>
                  </a:outerShdw>
                </a:effectLst>
                <a:latin typeface="Preeti" pitchFamily="2" charset="0"/>
              </a:rPr>
              <a:t>jfftfj</a:t>
            </a:r>
            <a:r>
              <a:rPr lang="en-US" sz="2800" dirty="0" smtClean="0">
                <a:effectLst>
                  <a:outerShdw blurRad="38100" dist="38100" dir="2700000" algn="tl">
                    <a:srgbClr val="000000">
                      <a:alpha val="43137"/>
                    </a:srgbClr>
                  </a:outerShdw>
                </a:effectLst>
                <a:latin typeface="Preeti" pitchFamily="2" charset="0"/>
              </a:rPr>
              <a:t>/</a:t>
            </a:r>
            <a:r>
              <a:rPr lang="en-US" sz="2800" dirty="0" err="1" smtClean="0">
                <a:effectLst>
                  <a:outerShdw blurRad="38100" dist="38100" dir="2700000" algn="tl">
                    <a:srgbClr val="000000">
                      <a:alpha val="43137"/>
                    </a:srgbClr>
                  </a:outerShdw>
                </a:effectLst>
                <a:latin typeface="Preeti" pitchFamily="2" charset="0"/>
              </a:rPr>
              <a:t>0fsf</a:t>
            </a:r>
            <a:r>
              <a:rPr lang="en-US" sz="2800" dirty="0" smtClean="0">
                <a:effectLst>
                  <a:outerShdw blurRad="38100" dist="38100" dir="2700000" algn="tl">
                    <a:srgbClr val="000000">
                      <a:alpha val="43137"/>
                    </a:srgbClr>
                  </a:outerShdw>
                </a:effectLst>
                <a:latin typeface="Preeti" pitchFamily="2" charset="0"/>
              </a:rPr>
              <a:t>] </a:t>
            </a:r>
            <a:r>
              <a:rPr lang="en-US" sz="2800" dirty="0" err="1" smtClean="0">
                <a:effectLst>
                  <a:outerShdw blurRad="38100" dist="38100" dir="2700000" algn="tl">
                    <a:srgbClr val="000000">
                      <a:alpha val="43137"/>
                    </a:srgbClr>
                  </a:outerShdw>
                </a:effectLst>
                <a:latin typeface="Preeti" pitchFamily="2" charset="0"/>
              </a:rPr>
              <a:t>ljsf</a:t>
            </a:r>
            <a:r>
              <a:rPr lang="en-US" sz="2800" dirty="0" smtClean="0">
                <a:effectLst>
                  <a:outerShdw blurRad="38100" dist="38100" dir="2700000" algn="tl">
                    <a:srgbClr val="000000">
                      <a:alpha val="43137"/>
                    </a:srgbClr>
                  </a:outerShdw>
                </a:effectLst>
                <a:latin typeface="Preeti" pitchFamily="2" charset="0"/>
              </a:rPr>
              <a:t>; u/L </a:t>
            </a:r>
            <a:r>
              <a:rPr lang="en-US" sz="2800" dirty="0" err="1" smtClean="0">
                <a:effectLst>
                  <a:outerShdw blurRad="38100" dist="38100" dir="2700000" algn="tl">
                    <a:srgbClr val="000000">
                      <a:alpha val="43137"/>
                    </a:srgbClr>
                  </a:outerShdw>
                </a:effectLst>
                <a:latin typeface="Preeti" pitchFamily="2" charset="0"/>
              </a:rPr>
              <a:t>lgoldt</a:t>
            </a:r>
            <a:r>
              <a:rPr lang="en-US" sz="2800" dirty="0" smtClean="0">
                <a:effectLst>
                  <a:outerShdw blurRad="38100" dist="38100" dir="2700000" algn="tl">
                    <a:srgbClr val="000000">
                      <a:alpha val="43137"/>
                    </a:srgbClr>
                  </a:outerShdw>
                </a:effectLst>
                <a:latin typeface="Preeti" pitchFamily="2" charset="0"/>
              </a:rPr>
              <a:t> </a:t>
            </a:r>
            <a:r>
              <a:rPr lang="en-US" sz="2800" dirty="0" err="1" smtClean="0">
                <a:effectLst>
                  <a:outerShdw blurRad="38100" dist="38100" dir="2700000" algn="tl">
                    <a:srgbClr val="000000">
                      <a:alpha val="43137"/>
                    </a:srgbClr>
                  </a:outerShdw>
                </a:effectLst>
                <a:latin typeface="Preeti" pitchFamily="2" charset="0"/>
              </a:rPr>
              <a:t>cg'udg</a:t>
            </a:r>
            <a:r>
              <a:rPr lang="en-US" sz="2800" dirty="0" smtClean="0">
                <a:effectLst>
                  <a:outerShdw blurRad="38100" dist="38100" dir="2700000" algn="tl">
                    <a:srgbClr val="000000">
                      <a:alpha val="43137"/>
                    </a:srgbClr>
                  </a:outerShdw>
                </a:effectLst>
                <a:latin typeface="Preeti" pitchFamily="2" charset="0"/>
              </a:rPr>
              <a:t> </a:t>
            </a:r>
            <a:r>
              <a:rPr lang="en-US" sz="2800" dirty="0" err="1" smtClean="0">
                <a:effectLst>
                  <a:outerShdw blurRad="38100" dist="38100" dir="2700000" algn="tl">
                    <a:srgbClr val="000000">
                      <a:alpha val="43137"/>
                    </a:srgbClr>
                  </a:outerShdw>
                </a:effectLst>
                <a:latin typeface="Preeti" pitchFamily="2" charset="0"/>
              </a:rPr>
              <a:t>ug</a:t>
            </a:r>
            <a:r>
              <a:rPr lang="en-US" sz="2800" dirty="0" smtClean="0">
                <a:effectLst>
                  <a:outerShdw blurRad="38100" dist="38100" dir="2700000" algn="tl">
                    <a:srgbClr val="000000">
                      <a:alpha val="43137"/>
                    </a:srgbClr>
                  </a:outerShdw>
                </a:effectLst>
                <a:latin typeface="Preeti" pitchFamily="2" charset="0"/>
              </a:rPr>
              <a:t>]{,</a:t>
            </a:r>
          </a:p>
          <a:p>
            <a:pPr>
              <a:buFont typeface="Wingdings" panose="05000000000000000000" pitchFamily="2" charset="2"/>
              <a:buChar char="§"/>
            </a:pPr>
            <a:r>
              <a:rPr lang="en-US" sz="2800" dirty="0" err="1" smtClean="0">
                <a:effectLst>
                  <a:outerShdw blurRad="38100" dist="38100" dir="2700000" algn="tl">
                    <a:srgbClr val="000000">
                      <a:alpha val="43137"/>
                    </a:srgbClr>
                  </a:outerShdw>
                </a:effectLst>
                <a:latin typeface="Preeti" pitchFamily="2" charset="0"/>
              </a:rPr>
              <a:t>lgMz'Ns</a:t>
            </a:r>
            <a:r>
              <a:rPr lang="en-US" sz="2800" dirty="0" smtClean="0">
                <a:effectLst>
                  <a:outerShdw blurRad="38100" dist="38100" dir="2700000" algn="tl">
                    <a:srgbClr val="000000">
                      <a:alpha val="43137"/>
                    </a:srgbClr>
                  </a:outerShdw>
                </a:effectLst>
                <a:latin typeface="Preeti" pitchFamily="2" charset="0"/>
              </a:rPr>
              <a:t> </a:t>
            </a:r>
            <a:r>
              <a:rPr lang="en-US" sz="2800" dirty="0" err="1" smtClean="0">
                <a:effectLst>
                  <a:outerShdw blurRad="38100" dist="38100" dir="2700000" algn="tl">
                    <a:srgbClr val="000000">
                      <a:alpha val="43137"/>
                    </a:srgbClr>
                  </a:outerShdw>
                </a:effectLst>
                <a:latin typeface="Preeti" pitchFamily="2" charset="0"/>
              </a:rPr>
              <a:t>sfg"gL</a:t>
            </a:r>
            <a:r>
              <a:rPr lang="en-US" sz="2800" dirty="0" smtClean="0">
                <a:effectLst>
                  <a:outerShdw blurRad="38100" dist="38100" dir="2700000" algn="tl">
                    <a:srgbClr val="000000">
                      <a:alpha val="43137"/>
                    </a:srgbClr>
                  </a:outerShdw>
                </a:effectLst>
                <a:latin typeface="Preeti" pitchFamily="2" charset="0"/>
              </a:rPr>
              <a:t> ;</a:t>
            </a:r>
            <a:r>
              <a:rPr lang="en-US" sz="2800" dirty="0" err="1" smtClean="0">
                <a:effectLst>
                  <a:outerShdw blurRad="38100" dist="38100" dir="2700000" algn="tl">
                    <a:srgbClr val="000000">
                      <a:alpha val="43137"/>
                    </a:srgbClr>
                  </a:outerShdw>
                </a:effectLst>
                <a:latin typeface="Preeti" pitchFamily="2" charset="0"/>
              </a:rPr>
              <a:t>xfotf</a:t>
            </a:r>
            <a:r>
              <a:rPr lang="en-US" sz="2800" dirty="0" smtClean="0">
                <a:effectLst>
                  <a:outerShdw blurRad="38100" dist="38100" dir="2700000" algn="tl">
                    <a:srgbClr val="000000">
                      <a:alpha val="43137"/>
                    </a:srgbClr>
                  </a:outerShdw>
                </a:effectLst>
                <a:latin typeface="Preeti" pitchFamily="2" charset="0"/>
              </a:rPr>
              <a:t> ;]</a:t>
            </a:r>
            <a:r>
              <a:rPr lang="en-US" sz="2800" dirty="0" err="1" smtClean="0">
                <a:effectLst>
                  <a:outerShdw blurRad="38100" dist="38100" dir="2700000" algn="tl">
                    <a:srgbClr val="000000">
                      <a:alpha val="43137"/>
                    </a:srgbClr>
                  </a:outerShdw>
                </a:effectLst>
                <a:latin typeface="Preeti" pitchFamily="2" charset="0"/>
              </a:rPr>
              <a:t>jf</a:t>
            </a:r>
            <a:r>
              <a:rPr lang="en-US" sz="2800" dirty="0" smtClean="0">
                <a:effectLst>
                  <a:outerShdw blurRad="38100" dist="38100" dir="2700000" algn="tl">
                    <a:srgbClr val="000000">
                      <a:alpha val="43137"/>
                    </a:srgbClr>
                  </a:outerShdw>
                </a:effectLst>
                <a:latin typeface="Preeti" pitchFamily="2" charset="0"/>
              </a:rPr>
              <a:t> </a:t>
            </a:r>
            <a:r>
              <a:rPr lang="en-US" sz="2800" dirty="0" err="1" smtClean="0">
                <a:effectLst>
                  <a:outerShdw blurRad="38100" dist="38100" dir="2700000" algn="tl">
                    <a:srgbClr val="000000">
                      <a:alpha val="43137"/>
                    </a:srgbClr>
                  </a:outerShdw>
                </a:effectLst>
                <a:latin typeface="Preeti" pitchFamily="2" charset="0"/>
              </a:rPr>
              <a:t>lj:tf</a:t>
            </a:r>
            <a:r>
              <a:rPr lang="en-US" sz="2800" dirty="0" smtClean="0">
                <a:effectLst>
                  <a:outerShdw blurRad="38100" dist="38100" dir="2700000" algn="tl">
                    <a:srgbClr val="000000">
                      <a:alpha val="43137"/>
                    </a:srgbClr>
                  </a:outerShdw>
                </a:effectLst>
                <a:latin typeface="Preeti" pitchFamily="2" charset="0"/>
              </a:rPr>
              <a:t>/ u/L </a:t>
            </a:r>
            <a:r>
              <a:rPr lang="en-US" sz="2800" dirty="0" err="1" smtClean="0">
                <a:effectLst>
                  <a:outerShdw blurRad="38100" dist="38100" dir="2700000" algn="tl">
                    <a:srgbClr val="000000">
                      <a:alpha val="43137"/>
                    </a:srgbClr>
                  </a:outerShdw>
                </a:effectLst>
                <a:latin typeface="Preeti" pitchFamily="2" charset="0"/>
              </a:rPr>
              <a:t>k|efjsf</a:t>
            </a:r>
            <a:r>
              <a:rPr lang="en-US" sz="2800" dirty="0" smtClean="0">
                <a:effectLst>
                  <a:outerShdw blurRad="38100" dist="38100" dir="2700000" algn="tl">
                    <a:srgbClr val="000000">
                      <a:alpha val="43137"/>
                    </a:srgbClr>
                  </a:outerShdw>
                </a:effectLst>
                <a:latin typeface="Preeti" pitchFamily="2" charset="0"/>
              </a:rPr>
              <a:t>/L </a:t>
            </a:r>
            <a:r>
              <a:rPr lang="en-US" sz="2800" dirty="0" err="1" smtClean="0">
                <a:effectLst>
                  <a:outerShdw blurRad="38100" dist="38100" dir="2700000" algn="tl">
                    <a:srgbClr val="000000">
                      <a:alpha val="43137"/>
                    </a:srgbClr>
                  </a:outerShdw>
                </a:effectLst>
                <a:latin typeface="Preeti" pitchFamily="2" charset="0"/>
              </a:rPr>
              <a:t>agfpg</a:t>
            </a:r>
            <a:r>
              <a:rPr lang="en-US" sz="2800" dirty="0" smtClean="0">
                <a:effectLst>
                  <a:outerShdw blurRad="38100" dist="38100" dir="2700000" algn="tl">
                    <a:srgbClr val="000000">
                      <a:alpha val="43137"/>
                    </a:srgbClr>
                  </a:outerShdw>
                </a:effectLst>
                <a:latin typeface="Preeti" pitchFamily="2" charset="0"/>
              </a:rPr>
              <a:t>],</a:t>
            </a:r>
          </a:p>
          <a:p>
            <a:pPr>
              <a:buFont typeface="Wingdings" panose="05000000000000000000" pitchFamily="2" charset="2"/>
              <a:buChar char="§"/>
            </a:pPr>
            <a:r>
              <a:rPr lang="en-US" sz="2800" dirty="0" smtClean="0">
                <a:effectLst>
                  <a:outerShdw blurRad="38100" dist="38100" dir="2700000" algn="tl">
                    <a:srgbClr val="000000">
                      <a:alpha val="43137"/>
                    </a:srgbClr>
                  </a:outerShdw>
                </a:effectLst>
                <a:latin typeface="Preeti" pitchFamily="2" charset="0"/>
              </a:rPr>
              <a:t>j}</a:t>
            </a:r>
            <a:r>
              <a:rPr lang="en-US" sz="2800" dirty="0" err="1" smtClean="0">
                <a:effectLst>
                  <a:outerShdw blurRad="38100" dist="38100" dir="2700000" algn="tl">
                    <a:srgbClr val="000000">
                      <a:alpha val="43137"/>
                    </a:srgbClr>
                  </a:outerShdw>
                </a:effectLst>
                <a:latin typeface="Preeti" pitchFamily="2" charset="0"/>
              </a:rPr>
              <a:t>tlgs</a:t>
            </a:r>
            <a:r>
              <a:rPr lang="en-US" sz="2800" dirty="0" smtClean="0">
                <a:effectLst>
                  <a:outerShdw blurRad="38100" dist="38100" dir="2700000" algn="tl">
                    <a:srgbClr val="000000">
                      <a:alpha val="43137"/>
                    </a:srgbClr>
                  </a:outerShdw>
                </a:effectLst>
                <a:latin typeface="Preeti" pitchFamily="2" charset="0"/>
              </a:rPr>
              <a:t> </a:t>
            </a:r>
            <a:r>
              <a:rPr lang="en-US" sz="2800" dirty="0" err="1" smtClean="0">
                <a:effectLst>
                  <a:outerShdw blurRad="38100" dist="38100" dir="2700000" algn="tl">
                    <a:srgbClr val="000000">
                      <a:alpha val="43137"/>
                    </a:srgbClr>
                  </a:outerShdw>
                </a:effectLst>
                <a:latin typeface="Preeti" pitchFamily="2" charset="0"/>
              </a:rPr>
              <a:t>sfg"g</a:t>
            </a:r>
            <a:r>
              <a:rPr lang="en-US" sz="2800" dirty="0" smtClean="0">
                <a:effectLst>
                  <a:outerShdw blurRad="38100" dist="38100" dir="2700000" algn="tl">
                    <a:srgbClr val="000000">
                      <a:alpha val="43137"/>
                    </a:srgbClr>
                  </a:outerShdw>
                </a:effectLst>
                <a:latin typeface="Preeti" pitchFamily="2" charset="0"/>
              </a:rPr>
              <a:t> </a:t>
            </a:r>
            <a:r>
              <a:rPr lang="en-US" sz="2800" dirty="0" err="1" smtClean="0">
                <a:effectLst>
                  <a:outerShdw blurRad="38100" dist="38100" dir="2700000" algn="tl">
                    <a:srgbClr val="000000">
                      <a:alpha val="43137"/>
                    </a:srgbClr>
                  </a:outerShdw>
                </a:effectLst>
                <a:latin typeface="Preeti" pitchFamily="2" charset="0"/>
              </a:rPr>
              <a:t>Joj;foLsf</a:t>
            </a:r>
            <a:r>
              <a:rPr lang="en-US" sz="2800" dirty="0" smtClean="0">
                <a:effectLst>
                  <a:outerShdw blurRad="38100" dist="38100" dir="2700000" algn="tl">
                    <a:srgbClr val="000000">
                      <a:alpha val="43137"/>
                    </a:srgbClr>
                  </a:outerShdw>
                </a:effectLst>
                <a:latin typeface="Preeti" pitchFamily="2" charset="0"/>
              </a:rPr>
              <a:t>] ;]</a:t>
            </a:r>
            <a:r>
              <a:rPr lang="en-US" sz="2800" dirty="0" err="1" smtClean="0">
                <a:effectLst>
                  <a:outerShdw blurRad="38100" dist="38100" dir="2700000" algn="tl">
                    <a:srgbClr val="000000">
                      <a:alpha val="43137"/>
                    </a:srgbClr>
                  </a:outerShdw>
                </a:effectLst>
                <a:latin typeface="Preeti" pitchFamily="2" charset="0"/>
              </a:rPr>
              <a:t>jf</a:t>
            </a:r>
            <a:r>
              <a:rPr lang="en-US" sz="2800" dirty="0" smtClean="0">
                <a:effectLst>
                  <a:outerShdw blurRad="38100" dist="38100" dir="2700000" algn="tl">
                    <a:srgbClr val="000000">
                      <a:alpha val="43137"/>
                    </a:srgbClr>
                  </a:outerShdw>
                </a:effectLst>
                <a:latin typeface="Preeti" pitchFamily="2" charset="0"/>
              </a:rPr>
              <a:t> </a:t>
            </a:r>
            <a:r>
              <a:rPr lang="en-US" sz="2800" dirty="0" err="1" smtClean="0">
                <a:effectLst>
                  <a:outerShdw blurRad="38100" dist="38100" dir="2700000" algn="tl">
                    <a:srgbClr val="000000">
                      <a:alpha val="43137"/>
                    </a:srgbClr>
                  </a:outerShdw>
                </a:effectLst>
                <a:latin typeface="Preeti" pitchFamily="2" charset="0"/>
              </a:rPr>
              <a:t>lj:tf</a:t>
            </a:r>
            <a:r>
              <a:rPr lang="en-US" sz="2800" dirty="0" smtClean="0">
                <a:effectLst>
                  <a:outerShdw blurRad="38100" dist="38100" dir="2700000" algn="tl">
                    <a:srgbClr val="000000">
                      <a:alpha val="43137"/>
                    </a:srgbClr>
                  </a:outerShdw>
                </a:effectLst>
                <a:latin typeface="Preeti" pitchFamily="2" charset="0"/>
              </a:rPr>
              <a:t>/ u/L </a:t>
            </a:r>
            <a:r>
              <a:rPr lang="en-US" sz="2800" dirty="0" err="1" smtClean="0">
                <a:effectLst>
                  <a:outerShdw blurRad="38100" dist="38100" dir="2700000" algn="tl">
                    <a:srgbClr val="000000">
                      <a:alpha val="43137"/>
                    </a:srgbClr>
                  </a:outerShdw>
                </a:effectLst>
                <a:latin typeface="Preeti" pitchFamily="2" charset="0"/>
              </a:rPr>
              <a:t>k|efjsf</a:t>
            </a:r>
            <a:r>
              <a:rPr lang="en-US" sz="2800" dirty="0" smtClean="0">
                <a:effectLst>
                  <a:outerShdw blurRad="38100" dist="38100" dir="2700000" algn="tl">
                    <a:srgbClr val="000000">
                      <a:alpha val="43137"/>
                    </a:srgbClr>
                  </a:outerShdw>
                </a:effectLst>
                <a:latin typeface="Preeti" pitchFamily="2" charset="0"/>
              </a:rPr>
              <a:t>/L </a:t>
            </a:r>
            <a:r>
              <a:rPr lang="en-US" sz="2800" dirty="0" err="1" smtClean="0">
                <a:effectLst>
                  <a:outerShdw blurRad="38100" dist="38100" dir="2700000" algn="tl">
                    <a:srgbClr val="000000">
                      <a:alpha val="43137"/>
                    </a:srgbClr>
                  </a:outerShdw>
                </a:effectLst>
                <a:latin typeface="Preeti" pitchFamily="2" charset="0"/>
              </a:rPr>
              <a:t>agfpg</a:t>
            </a:r>
            <a:r>
              <a:rPr lang="en-US" sz="2800" dirty="0" smtClean="0">
                <a:effectLst>
                  <a:outerShdw blurRad="38100" dist="38100" dir="2700000" algn="tl">
                    <a:srgbClr val="000000">
                      <a:alpha val="43137"/>
                    </a:srgbClr>
                  </a:outerShdw>
                </a:effectLst>
                <a:latin typeface="Preeti" pitchFamily="2" charset="0"/>
              </a:rPr>
              <a:t>],</a:t>
            </a:r>
            <a:endParaRPr lang="en-US" sz="2800" dirty="0">
              <a:effectLst>
                <a:outerShdw blurRad="38100" dist="38100" dir="2700000" algn="tl">
                  <a:srgbClr val="000000">
                    <a:alpha val="43137"/>
                  </a:srgbClr>
                </a:outerShdw>
              </a:effectLst>
              <a:latin typeface="Preeti" pitchFamily="2" charset="0"/>
            </a:endParaRPr>
          </a:p>
        </p:txBody>
      </p:sp>
    </p:spTree>
    <p:extLst>
      <p:ext uri="{BB962C8B-B14F-4D97-AF65-F5344CB8AC3E}">
        <p14:creationId xmlns:p14="http://schemas.microsoft.com/office/powerpoint/2010/main" val="182617658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solidFill>
        </p:spPr>
        <p:txBody>
          <a:bodyPr>
            <a:normAutofit/>
          </a:bodyPr>
          <a:lstStyle/>
          <a:p>
            <a:r>
              <a:rPr lang="en-US" sz="3600" dirty="0">
                <a:effectLst>
                  <a:outerShdw blurRad="38100" dist="38100" dir="2700000" algn="tl">
                    <a:srgbClr val="000000">
                      <a:alpha val="43137"/>
                    </a:srgbClr>
                  </a:outerShdw>
                </a:effectLst>
                <a:latin typeface="Preeti" pitchFamily="2" charset="0"/>
              </a:rPr>
              <a:t>;]</a:t>
            </a:r>
            <a:r>
              <a:rPr lang="en-US" sz="3600" dirty="0" err="1" smtClean="0">
                <a:effectLst>
                  <a:outerShdw blurRad="38100" dist="38100" dir="2700000" algn="tl">
                    <a:srgbClr val="000000">
                      <a:alpha val="43137"/>
                    </a:srgbClr>
                  </a:outerShdw>
                </a:effectLst>
                <a:latin typeface="Preeti" pitchFamily="2" charset="0"/>
              </a:rPr>
              <a:t>jf</a:t>
            </a:r>
            <a:r>
              <a:rPr lang="ne-NP" sz="3600" dirty="0" smtClean="0">
                <a:effectLst>
                  <a:outerShdw blurRad="38100" dist="38100" dir="2700000" algn="tl">
                    <a:srgbClr val="000000">
                      <a:alpha val="43137"/>
                    </a:srgbClr>
                  </a:outerShdw>
                </a:effectLst>
                <a:latin typeface="Preeti" pitchFamily="2" charset="0"/>
              </a:rPr>
              <a:t> </a:t>
            </a:r>
            <a:r>
              <a:rPr lang="en-US" sz="3600" dirty="0" err="1" smtClean="0">
                <a:effectLst>
                  <a:outerShdw blurRad="38100" dist="38100" dir="2700000" algn="tl">
                    <a:srgbClr val="000000">
                      <a:alpha val="43137"/>
                    </a:srgbClr>
                  </a:outerShdw>
                </a:effectLst>
                <a:latin typeface="Preeti" pitchFamily="2" charset="0"/>
              </a:rPr>
              <a:t>k|bfos</a:t>
            </a:r>
            <a:r>
              <a:rPr lang="en-US" sz="3600" dirty="0" smtClean="0">
                <a:effectLst>
                  <a:outerShdw blurRad="38100" dist="38100" dir="2700000" algn="tl">
                    <a:srgbClr val="000000">
                      <a:alpha val="43137"/>
                    </a:srgbClr>
                  </a:outerShdw>
                </a:effectLst>
                <a:latin typeface="Preeti" pitchFamily="2" charset="0"/>
              </a:rPr>
              <a:t> -</a:t>
            </a:r>
            <a:r>
              <a:rPr lang="en-US" sz="24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Supply side</a:t>
            </a:r>
            <a:r>
              <a:rPr lang="en-US" sz="3600" dirty="0" smtClean="0">
                <a:effectLst>
                  <a:outerShdw blurRad="38100" dist="38100" dir="2700000" algn="tl">
                    <a:srgbClr val="000000">
                      <a:alpha val="43137"/>
                    </a:srgbClr>
                  </a:outerShdw>
                </a:effectLst>
                <a:latin typeface="Preeti" pitchFamily="2" charset="0"/>
              </a:rPr>
              <a:t>_ </a:t>
            </a:r>
            <a:r>
              <a:rPr lang="en-US" sz="3600" dirty="0">
                <a:effectLst>
                  <a:outerShdw blurRad="38100" dist="38100" dir="2700000" algn="tl">
                    <a:srgbClr val="000000">
                      <a:alpha val="43137"/>
                    </a:srgbClr>
                  </a:outerShdw>
                </a:effectLst>
                <a:latin typeface="Preeti" pitchFamily="2" charset="0"/>
              </a:rPr>
              <a:t>s]</a:t>
            </a:r>
            <a:r>
              <a:rPr lang="en-US" sz="3600" dirty="0" err="1">
                <a:effectLst>
                  <a:outerShdw blurRad="38100" dist="38100" dir="2700000" algn="tl">
                    <a:srgbClr val="000000">
                      <a:alpha val="43137"/>
                    </a:srgbClr>
                  </a:outerShdw>
                </a:effectLst>
                <a:latin typeface="Preeti" pitchFamily="2" charset="0"/>
              </a:rPr>
              <a:t>lGb|t</a:t>
            </a:r>
            <a:r>
              <a:rPr lang="en-US" sz="3600" dirty="0">
                <a:effectLst>
                  <a:outerShdw blurRad="38100" dist="38100" dir="2700000" algn="tl">
                    <a:srgbClr val="000000">
                      <a:alpha val="43137"/>
                    </a:srgbClr>
                  </a:outerShdw>
                </a:effectLst>
                <a:latin typeface="Preeti" pitchFamily="2" charset="0"/>
              </a:rPr>
              <a:t> </a:t>
            </a:r>
            <a:r>
              <a:rPr lang="en-US" sz="3600" dirty="0" err="1">
                <a:effectLst>
                  <a:outerShdw blurRad="38100" dist="38100" dir="2700000" algn="tl">
                    <a:srgbClr val="000000">
                      <a:alpha val="43137"/>
                    </a:srgbClr>
                  </a:outerShdw>
                </a:effectLst>
                <a:latin typeface="Preeti" pitchFamily="2" charset="0"/>
              </a:rPr>
              <a:t>sfo</a:t>
            </a:r>
            <a:r>
              <a:rPr lang="en-US" sz="3600" dirty="0">
                <a:effectLst>
                  <a:outerShdw blurRad="38100" dist="38100" dir="2700000" algn="tl">
                    <a:srgbClr val="000000">
                      <a:alpha val="43137"/>
                    </a:srgbClr>
                  </a:outerShdw>
                </a:effectLst>
                <a:latin typeface="Preeti" pitchFamily="2" charset="0"/>
              </a:rPr>
              <a:t>{</a:t>
            </a:r>
            <a:r>
              <a:rPr lang="en-US" sz="3600" dirty="0" err="1">
                <a:effectLst>
                  <a:outerShdw blurRad="38100" dist="38100" dir="2700000" algn="tl">
                    <a:srgbClr val="000000">
                      <a:alpha val="43137"/>
                    </a:srgbClr>
                  </a:outerShdw>
                </a:effectLst>
                <a:latin typeface="Preeti" pitchFamily="2" charset="0"/>
              </a:rPr>
              <a:t>qmdx</a:t>
            </a:r>
            <a:r>
              <a:rPr lang="en-US" sz="3600" dirty="0" smtClean="0">
                <a:effectLst>
                  <a:outerShdw blurRad="38100" dist="38100" dir="2700000" algn="tl">
                    <a:srgbClr val="000000">
                      <a:alpha val="43137"/>
                    </a:srgbClr>
                  </a:outerShdw>
                </a:effectLst>
                <a:latin typeface="Preeti" pitchFamily="2" charset="0"/>
              </a:rPr>
              <a:t>?===</a:t>
            </a:r>
            <a:endParaRPr lang="en-US" sz="3600"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57200" y="1295400"/>
            <a:ext cx="8229600" cy="4830763"/>
          </a:xfrm>
        </p:spPr>
        <p:txBody>
          <a:bodyPr>
            <a:normAutofit lnSpcReduction="10000"/>
          </a:bodyPr>
          <a:lstStyle/>
          <a:p>
            <a:pPr>
              <a:buFont typeface="Wingdings" panose="05000000000000000000" pitchFamily="2" charset="2"/>
              <a:buChar char="§"/>
            </a:pPr>
            <a:r>
              <a:rPr lang="en-US" dirty="0" smtClean="0">
                <a:effectLst>
                  <a:outerShdw blurRad="38100" dist="38100" dir="2700000" algn="tl">
                    <a:srgbClr val="000000">
                      <a:alpha val="43137"/>
                    </a:srgbClr>
                  </a:outerShdw>
                </a:effectLst>
                <a:latin typeface="Preeti" pitchFamily="2" charset="0"/>
              </a:rPr>
              <a:t>:j]lR5s </a:t>
            </a:r>
            <a:r>
              <a:rPr lang="en-US" dirty="0" err="1" smtClean="0">
                <a:effectLst>
                  <a:outerShdw blurRad="38100" dist="38100" dir="2700000" algn="tl">
                    <a:srgbClr val="000000">
                      <a:alpha val="43137"/>
                    </a:srgbClr>
                  </a:outerShdw>
                </a:effectLst>
                <a:latin typeface="Preeti" pitchFamily="2" charset="0"/>
              </a:rPr>
              <a:t>sfg"gL</a:t>
            </a:r>
            <a:r>
              <a:rPr lang="en-US" dirty="0" smtClean="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jf</a:t>
            </a:r>
            <a:r>
              <a:rPr lang="en-US" dirty="0" smtClean="0">
                <a:effectLst>
                  <a:outerShdw blurRad="38100" dist="38100" dir="2700000" algn="tl">
                    <a:srgbClr val="000000">
                      <a:alpha val="43137"/>
                    </a:srgbClr>
                  </a:outerShdw>
                </a:effectLst>
                <a:latin typeface="Preeti" pitchFamily="2" charset="0"/>
              </a:rPr>
              <a:t> -</a:t>
            </a:r>
            <a:r>
              <a:rPr lang="en-US" dirty="0">
                <a:effectLst>
                  <a:outerShdw blurRad="38100" dist="38100" dir="2700000" algn="tl">
                    <a:srgbClr val="000000">
                      <a:alpha val="43137"/>
                    </a:srgbClr>
                  </a:outerShdw>
                </a:effectLst>
              </a:rPr>
              <a:t> Pro </a:t>
            </a:r>
            <a:r>
              <a:rPr lang="en-US" dirty="0" err="1" smtClean="0">
                <a:effectLst>
                  <a:outerShdw blurRad="38100" dist="38100" dir="2700000" algn="tl">
                    <a:srgbClr val="000000">
                      <a:alpha val="43137"/>
                    </a:srgbClr>
                  </a:outerShdw>
                </a:effectLst>
              </a:rPr>
              <a:t>bono</a:t>
            </a:r>
            <a:r>
              <a:rPr lang="en-US" dirty="0" err="1" smtClean="0">
                <a:effectLst>
                  <a:outerShdw blurRad="38100" dist="38100" dir="2700000" algn="tl">
                    <a:srgbClr val="000000">
                      <a:alpha val="43137"/>
                    </a:srgbClr>
                  </a:outerShdw>
                </a:effectLst>
                <a:latin typeface="Preeti" pitchFamily="2" charset="0"/>
              </a:rPr>
              <a:t>_nfO</a:t>
            </a:r>
            <a:r>
              <a:rPr lang="en-US" dirty="0" smtClean="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cem</a:t>
            </a:r>
            <a:r>
              <a:rPr lang="en-US" dirty="0" smtClean="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k|efjsf</a:t>
            </a:r>
            <a:r>
              <a:rPr lang="en-US" dirty="0" smtClean="0">
                <a:effectLst>
                  <a:outerShdw blurRad="38100" dist="38100" dir="2700000" algn="tl">
                    <a:srgbClr val="000000">
                      <a:alpha val="43137"/>
                    </a:srgbClr>
                  </a:outerShdw>
                </a:effectLst>
                <a:latin typeface="Preeti" pitchFamily="2" charset="0"/>
              </a:rPr>
              <a:t>/L </a:t>
            </a:r>
            <a:r>
              <a:rPr lang="en-US" dirty="0" err="1" smtClean="0">
                <a:effectLst>
                  <a:outerShdw blurRad="38100" dist="38100" dir="2700000" algn="tl">
                    <a:srgbClr val="000000">
                      <a:alpha val="43137"/>
                    </a:srgbClr>
                  </a:outerShdw>
                </a:effectLst>
                <a:latin typeface="Preeti" pitchFamily="2" charset="0"/>
              </a:rPr>
              <a:t>agfpg</a:t>
            </a:r>
            <a:r>
              <a:rPr lang="en-US" dirty="0" smtClean="0">
                <a:effectLst>
                  <a:outerShdw blurRad="38100" dist="38100" dir="2700000" algn="tl">
                    <a:srgbClr val="000000">
                      <a:alpha val="43137"/>
                    </a:srgbClr>
                  </a:outerShdw>
                </a:effectLst>
                <a:latin typeface="Preeti" pitchFamily="2" charset="0"/>
              </a:rPr>
              <a:t>],</a:t>
            </a:r>
          </a:p>
          <a:p>
            <a:pPr>
              <a:buFont typeface="Wingdings" panose="05000000000000000000" pitchFamily="2" charset="2"/>
              <a:buChar char="§"/>
            </a:pPr>
            <a:r>
              <a:rPr lang="en-US" dirty="0" err="1" smtClean="0">
                <a:effectLst>
                  <a:outerShdw blurRad="38100" dist="38100" dir="2700000" algn="tl">
                    <a:srgbClr val="000000">
                      <a:alpha val="43137"/>
                    </a:srgbClr>
                  </a:outerShdw>
                </a:effectLst>
                <a:latin typeface="Preeti" pitchFamily="2" charset="0"/>
              </a:rPr>
              <a:t>cbfntdf</a:t>
            </a:r>
            <a:r>
              <a:rPr lang="en-US" dirty="0" smtClean="0">
                <a:effectLst>
                  <a:outerShdw blurRad="38100" dist="38100" dir="2700000" algn="tl">
                    <a:srgbClr val="000000">
                      <a:alpha val="43137"/>
                    </a:srgbClr>
                  </a:outerShdw>
                </a:effectLst>
                <a:latin typeface="Preeti" pitchFamily="2" charset="0"/>
              </a:rPr>
              <a:t> g]</a:t>
            </a:r>
            <a:r>
              <a:rPr lang="en-US" dirty="0" err="1" smtClean="0">
                <a:effectLst>
                  <a:outerShdw blurRad="38100" dist="38100" dir="2700000" algn="tl">
                    <a:srgbClr val="000000">
                      <a:alpha val="43137"/>
                    </a:srgbClr>
                  </a:outerShdw>
                </a:effectLst>
                <a:latin typeface="Preeti" pitchFamily="2" charset="0"/>
              </a:rPr>
              <a:t>kfnL</a:t>
            </a:r>
            <a:r>
              <a:rPr lang="en-US" dirty="0" smtClean="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efiff</a:t>
            </a:r>
            <a:r>
              <a:rPr lang="en-US" dirty="0" smtClean="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fd|f</a:t>
            </a:r>
            <a:r>
              <a:rPr lang="en-US" dirty="0" smtClean="0">
                <a:effectLst>
                  <a:outerShdw blurRad="38100" dist="38100" dir="2700000" algn="tl">
                    <a:srgbClr val="000000">
                      <a:alpha val="43137"/>
                    </a:srgbClr>
                  </a:outerShdw>
                </a:effectLst>
                <a:latin typeface="Preeti" pitchFamily="2" charset="0"/>
              </a:rPr>
              <a:t>];Fu </a:t>
            </a:r>
            <a:r>
              <a:rPr lang="en-US" dirty="0" err="1" smtClean="0">
                <a:effectLst>
                  <a:outerShdw blurRad="38100" dist="38100" dir="2700000" algn="tl">
                    <a:srgbClr val="000000">
                      <a:alpha val="43137"/>
                    </a:srgbClr>
                  </a:outerShdw>
                </a:effectLst>
                <a:latin typeface="Preeti" pitchFamily="2" charset="0"/>
              </a:rPr>
              <a:t>ghfGg</a:t>
            </a:r>
            <a:r>
              <a:rPr lang="en-US" dirty="0" smtClean="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kIf</a:t>
            </a:r>
            <a:r>
              <a:rPr lang="en-US" dirty="0" smtClean="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jf</a:t>
            </a:r>
            <a:r>
              <a:rPr lang="en-US" dirty="0" smtClean="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fIfLsf</a:t>
            </a:r>
            <a:r>
              <a:rPr lang="en-US" dirty="0" smtClean="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nflu</a:t>
            </a:r>
            <a:r>
              <a:rPr lang="en-US" dirty="0" smtClean="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efiff</a:t>
            </a:r>
            <a:r>
              <a:rPr lang="en-US" dirty="0" smtClean="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cg'jfbssf</a:t>
            </a:r>
            <a:r>
              <a:rPr lang="en-US" dirty="0" smtClean="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jf</a:t>
            </a:r>
            <a:r>
              <a:rPr lang="en-US" dirty="0" smtClean="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k|bfg</a:t>
            </a:r>
            <a:r>
              <a:rPr lang="en-US" dirty="0" smtClean="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ug</a:t>
            </a:r>
            <a:r>
              <a:rPr lang="en-US" dirty="0" smtClean="0">
                <a:effectLst>
                  <a:outerShdw blurRad="38100" dist="38100" dir="2700000" algn="tl">
                    <a:srgbClr val="000000">
                      <a:alpha val="43137"/>
                    </a:srgbClr>
                  </a:outerShdw>
                </a:effectLst>
                <a:latin typeface="Preeti" pitchFamily="2" charset="0"/>
              </a:rPr>
              <a:t>]{,</a:t>
            </a:r>
          </a:p>
          <a:p>
            <a:pPr>
              <a:buFont typeface="Wingdings" panose="05000000000000000000" pitchFamily="2" charset="2"/>
              <a:buChar char="§"/>
            </a:pPr>
            <a:r>
              <a:rPr lang="en-US" dirty="0" err="1" smtClean="0">
                <a:effectLst>
                  <a:outerShdw blurRad="38100" dist="38100" dir="2700000" algn="tl">
                    <a:srgbClr val="000000">
                      <a:alpha val="43137"/>
                    </a:srgbClr>
                  </a:outerShdw>
                </a:effectLst>
                <a:latin typeface="Preeti" pitchFamily="2" charset="0"/>
              </a:rPr>
              <a:t>cbfntdf</a:t>
            </a:r>
            <a:r>
              <a:rPr lang="en-US" dirty="0" smtClean="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cfkm</a:t>
            </a:r>
            <a:r>
              <a:rPr lang="en-US" dirty="0" smtClean="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k|ltlglwTj</a:t>
            </a:r>
            <a:r>
              <a:rPr lang="en-US" dirty="0" smtClean="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ug</a:t>
            </a:r>
            <a:r>
              <a:rPr lang="en-US" dirty="0" smtClean="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d'2fsf</a:t>
            </a:r>
            <a:r>
              <a:rPr lang="en-US" dirty="0" smtClean="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kIfx?sf</a:t>
            </a:r>
            <a:r>
              <a:rPr lang="en-US" dirty="0" smtClean="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nflu</a:t>
            </a:r>
            <a:r>
              <a:rPr lang="en-US" dirty="0" smtClean="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ljz</a:t>
            </a:r>
            <a:r>
              <a:rPr lang="en-US" dirty="0" smtClean="0">
                <a:effectLst>
                  <a:outerShdw blurRad="38100" dist="38100" dir="2700000" algn="tl">
                    <a:srgbClr val="000000">
                      <a:alpha val="43137"/>
                    </a:srgbClr>
                  </a:outerShdw>
                </a:effectLst>
                <a:latin typeface="Preeti" pitchFamily="2" charset="0"/>
              </a:rPr>
              <a:t>]if ;]</a:t>
            </a:r>
            <a:r>
              <a:rPr lang="en-US" dirty="0" err="1" smtClean="0">
                <a:effectLst>
                  <a:outerShdw blurRad="38100" dist="38100" dir="2700000" algn="tl">
                    <a:srgbClr val="000000">
                      <a:alpha val="43137"/>
                    </a:srgbClr>
                  </a:outerShdw>
                </a:effectLst>
                <a:latin typeface="Preeti" pitchFamily="2" charset="0"/>
              </a:rPr>
              <a:t>jf</a:t>
            </a:r>
            <a:r>
              <a:rPr lang="en-US" dirty="0" smtClean="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k|bfg</a:t>
            </a:r>
            <a:r>
              <a:rPr lang="en-US" dirty="0" smtClean="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ug</a:t>
            </a:r>
            <a:r>
              <a:rPr lang="en-US" dirty="0" smtClean="0">
                <a:effectLst>
                  <a:outerShdw blurRad="38100" dist="38100" dir="2700000" algn="tl">
                    <a:srgbClr val="000000">
                      <a:alpha val="43137"/>
                    </a:srgbClr>
                  </a:outerShdw>
                </a:effectLst>
                <a:latin typeface="Preeti" pitchFamily="2" charset="0"/>
              </a:rPr>
              <a:t>]{,</a:t>
            </a:r>
          </a:p>
          <a:p>
            <a:pPr>
              <a:buFont typeface="Wingdings" panose="05000000000000000000" pitchFamily="2" charset="2"/>
              <a:buChar char="§"/>
            </a:pPr>
            <a:r>
              <a:rPr lang="en-US" dirty="0" err="1" smtClean="0">
                <a:effectLst>
                  <a:outerShdw blurRad="38100" dist="38100" dir="2700000" algn="tl">
                    <a:srgbClr val="000000">
                      <a:alpha val="43137"/>
                    </a:srgbClr>
                  </a:outerShdw>
                </a:effectLst>
                <a:latin typeface="Preeti" pitchFamily="2" charset="0"/>
              </a:rPr>
              <a:t>cGt</a:t>
            </a:r>
            <a:r>
              <a:rPr lang="en-US" dirty="0" smtClean="0">
                <a:effectLst>
                  <a:outerShdw blurRad="38100" dist="38100" dir="2700000" algn="tl">
                    <a:srgbClr val="000000">
                      <a:alpha val="43137"/>
                    </a:srgbClr>
                  </a:outerShdw>
                </a:effectLst>
                <a:latin typeface="Preeti" pitchFamily="2" charset="0"/>
              </a:rPr>
              <a:t>/ ;/sf/L </a:t>
            </a:r>
            <a:r>
              <a:rPr lang="en-US" dirty="0" err="1" smtClean="0">
                <a:effectLst>
                  <a:outerShdw blurRad="38100" dist="38100" dir="2700000" algn="tl">
                    <a:srgbClr val="000000">
                      <a:alpha val="43137"/>
                    </a:srgbClr>
                  </a:outerShdw>
                </a:effectLst>
                <a:latin typeface="Preeti" pitchFamily="2" charset="0"/>
              </a:rPr>
              <a:t>lgsfox</a:t>
            </a:r>
            <a:r>
              <a:rPr lang="en-US" dirty="0" smtClean="0">
                <a:effectLst>
                  <a:outerShdw blurRad="38100" dist="38100" dir="2700000" algn="tl">
                    <a:srgbClr val="000000">
                      <a:alpha val="43137"/>
                    </a:srgbClr>
                  </a:outerShdw>
                </a:effectLst>
                <a:latin typeface="Preeti" pitchFamily="2" charset="0"/>
              </a:rPr>
              <a:t>?;Fu ;</a:t>
            </a:r>
            <a:r>
              <a:rPr lang="en-US" dirty="0" err="1" smtClean="0">
                <a:effectLst>
                  <a:outerShdw blurRad="38100" dist="38100" dir="2700000" algn="tl">
                    <a:srgbClr val="000000">
                      <a:alpha val="43137"/>
                    </a:srgbClr>
                  </a:outerShdw>
                </a:effectLst>
                <a:latin typeface="Preeti" pitchFamily="2" charset="0"/>
              </a:rPr>
              <a:t>dGjo</a:t>
            </a:r>
            <a:r>
              <a:rPr lang="en-US" dirty="0" smtClean="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ug</a:t>
            </a:r>
            <a:r>
              <a:rPr lang="en-US" dirty="0" smtClean="0">
                <a:effectLst>
                  <a:outerShdw blurRad="38100" dist="38100" dir="2700000" algn="tl">
                    <a:srgbClr val="000000">
                      <a:alpha val="43137"/>
                    </a:srgbClr>
                  </a:outerShdw>
                </a:effectLst>
                <a:latin typeface="Preeti" pitchFamily="2" charset="0"/>
              </a:rPr>
              <a:t>]{,</a:t>
            </a:r>
          </a:p>
          <a:p>
            <a:pPr>
              <a:buFont typeface="Wingdings" panose="05000000000000000000" pitchFamily="2" charset="2"/>
              <a:buChar char="§"/>
            </a:pPr>
            <a:r>
              <a:rPr lang="en-US" dirty="0" err="1" smtClean="0">
                <a:effectLst>
                  <a:outerShdw blurRad="38100" dist="38100" dir="2700000" algn="tl">
                    <a:srgbClr val="000000">
                      <a:alpha val="43137"/>
                    </a:srgbClr>
                  </a:outerShdw>
                </a:effectLst>
                <a:latin typeface="Preeti" pitchFamily="2" charset="0"/>
              </a:rPr>
              <a:t>sfg"g</a:t>
            </a:r>
            <a:r>
              <a:rPr lang="en-US" dirty="0" smtClean="0">
                <a:effectLst>
                  <a:outerShdw blurRad="38100" dist="38100" dir="2700000" algn="tl">
                    <a:srgbClr val="000000">
                      <a:alpha val="43137"/>
                    </a:srgbClr>
                  </a:outerShdw>
                </a:effectLst>
                <a:latin typeface="Preeti" pitchFamily="2" charset="0"/>
              </a:rPr>
              <a:t> / </a:t>
            </a:r>
            <a:r>
              <a:rPr lang="en-US" dirty="0" err="1" smtClean="0">
                <a:effectLst>
                  <a:outerShdw blurRad="38100" dist="38100" dir="2700000" algn="tl">
                    <a:srgbClr val="000000">
                      <a:alpha val="43137"/>
                    </a:srgbClr>
                  </a:outerShdw>
                </a:effectLst>
                <a:latin typeface="Preeti" pitchFamily="2" charset="0"/>
              </a:rPr>
              <a:t>Gofosf</a:t>
            </a:r>
            <a:r>
              <a:rPr lang="en-US" dirty="0" smtClean="0">
                <a:effectLst>
                  <a:outerShdw blurRad="38100" dist="38100" dir="2700000" algn="tl">
                    <a:srgbClr val="000000">
                      <a:alpha val="43137"/>
                    </a:srgbClr>
                  </a:outerShdw>
                </a:effectLst>
                <a:latin typeface="Preeti" pitchFamily="2" charset="0"/>
              </a:rPr>
              <a:t> If]</a:t>
            </a:r>
            <a:r>
              <a:rPr lang="en-US" dirty="0" err="1" smtClean="0">
                <a:effectLst>
                  <a:outerShdw blurRad="38100" dist="38100" dir="2700000" algn="tl">
                    <a:srgbClr val="000000">
                      <a:alpha val="43137"/>
                    </a:srgbClr>
                  </a:outerShdw>
                </a:effectLst>
                <a:latin typeface="Preeti" pitchFamily="2" charset="0"/>
              </a:rPr>
              <a:t>qdf</a:t>
            </a:r>
            <a:r>
              <a:rPr lang="en-US" dirty="0" smtClean="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sfo</a:t>
            </a:r>
            <a:r>
              <a:rPr lang="en-US" dirty="0" smtClean="0">
                <a:effectLst>
                  <a:outerShdw blurRad="38100" dist="38100" dir="2700000" algn="tl">
                    <a:srgbClr val="000000">
                      <a:alpha val="43137"/>
                    </a:srgbClr>
                  </a:outerShdw>
                </a:effectLst>
                <a:latin typeface="Preeti" pitchFamily="2" charset="0"/>
              </a:rPr>
              <a:t>{/t u}/;/sf/L ;+3;+:</a:t>
            </a:r>
            <a:r>
              <a:rPr lang="en-US" dirty="0" err="1" smtClean="0">
                <a:effectLst>
                  <a:outerShdw blurRad="38100" dist="38100" dir="2700000" algn="tl">
                    <a:srgbClr val="000000">
                      <a:alpha val="43137"/>
                    </a:srgbClr>
                  </a:outerShdw>
                </a:effectLst>
                <a:latin typeface="Preeti" pitchFamily="2" charset="0"/>
              </a:rPr>
              <a:t>yfx</a:t>
            </a:r>
            <a:r>
              <a:rPr lang="en-US" dirty="0" smtClean="0">
                <a:effectLst>
                  <a:outerShdw blurRad="38100" dist="38100" dir="2700000" algn="tl">
                    <a:srgbClr val="000000">
                      <a:alpha val="43137"/>
                    </a:srgbClr>
                  </a:outerShdw>
                </a:effectLst>
                <a:latin typeface="Preeti" pitchFamily="2" charset="0"/>
              </a:rPr>
              <a:t>?;Fu ;</a:t>
            </a:r>
            <a:r>
              <a:rPr lang="en-US" dirty="0" err="1" smtClean="0">
                <a:effectLst>
                  <a:outerShdw blurRad="38100" dist="38100" dir="2700000" algn="tl">
                    <a:srgbClr val="000000">
                      <a:alpha val="43137"/>
                    </a:srgbClr>
                  </a:outerShdw>
                </a:effectLst>
                <a:latin typeface="Preeti" pitchFamily="2" charset="0"/>
              </a:rPr>
              <a:t>dGjo</a:t>
            </a:r>
            <a:r>
              <a:rPr lang="en-US" dirty="0" smtClean="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ug</a:t>
            </a:r>
            <a:r>
              <a:rPr lang="en-US" dirty="0" smtClean="0">
                <a:effectLst>
                  <a:outerShdw blurRad="38100" dist="38100" dir="2700000" algn="tl">
                    <a:srgbClr val="000000">
                      <a:alpha val="43137"/>
                    </a:srgbClr>
                  </a:outerShdw>
                </a:effectLst>
                <a:latin typeface="Preeti" pitchFamily="2" charset="0"/>
              </a:rPr>
              <a:t>]{,</a:t>
            </a:r>
            <a:endParaRPr lang="en-US"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7768113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solidFill>
        </p:spPr>
        <p:txBody>
          <a:bodyPr vert="horz" lIns="91440" tIns="45720" rIns="91440" bIns="45720" rtlCol="0" anchor="ctr">
            <a:normAutofit/>
          </a:bodyPr>
          <a:lstStyle/>
          <a:p>
            <a:r>
              <a:rPr lang="ne-NP" b="1" dirty="0" smtClean="0">
                <a:effectLst>
                  <a:outerShdw blurRad="38100" dist="38100" dir="2700000" algn="tl">
                    <a:srgbClr val="000000">
                      <a:alpha val="43137"/>
                    </a:srgbClr>
                  </a:outerShdw>
                </a:effectLst>
                <a:latin typeface="Kokila" pitchFamily="34" charset="0"/>
                <a:cs typeface="Kokila" pitchFamily="34" charset="0"/>
              </a:rPr>
              <a:t>न्यायमा पहुँच आयोगका गतिविधिहरू</a:t>
            </a:r>
          </a:p>
        </p:txBody>
      </p:sp>
      <p:sp>
        <p:nvSpPr>
          <p:cNvPr id="3" name="Content Placeholder 2"/>
          <p:cNvSpPr>
            <a:spLocks noGrp="1"/>
          </p:cNvSpPr>
          <p:nvPr>
            <p:ph idx="1"/>
          </p:nvPr>
        </p:nvSpPr>
        <p:spPr>
          <a:xfrm>
            <a:off x="457200" y="1417637"/>
            <a:ext cx="8229600" cy="5303837"/>
          </a:xfrm>
          <a:solidFill>
            <a:schemeClr val="bg1">
              <a:lumMod val="95000"/>
            </a:schemeClr>
          </a:solidFill>
        </p:spPr>
        <p:txBody>
          <a:bodyPr>
            <a:noAutofit/>
          </a:bodyPr>
          <a:lstStyle/>
          <a:p>
            <a:pPr lvl="0" algn="just">
              <a:spcAft>
                <a:spcPts val="1200"/>
              </a:spcAft>
            </a:pPr>
            <a:r>
              <a:rPr lang="ne-NP" sz="2800" dirty="0" smtClean="0">
                <a:effectLst>
                  <a:outerShdw blurRad="38100" dist="38100" dir="2700000" algn="tl">
                    <a:srgbClr val="000000">
                      <a:alpha val="43137"/>
                    </a:srgbClr>
                  </a:outerShdw>
                </a:effectLst>
                <a:latin typeface="Kokila" pitchFamily="34" charset="0"/>
                <a:cs typeface="Kokila" pitchFamily="34" charset="0"/>
              </a:rPr>
              <a:t>लक्षित वर्गका व्यक्तिहरूलाई अधिकारवारे </a:t>
            </a:r>
            <a:r>
              <a:rPr lang="ne-NP" sz="2800" b="1" dirty="0" smtClean="0">
                <a:solidFill>
                  <a:schemeClr val="tx2"/>
                </a:solidFill>
                <a:effectLst>
                  <a:outerShdw blurRad="38100" dist="38100" dir="2700000" algn="tl">
                    <a:srgbClr val="000000">
                      <a:alpha val="43137"/>
                    </a:srgbClr>
                  </a:outerShdw>
                </a:effectLst>
                <a:latin typeface="Kokila" pitchFamily="34" charset="0"/>
                <a:cs typeface="Kokila" pitchFamily="34" charset="0"/>
              </a:rPr>
              <a:t>जनचेतना कार्यक्रम सञ्‍चालन </a:t>
            </a:r>
            <a:r>
              <a:rPr lang="en-US" sz="2800" dirty="0" smtClean="0">
                <a:effectLst>
                  <a:outerShdw blurRad="38100" dist="38100" dir="2700000" algn="tl">
                    <a:srgbClr val="000000">
                      <a:alpha val="43137"/>
                    </a:srgbClr>
                  </a:outerShdw>
                </a:effectLst>
                <a:latin typeface="Kokila" pitchFamily="34" charset="0"/>
                <a:cs typeface="Kokila" pitchFamily="34" charset="0"/>
              </a:rPr>
              <a:t> </a:t>
            </a:r>
            <a:r>
              <a:rPr lang="ne-NP" sz="2800" dirty="0" smtClean="0">
                <a:effectLst>
                  <a:outerShdw blurRad="38100" dist="38100" dir="2700000" algn="tl">
                    <a:srgbClr val="000000">
                      <a:alpha val="43137"/>
                    </a:srgbClr>
                  </a:outerShdw>
                </a:effectLst>
                <a:latin typeface="Kokila" pitchFamily="34" charset="0"/>
                <a:cs typeface="Kokila" pitchFamily="34" charset="0"/>
              </a:rPr>
              <a:t>।</a:t>
            </a:r>
            <a:endParaRPr lang="en-US" sz="2800" dirty="0" smtClean="0">
              <a:effectLst>
                <a:outerShdw blurRad="38100" dist="38100" dir="2700000" algn="tl">
                  <a:srgbClr val="000000">
                    <a:alpha val="43137"/>
                  </a:srgbClr>
                </a:outerShdw>
              </a:effectLst>
              <a:latin typeface="Kokila" pitchFamily="34" charset="0"/>
              <a:cs typeface="Kokila" pitchFamily="34" charset="0"/>
            </a:endParaRPr>
          </a:p>
          <a:p>
            <a:pPr lvl="0" algn="just">
              <a:spcAft>
                <a:spcPts val="1200"/>
              </a:spcAft>
            </a:pPr>
            <a:r>
              <a:rPr lang="ne-NP" sz="2800" dirty="0" smtClean="0">
                <a:effectLst>
                  <a:outerShdw blurRad="38100" dist="38100" dir="2700000" algn="tl">
                    <a:srgbClr val="000000">
                      <a:alpha val="43137"/>
                    </a:srgbClr>
                  </a:outerShdw>
                </a:effectLst>
                <a:latin typeface="Kokila" pitchFamily="34" charset="0"/>
                <a:cs typeface="Kokila" pitchFamily="34" charset="0"/>
              </a:rPr>
              <a:t>रेडियो</a:t>
            </a:r>
            <a:r>
              <a:rPr lang="en-US" sz="2800" dirty="0" smtClean="0">
                <a:effectLst>
                  <a:outerShdw blurRad="38100" dist="38100" dir="2700000" algn="tl">
                    <a:srgbClr val="000000">
                      <a:alpha val="43137"/>
                    </a:srgbClr>
                  </a:outerShdw>
                </a:effectLst>
                <a:latin typeface="Kokila" pitchFamily="34" charset="0"/>
                <a:cs typeface="Kokila" pitchFamily="34" charset="0"/>
              </a:rPr>
              <a:t>, </a:t>
            </a:r>
            <a:r>
              <a:rPr lang="ne-NP" sz="2800" dirty="0" smtClean="0">
                <a:effectLst>
                  <a:outerShdw blurRad="38100" dist="38100" dir="2700000" algn="tl">
                    <a:srgbClr val="000000">
                      <a:alpha val="43137"/>
                    </a:srgbClr>
                  </a:outerShdw>
                </a:effectLst>
                <a:latin typeface="Kokila" pitchFamily="34" charset="0"/>
                <a:cs typeface="Kokila" pitchFamily="34" charset="0"/>
              </a:rPr>
              <a:t>एफएम र टेलिभिजनबाट प्रशारण गर्न</a:t>
            </a:r>
            <a:r>
              <a:rPr lang="ne-NP" sz="2800" b="1" dirty="0" smtClean="0">
                <a:solidFill>
                  <a:schemeClr val="tx2"/>
                </a:solidFill>
                <a:effectLst>
                  <a:outerShdw blurRad="38100" dist="38100" dir="2700000" algn="tl">
                    <a:srgbClr val="000000">
                      <a:alpha val="43137"/>
                    </a:srgbClr>
                  </a:outerShdw>
                </a:effectLst>
                <a:latin typeface="Kokila" pitchFamily="34" charset="0"/>
                <a:cs typeface="Kokila" pitchFamily="34" charset="0"/>
              </a:rPr>
              <a:t> सामाग्री उत्पादन र प्रसारण प्रशारण </a:t>
            </a:r>
            <a:r>
              <a:rPr lang="en-US" sz="2800" dirty="0" smtClean="0">
                <a:effectLst>
                  <a:outerShdw blurRad="38100" dist="38100" dir="2700000" algn="tl">
                    <a:srgbClr val="000000">
                      <a:alpha val="43137"/>
                    </a:srgbClr>
                  </a:outerShdw>
                </a:effectLst>
                <a:latin typeface="Kokila" pitchFamily="34" charset="0"/>
                <a:cs typeface="Kokila" pitchFamily="34" charset="0"/>
              </a:rPr>
              <a:t> </a:t>
            </a:r>
          </a:p>
          <a:p>
            <a:pPr lvl="0" algn="just">
              <a:spcAft>
                <a:spcPts val="1200"/>
              </a:spcAft>
            </a:pPr>
            <a:r>
              <a:rPr lang="ne-NP" sz="2800" dirty="0" smtClean="0">
                <a:effectLst>
                  <a:outerShdw blurRad="38100" dist="38100" dir="2700000" algn="tl">
                    <a:srgbClr val="000000">
                      <a:alpha val="43137"/>
                    </a:srgbClr>
                  </a:outerShdw>
                </a:effectLst>
                <a:latin typeface="Kokila" pitchFamily="34" charset="0"/>
                <a:cs typeface="Kokila" pitchFamily="34" charset="0"/>
              </a:rPr>
              <a:t>अदालतबाट दिइने सेवाका विषयमा </a:t>
            </a:r>
            <a:r>
              <a:rPr lang="ne-NP" sz="2800" b="1" dirty="0" smtClean="0">
                <a:solidFill>
                  <a:schemeClr val="tx2"/>
                </a:solidFill>
                <a:effectLst>
                  <a:outerShdw blurRad="38100" dist="38100" dir="2700000" algn="tl">
                    <a:srgbClr val="000000">
                      <a:alpha val="43137"/>
                    </a:srgbClr>
                  </a:outerShdw>
                </a:effectLst>
                <a:latin typeface="Kokila" pitchFamily="34" charset="0"/>
                <a:cs typeface="Kokila" pitchFamily="34" charset="0"/>
              </a:rPr>
              <a:t>कानूनी सचेतना कार्यक्रम</a:t>
            </a:r>
            <a:r>
              <a:rPr lang="ne-NP" sz="2800" dirty="0" smtClean="0">
                <a:effectLst>
                  <a:outerShdw blurRad="38100" dist="38100" dir="2700000" algn="tl">
                    <a:srgbClr val="000000">
                      <a:alpha val="43137"/>
                    </a:srgbClr>
                  </a:outerShdw>
                </a:effectLst>
                <a:latin typeface="Kokila" pitchFamily="34" charset="0"/>
                <a:cs typeface="Kokila" pitchFamily="34" charset="0"/>
              </a:rPr>
              <a:t> सञ्चालन </a:t>
            </a:r>
            <a:r>
              <a:rPr lang="en-US" sz="2800" dirty="0" smtClean="0">
                <a:effectLst>
                  <a:outerShdw blurRad="38100" dist="38100" dir="2700000" algn="tl">
                    <a:srgbClr val="000000">
                      <a:alpha val="43137"/>
                    </a:srgbClr>
                  </a:outerShdw>
                </a:effectLst>
                <a:latin typeface="Kokila" pitchFamily="34" charset="0"/>
                <a:cs typeface="Kokila" pitchFamily="34" charset="0"/>
              </a:rPr>
              <a:t> </a:t>
            </a:r>
            <a:r>
              <a:rPr lang="ne-NP" sz="2800" dirty="0" smtClean="0">
                <a:effectLst>
                  <a:outerShdw blurRad="38100" dist="38100" dir="2700000" algn="tl">
                    <a:srgbClr val="000000">
                      <a:alpha val="43137"/>
                    </a:srgbClr>
                  </a:outerShdw>
                </a:effectLst>
                <a:latin typeface="Kokila" pitchFamily="34" charset="0"/>
                <a:cs typeface="Kokila" pitchFamily="34" charset="0"/>
              </a:rPr>
              <a:t>।</a:t>
            </a:r>
            <a:endParaRPr lang="en-US" sz="2800" dirty="0" smtClean="0">
              <a:effectLst>
                <a:outerShdw blurRad="38100" dist="38100" dir="2700000" algn="tl">
                  <a:srgbClr val="000000">
                    <a:alpha val="43137"/>
                  </a:srgbClr>
                </a:outerShdw>
              </a:effectLst>
              <a:latin typeface="Kokila" pitchFamily="34" charset="0"/>
              <a:cs typeface="Kokila" pitchFamily="34" charset="0"/>
            </a:endParaRPr>
          </a:p>
          <a:p>
            <a:pPr lvl="0" algn="just">
              <a:spcAft>
                <a:spcPts val="1200"/>
              </a:spcAft>
            </a:pPr>
            <a:r>
              <a:rPr lang="ne-NP" sz="2800" dirty="0" smtClean="0">
                <a:effectLst>
                  <a:outerShdw blurRad="38100" dist="38100" dir="2700000" algn="tl">
                    <a:srgbClr val="000000">
                      <a:alpha val="43137"/>
                    </a:srgbClr>
                  </a:outerShdw>
                </a:effectLst>
                <a:latin typeface="Kokila" pitchFamily="34" charset="0"/>
                <a:cs typeface="Kokila" pitchFamily="34" charset="0"/>
              </a:rPr>
              <a:t>अदालतबाट उपलब्ध हुने निशुल्क कानूनी सहायता सम्बन्धमा </a:t>
            </a:r>
            <a:r>
              <a:rPr lang="ne-NP" sz="2800" b="1" dirty="0" smtClean="0">
                <a:solidFill>
                  <a:schemeClr val="tx2"/>
                </a:solidFill>
                <a:effectLst>
                  <a:outerShdw blurRad="38100" dist="38100" dir="2700000" algn="tl">
                    <a:srgbClr val="000000">
                      <a:alpha val="43137"/>
                    </a:srgbClr>
                  </a:outerShdw>
                </a:effectLst>
                <a:latin typeface="Kokila" pitchFamily="34" charset="0"/>
                <a:cs typeface="Kokila" pitchFamily="34" charset="0"/>
              </a:rPr>
              <a:t>सञ्चार माध्यामबाट सूचनाहरू प्रसारण </a:t>
            </a:r>
            <a:r>
              <a:rPr lang="ne-NP" sz="2800" dirty="0" smtClean="0">
                <a:effectLst>
                  <a:outerShdw blurRad="38100" dist="38100" dir="2700000" algn="tl">
                    <a:srgbClr val="000000">
                      <a:alpha val="43137"/>
                    </a:srgbClr>
                  </a:outerShdw>
                </a:effectLst>
                <a:latin typeface="Kokila" pitchFamily="34" charset="0"/>
                <a:cs typeface="Kokila" pitchFamily="34" charset="0"/>
              </a:rPr>
              <a:t>।</a:t>
            </a:r>
            <a:endParaRPr lang="en-US" sz="2800" dirty="0" smtClean="0">
              <a:effectLst>
                <a:outerShdw blurRad="38100" dist="38100" dir="2700000" algn="tl">
                  <a:srgbClr val="000000">
                    <a:alpha val="43137"/>
                  </a:srgbClr>
                </a:outerShdw>
              </a:effectLst>
              <a:latin typeface="Kokila" pitchFamily="34" charset="0"/>
              <a:cs typeface="Kokila" pitchFamily="34" charset="0"/>
            </a:endParaRPr>
          </a:p>
          <a:p>
            <a:pPr lvl="0" algn="just">
              <a:spcAft>
                <a:spcPts val="1200"/>
              </a:spcAft>
            </a:pPr>
            <a:r>
              <a:rPr lang="ne-NP" sz="2800" dirty="0" smtClean="0">
                <a:effectLst>
                  <a:outerShdw blurRad="38100" dist="38100" dir="2700000" algn="tl">
                    <a:srgbClr val="000000">
                      <a:alpha val="43137"/>
                    </a:srgbClr>
                  </a:outerShdw>
                </a:effectLst>
                <a:latin typeface="Kokila" pitchFamily="34" charset="0"/>
                <a:cs typeface="Kokila" pitchFamily="34" charset="0"/>
              </a:rPr>
              <a:t>जनचेतना अभिबृद्धिका लागि </a:t>
            </a:r>
            <a:r>
              <a:rPr lang="ne-NP" sz="2800" b="1" dirty="0">
                <a:solidFill>
                  <a:schemeClr val="tx2"/>
                </a:solidFill>
                <a:effectLst>
                  <a:outerShdw blurRad="38100" dist="38100" dir="2700000" algn="tl">
                    <a:srgbClr val="000000">
                      <a:alpha val="43137"/>
                    </a:srgbClr>
                  </a:outerShdw>
                </a:effectLst>
                <a:latin typeface="Kokila" pitchFamily="34" charset="0"/>
                <a:cs typeface="Kokila" pitchFamily="34" charset="0"/>
              </a:rPr>
              <a:t>गैरसरकारी सँस्थाहरू </a:t>
            </a:r>
            <a:r>
              <a:rPr lang="ne-NP" sz="2800" b="1" dirty="0" smtClean="0">
                <a:solidFill>
                  <a:schemeClr val="tx2"/>
                </a:solidFill>
                <a:effectLst>
                  <a:outerShdw blurRad="38100" dist="38100" dir="2700000" algn="tl">
                    <a:srgbClr val="000000">
                      <a:alpha val="43137"/>
                    </a:srgbClr>
                  </a:outerShdw>
                </a:effectLst>
                <a:latin typeface="Kokila" pitchFamily="34" charset="0"/>
                <a:cs typeface="Kokila" pitchFamily="34" charset="0"/>
              </a:rPr>
              <a:t>मार्फत संचालन</a:t>
            </a:r>
            <a:r>
              <a:rPr lang="en-US" sz="2800" dirty="0" smtClean="0">
                <a:effectLst>
                  <a:outerShdw blurRad="38100" dist="38100" dir="2700000" algn="tl">
                    <a:srgbClr val="000000">
                      <a:alpha val="43137"/>
                    </a:srgbClr>
                  </a:outerShdw>
                </a:effectLst>
                <a:latin typeface="Kokila" pitchFamily="34" charset="0"/>
                <a:cs typeface="Kokila" pitchFamily="34" charset="0"/>
              </a:rPr>
              <a:t> </a:t>
            </a:r>
            <a:r>
              <a:rPr lang="ne-NP" sz="2800" dirty="0">
                <a:effectLst>
                  <a:outerShdw blurRad="38100" dist="38100" dir="2700000" algn="tl">
                    <a:srgbClr val="000000">
                      <a:alpha val="43137"/>
                    </a:srgbClr>
                  </a:outerShdw>
                </a:effectLst>
                <a:latin typeface="Kokila" pitchFamily="34" charset="0"/>
                <a:cs typeface="Kokila" pitchFamily="34" charset="0"/>
              </a:rPr>
              <a:t>।</a:t>
            </a:r>
            <a:endParaRPr lang="en-US" sz="2800" dirty="0">
              <a:effectLst>
                <a:outerShdw blurRad="38100" dist="38100" dir="2700000" algn="tl">
                  <a:srgbClr val="000000">
                    <a:alpha val="43137"/>
                  </a:srgbClr>
                </a:outerShdw>
              </a:effectLst>
              <a:latin typeface="Kokila" pitchFamily="34" charset="0"/>
              <a:cs typeface="Kokila" pitchFamily="34" charset="0"/>
            </a:endParaRPr>
          </a:p>
          <a:p>
            <a:pPr algn="just">
              <a:spcAft>
                <a:spcPts val="1200"/>
              </a:spcAft>
            </a:pPr>
            <a:r>
              <a:rPr lang="ne-NP" sz="2800" dirty="0">
                <a:effectLst>
                  <a:outerShdw blurRad="38100" dist="38100" dir="2700000" algn="tl">
                    <a:srgbClr val="000000">
                      <a:alpha val="43137"/>
                    </a:srgbClr>
                  </a:outerShdw>
                </a:effectLst>
                <a:latin typeface="Kokila" pitchFamily="34" charset="0"/>
                <a:cs typeface="Kokila" pitchFamily="34" charset="0"/>
              </a:rPr>
              <a:t>निशुल्क कानूनी सुविधाको वारेमा </a:t>
            </a:r>
            <a:r>
              <a:rPr lang="ne-NP" sz="2800" b="1" dirty="0" smtClean="0">
                <a:solidFill>
                  <a:schemeClr val="tx2"/>
                </a:solidFill>
                <a:effectLst>
                  <a:outerShdw blurRad="38100" dist="38100" dir="2700000" algn="tl">
                    <a:srgbClr val="000000">
                      <a:alpha val="43137"/>
                    </a:srgbClr>
                  </a:outerShdw>
                </a:effectLst>
                <a:latin typeface="Kokila" pitchFamily="34" charset="0"/>
                <a:cs typeface="Kokila" pitchFamily="34" charset="0"/>
              </a:rPr>
              <a:t>मोवाइलमार्फत </a:t>
            </a:r>
            <a:r>
              <a:rPr lang="ne-NP" sz="2800" b="1" dirty="0">
                <a:solidFill>
                  <a:schemeClr val="tx2"/>
                </a:solidFill>
                <a:effectLst>
                  <a:outerShdw blurRad="38100" dist="38100" dir="2700000" algn="tl">
                    <a:srgbClr val="000000">
                      <a:alpha val="43137"/>
                    </a:srgbClr>
                  </a:outerShdw>
                </a:effectLst>
                <a:latin typeface="Kokila" pitchFamily="34" charset="0"/>
                <a:cs typeface="Kokila" pitchFamily="34" charset="0"/>
              </a:rPr>
              <a:t>सूचना प्रवाह </a:t>
            </a:r>
            <a:r>
              <a:rPr lang="ne-NP" sz="2800" dirty="0">
                <a:effectLst>
                  <a:outerShdw blurRad="38100" dist="38100" dir="2700000" algn="tl">
                    <a:srgbClr val="000000">
                      <a:alpha val="43137"/>
                    </a:srgbClr>
                  </a:outerShdw>
                </a:effectLst>
                <a:cs typeface="Kalimati" pitchFamily="2"/>
              </a:rPr>
              <a:t>।</a:t>
            </a:r>
          </a:p>
          <a:p>
            <a:pPr lvl="0" algn="just">
              <a:spcAft>
                <a:spcPts val="1200"/>
              </a:spcAft>
            </a:pPr>
            <a:endParaRPr lang="en-US" sz="2400" dirty="0" smtClean="0">
              <a:cs typeface="Kalimati" pitchFamily="2"/>
            </a:endParaRPr>
          </a:p>
        </p:txBody>
      </p:sp>
      <p:sp>
        <p:nvSpPr>
          <p:cNvPr id="4" name="Slide Number Placeholder 3"/>
          <p:cNvSpPr>
            <a:spLocks noGrp="1"/>
          </p:cNvSpPr>
          <p:nvPr>
            <p:ph type="sldNum" sz="quarter" idx="12"/>
          </p:nvPr>
        </p:nvSpPr>
        <p:spPr/>
        <p:txBody>
          <a:bodyPr/>
          <a:lstStyle/>
          <a:p>
            <a:fld id="{2CC92EC1-3E62-4AF8-B369-3BD544824CFD}" type="slidenum">
              <a:rPr lang="ne-NP" smtClean="0"/>
              <a:pPr/>
              <a:t>29</a:t>
            </a:fld>
            <a:endParaRPr lang="ne-NP"/>
          </a:p>
        </p:txBody>
      </p:sp>
    </p:spTree>
    <p:extLst>
      <p:ext uri="{BB962C8B-B14F-4D97-AF65-F5344CB8AC3E}">
        <p14:creationId xmlns:p14="http://schemas.microsoft.com/office/powerpoint/2010/main" val="1381028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slide(fromBottom)">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slide(fromBottom)">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slide(fromBottom)">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slide(fromBottom)">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slide(fromBottom)">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slide(fromBottom)">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slide(fromBottom)">
                                      <p:cBhvr>
                                        <p:cTn id="3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685800"/>
          </a:xfrm>
          <a:solidFill>
            <a:schemeClr val="accent3"/>
          </a:solidFill>
        </p:spPr>
        <p:txBody>
          <a:bodyPr>
            <a:normAutofit fontScale="90000"/>
          </a:bodyPr>
          <a:lstStyle/>
          <a:p>
            <a:r>
              <a:rPr lang="ne-NP" b="1" dirty="0">
                <a:solidFill>
                  <a:prstClr val="black"/>
                </a:solidFill>
                <a:effectLst>
                  <a:outerShdw blurRad="38100" dist="38100" dir="2700000" algn="tl">
                    <a:srgbClr val="000000">
                      <a:alpha val="43137"/>
                    </a:srgbClr>
                  </a:outerShdw>
                </a:effectLst>
                <a:latin typeface="Kokila" pitchFamily="34" charset="0"/>
                <a:cs typeface="Kokila" pitchFamily="34" charset="0"/>
              </a:rPr>
              <a:t>न्यायमा पहुँच आयोगका </a:t>
            </a:r>
            <a:r>
              <a:rPr lang="ne-NP" b="1" dirty="0" smtClean="0">
                <a:solidFill>
                  <a:prstClr val="black"/>
                </a:solidFill>
                <a:effectLst>
                  <a:outerShdw blurRad="38100" dist="38100" dir="2700000" algn="tl">
                    <a:srgbClr val="000000">
                      <a:alpha val="43137"/>
                    </a:srgbClr>
                  </a:outerShdw>
                </a:effectLst>
                <a:latin typeface="Kokila" pitchFamily="34" charset="0"/>
                <a:cs typeface="Kokila" pitchFamily="34" charset="0"/>
              </a:rPr>
              <a:t>गतिविधिहरू••</a:t>
            </a:r>
            <a:r>
              <a:rPr lang="en-US" sz="3200" dirty="0" smtClean="0">
                <a:latin typeface="Preeti" pitchFamily="2" charset="0"/>
                <a:cs typeface="Kalimati" pitchFamily="2"/>
              </a:rPr>
              <a:t>===</a:t>
            </a:r>
            <a:endParaRPr lang="ne-NP" dirty="0">
              <a:latin typeface="Preeti" pitchFamily="2" charset="0"/>
              <a:cs typeface="Kalimati" pitchFamily="2"/>
            </a:endParaRPr>
          </a:p>
        </p:txBody>
      </p:sp>
      <p:sp>
        <p:nvSpPr>
          <p:cNvPr id="3" name="Content Placeholder 2"/>
          <p:cNvSpPr>
            <a:spLocks noGrp="1"/>
          </p:cNvSpPr>
          <p:nvPr>
            <p:ph idx="1"/>
          </p:nvPr>
        </p:nvSpPr>
        <p:spPr>
          <a:xfrm>
            <a:off x="685800" y="1066800"/>
            <a:ext cx="8229600" cy="5654675"/>
          </a:xfrm>
          <a:solidFill>
            <a:schemeClr val="bg1">
              <a:lumMod val="95000"/>
            </a:schemeClr>
          </a:solidFill>
        </p:spPr>
        <p:txBody>
          <a:bodyPr>
            <a:normAutofit fontScale="55000" lnSpcReduction="20000"/>
          </a:bodyPr>
          <a:lstStyle/>
          <a:p>
            <a:pPr lvl="0" algn="just">
              <a:spcAft>
                <a:spcPts val="1200"/>
              </a:spcAft>
              <a:buFont typeface="Wingdings" panose="05000000000000000000" pitchFamily="2" charset="2"/>
              <a:buChar char="§"/>
            </a:pPr>
            <a:r>
              <a:rPr lang="ne-NP" sz="5100" dirty="0" smtClean="0">
                <a:effectLst>
                  <a:outerShdw blurRad="38100" dist="38100" dir="2700000" algn="tl">
                    <a:srgbClr val="000000">
                      <a:alpha val="43137"/>
                    </a:srgbClr>
                  </a:outerShdw>
                </a:effectLst>
                <a:latin typeface="Kokila" pitchFamily="34" charset="0"/>
                <a:cs typeface="Kokila" pitchFamily="34" charset="0"/>
              </a:rPr>
              <a:t>मुद्दाका पक्षह वा पीडितहरूले </a:t>
            </a:r>
            <a:r>
              <a:rPr lang="ne-NP" sz="5100" dirty="0">
                <a:effectLst>
                  <a:outerShdw blurRad="38100" dist="38100" dir="2700000" algn="tl">
                    <a:srgbClr val="000000">
                      <a:alpha val="43137"/>
                    </a:srgbClr>
                  </a:outerShdw>
                </a:effectLst>
                <a:latin typeface="Kokila" pitchFamily="34" charset="0"/>
                <a:cs typeface="Kokila" pitchFamily="34" charset="0"/>
              </a:rPr>
              <a:t>मुद्दा मामिलामा </a:t>
            </a:r>
            <a:r>
              <a:rPr lang="ne-NP" sz="5100" b="1" dirty="0" smtClean="0">
                <a:solidFill>
                  <a:schemeClr val="tx2"/>
                </a:solidFill>
                <a:effectLst>
                  <a:outerShdw blurRad="38100" dist="38100" dir="2700000" algn="tl">
                    <a:srgbClr val="000000">
                      <a:alpha val="43137"/>
                    </a:srgbClr>
                  </a:outerShdw>
                </a:effectLst>
                <a:latin typeface="Kokila" pitchFamily="34" charset="0"/>
                <a:cs typeface="Kokila" pitchFamily="34" charset="0"/>
              </a:rPr>
              <a:t>व्यहोर्नु पर्ने खर्चहरूको बारेमा</a:t>
            </a:r>
            <a:r>
              <a:rPr lang="ne-NP" sz="5100" dirty="0" smtClean="0">
                <a:effectLst>
                  <a:outerShdw blurRad="38100" dist="38100" dir="2700000" algn="tl">
                    <a:srgbClr val="000000">
                      <a:alpha val="43137"/>
                    </a:srgbClr>
                  </a:outerShdw>
                </a:effectLst>
                <a:latin typeface="Kokila" pitchFamily="34" charset="0"/>
                <a:cs typeface="Kokila" pitchFamily="34" charset="0"/>
              </a:rPr>
              <a:t> अध्ययन ।</a:t>
            </a:r>
            <a:endParaRPr lang="en-US" sz="5100" dirty="0" smtClean="0">
              <a:effectLst>
                <a:outerShdw blurRad="38100" dist="38100" dir="2700000" algn="tl">
                  <a:srgbClr val="000000">
                    <a:alpha val="43137"/>
                  </a:srgbClr>
                </a:outerShdw>
              </a:effectLst>
              <a:latin typeface="Kokila" pitchFamily="34" charset="0"/>
              <a:cs typeface="Kokila" pitchFamily="34" charset="0"/>
            </a:endParaRPr>
          </a:p>
          <a:p>
            <a:pPr algn="just">
              <a:spcAft>
                <a:spcPts val="1200"/>
              </a:spcAft>
              <a:buFont typeface="Wingdings" panose="05000000000000000000" pitchFamily="2" charset="2"/>
              <a:buChar char="§"/>
            </a:pPr>
            <a:r>
              <a:rPr lang="ne-NP" sz="5100" dirty="0">
                <a:effectLst>
                  <a:outerShdw blurRad="38100" dist="38100" dir="2700000" algn="tl">
                    <a:srgbClr val="000000">
                      <a:alpha val="43137"/>
                    </a:srgbClr>
                  </a:outerShdw>
                </a:effectLst>
                <a:latin typeface="Kokila" pitchFamily="34" charset="0"/>
                <a:cs typeface="Kokila" pitchFamily="34" charset="0"/>
              </a:rPr>
              <a:t>महिला</a:t>
            </a:r>
            <a:r>
              <a:rPr lang="en-US" sz="5100" dirty="0">
                <a:effectLst>
                  <a:outerShdw blurRad="38100" dist="38100" dir="2700000" algn="tl">
                    <a:srgbClr val="000000">
                      <a:alpha val="43137"/>
                    </a:srgbClr>
                  </a:outerShdw>
                </a:effectLst>
                <a:latin typeface="Kokila" pitchFamily="34" charset="0"/>
                <a:cs typeface="Kokila" pitchFamily="34" charset="0"/>
              </a:rPr>
              <a:t>, </a:t>
            </a:r>
            <a:r>
              <a:rPr lang="ne-NP" sz="5100" dirty="0">
                <a:effectLst>
                  <a:outerShdw blurRad="38100" dist="38100" dir="2700000" algn="tl">
                    <a:srgbClr val="000000">
                      <a:alpha val="43137"/>
                    </a:srgbClr>
                  </a:outerShdw>
                </a:effectLst>
                <a:latin typeface="Kokila" pitchFamily="34" charset="0"/>
                <a:cs typeface="Kokila" pitchFamily="34" charset="0"/>
              </a:rPr>
              <a:t>बृद्ध</a:t>
            </a:r>
            <a:r>
              <a:rPr lang="en-US" sz="5100" dirty="0">
                <a:effectLst>
                  <a:outerShdw blurRad="38100" dist="38100" dir="2700000" algn="tl">
                    <a:srgbClr val="000000">
                      <a:alpha val="43137"/>
                    </a:srgbClr>
                  </a:outerShdw>
                </a:effectLst>
                <a:latin typeface="Kokila" pitchFamily="34" charset="0"/>
                <a:cs typeface="Kokila" pitchFamily="34" charset="0"/>
              </a:rPr>
              <a:t>, </a:t>
            </a:r>
            <a:r>
              <a:rPr lang="ne-NP" sz="5100" dirty="0">
                <a:effectLst>
                  <a:outerShdw blurRad="38100" dist="38100" dir="2700000" algn="tl">
                    <a:srgbClr val="000000">
                      <a:alpha val="43137"/>
                    </a:srgbClr>
                  </a:outerShdw>
                </a:effectLst>
                <a:latin typeface="Kokila" pitchFamily="34" charset="0"/>
                <a:cs typeface="Kokila" pitchFamily="34" charset="0"/>
              </a:rPr>
              <a:t>नावालक</a:t>
            </a:r>
            <a:r>
              <a:rPr lang="en-US" sz="5100" dirty="0">
                <a:effectLst>
                  <a:outerShdw blurRad="38100" dist="38100" dir="2700000" algn="tl">
                    <a:srgbClr val="000000">
                      <a:alpha val="43137"/>
                    </a:srgbClr>
                  </a:outerShdw>
                </a:effectLst>
                <a:latin typeface="Kokila" pitchFamily="34" charset="0"/>
                <a:cs typeface="Kokila" pitchFamily="34" charset="0"/>
              </a:rPr>
              <a:t>, </a:t>
            </a:r>
            <a:r>
              <a:rPr lang="ne-NP" sz="5100" dirty="0">
                <a:effectLst>
                  <a:outerShdw blurRad="38100" dist="38100" dir="2700000" algn="tl">
                    <a:srgbClr val="000000">
                      <a:alpha val="43137"/>
                    </a:srgbClr>
                  </a:outerShdw>
                </a:effectLst>
                <a:latin typeface="Kokila" pitchFamily="34" charset="0"/>
                <a:cs typeface="Kokila" pitchFamily="34" charset="0"/>
              </a:rPr>
              <a:t>असहाय</a:t>
            </a:r>
            <a:r>
              <a:rPr lang="en-US" sz="5100" dirty="0">
                <a:effectLst>
                  <a:outerShdw blurRad="38100" dist="38100" dir="2700000" algn="tl">
                    <a:srgbClr val="000000">
                      <a:alpha val="43137"/>
                    </a:srgbClr>
                  </a:outerShdw>
                </a:effectLst>
                <a:latin typeface="Kokila" pitchFamily="34" charset="0"/>
                <a:cs typeface="Kokila" pitchFamily="34" charset="0"/>
              </a:rPr>
              <a:t>, </a:t>
            </a:r>
            <a:r>
              <a:rPr lang="ne-NP" sz="5100" dirty="0">
                <a:effectLst>
                  <a:outerShdw blurRad="38100" dist="38100" dir="2700000" algn="tl">
                    <a:srgbClr val="000000">
                      <a:alpha val="43137"/>
                    </a:srgbClr>
                  </a:outerShdw>
                </a:effectLst>
                <a:latin typeface="Kokila" pitchFamily="34" charset="0"/>
                <a:cs typeface="Kokila" pitchFamily="34" charset="0"/>
              </a:rPr>
              <a:t>विपन्न वर्गका व्यक्ति सँलग्न साना प्रकृतिका मुद्दाहरूको </a:t>
            </a:r>
            <a:r>
              <a:rPr lang="ne-NP" sz="5100" b="1" dirty="0">
                <a:solidFill>
                  <a:schemeClr val="tx2"/>
                </a:solidFill>
                <a:effectLst>
                  <a:outerShdw blurRad="38100" dist="38100" dir="2700000" algn="tl">
                    <a:srgbClr val="000000">
                      <a:alpha val="43137"/>
                    </a:srgbClr>
                  </a:outerShdw>
                </a:effectLst>
                <a:latin typeface="Kokila" pitchFamily="34" charset="0"/>
                <a:cs typeface="Kokila" pitchFamily="34" charset="0"/>
              </a:rPr>
              <a:t>कारवाई द्रुत गतिमा सम्पन्न गर्ने </a:t>
            </a:r>
            <a:r>
              <a:rPr lang="ne-NP" sz="5100" dirty="0">
                <a:effectLst>
                  <a:outerShdw blurRad="38100" dist="38100" dir="2700000" algn="tl">
                    <a:srgbClr val="000000">
                      <a:alpha val="43137"/>
                    </a:srgbClr>
                  </a:outerShdw>
                </a:effectLst>
                <a:latin typeface="Kokila" pitchFamily="34" charset="0"/>
                <a:cs typeface="Kokila" pitchFamily="34" charset="0"/>
              </a:rPr>
              <a:t>उपाय वारेमा अध्ययन ।</a:t>
            </a:r>
            <a:endParaRPr lang="en-US" sz="5100" dirty="0">
              <a:effectLst>
                <a:outerShdw blurRad="38100" dist="38100" dir="2700000" algn="tl">
                  <a:srgbClr val="000000">
                    <a:alpha val="43137"/>
                  </a:srgbClr>
                </a:outerShdw>
              </a:effectLst>
              <a:latin typeface="Kokila" pitchFamily="34" charset="0"/>
              <a:cs typeface="Kokila" pitchFamily="34" charset="0"/>
            </a:endParaRPr>
          </a:p>
          <a:p>
            <a:pPr lvl="0" algn="just">
              <a:spcAft>
                <a:spcPts val="1200"/>
              </a:spcAft>
              <a:buFont typeface="Wingdings" panose="05000000000000000000" pitchFamily="2" charset="2"/>
              <a:buChar char="§"/>
            </a:pPr>
            <a:r>
              <a:rPr lang="ne-NP" sz="5100" dirty="0" smtClean="0">
                <a:effectLst>
                  <a:outerShdw blurRad="38100" dist="38100" dir="2700000" algn="tl">
                    <a:srgbClr val="000000">
                      <a:alpha val="43137"/>
                    </a:srgbClr>
                  </a:outerShdw>
                </a:effectLst>
                <a:latin typeface="Kokila" pitchFamily="34" charset="0"/>
                <a:cs typeface="Kokila" pitchFamily="34" charset="0"/>
              </a:rPr>
              <a:t>मुद्दाको कारवाही </a:t>
            </a:r>
            <a:r>
              <a:rPr lang="ne-NP" sz="5100" b="1" dirty="0" smtClean="0">
                <a:solidFill>
                  <a:schemeClr val="tx2"/>
                </a:solidFill>
                <a:effectLst>
                  <a:outerShdw blurRad="38100" dist="38100" dir="2700000" algn="tl">
                    <a:srgbClr val="000000">
                      <a:alpha val="43137"/>
                    </a:srgbClr>
                  </a:outerShdw>
                </a:effectLst>
                <a:latin typeface="Kokila" pitchFamily="34" charset="0"/>
                <a:cs typeface="Kokila" pitchFamily="34" charset="0"/>
              </a:rPr>
              <a:t>छिटो छरितो सम्पन्न गर्नका लागि कार्यविधि कानूनमा गर्नुपर्ने सुधारका </a:t>
            </a:r>
            <a:r>
              <a:rPr lang="ne-NP" sz="5100" dirty="0" smtClean="0">
                <a:effectLst>
                  <a:outerShdw blurRad="38100" dist="38100" dir="2700000" algn="tl">
                    <a:srgbClr val="000000">
                      <a:alpha val="43137"/>
                    </a:srgbClr>
                  </a:outerShdw>
                </a:effectLst>
                <a:latin typeface="Kokila" pitchFamily="34" charset="0"/>
                <a:cs typeface="Kokila" pitchFamily="34" charset="0"/>
              </a:rPr>
              <a:t>वारेमा अध्ययन र सिफारिस</a:t>
            </a:r>
            <a:r>
              <a:rPr lang="en-US" sz="5100" dirty="0" smtClean="0">
                <a:effectLst>
                  <a:outerShdw blurRad="38100" dist="38100" dir="2700000" algn="tl">
                    <a:srgbClr val="000000">
                      <a:alpha val="43137"/>
                    </a:srgbClr>
                  </a:outerShdw>
                </a:effectLst>
                <a:latin typeface="Kokila" pitchFamily="34" charset="0"/>
                <a:cs typeface="Kokila" pitchFamily="34" charset="0"/>
              </a:rPr>
              <a:t>,</a:t>
            </a:r>
          </a:p>
          <a:p>
            <a:pPr algn="just">
              <a:spcAft>
                <a:spcPts val="1200"/>
              </a:spcAft>
              <a:buFont typeface="Wingdings" panose="05000000000000000000" pitchFamily="2" charset="2"/>
              <a:buChar char="§"/>
            </a:pPr>
            <a:r>
              <a:rPr lang="ne-NP" sz="5100" dirty="0" smtClean="0">
                <a:effectLst>
                  <a:outerShdw blurRad="38100" dist="38100" dir="2700000" algn="tl">
                    <a:srgbClr val="000000">
                      <a:alpha val="43137"/>
                    </a:srgbClr>
                  </a:outerShdw>
                </a:effectLst>
                <a:latin typeface="Kokila" pitchFamily="34" charset="0"/>
                <a:cs typeface="Kokila" pitchFamily="34" charset="0"/>
              </a:rPr>
              <a:t>अदालतहरूको </a:t>
            </a:r>
            <a:r>
              <a:rPr lang="ne-NP" sz="5100" b="1" dirty="0" smtClean="0">
                <a:solidFill>
                  <a:schemeClr val="tx2"/>
                </a:solidFill>
                <a:effectLst>
                  <a:outerShdw blurRad="38100" dist="38100" dir="2700000" algn="tl">
                    <a:srgbClr val="000000">
                      <a:alpha val="43137"/>
                    </a:srgbClr>
                  </a:outerShdw>
                </a:effectLst>
                <a:latin typeface="Kokila" pitchFamily="34" charset="0"/>
                <a:cs typeface="Kokila" pitchFamily="34" charset="0"/>
              </a:rPr>
              <a:t>भौतिक अवस्थालाई सेवाग्रही मैत्री </a:t>
            </a:r>
            <a:r>
              <a:rPr lang="ne-NP" sz="5100" dirty="0" smtClean="0">
                <a:effectLst>
                  <a:outerShdw blurRad="38100" dist="38100" dir="2700000" algn="tl">
                    <a:srgbClr val="000000">
                      <a:alpha val="43137"/>
                    </a:srgbClr>
                  </a:outerShdw>
                </a:effectLst>
                <a:latin typeface="Kokila" pitchFamily="34" charset="0"/>
                <a:cs typeface="Kokila" pitchFamily="34" charset="0"/>
              </a:rPr>
              <a:t>बनाउन गर्नुपर्ने कार्यहरूको वारेमा अध्ययन । </a:t>
            </a:r>
            <a:endParaRPr lang="en-US" sz="5100" dirty="0" smtClean="0">
              <a:effectLst>
                <a:outerShdw blurRad="38100" dist="38100" dir="2700000" algn="tl">
                  <a:srgbClr val="000000">
                    <a:alpha val="43137"/>
                  </a:srgbClr>
                </a:outerShdw>
              </a:effectLst>
              <a:latin typeface="Kokila" pitchFamily="34" charset="0"/>
              <a:cs typeface="Kokila" pitchFamily="34" charset="0"/>
            </a:endParaRPr>
          </a:p>
          <a:p>
            <a:pPr marL="342900" lvl="2" indent="-342900" algn="just">
              <a:spcAft>
                <a:spcPts val="1200"/>
              </a:spcAft>
              <a:buFont typeface="Wingdings" panose="05000000000000000000" pitchFamily="2" charset="2"/>
              <a:buChar char="§"/>
            </a:pPr>
            <a:r>
              <a:rPr lang="ne-NP" sz="5100" dirty="0" smtClean="0">
                <a:solidFill>
                  <a:prstClr val="black"/>
                </a:solidFill>
                <a:effectLst>
                  <a:outerShdw blurRad="38100" dist="38100" dir="2700000" algn="tl">
                    <a:srgbClr val="000000">
                      <a:alpha val="43137"/>
                    </a:srgbClr>
                  </a:outerShdw>
                </a:effectLst>
                <a:latin typeface="Kokila" pitchFamily="34" charset="0"/>
                <a:cs typeface="Kokila" pitchFamily="34" charset="0"/>
              </a:rPr>
              <a:t>धरौटी </a:t>
            </a:r>
            <a:r>
              <a:rPr lang="ne-NP" sz="5100" dirty="0">
                <a:solidFill>
                  <a:prstClr val="black"/>
                </a:solidFill>
                <a:effectLst>
                  <a:outerShdw blurRad="38100" dist="38100" dir="2700000" algn="tl">
                    <a:srgbClr val="000000">
                      <a:alpha val="43137"/>
                    </a:srgbClr>
                  </a:outerShdw>
                </a:effectLst>
                <a:latin typeface="Kokila" pitchFamily="34" charset="0"/>
                <a:cs typeface="Kokila" pitchFamily="34" charset="0"/>
              </a:rPr>
              <a:t>तिर्न नसकी पुर्पक्षका लागि थुनामा बस्न बाध्य भएका व्यक्तिहरूको बारेमा अध्ययन </a:t>
            </a:r>
            <a:r>
              <a:rPr lang="en-US" sz="5100" dirty="0" smtClean="0">
                <a:solidFill>
                  <a:prstClr val="black"/>
                </a:solidFill>
                <a:effectLst>
                  <a:outerShdw blurRad="38100" dist="38100" dir="2700000" algn="tl">
                    <a:srgbClr val="000000">
                      <a:alpha val="43137"/>
                    </a:srgbClr>
                  </a:outerShdw>
                </a:effectLst>
                <a:latin typeface="Kokila" pitchFamily="34" charset="0"/>
                <a:cs typeface="Kokila" pitchFamily="34" charset="0"/>
              </a:rPr>
              <a:t>.</a:t>
            </a:r>
            <a:endParaRPr lang="en-US" sz="5100" dirty="0" smtClean="0">
              <a:effectLst>
                <a:outerShdw blurRad="38100" dist="38100" dir="2700000" algn="tl">
                  <a:srgbClr val="000000">
                    <a:alpha val="43137"/>
                  </a:srgbClr>
                </a:outerShdw>
              </a:effectLst>
              <a:latin typeface="Kokila" pitchFamily="34" charset="0"/>
              <a:cs typeface="Kokila" pitchFamily="34" charset="0"/>
            </a:endParaRPr>
          </a:p>
          <a:p>
            <a:pPr marL="342900" lvl="2" indent="-342900" algn="just">
              <a:spcAft>
                <a:spcPts val="1200"/>
              </a:spcAft>
              <a:buFont typeface="Wingdings" panose="05000000000000000000" pitchFamily="2" charset="2"/>
              <a:buChar char="§"/>
            </a:pPr>
            <a:r>
              <a:rPr lang="ne-NP" sz="5100" dirty="0" smtClean="0">
                <a:effectLst>
                  <a:outerShdw blurRad="38100" dist="38100" dir="2700000" algn="tl">
                    <a:srgbClr val="000000">
                      <a:alpha val="43137"/>
                    </a:srgbClr>
                  </a:outerShdw>
                </a:effectLst>
                <a:latin typeface="Kokila" pitchFamily="34" charset="0"/>
                <a:cs typeface="Kokila" pitchFamily="34" charset="0"/>
              </a:rPr>
              <a:t>न्यायमा </a:t>
            </a:r>
            <a:r>
              <a:rPr lang="ne-NP" sz="5100" dirty="0">
                <a:effectLst>
                  <a:outerShdw blurRad="38100" dist="38100" dir="2700000" algn="tl">
                    <a:srgbClr val="000000">
                      <a:alpha val="43137"/>
                    </a:srgbClr>
                  </a:outerShdw>
                </a:effectLst>
                <a:latin typeface="Kokila" pitchFamily="34" charset="0"/>
                <a:cs typeface="Kokila" pitchFamily="34" charset="0"/>
              </a:rPr>
              <a:t>पहुँच अभिवृद्धिका लागि विपन्‍न, असहाय र असक्षम वर्गका लक्षित व्यक्तिको पहिचानको </a:t>
            </a:r>
            <a:r>
              <a:rPr lang="ne-NP" sz="5100" dirty="0" smtClean="0">
                <a:effectLst>
                  <a:outerShdw blurRad="38100" dist="38100" dir="2700000" algn="tl">
                    <a:srgbClr val="000000">
                      <a:alpha val="43137"/>
                    </a:srgbClr>
                  </a:outerShdw>
                </a:effectLst>
                <a:latin typeface="Kokila" pitchFamily="34" charset="0"/>
                <a:cs typeface="Kokila" pitchFamily="34" charset="0"/>
              </a:rPr>
              <a:t>आधारका वारेमा अध्ययन</a:t>
            </a:r>
            <a:r>
              <a:rPr lang="en-US" sz="5100" dirty="0" smtClean="0">
                <a:effectLst>
                  <a:outerShdw blurRad="38100" dist="38100" dir="2700000" algn="tl">
                    <a:srgbClr val="000000">
                      <a:alpha val="43137"/>
                    </a:srgbClr>
                  </a:outerShdw>
                </a:effectLst>
                <a:latin typeface="Kokila" pitchFamily="34" charset="0"/>
                <a:cs typeface="Kokila" pitchFamily="34" charset="0"/>
              </a:rPr>
              <a:t>,</a:t>
            </a:r>
            <a:endParaRPr lang="en-US" sz="5100" dirty="0">
              <a:effectLst>
                <a:outerShdw blurRad="38100" dist="38100" dir="2700000" algn="tl">
                  <a:srgbClr val="000000">
                    <a:alpha val="43137"/>
                  </a:srgbClr>
                </a:outerShdw>
              </a:effectLst>
              <a:latin typeface="Kokila" pitchFamily="34" charset="0"/>
              <a:cs typeface="Kokila" pitchFamily="34" charset="0"/>
            </a:endParaRPr>
          </a:p>
          <a:p>
            <a:pPr algn="just">
              <a:spcAft>
                <a:spcPts val="1200"/>
              </a:spcAft>
              <a:buFont typeface="Wingdings" panose="05000000000000000000" pitchFamily="2" charset="2"/>
              <a:buChar char="§"/>
            </a:pPr>
            <a:endParaRPr lang="en-US" dirty="0">
              <a:solidFill>
                <a:prstClr val="black"/>
              </a:solidFill>
              <a:cs typeface="Kalimati" pitchFamily="2"/>
            </a:endParaRPr>
          </a:p>
          <a:p>
            <a:pPr lvl="0" algn="just">
              <a:spcAft>
                <a:spcPts val="1200"/>
              </a:spcAft>
              <a:buFont typeface="Wingdings" panose="05000000000000000000" pitchFamily="2" charset="2"/>
              <a:buChar char="§"/>
            </a:pPr>
            <a:endParaRPr lang="en-US" dirty="0" smtClean="0">
              <a:cs typeface="Kalimati" pitchFamily="2"/>
            </a:endParaRPr>
          </a:p>
          <a:p>
            <a:endParaRPr lang="ne-NP" dirty="0"/>
          </a:p>
        </p:txBody>
      </p:sp>
      <p:sp>
        <p:nvSpPr>
          <p:cNvPr id="4" name="Slide Number Placeholder 3"/>
          <p:cNvSpPr>
            <a:spLocks noGrp="1"/>
          </p:cNvSpPr>
          <p:nvPr>
            <p:ph type="sldNum" sz="quarter" idx="12"/>
          </p:nvPr>
        </p:nvSpPr>
        <p:spPr/>
        <p:txBody>
          <a:bodyPr/>
          <a:lstStyle/>
          <a:p>
            <a:fld id="{2CC92EC1-3E62-4AF8-B369-3BD544824CFD}" type="slidenum">
              <a:rPr lang="ne-NP" smtClean="0"/>
              <a:pPr/>
              <a:t>30</a:t>
            </a:fld>
            <a:endParaRPr lang="ne-NP"/>
          </a:p>
        </p:txBody>
      </p:sp>
    </p:spTree>
    <p:extLst>
      <p:ext uri="{BB962C8B-B14F-4D97-AF65-F5344CB8AC3E}">
        <p14:creationId xmlns:p14="http://schemas.microsoft.com/office/powerpoint/2010/main" val="2385725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slide(fromBottom)">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slide(fromBottom)">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slide(fromBottom)">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slide(fromBottom)">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slide(fromBottom)">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slide(fromBottom)">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slide(fromBottom)">
                                      <p:cBhvr>
                                        <p:cTn id="3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solidFill>
        </p:spPr>
        <p:txBody>
          <a:bodyPr>
            <a:normAutofit/>
          </a:bodyPr>
          <a:lstStyle/>
          <a:p>
            <a:r>
              <a:rPr lang="ne-NP" b="1" dirty="0">
                <a:solidFill>
                  <a:prstClr val="black"/>
                </a:solidFill>
                <a:effectLst>
                  <a:outerShdw blurRad="38100" dist="38100" dir="2700000" algn="tl">
                    <a:srgbClr val="000000">
                      <a:alpha val="43137"/>
                    </a:srgbClr>
                  </a:outerShdw>
                </a:effectLst>
                <a:latin typeface="Kokila" pitchFamily="34" charset="0"/>
                <a:cs typeface="Kokila" pitchFamily="34" charset="0"/>
              </a:rPr>
              <a:t>न्यायमा पहुँच आयोगका गतिविधिहरू••</a:t>
            </a:r>
            <a:r>
              <a:rPr lang="en-US" sz="3200" dirty="0">
                <a:latin typeface="Preeti" pitchFamily="2" charset="0"/>
                <a:cs typeface="Kalimati" pitchFamily="2"/>
              </a:rPr>
              <a:t>===</a:t>
            </a:r>
            <a:endParaRPr lang="en-US" b="1" dirty="0">
              <a:effectLst>
                <a:outerShdw blurRad="38100" dist="38100" dir="2700000" algn="tl">
                  <a:srgbClr val="000000">
                    <a:alpha val="43137"/>
                  </a:srgbClr>
                </a:outerShdw>
              </a:effectLst>
              <a:latin typeface="Kokila" pitchFamily="34" charset="0"/>
              <a:cs typeface="Kokila" pitchFamily="34" charset="0"/>
            </a:endParaRPr>
          </a:p>
        </p:txBody>
      </p:sp>
      <p:sp>
        <p:nvSpPr>
          <p:cNvPr id="3" name="Content Placeholder 2"/>
          <p:cNvSpPr>
            <a:spLocks noGrp="1"/>
          </p:cNvSpPr>
          <p:nvPr>
            <p:ph idx="1"/>
          </p:nvPr>
        </p:nvSpPr>
        <p:spPr/>
        <p:txBody>
          <a:bodyPr>
            <a:noAutofit/>
          </a:bodyPr>
          <a:lstStyle/>
          <a:p>
            <a:pPr lvl="0">
              <a:buFont typeface="Wingdings" panose="05000000000000000000" pitchFamily="2" charset="2"/>
              <a:buChar char="§"/>
            </a:pPr>
            <a:r>
              <a:rPr lang="en-US" dirty="0" err="1">
                <a:effectLst>
                  <a:outerShdw blurRad="38100" dist="38100" dir="2700000" algn="tl">
                    <a:srgbClr val="000000">
                      <a:alpha val="43137"/>
                    </a:srgbClr>
                  </a:outerShdw>
                </a:effectLst>
                <a:latin typeface="Preeti" pitchFamily="2" charset="0"/>
              </a:rPr>
              <a:t>cw</a:t>
            </a:r>
            <a:r>
              <a:rPr lang="en-US" dirty="0">
                <a:effectLst>
                  <a:outerShdw blurRad="38100" dist="38100" dir="2700000" algn="tl">
                    <a:srgbClr val="000000">
                      <a:alpha val="43137"/>
                    </a:srgbClr>
                  </a:outerShdw>
                </a:effectLst>
                <a:latin typeface="Preeti" pitchFamily="2" charset="0"/>
              </a:rPr>
              <a:t>{–</a:t>
            </a:r>
            <a:r>
              <a:rPr lang="en-US" dirty="0" err="1">
                <a:effectLst>
                  <a:outerShdw blurRad="38100" dist="38100" dir="2700000" algn="tl">
                    <a:srgbClr val="000000">
                      <a:alpha val="43137"/>
                    </a:srgbClr>
                  </a:outerShdw>
                </a:effectLst>
                <a:latin typeface="Preeti" pitchFamily="2" charset="0"/>
              </a:rPr>
              <a:t>Goflos</a:t>
            </a:r>
            <a:r>
              <a:rPr lang="en-US" dirty="0">
                <a:effectLst>
                  <a:outerShdw blurRad="38100" dist="38100" dir="2700000" algn="tl">
                    <a:srgbClr val="000000">
                      <a:alpha val="43137"/>
                    </a:srgbClr>
                  </a:outerShdw>
                </a:effectLst>
                <a:latin typeface="Preeti" pitchFamily="2" charset="0"/>
              </a:rPr>
              <a:t> </a:t>
            </a:r>
            <a:r>
              <a:rPr lang="en-US" dirty="0" err="1">
                <a:effectLst>
                  <a:outerShdw blurRad="38100" dist="38100" dir="2700000" algn="tl">
                    <a:srgbClr val="000000">
                      <a:alpha val="43137"/>
                    </a:srgbClr>
                  </a:outerShdw>
                </a:effectLst>
                <a:latin typeface="Preeti" pitchFamily="2" charset="0"/>
              </a:rPr>
              <a:t>lgsfodf</a:t>
            </a:r>
            <a:r>
              <a:rPr lang="en-US" dirty="0">
                <a:effectLst>
                  <a:outerShdw blurRad="38100" dist="38100" dir="2700000" algn="tl">
                    <a:srgbClr val="000000">
                      <a:alpha val="43137"/>
                    </a:srgbClr>
                  </a:outerShdw>
                </a:effectLst>
                <a:latin typeface="Preeti" pitchFamily="2" charset="0"/>
              </a:rPr>
              <a:t> j}</a:t>
            </a:r>
            <a:r>
              <a:rPr lang="en-US" dirty="0" err="1">
                <a:effectLst>
                  <a:outerShdw blurRad="38100" dist="38100" dir="2700000" algn="tl">
                    <a:srgbClr val="000000">
                      <a:alpha val="43137"/>
                    </a:srgbClr>
                  </a:outerShdw>
                </a:effectLst>
                <a:latin typeface="Preeti" pitchFamily="2" charset="0"/>
              </a:rPr>
              <a:t>tlgs</a:t>
            </a:r>
            <a:r>
              <a:rPr lang="en-US" dirty="0">
                <a:effectLst>
                  <a:outerShdw blurRad="38100" dist="38100" dir="2700000" algn="tl">
                    <a:srgbClr val="000000">
                      <a:alpha val="43137"/>
                    </a:srgbClr>
                  </a:outerShdw>
                </a:effectLst>
                <a:latin typeface="Preeti" pitchFamily="2" charset="0"/>
              </a:rPr>
              <a:t> </a:t>
            </a:r>
            <a:r>
              <a:rPr lang="en-US" dirty="0" err="1">
                <a:effectLst>
                  <a:outerShdw blurRad="38100" dist="38100" dir="2700000" algn="tl">
                    <a:srgbClr val="000000">
                      <a:alpha val="43137"/>
                    </a:srgbClr>
                  </a:outerShdw>
                </a:effectLst>
                <a:latin typeface="Preeti" pitchFamily="2" charset="0"/>
              </a:rPr>
              <a:t>sfg"g</a:t>
            </a:r>
            <a:r>
              <a:rPr lang="en-US" dirty="0">
                <a:effectLst>
                  <a:outerShdw blurRad="38100" dist="38100" dir="2700000" algn="tl">
                    <a:srgbClr val="000000">
                      <a:alpha val="43137"/>
                    </a:srgbClr>
                  </a:outerShdw>
                </a:effectLst>
                <a:latin typeface="Preeti" pitchFamily="2" charset="0"/>
              </a:rPr>
              <a:t> </a:t>
            </a:r>
            <a:r>
              <a:rPr lang="en-US" dirty="0" err="1">
                <a:effectLst>
                  <a:outerShdw blurRad="38100" dist="38100" dir="2700000" algn="tl">
                    <a:srgbClr val="000000">
                      <a:alpha val="43137"/>
                    </a:srgbClr>
                  </a:outerShdw>
                </a:effectLst>
                <a:latin typeface="Preeti" pitchFamily="2" charset="0"/>
              </a:rPr>
              <a:t>Joj;foLsf</a:t>
            </a:r>
            <a:r>
              <a:rPr lang="en-US" dirty="0">
                <a:effectLst>
                  <a:outerShdw blurRad="38100" dist="38100" dir="2700000" algn="tl">
                    <a:srgbClr val="000000">
                      <a:alpha val="43137"/>
                    </a:srgbClr>
                  </a:outerShdw>
                </a:effectLst>
                <a:latin typeface="Preeti" pitchFamily="2" charset="0"/>
              </a:rPr>
              <a:t>] ;]</a:t>
            </a:r>
            <a:r>
              <a:rPr lang="en-US" dirty="0" err="1">
                <a:effectLst>
                  <a:outerShdw blurRad="38100" dist="38100" dir="2700000" algn="tl">
                    <a:srgbClr val="000000">
                      <a:alpha val="43137"/>
                    </a:srgbClr>
                  </a:outerShdw>
                </a:effectLst>
                <a:latin typeface="Preeti" pitchFamily="2" charset="0"/>
              </a:rPr>
              <a:t>jf</a:t>
            </a:r>
            <a:r>
              <a:rPr lang="en-US" dirty="0">
                <a:effectLst>
                  <a:outerShdw blurRad="38100" dist="38100" dir="2700000" algn="tl">
                    <a:srgbClr val="000000">
                      <a:alpha val="43137"/>
                    </a:srgbClr>
                  </a:outerShdw>
                </a:effectLst>
                <a:latin typeface="Preeti" pitchFamily="2" charset="0"/>
              </a:rPr>
              <a:t> </a:t>
            </a:r>
            <a:r>
              <a:rPr lang="en-US" dirty="0" err="1">
                <a:effectLst>
                  <a:outerShdw blurRad="38100" dist="38100" dir="2700000" algn="tl">
                    <a:srgbClr val="000000">
                      <a:alpha val="43137"/>
                    </a:srgbClr>
                  </a:outerShdw>
                </a:effectLst>
                <a:latin typeface="Preeti" pitchFamily="2" charset="0"/>
              </a:rPr>
              <a:t>lj:tf</a:t>
            </a:r>
            <a:r>
              <a:rPr lang="en-US" dirty="0">
                <a:effectLst>
                  <a:outerShdw blurRad="38100" dist="38100" dir="2700000" algn="tl">
                    <a:srgbClr val="000000">
                      <a:alpha val="43137"/>
                    </a:srgbClr>
                  </a:outerShdw>
                </a:effectLst>
                <a:latin typeface="Preeti" pitchFamily="2" charset="0"/>
              </a:rPr>
              <a:t>/ ;</a:t>
            </a:r>
            <a:r>
              <a:rPr lang="en-US" dirty="0" err="1">
                <a:effectLst>
                  <a:outerShdw blurRad="38100" dist="38100" dir="2700000" algn="tl">
                    <a:srgbClr val="000000">
                      <a:alpha val="43137"/>
                    </a:srgbClr>
                  </a:outerShdw>
                </a:effectLst>
                <a:latin typeface="Preeti" pitchFamily="2" charset="0"/>
              </a:rPr>
              <a:t>DaGwdf</a:t>
            </a:r>
            <a:r>
              <a:rPr lang="en-US" dirty="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cWoog</a:t>
            </a:r>
            <a:r>
              <a:rPr lang="en-US" dirty="0" smtClean="0">
                <a:effectLst>
                  <a:outerShdw blurRad="38100" dist="38100" dir="2700000" algn="tl">
                    <a:srgbClr val="000000">
                      <a:alpha val="43137"/>
                    </a:srgbClr>
                  </a:outerShdw>
                </a:effectLst>
                <a:latin typeface="Preeti" pitchFamily="2" charset="0"/>
              </a:rPr>
              <a:t>,</a:t>
            </a:r>
            <a:endParaRPr lang="en-US" dirty="0">
              <a:effectLst>
                <a:outerShdw blurRad="38100" dist="38100" dir="2700000" algn="tl">
                  <a:srgbClr val="000000">
                    <a:alpha val="43137"/>
                  </a:srgbClr>
                </a:outerShdw>
              </a:effectLst>
              <a:latin typeface="Preeti" pitchFamily="2" charset="0"/>
            </a:endParaRPr>
          </a:p>
          <a:p>
            <a:pPr lvl="0">
              <a:buFont typeface="Wingdings" panose="05000000000000000000" pitchFamily="2" charset="2"/>
              <a:buChar char="§"/>
            </a:pPr>
            <a:r>
              <a:rPr lang="en-US" dirty="0" err="1">
                <a:effectLst>
                  <a:outerShdw blurRad="38100" dist="38100" dir="2700000" algn="tl">
                    <a:srgbClr val="000000">
                      <a:alpha val="43137"/>
                    </a:srgbClr>
                  </a:outerShdw>
                </a:effectLst>
                <a:latin typeface="Preeti" pitchFamily="2" charset="0"/>
              </a:rPr>
              <a:t>dlxnf</a:t>
            </a:r>
            <a:r>
              <a:rPr lang="en-US" dirty="0">
                <a:effectLst>
                  <a:outerShdw blurRad="38100" dist="38100" dir="2700000" algn="tl">
                    <a:srgbClr val="000000">
                      <a:alpha val="43137"/>
                    </a:srgbClr>
                  </a:outerShdw>
                </a:effectLst>
                <a:latin typeface="Preeti" pitchFamily="2" charset="0"/>
              </a:rPr>
              <a:t> </a:t>
            </a:r>
            <a:r>
              <a:rPr lang="en-US" dirty="0" err="1">
                <a:effectLst>
                  <a:outerShdw blurRad="38100" dist="38100" dir="2700000" algn="tl">
                    <a:srgbClr val="000000">
                      <a:alpha val="43137"/>
                    </a:srgbClr>
                  </a:outerShdw>
                </a:effectLst>
                <a:latin typeface="Preeti" pitchFamily="2" charset="0"/>
              </a:rPr>
              <a:t>ljkGg</a:t>
            </a:r>
            <a:r>
              <a:rPr lang="en-US" dirty="0">
                <a:effectLst>
                  <a:outerShdw blurRad="38100" dist="38100" dir="2700000" algn="tl">
                    <a:srgbClr val="000000">
                      <a:alpha val="43137"/>
                    </a:srgbClr>
                  </a:outerShdw>
                </a:effectLst>
                <a:latin typeface="Preeti" pitchFamily="2" charset="0"/>
              </a:rPr>
              <a:t>, </a:t>
            </a:r>
            <a:r>
              <a:rPr lang="en-US" dirty="0" err="1">
                <a:effectLst>
                  <a:outerShdw blurRad="38100" dist="38100" dir="2700000" algn="tl">
                    <a:srgbClr val="000000">
                      <a:alpha val="43137"/>
                    </a:srgbClr>
                  </a:outerShdw>
                </a:effectLst>
                <a:latin typeface="Preeti" pitchFamily="2" charset="0"/>
              </a:rPr>
              <a:t>c;xfo</a:t>
            </a:r>
            <a:r>
              <a:rPr lang="en-US" dirty="0">
                <a:effectLst>
                  <a:outerShdw blurRad="38100" dist="38100" dir="2700000" algn="tl">
                    <a:srgbClr val="000000">
                      <a:alpha val="43137"/>
                    </a:srgbClr>
                  </a:outerShdw>
                </a:effectLst>
                <a:latin typeface="Preeti" pitchFamily="2" charset="0"/>
              </a:rPr>
              <a:t> / </a:t>
            </a:r>
            <a:r>
              <a:rPr lang="en-US" dirty="0" err="1">
                <a:effectLst>
                  <a:outerShdw blurRad="38100" dist="38100" dir="2700000" algn="tl">
                    <a:srgbClr val="000000">
                      <a:alpha val="43137"/>
                    </a:srgbClr>
                  </a:outerShdw>
                </a:effectLst>
                <a:latin typeface="Preeti" pitchFamily="2" charset="0"/>
              </a:rPr>
              <a:t>c;dy</a:t>
            </a:r>
            <a:r>
              <a:rPr lang="en-US" dirty="0">
                <a:effectLst>
                  <a:outerShdw blurRad="38100" dist="38100" dir="2700000" algn="tl">
                    <a:srgbClr val="000000">
                      <a:alpha val="43137"/>
                    </a:srgbClr>
                  </a:outerShdw>
                </a:effectLst>
                <a:latin typeface="Preeti" pitchFamily="2" charset="0"/>
              </a:rPr>
              <a:t>{ </a:t>
            </a:r>
            <a:r>
              <a:rPr lang="en-US" dirty="0" err="1">
                <a:effectLst>
                  <a:outerShdw blurRad="38100" dist="38100" dir="2700000" algn="tl">
                    <a:srgbClr val="000000">
                      <a:alpha val="43137"/>
                    </a:srgbClr>
                  </a:outerShdw>
                </a:effectLst>
                <a:latin typeface="Preeti" pitchFamily="2" charset="0"/>
              </a:rPr>
              <a:t>JolQmx?sf</a:t>
            </a:r>
            <a:r>
              <a:rPr lang="en-US" dirty="0">
                <a:effectLst>
                  <a:outerShdw blurRad="38100" dist="38100" dir="2700000" algn="tl">
                    <a:srgbClr val="000000">
                      <a:alpha val="43137"/>
                    </a:srgbClr>
                  </a:outerShdw>
                </a:effectLst>
                <a:latin typeface="Preeti" pitchFamily="2" charset="0"/>
              </a:rPr>
              <a:t> </a:t>
            </a:r>
            <a:r>
              <a:rPr lang="en-US" dirty="0" err="1">
                <a:effectLst>
                  <a:outerShdw blurRad="38100" dist="38100" dir="2700000" algn="tl">
                    <a:srgbClr val="000000">
                      <a:alpha val="43137"/>
                    </a:srgbClr>
                  </a:outerShdw>
                </a:effectLst>
                <a:latin typeface="Preeti" pitchFamily="2" charset="0"/>
              </a:rPr>
              <a:t>clwsf</a:t>
            </a:r>
            <a:r>
              <a:rPr lang="en-US" dirty="0">
                <a:effectLst>
                  <a:outerShdw blurRad="38100" dist="38100" dir="2700000" algn="tl">
                    <a:srgbClr val="000000">
                      <a:alpha val="43137"/>
                    </a:srgbClr>
                  </a:outerShdw>
                </a:effectLst>
                <a:latin typeface="Preeti" pitchFamily="2" charset="0"/>
              </a:rPr>
              <a:t>/ ;+/If0f ;</a:t>
            </a:r>
            <a:r>
              <a:rPr lang="en-US" dirty="0" err="1">
                <a:effectLst>
                  <a:outerShdw blurRad="38100" dist="38100" dir="2700000" algn="tl">
                    <a:srgbClr val="000000">
                      <a:alpha val="43137"/>
                    </a:srgbClr>
                  </a:outerShdw>
                </a:effectLst>
                <a:latin typeface="Preeti" pitchFamily="2" charset="0"/>
              </a:rPr>
              <a:t>DaGwL</a:t>
            </a:r>
            <a:r>
              <a:rPr lang="en-US" dirty="0">
                <a:effectLst>
                  <a:outerShdw blurRad="38100" dist="38100" dir="2700000" algn="tl">
                    <a:srgbClr val="000000">
                      <a:alpha val="43137"/>
                    </a:srgbClr>
                  </a:outerShdw>
                </a:effectLst>
                <a:latin typeface="Preeti" pitchFamily="2" charset="0"/>
              </a:rPr>
              <a:t> </a:t>
            </a:r>
            <a:r>
              <a:rPr lang="en-US" dirty="0" err="1">
                <a:effectLst>
                  <a:outerShdw blurRad="38100" dist="38100" dir="2700000" algn="tl">
                    <a:srgbClr val="000000">
                      <a:alpha val="43137"/>
                    </a:srgbClr>
                  </a:outerShdw>
                </a:effectLst>
                <a:latin typeface="Preeti" pitchFamily="2" charset="0"/>
              </a:rPr>
              <a:t>ljBdfg</a:t>
            </a:r>
            <a:r>
              <a:rPr lang="en-US" dirty="0">
                <a:effectLst>
                  <a:outerShdw blurRad="38100" dist="38100" dir="2700000" algn="tl">
                    <a:srgbClr val="000000">
                      <a:alpha val="43137"/>
                    </a:srgbClr>
                  </a:outerShdw>
                </a:effectLst>
                <a:latin typeface="Preeti" pitchFamily="2" charset="0"/>
              </a:rPr>
              <a:t> </a:t>
            </a:r>
            <a:r>
              <a:rPr lang="en-US" dirty="0" err="1">
                <a:effectLst>
                  <a:outerShdw blurRad="38100" dist="38100" dir="2700000" algn="tl">
                    <a:srgbClr val="000000">
                      <a:alpha val="43137"/>
                    </a:srgbClr>
                  </a:outerShdw>
                </a:effectLst>
                <a:latin typeface="Preeti" pitchFamily="2" charset="0"/>
              </a:rPr>
              <a:t>sfg"gdf</a:t>
            </a:r>
            <a:r>
              <a:rPr lang="en-US" dirty="0">
                <a:effectLst>
                  <a:outerShdw blurRad="38100" dist="38100" dir="2700000" algn="tl">
                    <a:srgbClr val="000000">
                      <a:alpha val="43137"/>
                    </a:srgbClr>
                  </a:outerShdw>
                </a:effectLst>
                <a:latin typeface="Preeti" pitchFamily="2" charset="0"/>
              </a:rPr>
              <a:t> ;+</a:t>
            </a:r>
            <a:r>
              <a:rPr lang="en-US" dirty="0" err="1">
                <a:effectLst>
                  <a:outerShdw blurRad="38100" dist="38100" dir="2700000" algn="tl">
                    <a:srgbClr val="000000">
                      <a:alpha val="43137"/>
                    </a:srgbClr>
                  </a:outerShdw>
                </a:effectLst>
                <a:latin typeface="Preeti" pitchFamily="2" charset="0"/>
              </a:rPr>
              <a:t>zf</a:t>
            </a:r>
            <a:r>
              <a:rPr lang="en-US" dirty="0">
                <a:effectLst>
                  <a:outerShdw blurRad="38100" dist="38100" dir="2700000" algn="tl">
                    <a:srgbClr val="000000">
                      <a:alpha val="43137"/>
                    </a:srgbClr>
                  </a:outerShdw>
                </a:effectLst>
                <a:latin typeface="Preeti" pitchFamily="2" charset="0"/>
              </a:rPr>
              <a:t>]</a:t>
            </a:r>
            <a:r>
              <a:rPr lang="en-US" dirty="0" err="1">
                <a:effectLst>
                  <a:outerShdw blurRad="38100" dist="38100" dir="2700000" algn="tl">
                    <a:srgbClr val="000000">
                      <a:alpha val="43137"/>
                    </a:srgbClr>
                  </a:outerShdw>
                </a:effectLst>
                <a:latin typeface="Preeti" pitchFamily="2" charset="0"/>
              </a:rPr>
              <a:t>wg</a:t>
            </a:r>
            <a:r>
              <a:rPr lang="en-US" dirty="0">
                <a:effectLst>
                  <a:outerShdw blurRad="38100" dist="38100" dir="2700000" algn="tl">
                    <a:srgbClr val="000000">
                      <a:alpha val="43137"/>
                    </a:srgbClr>
                  </a:outerShdw>
                </a:effectLst>
                <a:latin typeface="Preeti" pitchFamily="2" charset="0"/>
              </a:rPr>
              <a:t> </a:t>
            </a:r>
            <a:r>
              <a:rPr lang="en-US" dirty="0" err="1">
                <a:effectLst>
                  <a:outerShdw blurRad="38100" dist="38100" dir="2700000" algn="tl">
                    <a:srgbClr val="000000">
                      <a:alpha val="43137"/>
                    </a:srgbClr>
                  </a:outerShdw>
                </a:effectLst>
                <a:latin typeface="Preeti" pitchFamily="2" charset="0"/>
              </a:rPr>
              <a:t>ug</a:t>
            </a:r>
            <a:r>
              <a:rPr lang="en-US" dirty="0">
                <a:effectLst>
                  <a:outerShdw blurRad="38100" dist="38100" dir="2700000" algn="tl">
                    <a:srgbClr val="000000">
                      <a:alpha val="43137"/>
                    </a:srgbClr>
                  </a:outerShdw>
                </a:effectLst>
                <a:latin typeface="Preeti" pitchFamily="2" charset="0"/>
              </a:rPr>
              <a:t>]{ ;</a:t>
            </a:r>
            <a:r>
              <a:rPr lang="en-US" dirty="0" err="1">
                <a:effectLst>
                  <a:outerShdw blurRad="38100" dist="38100" dir="2700000" algn="tl">
                    <a:srgbClr val="000000">
                      <a:alpha val="43137"/>
                    </a:srgbClr>
                  </a:outerShdw>
                </a:effectLst>
                <a:latin typeface="Preeti" pitchFamily="2" charset="0"/>
              </a:rPr>
              <a:t>DaGwdf</a:t>
            </a:r>
            <a:r>
              <a:rPr lang="en-US" dirty="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cWoog</a:t>
            </a:r>
            <a:r>
              <a:rPr lang="en-US" dirty="0" smtClean="0">
                <a:effectLst>
                  <a:outerShdw blurRad="38100" dist="38100" dir="2700000" algn="tl">
                    <a:srgbClr val="000000">
                      <a:alpha val="43137"/>
                    </a:srgbClr>
                  </a:outerShdw>
                </a:effectLst>
                <a:latin typeface="Preeti" pitchFamily="2" charset="0"/>
              </a:rPr>
              <a:t>,</a:t>
            </a:r>
          </a:p>
          <a:p>
            <a:pPr>
              <a:buFont typeface="Wingdings" panose="05000000000000000000" pitchFamily="2" charset="2"/>
              <a:buChar char="§"/>
            </a:pPr>
            <a:r>
              <a:rPr lang="en-US" dirty="0" err="1">
                <a:effectLst>
                  <a:outerShdw blurRad="38100" dist="38100" dir="2700000" algn="tl">
                    <a:srgbClr val="000000">
                      <a:alpha val="43137"/>
                    </a:srgbClr>
                  </a:outerShdw>
                </a:effectLst>
                <a:latin typeface="Preeti" pitchFamily="2" charset="0"/>
              </a:rPr>
              <a:t>Gofodf</a:t>
            </a:r>
            <a:r>
              <a:rPr lang="en-US" dirty="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kx'Frsf</a:t>
            </a:r>
            <a:r>
              <a:rPr lang="en-US" dirty="0" smtClean="0">
                <a:effectLst>
                  <a:outerShdw blurRad="38100" dist="38100" dir="2700000" algn="tl">
                    <a:srgbClr val="000000">
                      <a:alpha val="43137"/>
                    </a:srgbClr>
                  </a:outerShdw>
                </a:effectLst>
                <a:latin typeface="Preeti" pitchFamily="2" charset="0"/>
              </a:rPr>
              <a:t> </a:t>
            </a:r>
            <a:r>
              <a:rPr lang="en-US" dirty="0">
                <a:effectLst>
                  <a:outerShdw blurRad="38100" dist="38100" dir="2700000" algn="tl">
                    <a:srgbClr val="000000">
                      <a:alpha val="43137"/>
                    </a:srgbClr>
                  </a:outerShdw>
                </a:effectLst>
                <a:latin typeface="Preeti" pitchFamily="2" charset="0"/>
              </a:rPr>
              <a:t>If]</a:t>
            </a:r>
            <a:r>
              <a:rPr lang="en-US" dirty="0" err="1">
                <a:effectLst>
                  <a:outerShdw blurRad="38100" dist="38100" dir="2700000" algn="tl">
                    <a:srgbClr val="000000">
                      <a:alpha val="43137"/>
                    </a:srgbClr>
                  </a:outerShdw>
                </a:effectLst>
                <a:latin typeface="Preeti" pitchFamily="2" charset="0"/>
              </a:rPr>
              <a:t>qdf</a:t>
            </a:r>
            <a:r>
              <a:rPr lang="en-US" dirty="0">
                <a:effectLst>
                  <a:outerShdw blurRad="38100" dist="38100" dir="2700000" algn="tl">
                    <a:srgbClr val="000000">
                      <a:alpha val="43137"/>
                    </a:srgbClr>
                  </a:outerShdw>
                </a:effectLst>
                <a:latin typeface="Preeti" pitchFamily="2" charset="0"/>
              </a:rPr>
              <a:t> </a:t>
            </a:r>
            <a:r>
              <a:rPr lang="en-US" dirty="0" err="1">
                <a:effectLst>
                  <a:outerShdw blurRad="38100" dist="38100" dir="2700000" algn="tl">
                    <a:srgbClr val="000000">
                      <a:alpha val="43137"/>
                    </a:srgbClr>
                  </a:outerShdw>
                </a:effectLst>
                <a:latin typeface="Preeti" pitchFamily="2" charset="0"/>
              </a:rPr>
              <a:t>sfo</a:t>
            </a:r>
            <a:r>
              <a:rPr lang="en-US" dirty="0">
                <a:effectLst>
                  <a:outerShdw blurRad="38100" dist="38100" dir="2700000" algn="tl">
                    <a:srgbClr val="000000">
                      <a:alpha val="43137"/>
                    </a:srgbClr>
                  </a:outerShdw>
                </a:effectLst>
                <a:latin typeface="Preeti" pitchFamily="2" charset="0"/>
              </a:rPr>
              <a:t>{/t ;+3;+:</a:t>
            </a:r>
            <a:r>
              <a:rPr lang="en-US" dirty="0" err="1">
                <a:effectLst>
                  <a:outerShdw blurRad="38100" dist="38100" dir="2700000" algn="tl">
                    <a:srgbClr val="000000">
                      <a:alpha val="43137"/>
                    </a:srgbClr>
                  </a:outerShdw>
                </a:effectLst>
                <a:latin typeface="Preeti" pitchFamily="2" charset="0"/>
              </a:rPr>
              <a:t>yfx?n</a:t>
            </a:r>
            <a:r>
              <a:rPr lang="en-US" dirty="0">
                <a:effectLst>
                  <a:outerShdw blurRad="38100" dist="38100" dir="2700000" algn="tl">
                    <a:srgbClr val="000000">
                      <a:alpha val="43137"/>
                    </a:srgbClr>
                  </a:outerShdw>
                </a:effectLst>
                <a:latin typeface="Preeti" pitchFamily="2" charset="0"/>
              </a:rPr>
              <a:t>] cbfntaf6 </a:t>
            </a:r>
            <a:r>
              <a:rPr lang="en-US" dirty="0" err="1">
                <a:effectLst>
                  <a:outerShdw blurRad="38100" dist="38100" dir="2700000" algn="tl">
                    <a:srgbClr val="000000">
                      <a:alpha val="43137"/>
                    </a:srgbClr>
                  </a:outerShdw>
                </a:effectLst>
                <a:latin typeface="Preeti" pitchFamily="2" charset="0"/>
              </a:rPr>
              <a:t>k|jfx</a:t>
            </a:r>
            <a:r>
              <a:rPr lang="en-US" dirty="0">
                <a:effectLst>
                  <a:outerShdw blurRad="38100" dist="38100" dir="2700000" algn="tl">
                    <a:srgbClr val="000000">
                      <a:alpha val="43137"/>
                    </a:srgbClr>
                  </a:outerShdw>
                </a:effectLst>
                <a:latin typeface="Preeti" pitchFamily="2" charset="0"/>
              </a:rPr>
              <a:t> </a:t>
            </a:r>
            <a:r>
              <a:rPr lang="en-US" dirty="0" err="1">
                <a:effectLst>
                  <a:outerShdw blurRad="38100" dist="38100" dir="2700000" algn="tl">
                    <a:srgbClr val="000000">
                      <a:alpha val="43137"/>
                    </a:srgbClr>
                  </a:outerShdw>
                </a:effectLst>
                <a:latin typeface="Preeti" pitchFamily="2" charset="0"/>
              </a:rPr>
              <a:t>x'g</a:t>
            </a:r>
            <a:r>
              <a:rPr lang="en-US" dirty="0">
                <a:effectLst>
                  <a:outerShdw blurRad="38100" dist="38100" dir="2700000" algn="tl">
                    <a:srgbClr val="000000">
                      <a:alpha val="43137"/>
                    </a:srgbClr>
                  </a:outerShdw>
                </a:effectLst>
                <a:latin typeface="Preeti" pitchFamily="2" charset="0"/>
              </a:rPr>
              <a:t>] ;]</a:t>
            </a:r>
            <a:r>
              <a:rPr lang="en-US" dirty="0" err="1">
                <a:effectLst>
                  <a:outerShdw blurRad="38100" dist="38100" dir="2700000" algn="tl">
                    <a:srgbClr val="000000">
                      <a:alpha val="43137"/>
                    </a:srgbClr>
                  </a:outerShdw>
                </a:effectLst>
                <a:latin typeface="Preeti" pitchFamily="2" charset="0"/>
              </a:rPr>
              <a:t>jfdf</a:t>
            </a:r>
            <a:r>
              <a:rPr lang="en-US" dirty="0">
                <a:effectLst>
                  <a:outerShdw blurRad="38100" dist="38100" dir="2700000" algn="tl">
                    <a:srgbClr val="000000">
                      <a:alpha val="43137"/>
                    </a:srgbClr>
                  </a:outerShdw>
                </a:effectLst>
                <a:latin typeface="Preeti" pitchFamily="2" charset="0"/>
              </a:rPr>
              <a:t> ;]</a:t>
            </a:r>
            <a:r>
              <a:rPr lang="en-US" dirty="0" err="1">
                <a:effectLst>
                  <a:outerShdw blurRad="38100" dist="38100" dir="2700000" algn="tl">
                    <a:srgbClr val="000000">
                      <a:alpha val="43137"/>
                    </a:srgbClr>
                  </a:outerShdw>
                </a:effectLst>
                <a:latin typeface="Preeti" pitchFamily="2" charset="0"/>
              </a:rPr>
              <a:t>jfu|fxLx?nfO</a:t>
            </a:r>
            <a:r>
              <a:rPr lang="en-US" dirty="0">
                <a:effectLst>
                  <a:outerShdw blurRad="38100" dist="38100" dir="2700000" algn="tl">
                    <a:srgbClr val="000000">
                      <a:alpha val="43137"/>
                    </a:srgbClr>
                  </a:outerShdw>
                </a:effectLst>
                <a:latin typeface="Preeti" pitchFamily="2" charset="0"/>
              </a:rPr>
              <a:t>{ ;</a:t>
            </a:r>
            <a:r>
              <a:rPr lang="en-US" dirty="0" err="1">
                <a:effectLst>
                  <a:outerShdw blurRad="38100" dist="38100" dir="2700000" algn="tl">
                    <a:srgbClr val="000000">
                      <a:alpha val="43137"/>
                    </a:srgbClr>
                  </a:outerShdw>
                </a:effectLst>
                <a:latin typeface="Preeti" pitchFamily="2" charset="0"/>
              </a:rPr>
              <a:t>xhLs</a:t>
            </a:r>
            <a:r>
              <a:rPr lang="en-US" dirty="0">
                <a:effectLst>
                  <a:outerShdw blurRad="38100" dist="38100" dir="2700000" algn="tl">
                    <a:srgbClr val="000000">
                      <a:alpha val="43137"/>
                    </a:srgbClr>
                  </a:outerShdw>
                </a:effectLst>
                <a:latin typeface="Preeti" pitchFamily="2" charset="0"/>
              </a:rPr>
              <a:t>/0f </a:t>
            </a:r>
            <a:r>
              <a:rPr lang="en-US" dirty="0" err="1">
                <a:effectLst>
                  <a:outerShdw blurRad="38100" dist="38100" dir="2700000" algn="tl">
                    <a:srgbClr val="000000">
                      <a:alpha val="43137"/>
                    </a:srgbClr>
                  </a:outerShdw>
                </a:effectLst>
                <a:latin typeface="Preeti" pitchFamily="2" charset="0"/>
              </a:rPr>
              <a:t>x'g</a:t>
            </a:r>
            <a:r>
              <a:rPr lang="en-US" dirty="0">
                <a:effectLst>
                  <a:outerShdw blurRad="38100" dist="38100" dir="2700000" algn="tl">
                    <a:srgbClr val="000000">
                      <a:alpha val="43137"/>
                    </a:srgbClr>
                  </a:outerShdw>
                </a:effectLst>
                <a:latin typeface="Preeti" pitchFamily="2" charset="0"/>
              </a:rPr>
              <a:t>] </a:t>
            </a:r>
            <a:r>
              <a:rPr lang="en-US" dirty="0" smtClean="0">
                <a:effectLst>
                  <a:outerShdw blurRad="38100" dist="38100" dir="2700000" algn="tl">
                    <a:srgbClr val="000000">
                      <a:alpha val="43137"/>
                    </a:srgbClr>
                  </a:outerShdw>
                </a:effectLst>
                <a:latin typeface="Preeti" pitchFamily="2" charset="0"/>
              </a:rPr>
              <a:t>u/] </a:t>
            </a:r>
            <a:r>
              <a:rPr lang="en-US" dirty="0" err="1">
                <a:effectLst>
                  <a:outerShdw blurRad="38100" dist="38100" dir="2700000" algn="tl">
                    <a:srgbClr val="000000">
                      <a:alpha val="43137"/>
                    </a:srgbClr>
                  </a:outerShdw>
                </a:effectLst>
                <a:latin typeface="Preeti" pitchFamily="2" charset="0"/>
              </a:rPr>
              <a:t>ug</a:t>
            </a:r>
            <a:r>
              <a:rPr lang="en-US" dirty="0">
                <a:effectLst>
                  <a:outerShdw blurRad="38100" dist="38100" dir="2700000" algn="tl">
                    <a:srgbClr val="000000">
                      <a:alpha val="43137"/>
                    </a:srgbClr>
                  </a:outerShdw>
                </a:effectLst>
                <a:latin typeface="Preeti" pitchFamily="2" charset="0"/>
              </a:rPr>
              <a:t>{ ;</a:t>
            </a:r>
            <a:r>
              <a:rPr lang="en-US" dirty="0" err="1">
                <a:effectLst>
                  <a:outerShdw blurRad="38100" dist="38100" dir="2700000" algn="tl">
                    <a:srgbClr val="000000">
                      <a:alpha val="43137"/>
                    </a:srgbClr>
                  </a:outerShdw>
                </a:effectLst>
                <a:latin typeface="Preeti" pitchFamily="2" charset="0"/>
              </a:rPr>
              <a:t>Sg</a:t>
            </a:r>
            <a:r>
              <a:rPr lang="en-US" dirty="0">
                <a:effectLst>
                  <a:outerShdw blurRad="38100" dist="38100" dir="2700000" algn="tl">
                    <a:srgbClr val="000000">
                      <a:alpha val="43137"/>
                    </a:srgbClr>
                  </a:outerShdw>
                </a:effectLst>
                <a:latin typeface="Preeti" pitchFamily="2" charset="0"/>
              </a:rPr>
              <a:t>] </a:t>
            </a:r>
            <a:r>
              <a:rPr lang="en-US" dirty="0" err="1">
                <a:effectLst>
                  <a:outerShdw blurRad="38100" dist="38100" dir="2700000" algn="tl">
                    <a:srgbClr val="000000">
                      <a:alpha val="43137"/>
                    </a:srgbClr>
                  </a:outerShdw>
                </a:effectLst>
                <a:latin typeface="Preeti" pitchFamily="2" charset="0"/>
              </a:rPr>
              <a:t>sfo</a:t>
            </a:r>
            <a:r>
              <a:rPr lang="en-US" dirty="0">
                <a:effectLst>
                  <a:outerShdw blurRad="38100" dist="38100" dir="2700000" algn="tl">
                    <a:srgbClr val="000000">
                      <a:alpha val="43137"/>
                    </a:srgbClr>
                  </a:outerShdw>
                </a:effectLst>
                <a:latin typeface="Preeti" pitchFamily="2" charset="0"/>
              </a:rPr>
              <a:t>{x?, </a:t>
            </a:r>
            <a:r>
              <a:rPr lang="en-US" dirty="0" err="1">
                <a:effectLst>
                  <a:outerShdw blurRad="38100" dist="38100" dir="2700000" algn="tl">
                    <a:srgbClr val="000000">
                      <a:alpha val="43137"/>
                    </a:srgbClr>
                  </a:outerShdw>
                </a:effectLst>
                <a:latin typeface="Preeti" pitchFamily="2" charset="0"/>
              </a:rPr>
              <a:t>To;sf</a:t>
            </a:r>
            <a:r>
              <a:rPr lang="en-US" dirty="0">
                <a:effectLst>
                  <a:outerShdw blurRad="38100" dist="38100" dir="2700000" algn="tl">
                    <a:srgbClr val="000000">
                      <a:alpha val="43137"/>
                    </a:srgbClr>
                  </a:outerShdw>
                </a:effectLst>
                <a:latin typeface="Preeti" pitchFamily="2" charset="0"/>
              </a:rPr>
              <a:t>] </a:t>
            </a:r>
            <a:r>
              <a:rPr lang="en-US" dirty="0" err="1">
                <a:effectLst>
                  <a:outerShdw blurRad="38100" dist="38100" dir="2700000" algn="tl">
                    <a:srgbClr val="000000">
                      <a:alpha val="43137"/>
                    </a:srgbClr>
                  </a:outerShdw>
                </a:effectLst>
                <a:latin typeface="Preeti" pitchFamily="2" charset="0"/>
              </a:rPr>
              <a:t>tl</a:t>
            </a:r>
            <a:r>
              <a:rPr lang="en-US" dirty="0">
                <a:effectLst>
                  <a:outerShdw blurRad="38100" dist="38100" dir="2700000" algn="tl">
                    <a:srgbClr val="000000">
                      <a:alpha val="43137"/>
                    </a:srgbClr>
                  </a:outerShdw>
                </a:effectLst>
                <a:latin typeface="Preeti" pitchFamily="2" charset="0"/>
              </a:rPr>
              <a:t>/sf / k4lt </a:t>
            </a:r>
            <a:r>
              <a:rPr lang="en-US" dirty="0" err="1" smtClean="0">
                <a:effectLst>
                  <a:outerShdw blurRad="38100" dist="38100" dir="2700000" algn="tl">
                    <a:srgbClr val="000000">
                      <a:alpha val="43137"/>
                    </a:srgbClr>
                  </a:outerShdw>
                </a:effectLst>
                <a:latin typeface="Preeti" pitchFamily="2" charset="0"/>
              </a:rPr>
              <a:t>klxrfgsf</a:t>
            </a:r>
            <a:r>
              <a:rPr lang="en-US" dirty="0" smtClean="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nflu</a:t>
            </a:r>
            <a:r>
              <a:rPr lang="en-US" dirty="0" smtClean="0">
                <a:effectLst>
                  <a:outerShdw blurRad="38100" dist="38100" dir="2700000" algn="tl">
                    <a:srgbClr val="000000">
                      <a:alpha val="43137"/>
                    </a:srgbClr>
                  </a:outerShdw>
                </a:effectLst>
                <a:latin typeface="Preeti" pitchFamily="2" charset="0"/>
              </a:rPr>
              <a:t> </a:t>
            </a:r>
            <a:r>
              <a:rPr lang="en-US" dirty="0" err="1" smtClean="0">
                <a:effectLst>
                  <a:outerShdw blurRad="38100" dist="38100" dir="2700000" algn="tl">
                    <a:srgbClr val="000000">
                      <a:alpha val="43137"/>
                    </a:srgbClr>
                  </a:outerShdw>
                </a:effectLst>
                <a:latin typeface="Preeti" pitchFamily="2" charset="0"/>
              </a:rPr>
              <a:t>cWoog</a:t>
            </a:r>
            <a:r>
              <a:rPr lang="en-US" dirty="0" smtClean="0">
                <a:effectLst>
                  <a:outerShdw blurRad="38100" dist="38100" dir="2700000" algn="tl">
                    <a:srgbClr val="000000">
                      <a:alpha val="43137"/>
                    </a:srgbClr>
                  </a:outerShdw>
                </a:effectLst>
                <a:latin typeface="Preeti" pitchFamily="2" charset="0"/>
              </a:rPr>
              <a:t>,</a:t>
            </a:r>
            <a:endParaRPr lang="en-US" dirty="0">
              <a:effectLst>
                <a:outerShdw blurRad="38100" dist="38100" dir="2700000" algn="tl">
                  <a:srgbClr val="000000">
                    <a:alpha val="43137"/>
                  </a:srgbClr>
                </a:outerShdw>
              </a:effectLst>
              <a:latin typeface="Preeti" pitchFamily="2" charset="0"/>
            </a:endParaRPr>
          </a:p>
          <a:p>
            <a:pPr lvl="0">
              <a:buFont typeface="Wingdings" panose="05000000000000000000" pitchFamily="2" charset="2"/>
              <a:buChar char="§"/>
            </a:pPr>
            <a:endParaRPr lang="en-US" sz="2800" dirty="0">
              <a:latin typeface="Preeti" pitchFamily="2" charset="0"/>
            </a:endParaRPr>
          </a:p>
          <a:p>
            <a:pPr>
              <a:buFont typeface="Wingdings" panose="05000000000000000000" pitchFamily="2" charset="2"/>
              <a:buChar char="§"/>
            </a:pPr>
            <a:endParaRPr lang="en-US" sz="2800" dirty="0"/>
          </a:p>
        </p:txBody>
      </p:sp>
    </p:spTree>
    <p:extLst>
      <p:ext uri="{BB962C8B-B14F-4D97-AF65-F5344CB8AC3E}">
        <p14:creationId xmlns:p14="http://schemas.microsoft.com/office/powerpoint/2010/main" val="191040787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a:solidFill>
            <a:schemeClr val="accent3">
              <a:lumMod val="40000"/>
              <a:lumOff val="60000"/>
            </a:schemeClr>
          </a:solidFill>
        </p:spPr>
        <p:txBody>
          <a:bodyPr>
            <a:normAutofit fontScale="90000"/>
          </a:bodyPr>
          <a:lstStyle/>
          <a:p>
            <a:r>
              <a:rPr lang="ne-NP" b="1" dirty="0">
                <a:solidFill>
                  <a:prstClr val="black"/>
                </a:solidFill>
                <a:effectLst>
                  <a:outerShdw blurRad="38100" dist="38100" dir="2700000" algn="tl">
                    <a:srgbClr val="000000">
                      <a:alpha val="43137"/>
                    </a:srgbClr>
                  </a:outerShdw>
                </a:effectLst>
                <a:latin typeface="Kokila" pitchFamily="34" charset="0"/>
                <a:cs typeface="Kokila" pitchFamily="34" charset="0"/>
              </a:rPr>
              <a:t>न्यायमा पहुँच आयोगका गतिविधिहरू••</a:t>
            </a:r>
            <a:r>
              <a:rPr lang="en-US" sz="3200" dirty="0">
                <a:latin typeface="Preeti" pitchFamily="2" charset="0"/>
                <a:cs typeface="Kalimati" pitchFamily="2"/>
              </a:rPr>
              <a:t>===</a:t>
            </a:r>
            <a:endParaRPr lang="en-US" dirty="0">
              <a:latin typeface="Preeti" pitchFamily="2" charset="0"/>
            </a:endParaRPr>
          </a:p>
        </p:txBody>
      </p:sp>
      <p:sp>
        <p:nvSpPr>
          <p:cNvPr id="3" name="Content Placeholder 2"/>
          <p:cNvSpPr>
            <a:spLocks noGrp="1"/>
          </p:cNvSpPr>
          <p:nvPr>
            <p:ph idx="1"/>
          </p:nvPr>
        </p:nvSpPr>
        <p:spPr>
          <a:xfrm>
            <a:off x="304800" y="1066800"/>
            <a:ext cx="8534400" cy="5791200"/>
          </a:xfrm>
        </p:spPr>
        <p:txBody>
          <a:bodyPr>
            <a:normAutofit/>
          </a:bodyPr>
          <a:lstStyle/>
          <a:p>
            <a:pPr marL="457200" lvl="2" indent="-457200" algn="just">
              <a:lnSpc>
                <a:spcPct val="170000"/>
              </a:lnSpc>
              <a:buFont typeface="Wingdings" pitchFamily="2" charset="2"/>
              <a:buChar char="§"/>
              <a:defRPr/>
            </a:pPr>
            <a:r>
              <a:rPr lang="ne-NP" sz="3200" dirty="0" smtClean="0">
                <a:solidFill>
                  <a:prstClr val="black"/>
                </a:solidFill>
                <a:effectLst>
                  <a:outerShdw blurRad="38100" dist="38100" dir="2700000" algn="tl">
                    <a:srgbClr val="000000">
                      <a:alpha val="43137"/>
                    </a:srgbClr>
                  </a:outerShdw>
                </a:effectLst>
                <a:latin typeface="Kokila" pitchFamily="34" charset="0"/>
                <a:cs typeface="Kokila" pitchFamily="34" charset="0"/>
              </a:rPr>
              <a:t>न्यायमा पहुँचको अवस्था सम्बन्धी वेसलाइन सर्भेक्षण</a:t>
            </a:r>
          </a:p>
          <a:p>
            <a:pPr marL="457200" lvl="2" indent="-457200" algn="just">
              <a:lnSpc>
                <a:spcPct val="150000"/>
              </a:lnSpc>
              <a:buFont typeface="Wingdings" panose="05000000000000000000" pitchFamily="2" charset="2"/>
              <a:buChar char="§"/>
              <a:defRPr/>
            </a:pPr>
            <a:r>
              <a:rPr lang="ne-NP" sz="3200" dirty="0" smtClean="0">
                <a:solidFill>
                  <a:prstClr val="black"/>
                </a:solidFill>
                <a:effectLst>
                  <a:outerShdw blurRad="38100" dist="38100" dir="2700000" algn="tl">
                    <a:srgbClr val="000000">
                      <a:alpha val="43137"/>
                    </a:srgbClr>
                  </a:outerShdw>
                </a:effectLst>
                <a:latin typeface="Kokila" pitchFamily="34" charset="0"/>
                <a:cs typeface="Kokila" pitchFamily="34" charset="0"/>
              </a:rPr>
              <a:t>न्यायमा </a:t>
            </a:r>
            <a:r>
              <a:rPr lang="ne-NP" sz="3200" dirty="0">
                <a:solidFill>
                  <a:prstClr val="black"/>
                </a:solidFill>
                <a:effectLst>
                  <a:outerShdw blurRad="38100" dist="38100" dir="2700000" algn="tl">
                    <a:srgbClr val="000000">
                      <a:alpha val="43137"/>
                    </a:srgbClr>
                  </a:outerShdw>
                </a:effectLst>
                <a:latin typeface="Kokila" pitchFamily="34" charset="0"/>
                <a:cs typeface="Kokila" pitchFamily="34" charset="0"/>
              </a:rPr>
              <a:t>पहुँचको मार्गमा रहेका सामाजिक</a:t>
            </a:r>
            <a:r>
              <a:rPr lang="en-US" sz="3200" dirty="0">
                <a:solidFill>
                  <a:prstClr val="black"/>
                </a:solidFill>
                <a:effectLst>
                  <a:outerShdw blurRad="38100" dist="38100" dir="2700000" algn="tl">
                    <a:srgbClr val="000000">
                      <a:alpha val="43137"/>
                    </a:srgbClr>
                  </a:outerShdw>
                </a:effectLst>
                <a:latin typeface="Kokila" pitchFamily="34" charset="0"/>
                <a:cs typeface="Kokila" pitchFamily="34" charset="0"/>
              </a:rPr>
              <a:t>, </a:t>
            </a:r>
            <a:r>
              <a:rPr lang="ne-NP" sz="3200" dirty="0">
                <a:solidFill>
                  <a:prstClr val="black"/>
                </a:solidFill>
                <a:effectLst>
                  <a:outerShdw blurRad="38100" dist="38100" dir="2700000" algn="tl">
                    <a:srgbClr val="000000">
                      <a:alpha val="43137"/>
                    </a:srgbClr>
                  </a:outerShdw>
                </a:effectLst>
                <a:latin typeface="Kokila" pitchFamily="34" charset="0"/>
                <a:cs typeface="Kokila" pitchFamily="34" charset="0"/>
              </a:rPr>
              <a:t>साँस्कृतिक तथा पारिवारिक अवरोध</a:t>
            </a:r>
            <a:r>
              <a:rPr lang="en-US" sz="3200" dirty="0">
                <a:solidFill>
                  <a:prstClr val="black"/>
                </a:solidFill>
                <a:effectLst>
                  <a:outerShdw blurRad="38100" dist="38100" dir="2700000" algn="tl">
                    <a:srgbClr val="000000">
                      <a:alpha val="43137"/>
                    </a:srgbClr>
                  </a:outerShdw>
                </a:effectLst>
                <a:latin typeface="Kokila" pitchFamily="34" charset="0"/>
                <a:cs typeface="Kokila" pitchFamily="34" charset="0"/>
              </a:rPr>
              <a:t> </a:t>
            </a:r>
            <a:r>
              <a:rPr lang="ne-NP" sz="3200" dirty="0" smtClean="0">
                <a:solidFill>
                  <a:prstClr val="black"/>
                </a:solidFill>
                <a:effectLst>
                  <a:outerShdw blurRad="38100" dist="38100" dir="2700000" algn="tl">
                    <a:srgbClr val="000000">
                      <a:alpha val="43137"/>
                    </a:srgbClr>
                  </a:outerShdw>
                </a:effectLst>
                <a:latin typeface="Kokila" pitchFamily="34" charset="0"/>
                <a:cs typeface="Kokila" pitchFamily="34" charset="0"/>
              </a:rPr>
              <a:t>तत्वहरुको पहिचान</a:t>
            </a:r>
            <a:endParaRPr lang="en-US" sz="3200" dirty="0" smtClean="0">
              <a:solidFill>
                <a:prstClr val="black"/>
              </a:solidFill>
              <a:effectLst>
                <a:outerShdw blurRad="38100" dist="38100" dir="2700000" algn="tl">
                  <a:srgbClr val="000000">
                    <a:alpha val="43137"/>
                  </a:srgbClr>
                </a:outerShdw>
              </a:effectLst>
              <a:latin typeface="Kokila" pitchFamily="34" charset="0"/>
              <a:cs typeface="Kokila" pitchFamily="34" charset="0"/>
            </a:endParaRPr>
          </a:p>
          <a:p>
            <a:pPr marL="457200" lvl="2" indent="-457200" algn="just">
              <a:lnSpc>
                <a:spcPct val="150000"/>
              </a:lnSpc>
              <a:buFont typeface="Wingdings" panose="05000000000000000000" pitchFamily="2" charset="2"/>
              <a:buChar char="§"/>
              <a:defRPr/>
            </a:pPr>
            <a:r>
              <a:rPr lang="ne-NP" sz="3200" dirty="0" smtClean="0">
                <a:effectLst>
                  <a:outerShdw blurRad="38100" dist="38100" dir="2700000" algn="tl">
                    <a:srgbClr val="000000">
                      <a:alpha val="43137"/>
                    </a:srgbClr>
                  </a:outerShdw>
                </a:effectLst>
                <a:latin typeface="Kokila" pitchFamily="34" charset="0"/>
                <a:cs typeface="Kokila" pitchFamily="34" charset="0"/>
              </a:rPr>
              <a:t>कारागारमा </a:t>
            </a:r>
            <a:r>
              <a:rPr lang="ne-NP" sz="3200" dirty="0">
                <a:effectLst>
                  <a:outerShdw blurRad="38100" dist="38100" dir="2700000" algn="tl">
                    <a:srgbClr val="000000">
                      <a:alpha val="43137"/>
                    </a:srgbClr>
                  </a:outerShdw>
                </a:effectLst>
                <a:latin typeface="Kokila" pitchFamily="34" charset="0"/>
                <a:cs typeface="Kokila" pitchFamily="34" charset="0"/>
              </a:rPr>
              <a:t>रहेका महिला कैदीको अवस्था र तिनीहरूलाई समाजमा पुनःस्थापना गर्न अवलम्वन गर्नुपर्ने </a:t>
            </a:r>
            <a:r>
              <a:rPr lang="ne-NP" sz="3200" dirty="0" smtClean="0">
                <a:effectLst>
                  <a:outerShdw blurRad="38100" dist="38100" dir="2700000" algn="tl">
                    <a:srgbClr val="000000">
                      <a:alpha val="43137"/>
                    </a:srgbClr>
                  </a:outerShdw>
                </a:effectLst>
                <a:latin typeface="Kokila" pitchFamily="34" charset="0"/>
                <a:cs typeface="Kokila" pitchFamily="34" charset="0"/>
              </a:rPr>
              <a:t>उपायहरु</a:t>
            </a:r>
            <a:endParaRPr lang="en-US" sz="3200" dirty="0">
              <a:effectLst>
                <a:outerShdw blurRad="38100" dist="38100" dir="2700000" algn="tl">
                  <a:srgbClr val="000000">
                    <a:alpha val="43137"/>
                  </a:srgbClr>
                </a:outerShdw>
              </a:effectLst>
              <a:latin typeface="Kokila" pitchFamily="34" charset="0"/>
              <a:cs typeface="Kokila" pitchFamily="34" charset="0"/>
            </a:endParaRPr>
          </a:p>
          <a:p>
            <a:pPr marL="457200" lvl="2" indent="-457200" algn="just">
              <a:lnSpc>
                <a:spcPct val="150000"/>
              </a:lnSpc>
              <a:buFont typeface="Wingdings" panose="05000000000000000000" pitchFamily="2" charset="2"/>
              <a:buChar char="§"/>
              <a:defRPr/>
            </a:pPr>
            <a:r>
              <a:rPr lang="ne-NP" sz="3200" dirty="0" smtClean="0">
                <a:solidFill>
                  <a:prstClr val="black"/>
                </a:solidFill>
                <a:effectLst>
                  <a:outerShdw blurRad="38100" dist="38100" dir="2700000" algn="tl">
                    <a:srgbClr val="000000">
                      <a:alpha val="43137"/>
                    </a:srgbClr>
                  </a:outerShdw>
                </a:effectLst>
                <a:latin typeface="Kokila" pitchFamily="34" charset="0"/>
                <a:cs typeface="Kokila" pitchFamily="34" charset="0"/>
              </a:rPr>
              <a:t>अर्द्धन्यायिक </a:t>
            </a:r>
            <a:r>
              <a:rPr lang="ne-NP" sz="3200" dirty="0">
                <a:solidFill>
                  <a:prstClr val="black"/>
                </a:solidFill>
                <a:effectLst>
                  <a:outerShdw blurRad="38100" dist="38100" dir="2700000" algn="tl">
                    <a:srgbClr val="000000">
                      <a:alpha val="43137"/>
                    </a:srgbClr>
                  </a:outerShdw>
                </a:effectLst>
                <a:latin typeface="Kokila" pitchFamily="34" charset="0"/>
                <a:cs typeface="Kokila" pitchFamily="34" charset="0"/>
              </a:rPr>
              <a:t>निकायहरूले प्रदान गर्ने सेवामा पक्षहरूलाई लाग्ने खर्च</a:t>
            </a:r>
            <a:r>
              <a:rPr lang="en-US" sz="3200" dirty="0">
                <a:solidFill>
                  <a:prstClr val="black"/>
                </a:solidFill>
                <a:effectLst>
                  <a:outerShdw blurRad="38100" dist="38100" dir="2700000" algn="tl">
                    <a:srgbClr val="000000">
                      <a:alpha val="43137"/>
                    </a:srgbClr>
                  </a:outerShdw>
                </a:effectLst>
                <a:latin typeface="Kokila" pitchFamily="34" charset="0"/>
                <a:cs typeface="Kokila" pitchFamily="34" charset="0"/>
              </a:rPr>
              <a:t>, </a:t>
            </a:r>
            <a:r>
              <a:rPr lang="ne-NP" sz="3200" dirty="0">
                <a:solidFill>
                  <a:prstClr val="black"/>
                </a:solidFill>
                <a:effectLst>
                  <a:outerShdw blurRad="38100" dist="38100" dir="2700000" algn="tl">
                    <a:srgbClr val="000000">
                      <a:alpha val="43137"/>
                    </a:srgbClr>
                  </a:outerShdw>
                </a:effectLst>
                <a:latin typeface="Kokila" pitchFamily="34" charset="0"/>
                <a:cs typeface="Kokila" pitchFamily="34" charset="0"/>
              </a:rPr>
              <a:t>मुद्दामा  लाग्ने समय र प्रक्रियागत जटिलताको अवस्था</a:t>
            </a:r>
            <a:endParaRPr lang="en-US" sz="3200" dirty="0">
              <a:solidFill>
                <a:prstClr val="black"/>
              </a:solidFill>
              <a:effectLst>
                <a:outerShdw blurRad="38100" dist="38100" dir="2700000" algn="tl">
                  <a:srgbClr val="000000">
                    <a:alpha val="43137"/>
                  </a:srgbClr>
                </a:outerShdw>
              </a:effectLst>
              <a:latin typeface="Kokila" pitchFamily="34" charset="0"/>
              <a:cs typeface="Kokila" pitchFamily="34" charset="0"/>
            </a:endParaRPr>
          </a:p>
          <a:p>
            <a:pPr algn="just">
              <a:lnSpc>
                <a:spcPct val="170000"/>
              </a:lnSpc>
              <a:buFont typeface="Wingdings" panose="05000000000000000000" pitchFamily="2" charset="2"/>
              <a:buChar char="§"/>
              <a:tabLst>
                <a:tab pos="465138" algn="l"/>
              </a:tabLst>
              <a:defRPr/>
            </a:pPr>
            <a:endParaRPr lang="en-US" sz="2800" dirty="0">
              <a:solidFill>
                <a:prstClr val="black"/>
              </a:solidFill>
              <a:cs typeface="Kalimati" pitchFamily="2"/>
            </a:endParaRPr>
          </a:p>
          <a:p>
            <a:pPr marL="1257300" lvl="2" indent="-457200" algn="just">
              <a:lnSpc>
                <a:spcPct val="170000"/>
              </a:lnSpc>
              <a:buFont typeface="Wingdings" panose="05000000000000000000" pitchFamily="2" charset="2"/>
              <a:buChar char="§"/>
              <a:tabLst>
                <a:tab pos="465138" algn="l"/>
              </a:tabLst>
              <a:defRPr/>
            </a:pPr>
            <a:endParaRPr lang="ne-NP" sz="2800" dirty="0">
              <a:solidFill>
                <a:prstClr val="black"/>
              </a:solidFill>
              <a:cs typeface="Kalimati" pitchFamily="2"/>
            </a:endParaRPr>
          </a:p>
          <a:p>
            <a:pPr marL="342900" lvl="2" indent="-342900" algn="just">
              <a:lnSpc>
                <a:spcPct val="170000"/>
              </a:lnSpc>
              <a:spcBef>
                <a:spcPts val="0"/>
              </a:spcBef>
              <a:buFont typeface="Wingdings" panose="05000000000000000000" pitchFamily="2" charset="2"/>
              <a:buChar char="§"/>
              <a:defRPr/>
            </a:pPr>
            <a:endParaRPr lang="ne-NP" dirty="0">
              <a:solidFill>
                <a:prstClr val="black"/>
              </a:solidFill>
              <a:cs typeface="Kalimati" pitchFamily="2"/>
            </a:endParaRPr>
          </a:p>
          <a:p>
            <a:pPr marL="342900" lvl="2" indent="-342900" algn="just">
              <a:lnSpc>
                <a:spcPct val="170000"/>
              </a:lnSpc>
              <a:buFont typeface="Wingdings" pitchFamily="2" charset="2"/>
              <a:buChar char="§"/>
              <a:defRPr/>
            </a:pPr>
            <a:endParaRPr lang="en-US" sz="2400" dirty="0" smtClean="0">
              <a:cs typeface="Kalimati" pitchFamily="2"/>
            </a:endParaRPr>
          </a:p>
          <a:p>
            <a:pPr marL="342900" lvl="2" indent="-342900" algn="just">
              <a:lnSpc>
                <a:spcPct val="170000"/>
              </a:lnSpc>
              <a:buFont typeface="Wingdings" pitchFamily="2" charset="2"/>
              <a:buChar char="§"/>
              <a:defRPr/>
            </a:pPr>
            <a:endParaRPr lang="en-US" sz="2400" dirty="0" smtClean="0">
              <a:latin typeface="Preeti" pitchFamily="2" charset="0"/>
              <a:cs typeface="Kalimati" pitchFamily="2"/>
            </a:endParaRPr>
          </a:p>
          <a:p>
            <a:pPr marL="342900" lvl="2" indent="-342900" algn="just">
              <a:lnSpc>
                <a:spcPct val="170000"/>
              </a:lnSpc>
              <a:buFont typeface="Wingdings" pitchFamily="2" charset="2"/>
              <a:buChar char="§"/>
              <a:defRPr/>
            </a:pPr>
            <a:endParaRPr lang="en-US" sz="2400" dirty="0" smtClean="0">
              <a:cs typeface="Kalimati" pitchFamily="2"/>
            </a:endParaRPr>
          </a:p>
          <a:p>
            <a:pPr marL="342900" lvl="2" indent="-342900" algn="just">
              <a:lnSpc>
                <a:spcPct val="170000"/>
              </a:lnSpc>
              <a:buFont typeface="Wingdings" pitchFamily="2" charset="2"/>
              <a:buChar char="§"/>
              <a:defRPr/>
            </a:pPr>
            <a:endParaRPr lang="ne-NP" dirty="0">
              <a:solidFill>
                <a:prstClr val="black"/>
              </a:solidFill>
              <a:cs typeface="Kalimati" pitchFamily="2"/>
            </a:endParaRPr>
          </a:p>
          <a:p>
            <a:pPr>
              <a:buFont typeface="Wingdings" panose="05000000000000000000" pitchFamily="2" charset="2"/>
              <a:buChar char="§"/>
            </a:pPr>
            <a:endParaRPr lang="en-US" dirty="0"/>
          </a:p>
        </p:txBody>
      </p:sp>
    </p:spTree>
    <p:extLst>
      <p:ext uri="{BB962C8B-B14F-4D97-AF65-F5344CB8AC3E}">
        <p14:creationId xmlns:p14="http://schemas.microsoft.com/office/powerpoint/2010/main" val="279651628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943600"/>
          </a:xfrm>
        </p:spPr>
        <p:txBody>
          <a:bodyPr>
            <a:normAutofit fontScale="25000" lnSpcReduction="20000"/>
          </a:bodyPr>
          <a:lstStyle/>
          <a:p>
            <a:pPr>
              <a:buFont typeface="Wingdings" panose="05000000000000000000" pitchFamily="2" charset="2"/>
              <a:buChar char="§"/>
            </a:pPr>
            <a:r>
              <a:rPr lang="ne-NP" sz="12800" dirty="0">
                <a:effectLst>
                  <a:outerShdw blurRad="38100" dist="38100" dir="2700000" algn="tl">
                    <a:srgbClr val="000000">
                      <a:alpha val="43137"/>
                    </a:srgbClr>
                  </a:outerShdw>
                </a:effectLst>
                <a:latin typeface="Kokila" pitchFamily="34" charset="0"/>
                <a:cs typeface="Kokila" pitchFamily="34" charset="0"/>
              </a:rPr>
              <a:t>दोभाषे सेवाको प्रयोग सम्बन्धी निर्देशिका, २०७२ </a:t>
            </a:r>
            <a:r>
              <a:rPr lang="ne-NP" sz="12800" dirty="0" smtClean="0">
                <a:effectLst>
                  <a:outerShdw blurRad="38100" dist="38100" dir="2700000" algn="tl">
                    <a:srgbClr val="000000">
                      <a:alpha val="43137"/>
                    </a:srgbClr>
                  </a:outerShdw>
                </a:effectLst>
                <a:latin typeface="Kokila" pitchFamily="34" charset="0"/>
                <a:cs typeface="Kokila" pitchFamily="34" charset="0"/>
              </a:rPr>
              <a:t>जारी</a:t>
            </a:r>
            <a:r>
              <a:rPr lang="en-US" sz="12800" dirty="0" smtClean="0">
                <a:effectLst>
                  <a:outerShdw blurRad="38100" dist="38100" dir="2700000" algn="tl">
                    <a:srgbClr val="000000">
                      <a:alpha val="43137"/>
                    </a:srgbClr>
                  </a:outerShdw>
                </a:effectLst>
                <a:latin typeface="Kokila" pitchFamily="34" charset="0"/>
                <a:cs typeface="Kokila" pitchFamily="34" charset="0"/>
              </a:rPr>
              <a:t> </a:t>
            </a:r>
          </a:p>
          <a:p>
            <a:pPr>
              <a:buFont typeface="Wingdings" panose="05000000000000000000" pitchFamily="2" charset="2"/>
              <a:buChar char="§"/>
            </a:pPr>
            <a:r>
              <a:rPr lang="ne-NP" sz="12800" dirty="0" smtClean="0">
                <a:effectLst>
                  <a:outerShdw blurRad="38100" dist="38100" dir="2700000" algn="tl">
                    <a:srgbClr val="000000">
                      <a:alpha val="43137"/>
                    </a:srgbClr>
                  </a:outerShdw>
                </a:effectLst>
                <a:latin typeface="Kokila" pitchFamily="34" charset="0"/>
                <a:cs typeface="Kokila" pitchFamily="34" charset="0"/>
              </a:rPr>
              <a:t>अदालतमा </a:t>
            </a:r>
            <a:r>
              <a:rPr lang="ne-NP" sz="12800" dirty="0">
                <a:effectLst>
                  <a:outerShdw blurRad="38100" dist="38100" dir="2700000" algn="tl">
                    <a:srgbClr val="000000">
                      <a:alpha val="43137"/>
                    </a:srgbClr>
                  </a:outerShdw>
                </a:effectLst>
                <a:latin typeface="Kokila" pitchFamily="34" charset="0"/>
                <a:cs typeface="Kokila" pitchFamily="34" charset="0"/>
              </a:rPr>
              <a:t>सांकेतिक भाषा प्रयोगको </a:t>
            </a:r>
            <a:r>
              <a:rPr lang="ne-NP" sz="12800" dirty="0" smtClean="0">
                <a:effectLst>
                  <a:outerShdw blurRad="38100" dist="38100" dir="2700000" algn="tl">
                    <a:srgbClr val="000000">
                      <a:alpha val="43137"/>
                    </a:srgbClr>
                  </a:outerShdw>
                </a:effectLst>
                <a:latin typeface="Kokila" pitchFamily="34" charset="0"/>
                <a:cs typeface="Kokila" pitchFamily="34" charset="0"/>
              </a:rPr>
              <a:t>आवश्यकतासम्बन्धी अध्ययन</a:t>
            </a:r>
            <a:endParaRPr lang="en-US" sz="12800" dirty="0" smtClean="0">
              <a:effectLst>
                <a:outerShdw blurRad="38100" dist="38100" dir="2700000" algn="tl">
                  <a:srgbClr val="000000">
                    <a:alpha val="43137"/>
                  </a:srgbClr>
                </a:outerShdw>
              </a:effectLst>
              <a:latin typeface="Kokila" pitchFamily="34" charset="0"/>
              <a:cs typeface="Kokila" pitchFamily="34" charset="0"/>
            </a:endParaRPr>
          </a:p>
          <a:p>
            <a:pPr algn="just">
              <a:lnSpc>
                <a:spcPct val="150000"/>
              </a:lnSpc>
              <a:spcBef>
                <a:spcPts val="0"/>
              </a:spcBef>
              <a:buFont typeface="Wingdings" pitchFamily="2" charset="2"/>
              <a:buChar char="§"/>
              <a:defRPr/>
            </a:pPr>
            <a:r>
              <a:rPr lang="ne-NP" sz="12800" dirty="0">
                <a:effectLst>
                  <a:outerShdw blurRad="38100" dist="38100" dir="2700000" algn="tl">
                    <a:srgbClr val="000000">
                      <a:alpha val="43137"/>
                    </a:srgbClr>
                  </a:outerShdw>
                </a:effectLst>
                <a:latin typeface="Kokila" pitchFamily="34" charset="0"/>
                <a:cs typeface="Kokila" pitchFamily="34" charset="0"/>
              </a:rPr>
              <a:t>कर्णाली अञ्‍चलमा न्यायमा पहुँचको </a:t>
            </a:r>
            <a:r>
              <a:rPr lang="ne-NP" sz="12800" dirty="0" smtClean="0">
                <a:effectLst>
                  <a:outerShdw blurRad="38100" dist="38100" dir="2700000" algn="tl">
                    <a:srgbClr val="000000">
                      <a:alpha val="43137"/>
                    </a:srgbClr>
                  </a:outerShdw>
                </a:effectLst>
                <a:latin typeface="Kokila" pitchFamily="34" charset="0"/>
                <a:cs typeface="Kokila" pitchFamily="34" charset="0"/>
              </a:rPr>
              <a:t>अवस्थाको अध्ययन</a:t>
            </a:r>
            <a:endParaRPr lang="en-US" sz="12800" dirty="0" smtClean="0">
              <a:effectLst>
                <a:outerShdw blurRad="38100" dist="38100" dir="2700000" algn="tl">
                  <a:srgbClr val="000000">
                    <a:alpha val="43137"/>
                  </a:srgbClr>
                </a:outerShdw>
              </a:effectLst>
              <a:latin typeface="Anuradha" pitchFamily="34" charset="0"/>
              <a:cs typeface="Kokila" pitchFamily="34" charset="0"/>
            </a:endParaRPr>
          </a:p>
          <a:p>
            <a:pPr algn="just">
              <a:lnSpc>
                <a:spcPct val="150000"/>
              </a:lnSpc>
              <a:spcBef>
                <a:spcPts val="0"/>
              </a:spcBef>
              <a:buFont typeface="Wingdings" pitchFamily="2" charset="2"/>
              <a:buChar char="§"/>
              <a:defRPr/>
            </a:pPr>
            <a:r>
              <a:rPr lang="ne-NP" sz="12800" dirty="0" smtClean="0">
                <a:effectLst>
                  <a:outerShdw blurRad="38100" dist="38100" dir="2700000" algn="tl">
                    <a:srgbClr val="000000">
                      <a:alpha val="43137"/>
                    </a:srgbClr>
                  </a:outerShdw>
                </a:effectLst>
                <a:latin typeface="Kokila" pitchFamily="34" charset="0"/>
                <a:cs typeface="Kokila" pitchFamily="34" charset="0"/>
              </a:rPr>
              <a:t>न्यायमा </a:t>
            </a:r>
            <a:r>
              <a:rPr lang="ne-NP" sz="12800" dirty="0">
                <a:effectLst>
                  <a:outerShdw blurRad="38100" dist="38100" dir="2700000" algn="tl">
                    <a:srgbClr val="000000">
                      <a:alpha val="43137"/>
                    </a:srgbClr>
                  </a:outerShdw>
                </a:effectLst>
                <a:latin typeface="Kokila" pitchFamily="34" charset="0"/>
                <a:cs typeface="Kokila" pitchFamily="34" charset="0"/>
              </a:rPr>
              <a:t>पहुँच अभिवृद्धिका क्षेत्रमा कार्यरत संस्थाहरूको सेवा परिचालन सम्बन्धी </a:t>
            </a:r>
            <a:r>
              <a:rPr lang="ne-NP" sz="12800" dirty="0" smtClean="0">
                <a:effectLst>
                  <a:outerShdw blurRad="38100" dist="38100" dir="2700000" algn="tl">
                    <a:srgbClr val="000000">
                      <a:alpha val="43137"/>
                    </a:srgbClr>
                  </a:outerShdw>
                </a:effectLst>
                <a:latin typeface="Kokila" pitchFamily="34" charset="0"/>
                <a:cs typeface="Kokila" pitchFamily="34" charset="0"/>
              </a:rPr>
              <a:t>निर्देशिकाको निर्माण</a:t>
            </a:r>
            <a:r>
              <a:rPr lang="en-US" sz="12800" dirty="0" smtClean="0">
                <a:effectLst>
                  <a:outerShdw blurRad="38100" dist="38100" dir="2700000" algn="tl">
                    <a:srgbClr val="000000">
                      <a:alpha val="43137"/>
                    </a:srgbClr>
                  </a:outerShdw>
                </a:effectLst>
                <a:latin typeface="Kokila" pitchFamily="34" charset="0"/>
                <a:cs typeface="Kokila" pitchFamily="34" charset="0"/>
              </a:rPr>
              <a:t>,</a:t>
            </a:r>
          </a:p>
          <a:p>
            <a:pPr algn="just">
              <a:lnSpc>
                <a:spcPct val="150000"/>
              </a:lnSpc>
              <a:spcBef>
                <a:spcPts val="0"/>
              </a:spcBef>
              <a:buFont typeface="Wingdings" pitchFamily="2" charset="2"/>
              <a:buChar char="§"/>
              <a:defRPr/>
            </a:pPr>
            <a:r>
              <a:rPr lang="ne-NP" sz="12800" dirty="0" smtClean="0">
                <a:effectLst>
                  <a:outerShdw blurRad="38100" dist="38100" dir="2700000" algn="tl">
                    <a:srgbClr val="000000">
                      <a:alpha val="43137"/>
                    </a:srgbClr>
                  </a:outerShdw>
                </a:effectLst>
                <a:latin typeface="Ank-Cast" pitchFamily="2" charset="0"/>
                <a:cs typeface="Kokila" pitchFamily="34" charset="0"/>
              </a:rPr>
              <a:t>लक्षित बर्गका व्यक्तिका हक अधिकारका बारेमा सचेतना कार्यक्रम सञ्चालन गर्न प्रशिक्षक प्रशिक्षण कार्यक्रम सञ्चालन</a:t>
            </a:r>
            <a:r>
              <a:rPr lang="en-US" sz="12800" dirty="0" smtClean="0">
                <a:effectLst>
                  <a:outerShdw blurRad="38100" dist="38100" dir="2700000" algn="tl">
                    <a:srgbClr val="000000">
                      <a:alpha val="43137"/>
                    </a:srgbClr>
                  </a:outerShdw>
                </a:effectLst>
                <a:latin typeface="Anuradha" pitchFamily="34" charset="0"/>
                <a:cs typeface="Kokila" pitchFamily="34" charset="0"/>
              </a:rPr>
              <a:t>,</a:t>
            </a:r>
          </a:p>
          <a:p>
            <a:pPr algn="just">
              <a:lnSpc>
                <a:spcPct val="150000"/>
              </a:lnSpc>
              <a:spcBef>
                <a:spcPts val="0"/>
              </a:spcBef>
              <a:buFont typeface="Wingdings" pitchFamily="2" charset="2"/>
              <a:buChar char="§"/>
              <a:defRPr/>
            </a:pPr>
            <a:r>
              <a:rPr lang="ne-NP" sz="12800" dirty="0" smtClean="0">
                <a:effectLst>
                  <a:outerShdw blurRad="38100" dist="38100" dir="2700000" algn="tl">
                    <a:srgbClr val="000000">
                      <a:alpha val="43137"/>
                    </a:srgbClr>
                  </a:outerShdw>
                </a:effectLst>
                <a:latin typeface="Kokila" pitchFamily="34" charset="0"/>
                <a:cs typeface="Kokila" pitchFamily="34" charset="0"/>
              </a:rPr>
              <a:t>स्वेच्छिक </a:t>
            </a:r>
            <a:r>
              <a:rPr lang="ne-NP" sz="12800" dirty="0">
                <a:effectLst>
                  <a:outerShdw blurRad="38100" dist="38100" dir="2700000" algn="tl">
                    <a:srgbClr val="000000">
                      <a:alpha val="43137"/>
                    </a:srgbClr>
                  </a:outerShdw>
                </a:effectLst>
                <a:latin typeface="Kokila" pitchFamily="34" charset="0"/>
                <a:cs typeface="Kokila" pitchFamily="34" charset="0"/>
              </a:rPr>
              <a:t>कानूनी सेवा (</a:t>
            </a:r>
            <a:r>
              <a:rPr lang="en-US" sz="12800" dirty="0" err="1">
                <a:effectLst>
                  <a:outerShdw blurRad="38100" dist="38100" dir="2700000" algn="tl">
                    <a:srgbClr val="000000">
                      <a:alpha val="43137"/>
                    </a:srgbClr>
                  </a:outerShdw>
                </a:effectLst>
                <a:latin typeface="Kokila" pitchFamily="34" charset="0"/>
                <a:cs typeface="Kokila" pitchFamily="34" charset="0"/>
              </a:rPr>
              <a:t>Probono</a:t>
            </a:r>
            <a:r>
              <a:rPr lang="ne-NP" sz="12800" dirty="0">
                <a:effectLst>
                  <a:outerShdw blurRad="38100" dist="38100" dir="2700000" algn="tl">
                    <a:srgbClr val="000000">
                      <a:alpha val="43137"/>
                    </a:srgbClr>
                  </a:outerShdw>
                </a:effectLst>
                <a:latin typeface="Kokila" pitchFamily="34" charset="0"/>
                <a:cs typeface="Kokila" pitchFamily="34" charset="0"/>
              </a:rPr>
              <a:t>) प्रणालीको प्रयोगका लागि निर्देशिका  </a:t>
            </a:r>
            <a:r>
              <a:rPr lang="ne-NP" sz="12800" dirty="0" smtClean="0">
                <a:effectLst>
                  <a:outerShdw blurRad="38100" dist="38100" dir="2700000" algn="tl">
                    <a:srgbClr val="000000">
                      <a:alpha val="43137"/>
                    </a:srgbClr>
                  </a:outerShdw>
                </a:effectLst>
                <a:latin typeface="Kokila" pitchFamily="34" charset="0"/>
                <a:cs typeface="Kokila" pitchFamily="34" charset="0"/>
              </a:rPr>
              <a:t>जारी</a:t>
            </a:r>
            <a:endParaRPr lang="en-US" sz="12800" dirty="0" smtClean="0">
              <a:effectLst>
                <a:outerShdw blurRad="38100" dist="38100" dir="2700000" algn="tl">
                  <a:srgbClr val="000000">
                    <a:alpha val="43137"/>
                  </a:srgbClr>
                </a:outerShdw>
              </a:effectLst>
              <a:latin typeface="Kokila" pitchFamily="34" charset="0"/>
              <a:cs typeface="Kokila" pitchFamily="34" charset="0"/>
            </a:endParaRPr>
          </a:p>
          <a:p>
            <a:pPr algn="just">
              <a:lnSpc>
                <a:spcPct val="150000"/>
              </a:lnSpc>
              <a:spcBef>
                <a:spcPts val="0"/>
              </a:spcBef>
              <a:buFont typeface="Wingdings" pitchFamily="2" charset="2"/>
              <a:buChar char="§"/>
              <a:defRPr/>
            </a:pPr>
            <a:r>
              <a:rPr lang="ne-NP" sz="12800" dirty="0" smtClean="0">
                <a:effectLst>
                  <a:outerShdw blurRad="38100" dist="38100" dir="2700000" algn="tl">
                    <a:srgbClr val="000000">
                      <a:alpha val="43137"/>
                    </a:srgbClr>
                  </a:outerShdw>
                </a:effectLst>
                <a:latin typeface="Kokila" pitchFamily="34" charset="0"/>
                <a:cs typeface="Kokila" pitchFamily="34" charset="0"/>
              </a:rPr>
              <a:t>महिलाको </a:t>
            </a:r>
            <a:r>
              <a:rPr lang="ne-NP" sz="12800" dirty="0">
                <a:effectLst>
                  <a:outerShdw blurRad="38100" dist="38100" dir="2700000" algn="tl">
                    <a:srgbClr val="000000">
                      <a:alpha val="43137"/>
                    </a:srgbClr>
                  </a:outerShdw>
                </a:effectLst>
                <a:latin typeface="Kokila" pitchFamily="34" charset="0"/>
                <a:cs typeface="Kokila" pitchFamily="34" charset="0"/>
              </a:rPr>
              <a:t>न्यायमा पहुँच सम्बन्धी अन्तरक्रिया </a:t>
            </a:r>
            <a:endParaRPr lang="ne-NP" sz="12800" dirty="0">
              <a:effectLst>
                <a:outerShdw blurRad="38100" dist="38100" dir="2700000" algn="tl">
                  <a:srgbClr val="000000">
                    <a:alpha val="43137"/>
                  </a:srgbClr>
                </a:outerShdw>
              </a:effectLst>
              <a:latin typeface="Anuradha" pitchFamily="34" charset="0"/>
              <a:cs typeface="Kokila" pitchFamily="34" charset="0"/>
            </a:endParaRPr>
          </a:p>
          <a:p>
            <a:pPr algn="just">
              <a:lnSpc>
                <a:spcPct val="150000"/>
              </a:lnSpc>
              <a:spcBef>
                <a:spcPts val="0"/>
              </a:spcBef>
              <a:buFont typeface="Wingdings" pitchFamily="2" charset="2"/>
              <a:buChar char="§"/>
              <a:defRPr/>
            </a:pPr>
            <a:endParaRPr lang="ne-NP" sz="2800" dirty="0">
              <a:cs typeface="Kalimati" pitchFamily="2"/>
            </a:endParaRPr>
          </a:p>
          <a:p>
            <a:pPr algn="just">
              <a:lnSpc>
                <a:spcPct val="150000"/>
              </a:lnSpc>
              <a:spcBef>
                <a:spcPts val="0"/>
              </a:spcBef>
              <a:buFont typeface="Wingdings" pitchFamily="2" charset="2"/>
              <a:buChar char="§"/>
              <a:defRPr/>
            </a:pPr>
            <a:endParaRPr lang="ne-NP" sz="2800" dirty="0">
              <a:cs typeface="Kalimati" pitchFamily="2"/>
            </a:endParaRPr>
          </a:p>
          <a:p>
            <a:pPr algn="just">
              <a:lnSpc>
                <a:spcPct val="150000"/>
              </a:lnSpc>
              <a:spcBef>
                <a:spcPts val="0"/>
              </a:spcBef>
              <a:buFont typeface="Wingdings" pitchFamily="2" charset="2"/>
              <a:buChar char="§"/>
              <a:defRPr/>
            </a:pPr>
            <a:endParaRPr lang="ne-NP" sz="2800" dirty="0">
              <a:cs typeface="Kalimati" pitchFamily="2"/>
            </a:endParaRPr>
          </a:p>
          <a:p>
            <a:pPr>
              <a:spcBef>
                <a:spcPts val="0"/>
              </a:spcBef>
              <a:buFont typeface="Wingdings" panose="05000000000000000000" pitchFamily="2" charset="2"/>
              <a:buChar char="§"/>
              <a:defRPr/>
            </a:pPr>
            <a:endParaRPr lang="en-US" sz="2800" dirty="0">
              <a:solidFill>
                <a:prstClr val="black"/>
              </a:solidFill>
            </a:endParaRPr>
          </a:p>
          <a:p>
            <a:endParaRPr lang="en-US" dirty="0" smtClean="0">
              <a:latin typeface="Preeti" pitchFamily="2" charset="0"/>
              <a:cs typeface="Kalimati" pitchFamily="2"/>
            </a:endParaRPr>
          </a:p>
          <a:p>
            <a:endParaRPr lang="en-US" dirty="0" smtClean="0">
              <a:latin typeface="Preeti" pitchFamily="2" charset="0"/>
              <a:cs typeface="Kalimati" pitchFamily="2"/>
            </a:endParaRPr>
          </a:p>
          <a:p>
            <a:endParaRPr lang="ne-NP" dirty="0">
              <a:cs typeface="Kalimati" pitchFamily="2"/>
            </a:endParaRPr>
          </a:p>
          <a:p>
            <a:endParaRPr lang="en-US" dirty="0">
              <a:cs typeface="Kalimati" pitchFamily="2"/>
            </a:endParaRPr>
          </a:p>
          <a:p>
            <a:endParaRPr lang="en-US" dirty="0"/>
          </a:p>
          <a:p>
            <a:endParaRPr lang="en-US" dirty="0"/>
          </a:p>
        </p:txBody>
      </p:sp>
      <p:sp>
        <p:nvSpPr>
          <p:cNvPr id="4" name="Title 1"/>
          <p:cNvSpPr>
            <a:spLocks noGrp="1"/>
          </p:cNvSpPr>
          <p:nvPr>
            <p:ph type="title"/>
          </p:nvPr>
        </p:nvSpPr>
        <p:spPr>
          <a:xfrm>
            <a:off x="457200" y="274638"/>
            <a:ext cx="8229600" cy="563562"/>
          </a:xfrm>
          <a:ln>
            <a:miter lim="800000"/>
            <a:headEnd/>
            <a:tailEnd/>
          </a:ln>
        </p:spPr>
        <p:style>
          <a:lnRef idx="0">
            <a:schemeClr val="accent3"/>
          </a:lnRef>
          <a:fillRef idx="3">
            <a:schemeClr val="accent3"/>
          </a:fillRef>
          <a:effectRef idx="3">
            <a:schemeClr val="accent3"/>
          </a:effectRef>
          <a:fontRef idx="minor">
            <a:schemeClr val="lt1"/>
          </a:fontRef>
        </p:style>
        <p:txBody>
          <a:bodyPr>
            <a:noAutofit/>
          </a:bodyPr>
          <a:lstStyle/>
          <a:p>
            <a:pPr algn="l">
              <a:defRPr/>
            </a:pPr>
            <a:r>
              <a:rPr lang="ne-NP" sz="3200" dirty="0" smtClean="0">
                <a:latin typeface="Preeti" pitchFamily="2" charset="0"/>
              </a:rPr>
              <a:t> </a:t>
            </a:r>
            <a:r>
              <a:rPr lang="ne-NP" sz="3200" b="1" dirty="0">
                <a:solidFill>
                  <a:prstClr val="black"/>
                </a:solidFill>
                <a:effectLst>
                  <a:outerShdw blurRad="38100" dist="38100" dir="2700000" algn="tl">
                    <a:srgbClr val="000000">
                      <a:alpha val="43137"/>
                    </a:srgbClr>
                  </a:outerShdw>
                </a:effectLst>
                <a:latin typeface="Kokila" pitchFamily="34" charset="0"/>
                <a:cs typeface="Kokila" pitchFamily="34" charset="0"/>
              </a:rPr>
              <a:t>न्यायमा पहुँच आयोगका गतिविधिहरू••</a:t>
            </a:r>
            <a:r>
              <a:rPr lang="en-US" sz="2000" dirty="0" smtClean="0">
                <a:latin typeface="Preeti" pitchFamily="2" charset="0"/>
                <a:cs typeface="Kalimati" pitchFamily="2"/>
              </a:rPr>
              <a:t>===</a:t>
            </a:r>
            <a:endParaRPr lang="en-US" sz="3200" b="1" dirty="0">
              <a:solidFill>
                <a:schemeClr val="tx1"/>
              </a:solidFill>
              <a:effectLst>
                <a:outerShdw blurRad="38100" dist="38100" dir="2700000" algn="tl">
                  <a:srgbClr val="000000">
                    <a:alpha val="43137"/>
                  </a:srgbClr>
                </a:outerShdw>
              </a:effectLst>
              <a:latin typeface="Kokila" pitchFamily="34" charset="0"/>
              <a:cs typeface="Kokila" pitchFamily="34" charset="0"/>
            </a:endParaRPr>
          </a:p>
        </p:txBody>
      </p:sp>
    </p:spTree>
    <p:extLst>
      <p:ext uri="{BB962C8B-B14F-4D97-AF65-F5344CB8AC3E}">
        <p14:creationId xmlns:p14="http://schemas.microsoft.com/office/powerpoint/2010/main" val="347514729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a:solidFill>
            <a:schemeClr val="accent3">
              <a:lumMod val="20000"/>
              <a:lumOff val="80000"/>
            </a:schemeClr>
          </a:solidFill>
        </p:spPr>
        <p:style>
          <a:lnRef idx="2">
            <a:schemeClr val="accent3">
              <a:shade val="50000"/>
            </a:schemeClr>
          </a:lnRef>
          <a:fillRef idx="1">
            <a:schemeClr val="accent3"/>
          </a:fillRef>
          <a:effectRef idx="0">
            <a:schemeClr val="accent3"/>
          </a:effectRef>
          <a:fontRef idx="minor">
            <a:schemeClr val="lt1"/>
          </a:fontRef>
        </p:style>
        <p:txBody>
          <a:bodyPr>
            <a:normAutofit/>
          </a:bodyPr>
          <a:lstStyle/>
          <a:p>
            <a:pPr algn="l">
              <a:defRPr/>
            </a:pPr>
            <a:r>
              <a:rPr lang="ne-NP" sz="3600" b="1" dirty="0" smtClean="0">
                <a:solidFill>
                  <a:prstClr val="black"/>
                </a:solidFill>
                <a:effectLst>
                  <a:outerShdw blurRad="38100" dist="38100" dir="2700000" algn="tl">
                    <a:srgbClr val="000000">
                      <a:alpha val="43137"/>
                    </a:srgbClr>
                  </a:outerShdw>
                </a:effectLst>
                <a:latin typeface="Kokila" pitchFamily="34" charset="0"/>
                <a:cs typeface="Kokila" pitchFamily="34" charset="0"/>
              </a:rPr>
              <a:t>न्यायमा पहुँच आयोगका गतिविधिहरू••</a:t>
            </a:r>
            <a:r>
              <a:rPr lang="en-US" sz="2400" dirty="0" smtClean="0">
                <a:latin typeface="Preeti" pitchFamily="2" charset="0"/>
                <a:cs typeface="Kalimati" pitchFamily="2"/>
              </a:rPr>
              <a:t>===</a:t>
            </a:r>
            <a:endParaRPr lang="en-US" dirty="0">
              <a:solidFill>
                <a:schemeClr val="tx1"/>
              </a:solidFill>
            </a:endParaRPr>
          </a:p>
        </p:txBody>
      </p:sp>
      <p:sp>
        <p:nvSpPr>
          <p:cNvPr id="3" name="Content Placeholder 2"/>
          <p:cNvSpPr>
            <a:spLocks noGrp="1"/>
          </p:cNvSpPr>
          <p:nvPr>
            <p:ph idx="1"/>
          </p:nvPr>
        </p:nvSpPr>
        <p:spPr>
          <a:xfrm>
            <a:off x="457200" y="1371600"/>
            <a:ext cx="8229600" cy="5105400"/>
          </a:xfrm>
        </p:spPr>
        <p:txBody>
          <a:bodyPr>
            <a:normAutofit/>
          </a:bodyPr>
          <a:lstStyle/>
          <a:p>
            <a:pPr marL="457200" indent="-457200" algn="just">
              <a:lnSpc>
                <a:spcPct val="150000"/>
              </a:lnSpc>
              <a:spcBef>
                <a:spcPts val="0"/>
              </a:spcBef>
              <a:buFont typeface="Wingdings" pitchFamily="2" charset="2"/>
              <a:buChar char="§"/>
              <a:defRPr/>
            </a:pPr>
            <a:r>
              <a:rPr lang="ne-NP" dirty="0" smtClean="0">
                <a:effectLst>
                  <a:outerShdw blurRad="38100" dist="38100" dir="2700000" algn="tl">
                    <a:srgbClr val="000000">
                      <a:alpha val="43137"/>
                    </a:srgbClr>
                  </a:outerShdw>
                </a:effectLst>
                <a:latin typeface="Kokila" pitchFamily="34" charset="0"/>
                <a:cs typeface="Kokila" pitchFamily="34" charset="0"/>
              </a:rPr>
              <a:t>निशुल्क कानूनी सहायताको उपलब्धता बारे प्रचार प्रसार</a:t>
            </a:r>
          </a:p>
          <a:p>
            <a:pPr marL="457200" indent="-457200" algn="just">
              <a:lnSpc>
                <a:spcPct val="150000"/>
              </a:lnSpc>
              <a:spcBef>
                <a:spcPts val="0"/>
              </a:spcBef>
              <a:buFont typeface="Wingdings" pitchFamily="2" charset="2"/>
              <a:buChar char="§"/>
              <a:defRPr/>
            </a:pPr>
            <a:r>
              <a:rPr lang="ne-NP" dirty="0" smtClean="0">
                <a:effectLst>
                  <a:outerShdw blurRad="38100" dist="38100" dir="2700000" algn="tl">
                    <a:srgbClr val="000000">
                      <a:alpha val="43137"/>
                    </a:srgbClr>
                  </a:outerShdw>
                </a:effectLst>
                <a:latin typeface="Kokila" pitchFamily="34" charset="0"/>
                <a:cs typeface="Kokila" pitchFamily="34" charset="0"/>
              </a:rPr>
              <a:t>सेवाग्राहीसँग गरिने ब्यवहारका सम्बन्धमा न्यायिक र अर्धन्यायिक निकायमा कार्यरत कर्मचारीलाई प्रशिक्षण</a:t>
            </a:r>
            <a:endParaRPr lang="en-US" dirty="0" smtClean="0">
              <a:effectLst>
                <a:outerShdw blurRad="38100" dist="38100" dir="2700000" algn="tl">
                  <a:srgbClr val="000000">
                    <a:alpha val="43137"/>
                  </a:srgbClr>
                </a:outerShdw>
              </a:effectLst>
              <a:latin typeface="Kokila" pitchFamily="34" charset="0"/>
              <a:cs typeface="Kokila" pitchFamily="34" charset="0"/>
            </a:endParaRPr>
          </a:p>
          <a:p>
            <a:pPr marL="457200" indent="-457200" algn="just">
              <a:lnSpc>
                <a:spcPct val="150000"/>
              </a:lnSpc>
              <a:spcBef>
                <a:spcPts val="0"/>
              </a:spcBef>
              <a:buFont typeface="Wingdings" pitchFamily="2" charset="2"/>
              <a:buChar char="§"/>
              <a:defRPr/>
            </a:pPr>
            <a:r>
              <a:rPr lang="ne-NP" dirty="0" smtClean="0">
                <a:effectLst>
                  <a:outerShdw blurRad="38100" dist="38100" dir="2700000" algn="tl">
                    <a:srgbClr val="000000">
                      <a:alpha val="43137"/>
                    </a:srgbClr>
                  </a:outerShdw>
                </a:effectLst>
                <a:latin typeface="Kokila" pitchFamily="34" charset="0"/>
                <a:cs typeface="Kokila" pitchFamily="34" charset="0"/>
              </a:rPr>
              <a:t>मोवाइल </a:t>
            </a:r>
            <a:r>
              <a:rPr lang="en-US" dirty="0" err="1" smtClean="0">
                <a:effectLst>
                  <a:outerShdw blurRad="38100" dist="38100" dir="2700000" algn="tl">
                    <a:srgbClr val="000000">
                      <a:alpha val="43137"/>
                    </a:srgbClr>
                  </a:outerShdw>
                </a:effectLst>
                <a:latin typeface="Kokila" pitchFamily="34" charset="0"/>
                <a:cs typeface="Kokila" pitchFamily="34" charset="0"/>
              </a:rPr>
              <a:t>SMS</a:t>
            </a:r>
            <a:r>
              <a:rPr lang="en-US" dirty="0" smtClean="0">
                <a:effectLst>
                  <a:outerShdw blurRad="38100" dist="38100" dir="2700000" algn="tl">
                    <a:srgbClr val="000000">
                      <a:alpha val="43137"/>
                    </a:srgbClr>
                  </a:outerShdw>
                </a:effectLst>
                <a:latin typeface="Kokila" pitchFamily="34" charset="0"/>
                <a:cs typeface="Kokila" pitchFamily="34" charset="0"/>
              </a:rPr>
              <a:t> </a:t>
            </a:r>
            <a:r>
              <a:rPr lang="ne-NP" dirty="0" smtClean="0">
                <a:effectLst>
                  <a:outerShdw blurRad="38100" dist="38100" dir="2700000" algn="tl">
                    <a:srgbClr val="000000">
                      <a:alpha val="43137"/>
                    </a:srgbClr>
                  </a:outerShdw>
                </a:effectLst>
                <a:latin typeface="Kokila" pitchFamily="34" charset="0"/>
                <a:cs typeface="Kokila" pitchFamily="34" charset="0"/>
              </a:rPr>
              <a:t>मार्फत जिल्ला अदालतका स्रेस्तेदार तथा वैतानिक कानून व्यवसायीको नाम र नम्बरहरू प्राप्त गर्न सकिने प्रविधिको विकास गरिएको</a:t>
            </a:r>
            <a:r>
              <a:rPr lang="en-US" dirty="0" smtClean="0">
                <a:effectLst>
                  <a:outerShdw blurRad="38100" dist="38100" dir="2700000" algn="tl">
                    <a:srgbClr val="000000">
                      <a:alpha val="43137"/>
                    </a:srgbClr>
                  </a:outerShdw>
                </a:effectLst>
                <a:latin typeface="Kokila" pitchFamily="34" charset="0"/>
                <a:cs typeface="Kokila" pitchFamily="34" charset="0"/>
              </a:rPr>
              <a:t> </a:t>
            </a:r>
            <a:r>
              <a:rPr lang="ne-NP" dirty="0" smtClean="0">
                <a:effectLst>
                  <a:outerShdw blurRad="38100" dist="38100" dir="2700000" algn="tl">
                    <a:srgbClr val="000000">
                      <a:alpha val="43137"/>
                    </a:srgbClr>
                  </a:outerShdw>
                </a:effectLst>
                <a:latin typeface="Kokila" pitchFamily="34" charset="0"/>
                <a:cs typeface="Kokila" pitchFamily="34" charset="0"/>
              </a:rPr>
              <a:t>।</a:t>
            </a:r>
            <a:endParaRPr lang="en-US" dirty="0" smtClean="0">
              <a:effectLst>
                <a:outerShdw blurRad="38100" dist="38100" dir="2700000" algn="tl">
                  <a:srgbClr val="000000">
                    <a:alpha val="43137"/>
                  </a:srgbClr>
                </a:outerShdw>
              </a:effectLst>
              <a:latin typeface="Kokila" pitchFamily="34" charset="0"/>
              <a:cs typeface="Kokila" pitchFamily="34" charset="0"/>
            </a:endParaRPr>
          </a:p>
          <a:p>
            <a:pPr marL="457200" indent="-457200" algn="just">
              <a:lnSpc>
                <a:spcPct val="150000"/>
              </a:lnSpc>
              <a:spcBef>
                <a:spcPts val="0"/>
              </a:spcBef>
              <a:buFont typeface="Wingdings" pitchFamily="2" charset="2"/>
              <a:buChar char="§"/>
              <a:defRPr/>
            </a:pPr>
            <a:r>
              <a:rPr lang="ne-NP" dirty="0" smtClean="0">
                <a:effectLst>
                  <a:outerShdw blurRad="38100" dist="38100" dir="2700000" algn="tl">
                    <a:srgbClr val="000000">
                      <a:alpha val="43137"/>
                    </a:srgbClr>
                  </a:outerShdw>
                </a:effectLst>
                <a:latin typeface="Kokila" pitchFamily="34" charset="0"/>
                <a:cs typeface="Kokila" pitchFamily="34" charset="0"/>
              </a:rPr>
              <a:t>न्यायमा पहुँच सम्बन्धी टेलीभिजनबाट कार्यक्रम प्रसारण </a:t>
            </a:r>
            <a:endParaRPr lang="en-US" dirty="0">
              <a:effectLst>
                <a:outerShdw blurRad="38100" dist="38100" dir="2700000" algn="tl">
                  <a:srgbClr val="000000">
                    <a:alpha val="43137"/>
                  </a:srgbClr>
                </a:outerShdw>
              </a:effectLst>
              <a:latin typeface="Kokila" pitchFamily="34" charset="0"/>
              <a:cs typeface="Kokila" pitchFamily="34" charset="0"/>
            </a:endParaRPr>
          </a:p>
          <a:p>
            <a:pPr marL="569913" indent="-569913" algn="just">
              <a:lnSpc>
                <a:spcPct val="170000"/>
              </a:lnSpc>
              <a:spcBef>
                <a:spcPts val="0"/>
              </a:spcBef>
              <a:buFont typeface="Wingdings" pitchFamily="2" charset="2"/>
              <a:buChar char="§"/>
              <a:defRPr/>
            </a:pPr>
            <a:endParaRPr lang="ne-NP" sz="2800" dirty="0" smtClean="0">
              <a:cs typeface="Kalimati" pitchFamily="2"/>
            </a:endParaRPr>
          </a:p>
          <a:p>
            <a:pPr marL="457200" indent="-457200" algn="just">
              <a:lnSpc>
                <a:spcPct val="150000"/>
              </a:lnSpc>
              <a:spcBef>
                <a:spcPts val="0"/>
              </a:spcBef>
              <a:buFont typeface="Wingdings" pitchFamily="2" charset="2"/>
              <a:buChar char="§"/>
              <a:defRPr/>
            </a:pPr>
            <a:endParaRPr lang="ne-NP" sz="2600" dirty="0" smtClean="0">
              <a:cs typeface="Kalimati" pitchFamily="2"/>
            </a:endParaRPr>
          </a:p>
          <a:p>
            <a:pPr>
              <a:spcBef>
                <a:spcPts val="0"/>
              </a:spcBef>
              <a:buFont typeface="Arial" charset="0"/>
              <a:buNone/>
              <a:defRPr/>
            </a:pPr>
            <a:endParaRPr lang="en-US" dirty="0"/>
          </a:p>
        </p:txBody>
      </p:sp>
    </p:spTree>
    <p:extLst>
      <p:ext uri="{BB962C8B-B14F-4D97-AF65-F5344CB8AC3E}">
        <p14:creationId xmlns:p14="http://schemas.microsoft.com/office/powerpoint/2010/main" val="156625223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40000"/>
              <a:lumOff val="60000"/>
            </a:schemeClr>
          </a:solidFill>
        </p:spPr>
        <p:txBody>
          <a:bodyPr>
            <a:normAutofit fontScale="90000"/>
          </a:bodyPr>
          <a:lstStyle/>
          <a:p>
            <a:r>
              <a:rPr lang="ne-NP" sz="3600" b="1" dirty="0" smtClean="0">
                <a:effectLst>
                  <a:outerShdw blurRad="38100" dist="38100" dir="2700000" algn="tl">
                    <a:srgbClr val="000000">
                      <a:alpha val="43137"/>
                    </a:srgbClr>
                  </a:outerShdw>
                </a:effectLst>
                <a:latin typeface="Kokila" pitchFamily="34" charset="0"/>
                <a:cs typeface="Kokila" pitchFamily="34" charset="0"/>
              </a:rPr>
              <a:t>न्यायपालिकाको पाँचौ पञ्चबर्षीय रणनीतिक योजनामा  न्यायमा पहुँचसम्बन्धी कार्यक्रम</a:t>
            </a:r>
            <a:endParaRPr lang="en-US" sz="3600" b="1" dirty="0">
              <a:effectLst>
                <a:outerShdw blurRad="38100" dist="38100" dir="2700000" algn="tl">
                  <a:srgbClr val="000000">
                    <a:alpha val="43137"/>
                  </a:srgbClr>
                </a:outerShdw>
              </a:effectLst>
              <a:latin typeface="Kokila" pitchFamily="34" charset="0"/>
              <a:cs typeface="Kokila" pitchFamily="34" charset="0"/>
            </a:endParaRPr>
          </a:p>
        </p:txBody>
      </p:sp>
      <p:sp>
        <p:nvSpPr>
          <p:cNvPr id="3" name="Content Placeholder 2"/>
          <p:cNvSpPr>
            <a:spLocks noGrp="1"/>
          </p:cNvSpPr>
          <p:nvPr>
            <p:ph idx="1"/>
          </p:nvPr>
        </p:nvSpPr>
        <p:spPr/>
        <p:txBody>
          <a:bodyPr/>
          <a:lstStyle/>
          <a:p>
            <a:r>
              <a:rPr lang="ne-NP" dirty="0" smtClean="0">
                <a:effectLst>
                  <a:outerShdw blurRad="38100" dist="38100" dir="2700000" algn="tl">
                    <a:srgbClr val="000000">
                      <a:alpha val="43137"/>
                    </a:srgbClr>
                  </a:outerShdw>
                </a:effectLst>
                <a:latin typeface="Kokila" pitchFamily="34" charset="0"/>
                <a:cs typeface="Kokila" pitchFamily="34" charset="0"/>
              </a:rPr>
              <a:t>न्यायमा पहुँचका अवरोधहरूलाई प्राथमिकीकरण गरी सम्बोधन गर्ने,</a:t>
            </a:r>
          </a:p>
          <a:p>
            <a:r>
              <a:rPr lang="ne-NP" dirty="0" smtClean="0">
                <a:effectLst>
                  <a:outerShdw blurRad="38100" dist="38100" dir="2700000" algn="tl">
                    <a:srgbClr val="000000">
                      <a:alpha val="43137"/>
                    </a:srgbClr>
                  </a:outerShdw>
                </a:effectLst>
                <a:latin typeface="Kokila" pitchFamily="34" charset="0"/>
                <a:cs typeface="Kokila" pitchFamily="34" charset="0"/>
              </a:rPr>
              <a:t>अदालतको कार्य वातावरण तथा सेवा प्रवाहलाई सेवाग्राही मैत्री बनाउने,</a:t>
            </a:r>
          </a:p>
          <a:p>
            <a:r>
              <a:rPr lang="ne-NP" dirty="0" smtClean="0">
                <a:effectLst>
                  <a:outerShdw blurRad="38100" dist="38100" dir="2700000" algn="tl">
                    <a:srgbClr val="000000">
                      <a:alpha val="43137"/>
                    </a:srgbClr>
                  </a:outerShdw>
                </a:effectLst>
                <a:latin typeface="Kokila" pitchFamily="34" charset="0"/>
                <a:cs typeface="Kokila" pitchFamily="34" charset="0"/>
              </a:rPr>
              <a:t>मुद्दाको कारवाहीमा सूचना प्रविधिको प्रयोगलाई प्रभावकारी बनाउनु,</a:t>
            </a:r>
          </a:p>
          <a:p>
            <a:r>
              <a:rPr lang="ne-NP" dirty="0" smtClean="0">
                <a:effectLst>
                  <a:outerShdw blurRad="38100" dist="38100" dir="2700000" algn="tl">
                    <a:srgbClr val="000000">
                      <a:alpha val="43137"/>
                    </a:srgbClr>
                  </a:outerShdw>
                </a:effectLst>
                <a:latin typeface="Kokila" pitchFamily="34" charset="0"/>
                <a:cs typeface="Kokila" pitchFamily="34" charset="0"/>
              </a:rPr>
              <a:t>कानूनी सहायता प्रणालीलाई  सुदृढ र गुणस्तरीय बनाउने,</a:t>
            </a:r>
          </a:p>
          <a:p>
            <a:r>
              <a:rPr lang="ne-NP" dirty="0" smtClean="0">
                <a:effectLst>
                  <a:outerShdw blurRad="38100" dist="38100" dir="2700000" algn="tl">
                    <a:srgbClr val="000000">
                      <a:alpha val="43137"/>
                    </a:srgbClr>
                  </a:outerShdw>
                </a:effectLst>
                <a:latin typeface="Kokila" pitchFamily="34" charset="0"/>
                <a:cs typeface="Kokila" pitchFamily="34" charset="0"/>
              </a:rPr>
              <a:t>पीडितमैत्री न्याय प्रणालीको संस्थागत गर्नु,</a:t>
            </a:r>
          </a:p>
          <a:p>
            <a:r>
              <a:rPr lang="ne-NP" dirty="0" smtClean="0">
                <a:effectLst>
                  <a:outerShdw blurRad="38100" dist="38100" dir="2700000" algn="tl">
                    <a:srgbClr val="000000">
                      <a:alpha val="43137"/>
                    </a:srgbClr>
                  </a:outerShdw>
                </a:effectLst>
                <a:latin typeface="Kokila" pitchFamily="34" charset="0"/>
                <a:cs typeface="Kokila" pitchFamily="34" charset="0"/>
              </a:rPr>
              <a:t>न्याय प्रणालीलाई लैङ्गिक मैत्री तथा सामाजिक रूपमा समावेशी बनाउने ।</a:t>
            </a:r>
            <a:endParaRPr lang="en-US" dirty="0">
              <a:effectLst>
                <a:outerShdw blurRad="38100" dist="38100" dir="2700000" algn="tl">
                  <a:srgbClr val="000000">
                    <a:alpha val="43137"/>
                  </a:srgbClr>
                </a:outerShdw>
              </a:effectLst>
              <a:latin typeface="Kokila" pitchFamily="34" charset="0"/>
              <a:cs typeface="Kokila" pitchFamily="34" charset="0"/>
            </a:endParaRPr>
          </a:p>
        </p:txBody>
      </p:sp>
    </p:spTree>
    <p:extLst>
      <p:ext uri="{BB962C8B-B14F-4D97-AF65-F5344CB8AC3E}">
        <p14:creationId xmlns:p14="http://schemas.microsoft.com/office/powerpoint/2010/main" val="238809346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a:solidFill>
            <a:schemeClr val="accent3">
              <a:lumMod val="20000"/>
              <a:lumOff val="80000"/>
            </a:schemeClr>
          </a:solidFill>
        </p:spPr>
        <p:txBody>
          <a:bodyPr>
            <a:noAutofit/>
          </a:bodyPr>
          <a:lstStyle/>
          <a:p>
            <a:r>
              <a:rPr lang="ne-NP" sz="3600" b="1" dirty="0" smtClean="0">
                <a:effectLst>
                  <a:outerShdw blurRad="38100" dist="38100" dir="2700000" algn="tl">
                    <a:srgbClr val="000000">
                      <a:alpha val="43137"/>
                    </a:srgbClr>
                  </a:outerShdw>
                </a:effectLst>
                <a:latin typeface="Kokila" pitchFamily="34" charset="0"/>
                <a:cs typeface="Kokila" pitchFamily="34" charset="0"/>
              </a:rPr>
              <a:t>न्यायमा पहुँच स्थापित गर्न जिल्ला न्यायाधीशको भूमिका</a:t>
            </a:r>
            <a:endParaRPr lang="en-US" sz="3600" b="1" dirty="0">
              <a:effectLst>
                <a:outerShdw blurRad="38100" dist="38100" dir="2700000" algn="tl">
                  <a:srgbClr val="000000">
                    <a:alpha val="43137"/>
                  </a:srgbClr>
                </a:outerShdw>
              </a:effectLst>
              <a:latin typeface="Kokila" pitchFamily="34" charset="0"/>
              <a:cs typeface="Kokila" pitchFamily="34" charset="0"/>
            </a:endParaRPr>
          </a:p>
        </p:txBody>
      </p:sp>
      <p:sp>
        <p:nvSpPr>
          <p:cNvPr id="3" name="Content Placeholder 2"/>
          <p:cNvSpPr>
            <a:spLocks noGrp="1"/>
          </p:cNvSpPr>
          <p:nvPr>
            <p:ph idx="1"/>
          </p:nvPr>
        </p:nvSpPr>
        <p:spPr>
          <a:xfrm>
            <a:off x="381000" y="990600"/>
            <a:ext cx="8686800" cy="5791200"/>
          </a:xfrm>
        </p:spPr>
        <p:txBody>
          <a:bodyPr>
            <a:normAutofit fontScale="92500"/>
          </a:bodyPr>
          <a:lstStyle/>
          <a:p>
            <a:r>
              <a:rPr lang="ne-NP" dirty="0" smtClean="0">
                <a:effectLst>
                  <a:outerShdw blurRad="38100" dist="38100" dir="2700000" algn="tl">
                    <a:srgbClr val="000000">
                      <a:alpha val="43137"/>
                    </a:srgbClr>
                  </a:outerShdw>
                </a:effectLst>
                <a:latin typeface="Kokila" pitchFamily="34" charset="0"/>
                <a:cs typeface="Kokila" pitchFamily="34" charset="0"/>
              </a:rPr>
              <a:t>न्यायाधीशले गर्ने हरेक आदेश वा व्यवस्थापनले न्यायमा पहुँचमा प्रभाव पार्न सक्ने,</a:t>
            </a:r>
          </a:p>
          <a:p>
            <a:r>
              <a:rPr lang="ne-NP" dirty="0" smtClean="0">
                <a:effectLst>
                  <a:outerShdw blurRad="38100" dist="38100" dir="2700000" algn="tl">
                    <a:srgbClr val="000000">
                      <a:alpha val="43137"/>
                    </a:srgbClr>
                  </a:outerShdw>
                </a:effectLst>
                <a:latin typeface="Kokila" pitchFamily="34" charset="0"/>
                <a:cs typeface="Kokila" pitchFamily="34" charset="0"/>
              </a:rPr>
              <a:t>प्रचलित </a:t>
            </a:r>
            <a:r>
              <a:rPr lang="ne-NP" dirty="0" smtClean="0">
                <a:effectLst>
                  <a:outerShdw blurRad="38100" dist="38100" dir="2700000" algn="tl">
                    <a:srgbClr val="000000">
                      <a:alpha val="43137"/>
                    </a:srgbClr>
                  </a:outerShdw>
                </a:effectLst>
                <a:latin typeface="Kokila" pitchFamily="34" charset="0"/>
                <a:cs typeface="Kokila" pitchFamily="34" charset="0"/>
              </a:rPr>
              <a:t>कानून, नीति र कार्यक्रमको </a:t>
            </a:r>
            <a:r>
              <a:rPr lang="ne-NP" dirty="0">
                <a:effectLst>
                  <a:outerShdw blurRad="38100" dist="38100" dir="2700000" algn="tl">
                    <a:srgbClr val="000000">
                      <a:alpha val="43137"/>
                    </a:srgbClr>
                  </a:outerShdw>
                </a:effectLst>
                <a:latin typeface="Kokila" pitchFamily="34" charset="0"/>
                <a:cs typeface="Kokila" pitchFamily="34" charset="0"/>
              </a:rPr>
              <a:t>प्रभावकारी </a:t>
            </a:r>
            <a:r>
              <a:rPr lang="ne-NP" dirty="0" smtClean="0">
                <a:effectLst>
                  <a:outerShdw blurRad="38100" dist="38100" dir="2700000" algn="tl">
                    <a:srgbClr val="000000">
                      <a:alpha val="43137"/>
                    </a:srgbClr>
                  </a:outerShdw>
                </a:effectLst>
                <a:latin typeface="Kokila" pitchFamily="34" charset="0"/>
                <a:cs typeface="Kokila" pitchFamily="34" charset="0"/>
              </a:rPr>
              <a:t>कार्यान्वयन गर्ने तथा आवश्यक नयाँ नीति, नियम र कार्यक्रम तर्जुमा गरी लागू गर्ने ।</a:t>
            </a:r>
          </a:p>
          <a:p>
            <a:r>
              <a:rPr lang="ne-NP" dirty="0" smtClean="0">
                <a:effectLst>
                  <a:outerShdw blurRad="38100" dist="38100" dir="2700000" algn="tl">
                    <a:srgbClr val="000000">
                      <a:alpha val="43137"/>
                    </a:srgbClr>
                  </a:outerShdw>
                </a:effectLst>
                <a:latin typeface="Kokila" pitchFamily="34" charset="0"/>
                <a:cs typeface="Kokila" pitchFamily="34" charset="0"/>
              </a:rPr>
              <a:t>न्यायमा </a:t>
            </a:r>
            <a:r>
              <a:rPr lang="ne-NP" b="1" dirty="0" smtClean="0">
                <a:effectLst>
                  <a:outerShdw blurRad="38100" dist="38100" dir="2700000" algn="tl">
                    <a:srgbClr val="000000">
                      <a:alpha val="43137"/>
                    </a:srgbClr>
                  </a:outerShdw>
                </a:effectLst>
                <a:latin typeface="Kokila" pitchFamily="34" charset="0"/>
                <a:cs typeface="Kokila" pitchFamily="34" charset="0"/>
              </a:rPr>
              <a:t>आर्थिक र पहुँचका प्रणालीगत </a:t>
            </a:r>
            <a:r>
              <a:rPr lang="ne-NP" dirty="0">
                <a:effectLst>
                  <a:outerShdw blurRad="38100" dist="38100" dir="2700000" algn="tl">
                    <a:srgbClr val="000000">
                      <a:alpha val="43137"/>
                    </a:srgbClr>
                  </a:outerShdw>
                </a:effectLst>
                <a:latin typeface="Kokila" pitchFamily="34" charset="0"/>
                <a:cs typeface="Kokila" pitchFamily="34" charset="0"/>
              </a:rPr>
              <a:t>अवरोधहरूलाई सम्बोधन गर्ने ।</a:t>
            </a:r>
          </a:p>
          <a:p>
            <a:r>
              <a:rPr lang="ne-NP" dirty="0" smtClean="0">
                <a:effectLst>
                  <a:outerShdw blurRad="38100" dist="38100" dir="2700000" algn="tl">
                    <a:srgbClr val="000000">
                      <a:alpha val="43137"/>
                    </a:srgbClr>
                  </a:outerShdw>
                </a:effectLst>
                <a:latin typeface="Kokila" pitchFamily="34" charset="0"/>
                <a:cs typeface="Kokila" pitchFamily="34" charset="0"/>
              </a:rPr>
              <a:t>न्यायमा पहुँच स्थापित गर्न सरोकारवालाहरू विच आवश्यक समन्वय र सहकार्य </a:t>
            </a:r>
            <a:r>
              <a:rPr lang="ne-NP" dirty="0" smtClean="0">
                <a:effectLst>
                  <a:outerShdw blurRad="38100" dist="38100" dir="2700000" algn="tl">
                    <a:srgbClr val="000000">
                      <a:alpha val="43137"/>
                    </a:srgbClr>
                  </a:outerShdw>
                </a:effectLst>
                <a:latin typeface="Kokila" pitchFamily="34" charset="0"/>
                <a:cs typeface="Kokila" pitchFamily="34" charset="0"/>
              </a:rPr>
              <a:t>गर्ने ।</a:t>
            </a:r>
            <a:endParaRPr lang="ne-NP" dirty="0" smtClean="0">
              <a:effectLst>
                <a:outerShdw blurRad="38100" dist="38100" dir="2700000" algn="tl">
                  <a:srgbClr val="000000">
                    <a:alpha val="43137"/>
                  </a:srgbClr>
                </a:outerShdw>
              </a:effectLst>
              <a:latin typeface="Kokila" pitchFamily="34" charset="0"/>
              <a:cs typeface="Kokila" pitchFamily="34" charset="0"/>
            </a:endParaRPr>
          </a:p>
          <a:p>
            <a:r>
              <a:rPr lang="ne-NP" dirty="0">
                <a:effectLst>
                  <a:outerShdw blurRad="38100" dist="38100" dir="2700000" algn="tl">
                    <a:srgbClr val="000000">
                      <a:alpha val="43137"/>
                    </a:srgbClr>
                  </a:outerShdw>
                </a:effectLst>
                <a:latin typeface="Kokila" pitchFamily="34" charset="0"/>
                <a:cs typeface="Kokila" pitchFamily="34" charset="0"/>
              </a:rPr>
              <a:t>सेवा प्रवाहमा सरलता, शीघ्रता, स्वच्छता, समानता  कायम गरी सुशासनमा </a:t>
            </a:r>
            <a:r>
              <a:rPr lang="ne-NP" dirty="0" smtClean="0">
                <a:effectLst>
                  <a:outerShdw blurRad="38100" dist="38100" dir="2700000" algn="tl">
                    <a:srgbClr val="000000">
                      <a:alpha val="43137"/>
                    </a:srgbClr>
                  </a:outerShdw>
                </a:effectLst>
                <a:latin typeface="Kokila" pitchFamily="34" charset="0"/>
                <a:cs typeface="Kokila" pitchFamily="34" charset="0"/>
              </a:rPr>
              <a:t>आधारित  सेवाग्राही मैत्री व्यवहार प्रदान गर्ने ।</a:t>
            </a:r>
          </a:p>
          <a:p>
            <a:r>
              <a:rPr lang="ne-NP" dirty="0">
                <a:effectLst>
                  <a:outerShdw blurRad="38100" dist="38100" dir="2700000" algn="tl">
                    <a:srgbClr val="000000">
                      <a:alpha val="43137"/>
                    </a:srgbClr>
                  </a:outerShdw>
                </a:effectLst>
                <a:latin typeface="Kokila" pitchFamily="34" charset="0"/>
                <a:cs typeface="Kokila" pitchFamily="34" charset="0"/>
              </a:rPr>
              <a:t>विवाद समाधानका बैकल्पिक उपायहरूलाई प्रवर्द्धन गर्ने ।</a:t>
            </a:r>
            <a:endParaRPr lang="en-US" dirty="0">
              <a:effectLst>
                <a:outerShdw blurRad="38100" dist="38100" dir="2700000" algn="tl">
                  <a:srgbClr val="000000">
                    <a:alpha val="43137"/>
                  </a:srgbClr>
                </a:outerShdw>
              </a:effectLst>
              <a:latin typeface="Kokila" pitchFamily="34" charset="0"/>
              <a:cs typeface="Kokila" pitchFamily="34" charset="0"/>
            </a:endParaRPr>
          </a:p>
          <a:p>
            <a:r>
              <a:rPr lang="ne-NP" dirty="0">
                <a:effectLst>
                  <a:outerShdw blurRad="38100" dist="38100" dir="2700000" algn="tl">
                    <a:srgbClr val="000000">
                      <a:alpha val="43137"/>
                    </a:srgbClr>
                  </a:outerShdw>
                </a:effectLst>
                <a:latin typeface="Kokila" pitchFamily="34" charset="0"/>
                <a:cs typeface="Kokila" pitchFamily="34" charset="0"/>
              </a:rPr>
              <a:t>आधुनिक प्रविधिको प्रयोग बढाउने ।</a:t>
            </a:r>
            <a:endParaRPr lang="en-US" dirty="0">
              <a:effectLst>
                <a:outerShdw blurRad="38100" dist="38100" dir="2700000" algn="tl">
                  <a:srgbClr val="000000">
                    <a:alpha val="43137"/>
                  </a:srgbClr>
                </a:outerShdw>
              </a:effectLst>
              <a:latin typeface="Kokila" pitchFamily="34" charset="0"/>
              <a:cs typeface="Kokila" pitchFamily="34" charset="0"/>
            </a:endParaRPr>
          </a:p>
          <a:p>
            <a:r>
              <a:rPr lang="ne-NP" dirty="0" smtClean="0">
                <a:effectLst>
                  <a:outerShdw blurRad="38100" dist="38100" dir="2700000" algn="tl">
                    <a:srgbClr val="000000">
                      <a:alpha val="43137"/>
                    </a:srgbClr>
                  </a:outerShdw>
                </a:effectLst>
                <a:latin typeface="Kokila" pitchFamily="34" charset="0"/>
                <a:cs typeface="Kokila" pitchFamily="34" charset="0"/>
              </a:rPr>
              <a:t>न्यायमा </a:t>
            </a:r>
            <a:r>
              <a:rPr lang="ne-NP" dirty="0" smtClean="0">
                <a:effectLst>
                  <a:outerShdw blurRad="38100" dist="38100" dir="2700000" algn="tl">
                    <a:srgbClr val="000000">
                      <a:alpha val="43137"/>
                    </a:srgbClr>
                  </a:outerShdw>
                </a:effectLst>
                <a:latin typeface="Kokila" pitchFamily="34" charset="0"/>
                <a:cs typeface="Kokila" pitchFamily="34" charset="0"/>
              </a:rPr>
              <a:t>पहुँच स्थापित गर्न </a:t>
            </a:r>
            <a:r>
              <a:rPr lang="ne-NP" b="1" dirty="0" smtClean="0">
                <a:effectLst>
                  <a:outerShdw blurRad="38100" dist="38100" dir="2700000" algn="tl">
                    <a:srgbClr val="000000">
                      <a:alpha val="43137"/>
                    </a:srgbClr>
                  </a:outerShdw>
                </a:effectLst>
                <a:latin typeface="Kokila" pitchFamily="34" charset="0"/>
                <a:cs typeface="Kokila" pitchFamily="34" charset="0"/>
              </a:rPr>
              <a:t>माग पक्ष र आपूर्ति पक्षलाई </a:t>
            </a:r>
            <a:r>
              <a:rPr lang="ne-NP" dirty="0" smtClean="0">
                <a:effectLst>
                  <a:outerShdw blurRad="38100" dist="38100" dir="2700000" algn="tl">
                    <a:srgbClr val="000000">
                      <a:alpha val="43137"/>
                    </a:srgbClr>
                  </a:outerShdw>
                </a:effectLst>
                <a:latin typeface="Kokila" pitchFamily="34" charset="0"/>
                <a:cs typeface="Kokila" pitchFamily="34" charset="0"/>
              </a:rPr>
              <a:t>सवल </a:t>
            </a:r>
            <a:r>
              <a:rPr lang="ne-NP" dirty="0" smtClean="0">
                <a:effectLst>
                  <a:outerShdw blurRad="38100" dist="38100" dir="2700000" algn="tl">
                    <a:srgbClr val="000000">
                      <a:alpha val="43137"/>
                    </a:srgbClr>
                  </a:outerShdw>
                </a:effectLst>
                <a:latin typeface="Kokila" pitchFamily="34" charset="0"/>
                <a:cs typeface="Kokila" pitchFamily="34" charset="0"/>
              </a:rPr>
              <a:t>बनाउन </a:t>
            </a:r>
            <a:r>
              <a:rPr lang="ne-NP" b="1" dirty="0" smtClean="0">
                <a:effectLst>
                  <a:outerShdw blurRad="38100" dist="38100" dir="2700000" algn="tl">
                    <a:srgbClr val="000000">
                      <a:alpha val="43137"/>
                    </a:srgbClr>
                  </a:outerShdw>
                </a:effectLst>
                <a:latin typeface="Kokila" pitchFamily="34" charset="0"/>
                <a:cs typeface="Kokila" pitchFamily="34" charset="0"/>
              </a:rPr>
              <a:t>नेतृत्व गर्ने </a:t>
            </a:r>
            <a:r>
              <a:rPr lang="ne-NP" dirty="0" smtClean="0">
                <a:effectLst>
                  <a:outerShdw blurRad="38100" dist="38100" dir="2700000" algn="tl">
                    <a:srgbClr val="000000">
                      <a:alpha val="43137"/>
                    </a:srgbClr>
                  </a:outerShdw>
                </a:effectLst>
                <a:latin typeface="Kokila" pitchFamily="34" charset="0"/>
                <a:cs typeface="Kokila" pitchFamily="34" charset="0"/>
              </a:rPr>
              <a:t>।</a:t>
            </a:r>
          </a:p>
          <a:p>
            <a:endParaRPr lang="ne-NP" dirty="0" smtClean="0">
              <a:effectLst>
                <a:outerShdw blurRad="38100" dist="38100" dir="2700000" algn="tl">
                  <a:srgbClr val="000000">
                    <a:alpha val="43137"/>
                  </a:srgbClr>
                </a:outerShdw>
              </a:effectLst>
              <a:latin typeface="Kokila" pitchFamily="34" charset="0"/>
              <a:cs typeface="Kokila" pitchFamily="34" charset="0"/>
            </a:endParaRPr>
          </a:p>
          <a:p>
            <a:endParaRPr lang="ne-NP" dirty="0" smtClean="0">
              <a:effectLst>
                <a:outerShdw blurRad="38100" dist="38100" dir="2700000" algn="tl">
                  <a:srgbClr val="000000">
                    <a:alpha val="43137"/>
                  </a:srgbClr>
                </a:outerShdw>
              </a:effectLst>
              <a:latin typeface="Kokila" pitchFamily="34" charset="0"/>
              <a:cs typeface="Kokila" pitchFamily="34" charset="0"/>
            </a:endParaRPr>
          </a:p>
          <a:p>
            <a:endParaRPr lang="ne-NP" dirty="0">
              <a:effectLst>
                <a:outerShdw blurRad="38100" dist="38100" dir="2700000" algn="tl">
                  <a:srgbClr val="000000">
                    <a:alpha val="43137"/>
                  </a:srgbClr>
                </a:outerShdw>
              </a:effectLst>
              <a:latin typeface="Kokila" pitchFamily="34" charset="0"/>
              <a:cs typeface="Kokila" pitchFamily="34" charset="0"/>
            </a:endParaRPr>
          </a:p>
          <a:p>
            <a:endParaRPr lang="ne-NP" dirty="0" smtClean="0"/>
          </a:p>
        </p:txBody>
      </p:sp>
    </p:spTree>
    <p:extLst>
      <p:ext uri="{BB962C8B-B14F-4D97-AF65-F5344CB8AC3E}">
        <p14:creationId xmlns:p14="http://schemas.microsoft.com/office/powerpoint/2010/main" val="322386487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457200" y="304800"/>
            <a:ext cx="8229600" cy="685800"/>
          </a:xfrm>
          <a:solidFill>
            <a:schemeClr val="bg2"/>
          </a:solidFill>
        </p:spPr>
        <p:txBody>
          <a:bodyPr>
            <a:noAutofit/>
          </a:bodyPr>
          <a:lstStyle/>
          <a:p>
            <a:pPr algn="l" eaLnBrk="1" hangingPunct="1"/>
            <a:r>
              <a:rPr lang="ne-NP" sz="8800" b="1" dirty="0" smtClean="0">
                <a:effectLst>
                  <a:outerShdw blurRad="38100" dist="38100" dir="2700000" algn="tl">
                    <a:srgbClr val="000000">
                      <a:alpha val="43137"/>
                    </a:srgbClr>
                  </a:outerShdw>
                </a:effectLst>
                <a:latin typeface="Kokila" pitchFamily="34" charset="0"/>
                <a:cs typeface="Kokila" pitchFamily="34" charset="0"/>
              </a:rPr>
              <a:t>निष्कर्ष</a:t>
            </a:r>
            <a:endParaRPr lang="en-US" sz="8800" b="1" dirty="0" smtClean="0">
              <a:effectLst>
                <a:outerShdw blurRad="38100" dist="38100" dir="2700000" algn="tl">
                  <a:srgbClr val="000000">
                    <a:alpha val="43137"/>
                  </a:srgbClr>
                </a:outerShdw>
              </a:effectLst>
              <a:latin typeface="Kokila" pitchFamily="34" charset="0"/>
              <a:cs typeface="Kokila" pitchFamily="34" charset="0"/>
            </a:endParaRPr>
          </a:p>
        </p:txBody>
      </p:sp>
      <p:sp>
        <p:nvSpPr>
          <p:cNvPr id="19459" name="Content Placeholder 2"/>
          <p:cNvSpPr>
            <a:spLocks noGrp="1"/>
          </p:cNvSpPr>
          <p:nvPr>
            <p:ph idx="1"/>
          </p:nvPr>
        </p:nvSpPr>
        <p:spPr>
          <a:xfrm>
            <a:off x="228600" y="762000"/>
            <a:ext cx="8686800" cy="5715000"/>
          </a:xfrm>
        </p:spPr>
        <p:txBody>
          <a:bodyPr>
            <a:normAutofit fontScale="92500" lnSpcReduction="20000"/>
          </a:bodyPr>
          <a:lstStyle/>
          <a:p>
            <a:pPr lvl="1">
              <a:buFont typeface="Wingdings" pitchFamily="2" charset="2"/>
              <a:buChar char="§"/>
            </a:pPr>
            <a:endParaRPr lang="ne-NP" sz="3200" dirty="0" smtClean="0">
              <a:effectLst>
                <a:outerShdw blurRad="38100" dist="38100" dir="2700000" algn="tl">
                  <a:srgbClr val="000000">
                    <a:alpha val="43137"/>
                  </a:srgbClr>
                </a:outerShdw>
              </a:effectLst>
              <a:latin typeface="Kokila" pitchFamily="34" charset="0"/>
              <a:cs typeface="Kokila" pitchFamily="34" charset="0"/>
            </a:endParaRPr>
          </a:p>
          <a:p>
            <a:pPr lvl="1">
              <a:buFont typeface="Wingdings" pitchFamily="2" charset="2"/>
              <a:buChar char="§"/>
            </a:pPr>
            <a:r>
              <a:rPr lang="ne-NP" sz="3200" dirty="0" smtClean="0">
                <a:effectLst>
                  <a:outerShdw blurRad="38100" dist="38100" dir="2700000" algn="tl">
                    <a:srgbClr val="000000">
                      <a:alpha val="43137"/>
                    </a:srgbClr>
                  </a:outerShdw>
                </a:effectLst>
                <a:latin typeface="Kokila" pitchFamily="34" charset="0"/>
                <a:cs typeface="Kokila" pitchFamily="34" charset="0"/>
              </a:rPr>
              <a:t>व्यक्तिलाई संविधान र कानूनले प्रदान गरेका हक अधिकारको सार्थक प्रयोग गर्ने अवस्था सृजना गर्न सबैको न्यायमा सहज पहुँच जरूरी हुन्छ । </a:t>
            </a:r>
          </a:p>
          <a:p>
            <a:pPr lvl="1">
              <a:buFont typeface="Wingdings" pitchFamily="2" charset="2"/>
              <a:buChar char="§"/>
            </a:pPr>
            <a:r>
              <a:rPr lang="ne-NP" sz="3200" dirty="0">
                <a:effectLst>
                  <a:outerShdw blurRad="38100" dist="38100" dir="2700000" algn="tl">
                    <a:srgbClr val="000000">
                      <a:alpha val="43137"/>
                    </a:srgbClr>
                  </a:outerShdw>
                </a:effectLst>
                <a:latin typeface="Kokila" pitchFamily="34" charset="0"/>
                <a:cs typeface="Kokila" pitchFamily="34" charset="0"/>
              </a:rPr>
              <a:t>न्यायका अवरोध </a:t>
            </a:r>
            <a:r>
              <a:rPr lang="ne-NP" sz="3200" dirty="0" smtClean="0">
                <a:effectLst>
                  <a:outerShdw blurRad="38100" dist="38100" dir="2700000" algn="tl">
                    <a:srgbClr val="000000">
                      <a:alpha val="43137"/>
                    </a:srgbClr>
                  </a:outerShdw>
                </a:effectLst>
                <a:latin typeface="Kokila" pitchFamily="34" charset="0"/>
                <a:cs typeface="Kokila" pitchFamily="34" charset="0"/>
              </a:rPr>
              <a:t>हटाई </a:t>
            </a:r>
            <a:r>
              <a:rPr lang="ne-NP" sz="3200" dirty="0">
                <a:effectLst>
                  <a:outerShdw blurRad="38100" dist="38100" dir="2700000" algn="tl">
                    <a:srgbClr val="000000">
                      <a:alpha val="43137"/>
                    </a:srgbClr>
                  </a:outerShdw>
                </a:effectLst>
                <a:latin typeface="Kokila" pitchFamily="34" charset="0"/>
                <a:cs typeface="Kokila" pitchFamily="34" charset="0"/>
              </a:rPr>
              <a:t>न्याय </a:t>
            </a:r>
            <a:r>
              <a:rPr lang="ne-NP" sz="3200" dirty="0" smtClean="0">
                <a:effectLst>
                  <a:outerShdw blurRad="38100" dist="38100" dir="2700000" algn="tl">
                    <a:srgbClr val="000000">
                      <a:alpha val="43137"/>
                    </a:srgbClr>
                  </a:outerShdw>
                </a:effectLst>
                <a:latin typeface="Kokila" pitchFamily="34" charset="0"/>
                <a:cs typeface="Kokila" pitchFamily="34" charset="0"/>
              </a:rPr>
              <a:t>सर्वसुलभ  बनाउने प्रमुख दायित्व राज्यको कार्यकारिणीको हो ।</a:t>
            </a:r>
          </a:p>
          <a:p>
            <a:pPr lvl="1">
              <a:buFont typeface="Wingdings" pitchFamily="2" charset="2"/>
              <a:buChar char="§"/>
            </a:pPr>
            <a:r>
              <a:rPr lang="ne-NP" sz="3200" dirty="0" smtClean="0">
                <a:effectLst>
                  <a:outerShdw blurRad="38100" dist="38100" dir="2700000" algn="tl">
                    <a:srgbClr val="000000">
                      <a:alpha val="43137"/>
                    </a:srgbClr>
                  </a:outerShdw>
                </a:effectLst>
                <a:latin typeface="Kokila" pitchFamily="34" charset="0"/>
                <a:cs typeface="Kokila" pitchFamily="34" charset="0"/>
              </a:rPr>
              <a:t>नेपालमा धेरै कम व्यक्तिहरूको  मात्र औपचारिक न्यायिक निकायमा पहुँच हुने गरेको र महिला, विपन्न, असहाय तथा असक्षम व्यक्तिको न्यायमा पहुँच झन कमजोर रहेकोले यसतर्फ सबैले थप  काम गर्नुपर्ने देखिएको छ ।</a:t>
            </a:r>
          </a:p>
          <a:p>
            <a:pPr lvl="1">
              <a:buFont typeface="Wingdings" pitchFamily="2" charset="2"/>
              <a:buChar char="§"/>
            </a:pPr>
            <a:r>
              <a:rPr lang="ne-NP" sz="3200" dirty="0" smtClean="0">
                <a:effectLst>
                  <a:outerShdw blurRad="38100" dist="38100" dir="2700000" algn="tl">
                    <a:srgbClr val="000000">
                      <a:alpha val="43137"/>
                    </a:srgbClr>
                  </a:outerShdw>
                </a:effectLst>
                <a:latin typeface="Kokila" pitchFamily="34" charset="0"/>
                <a:cs typeface="Kokila" pitchFamily="34" charset="0"/>
              </a:rPr>
              <a:t>न्यायमा पहुँच बढाउन केही प्रयास भएतापनि वदलिदो परिवेशमा न्यायमा पहुँचका अवरोध हटाई न्यायमा पहुँचको लागि सबैले थप रचनात्मक भूमिका निर्वाह गर्नुपर्ने हुन्छ ।</a:t>
            </a:r>
          </a:p>
          <a:p>
            <a:pPr lvl="1">
              <a:buFont typeface="Wingdings" pitchFamily="2" charset="2"/>
              <a:buChar char="§"/>
            </a:pPr>
            <a:r>
              <a:rPr lang="ne-NP" sz="3200" dirty="0">
                <a:effectLst>
                  <a:outerShdw blurRad="38100" dist="38100" dir="2700000" algn="tl">
                    <a:srgbClr val="000000">
                      <a:alpha val="43137"/>
                    </a:srgbClr>
                  </a:outerShdw>
                </a:effectLst>
                <a:latin typeface="Kokila" pitchFamily="34" charset="0"/>
                <a:cs typeface="Kokila" pitchFamily="34" charset="0"/>
              </a:rPr>
              <a:t>जिल्ला न्यायाधीशले न्यायमा </a:t>
            </a:r>
            <a:r>
              <a:rPr lang="ne-NP" sz="3200" dirty="0" smtClean="0">
                <a:effectLst>
                  <a:outerShdw blurRad="38100" dist="38100" dir="2700000" algn="tl">
                    <a:srgbClr val="000000">
                      <a:alpha val="43137"/>
                    </a:srgbClr>
                  </a:outerShdw>
                </a:effectLst>
                <a:latin typeface="Kokila" pitchFamily="34" charset="0"/>
                <a:cs typeface="Kokila" pitchFamily="34" charset="0"/>
              </a:rPr>
              <a:t>सहज पहुँच स्थापित गर्न आफ्नो क्षेत्रमा नेतृत्वदायी भूमिका निर्वाह गर्नुपर्ने देखिन्छ ।</a:t>
            </a:r>
            <a:endParaRPr lang="en-US" sz="3200" dirty="0" smtClean="0">
              <a:effectLst>
                <a:outerShdw blurRad="38100" dist="38100" dir="2700000" algn="tl">
                  <a:srgbClr val="000000">
                    <a:alpha val="43137"/>
                  </a:srgbClr>
                </a:outerShdw>
              </a:effectLst>
              <a:latin typeface="Kokila" pitchFamily="34" charset="0"/>
              <a:cs typeface="Kokila" pitchFamily="34" charset="0"/>
            </a:endParaRPr>
          </a:p>
          <a:p>
            <a:pPr lvl="1" eaLnBrk="1" hangingPunct="1">
              <a:buFont typeface="Wingdings" pitchFamily="2" charset="2"/>
              <a:buChar char="§"/>
            </a:pPr>
            <a:endParaRPr lang="en-US" sz="2600" dirty="0" smtClean="0">
              <a:latin typeface="Preeti" pitchFamily="2"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82962"/>
          </a:xfrm>
          <a:solidFill>
            <a:schemeClr val="accent3">
              <a:lumMod val="60000"/>
              <a:lumOff val="40000"/>
            </a:schemeClr>
          </a:solidFill>
        </p:spPr>
        <p:txBody>
          <a:bodyPr>
            <a:normAutofit fontScale="90000"/>
          </a:bodyPr>
          <a:lstStyle/>
          <a:p>
            <a:r>
              <a:rPr lang="ne-NP" sz="9600" dirty="0" smtClean="0">
                <a:effectLst>
                  <a:outerShdw blurRad="38100" dist="38100" dir="2700000" algn="tl">
                    <a:srgbClr val="000000">
                      <a:alpha val="43137"/>
                    </a:srgbClr>
                  </a:outerShdw>
                </a:effectLst>
                <a:latin typeface="Kokila" pitchFamily="34" charset="0"/>
                <a:cs typeface="Kokila" pitchFamily="34" charset="0"/>
              </a:rPr>
              <a:t/>
            </a:r>
            <a:br>
              <a:rPr lang="ne-NP" sz="9600" dirty="0" smtClean="0">
                <a:effectLst>
                  <a:outerShdw blurRad="38100" dist="38100" dir="2700000" algn="tl">
                    <a:srgbClr val="000000">
                      <a:alpha val="43137"/>
                    </a:srgbClr>
                  </a:outerShdw>
                </a:effectLst>
                <a:latin typeface="Kokila" pitchFamily="34" charset="0"/>
                <a:cs typeface="Kokila" pitchFamily="34" charset="0"/>
              </a:rPr>
            </a:br>
            <a:r>
              <a:rPr lang="ne-NP" sz="9600" dirty="0" smtClean="0">
                <a:effectLst>
                  <a:outerShdw blurRad="38100" dist="38100" dir="2700000" algn="tl">
                    <a:srgbClr val="000000">
                      <a:alpha val="43137"/>
                    </a:srgbClr>
                  </a:outerShdw>
                </a:effectLst>
                <a:latin typeface="Kokila" pitchFamily="34" charset="0"/>
                <a:cs typeface="Kokila" pitchFamily="34" charset="0"/>
              </a:rPr>
              <a:t>धन्यवाद</a:t>
            </a:r>
            <a:r>
              <a:rPr lang="en-US" sz="9600" dirty="0">
                <a:effectLst>
                  <a:outerShdw blurRad="38100" dist="38100" dir="2700000" algn="tl">
                    <a:srgbClr val="000000">
                      <a:alpha val="43137"/>
                    </a:srgbClr>
                  </a:outerShdw>
                </a:effectLst>
                <a:latin typeface="Kokila" pitchFamily="34" charset="0"/>
                <a:cs typeface="Kokila" pitchFamily="34" charset="0"/>
              </a:rPr>
              <a:t/>
            </a:r>
            <a:br>
              <a:rPr lang="en-US" sz="9600" dirty="0">
                <a:effectLst>
                  <a:outerShdw blurRad="38100" dist="38100" dir="2700000" algn="tl">
                    <a:srgbClr val="000000">
                      <a:alpha val="43137"/>
                    </a:srgbClr>
                  </a:outerShdw>
                </a:effectLst>
                <a:latin typeface="Kokila" pitchFamily="34" charset="0"/>
                <a:cs typeface="Kokila" pitchFamily="34" charset="0"/>
              </a:rPr>
            </a:br>
            <a:endParaRPr lang="en-US" sz="9600" dirty="0">
              <a:effectLst>
                <a:outerShdw blurRad="38100" dist="38100" dir="2700000" algn="tl">
                  <a:srgbClr val="000000">
                    <a:alpha val="43137"/>
                  </a:srgbClr>
                </a:outerShdw>
              </a:effectLst>
              <a:latin typeface="Kokila" pitchFamily="34" charset="0"/>
              <a:cs typeface="Kokila" pitchFamily="34" charset="0"/>
            </a:endParaRPr>
          </a:p>
        </p:txBody>
      </p:sp>
      <p:sp>
        <p:nvSpPr>
          <p:cNvPr id="3" name="Content Placeholder 2"/>
          <p:cNvSpPr>
            <a:spLocks noGrp="1"/>
          </p:cNvSpPr>
          <p:nvPr>
            <p:ph idx="1"/>
          </p:nvPr>
        </p:nvSpPr>
        <p:spPr>
          <a:xfrm>
            <a:off x="609600" y="2362200"/>
            <a:ext cx="8229600" cy="3306763"/>
          </a:xfrm>
        </p:spPr>
        <p:txBody>
          <a:bodyPr/>
          <a:lstStyle/>
          <a:p>
            <a:pPr marL="0" indent="0">
              <a:buNone/>
            </a:pPr>
            <a:endParaRPr lang="en-US" dirty="0"/>
          </a:p>
        </p:txBody>
      </p:sp>
    </p:spTree>
    <p:extLst>
      <p:ext uri="{BB962C8B-B14F-4D97-AF65-F5344CB8AC3E}">
        <p14:creationId xmlns:p14="http://schemas.microsoft.com/office/powerpoint/2010/main" val="183612747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5081</TotalTime>
  <Words>2401</Words>
  <Application>Microsoft Office PowerPoint</Application>
  <PresentationFormat>On-screen Show (4:3)</PresentationFormat>
  <Paragraphs>304</Paragraphs>
  <Slides>38</Slides>
  <Notes>0</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Office Theme</vt:lpstr>
      <vt:lpstr> न्यायमा पहुँच र  जिल्ला न्यायाधीशको भूमिका  </vt:lpstr>
      <vt:lpstr>सत्रमा समेटिएका बिषयहरू</vt:lpstr>
      <vt:lpstr>PowerPoint Presentation</vt:lpstr>
      <vt:lpstr>PowerPoint Presentation</vt:lpstr>
      <vt:lpstr>बिषय प्रबेश</vt:lpstr>
      <vt:lpstr>न्यायमा पहुँच (Access to Justice) को अर्थ </vt:lpstr>
      <vt:lpstr>क्रमश•••</vt:lpstr>
      <vt:lpstr>Main Areas of Access to Justice</vt:lpstr>
      <vt:lpstr>Aspects of Access to Justice</vt:lpstr>
      <vt:lpstr> न्यायमा पहुँचका स्तम्भ वा आधारहरू </vt:lpstr>
      <vt:lpstr>UN Standard for Access to Justice: Human Rights-based Approach</vt:lpstr>
      <vt:lpstr>The Istanbul Declaration on Transparency in the Judicial Process </vt:lpstr>
      <vt:lpstr>PowerPoint Presentation</vt:lpstr>
      <vt:lpstr>PowerPoint Presentation</vt:lpstr>
      <vt:lpstr>Measures of A2J in USA &amp;Canada</vt:lpstr>
      <vt:lpstr>Measures of A2J in USA &amp;Canada…</vt:lpstr>
      <vt:lpstr> राष्ट्रिय परिवेश</vt:lpstr>
      <vt:lpstr>नेपालमा न्यायमा पहुँच कायम गर्न भएका प्रयासहरू</vt:lpstr>
      <vt:lpstr>क्रमश===</vt:lpstr>
      <vt:lpstr>नेपालमा न्यायमा पहुँचमा देखिएका अवरोधहरू</vt:lpstr>
      <vt:lpstr>नेपालमा न्यायमा पहुँचमा देखिएका अवरोधहरू•••</vt:lpstr>
      <vt:lpstr>न्यायमा पहुँचको लागि कार्य गर्ने दायित्व कसको?</vt:lpstr>
      <vt:lpstr>नेपालमा न्यायमा पहुँच आयोगको स्थापना</vt:lpstr>
      <vt:lpstr>न्यायमा पहुँच आयोगलाई प्राप्‍त कार्यादेशहरू</vt:lpstr>
      <vt:lpstr>न्यायमा पहुँच आयोगलाई प्राप्‍त कार्यादेशहरू...</vt:lpstr>
      <vt:lpstr>सेवाग्राही (Demand side) केन्द्रित कार्यक्रमहरू</vt:lpstr>
      <vt:lpstr>;]jfk|bfos -Supply side_ s]lGb|t sfo{qmdx?</vt:lpstr>
      <vt:lpstr>;]jf k|bfos -Supply side_ s]lGb|t sfo{qmdx?===</vt:lpstr>
      <vt:lpstr>न्यायमा पहुँच आयोगका गतिविधिहरू</vt:lpstr>
      <vt:lpstr>न्यायमा पहुँच आयोगका गतिविधिहरू••===</vt:lpstr>
      <vt:lpstr>न्यायमा पहुँच आयोगका गतिविधिहरू••===</vt:lpstr>
      <vt:lpstr>न्यायमा पहुँच आयोगका गतिविधिहरू••===</vt:lpstr>
      <vt:lpstr> न्यायमा पहुँच आयोगका गतिविधिहरू••===</vt:lpstr>
      <vt:lpstr>न्यायमा पहुँच आयोगका गतिविधिहरू••===</vt:lpstr>
      <vt:lpstr>न्यायपालिकाको पाँचौ पञ्चबर्षीय रणनीतिक योजनामा  न्यायमा पहुँचसम्बन्धी कार्यक्रम</vt:lpstr>
      <vt:lpstr>न्यायमा पहुँच स्थापित गर्न जिल्ला न्यायाधीशको भूमिका</vt:lpstr>
      <vt:lpstr>निष्कर्ष</vt:lpstr>
      <vt:lpstr> धन्यवाद </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DELL</dc:creator>
  <cp:lastModifiedBy>Dell</cp:lastModifiedBy>
  <cp:revision>454</cp:revision>
  <dcterms:created xsi:type="dcterms:W3CDTF">2006-08-16T00:00:00Z</dcterms:created>
  <dcterms:modified xsi:type="dcterms:W3CDTF">2026-01-09T00:29:48Z</dcterms:modified>
</cp:coreProperties>
</file>