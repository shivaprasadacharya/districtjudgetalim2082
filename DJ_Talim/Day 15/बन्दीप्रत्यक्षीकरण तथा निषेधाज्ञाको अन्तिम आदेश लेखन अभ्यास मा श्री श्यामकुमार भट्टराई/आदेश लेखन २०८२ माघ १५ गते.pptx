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2" r:id="rId3"/>
    <p:sldId id="257" r:id="rId4"/>
    <p:sldId id="258" r:id="rId5"/>
    <p:sldId id="259" r:id="rId6"/>
    <p:sldId id="260" r:id="rId7"/>
    <p:sldId id="263" r:id="rId8"/>
    <p:sldId id="261" r:id="rId9"/>
    <p:sldId id="262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81" r:id="rId22"/>
    <p:sldId id="275" r:id="rId23"/>
    <p:sldId id="276" r:id="rId24"/>
    <p:sldId id="277" r:id="rId25"/>
    <p:sldId id="278" r:id="rId26"/>
    <p:sldId id="279" r:id="rId27"/>
    <p:sldId id="280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46" autoAdjust="0"/>
    <p:restoredTop sz="94660"/>
  </p:normalViewPr>
  <p:slideViewPr>
    <p:cSldViewPr>
      <p:cViewPr>
        <p:scale>
          <a:sx n="88" d="100"/>
          <a:sy n="88" d="100"/>
        </p:scale>
        <p:origin x="-580" y="9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e-NP" dirty="0"/>
              <a:t>निषेधाज्ञा र बन्दीप्रत्यक्षीकरणको आदेश लेखन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907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e-NP" dirty="0" smtClean="0"/>
              <a:t>प्रारम्भिक कुराहरू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e-NP" dirty="0" smtClean="0"/>
              <a:t>सुनुवाइको प्रक्रिया र हुन सक्ने त्रुटिका क्षेत्रहरु </a:t>
            </a:r>
          </a:p>
          <a:p>
            <a:r>
              <a:rPr lang="ne-NP" dirty="0" smtClean="0"/>
              <a:t>सुनुवाइमा अपनाउनु पर्ने सावधानी । नबोलाएको पक्षको उपस्थिति । </a:t>
            </a:r>
          </a:p>
          <a:p>
            <a:r>
              <a:rPr lang="ne-NP" dirty="0" smtClean="0"/>
              <a:t>मुद्दाभन्दा भिन्न दृष्टिकोण लिनु पर्ने । </a:t>
            </a:r>
          </a:p>
          <a:p>
            <a:r>
              <a:rPr lang="ne-NP" dirty="0" smtClean="0"/>
              <a:t>खुला दृष्टिकोणले सुनुवाइ गर्नु पर्ने ।</a:t>
            </a:r>
          </a:p>
          <a:p>
            <a:r>
              <a:rPr lang="ne-NP" dirty="0" smtClean="0"/>
              <a:t>प्रारम्भिक सुनुवाइमा एक पक्षीय कुरा सुनिरहेको बोध गर्नु पर्ने र थप स्पष्ट हुन बाँकी रहेको मान्नु पर्ने ।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540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e-NP" dirty="0" smtClean="0"/>
              <a:t>निषेधाज्ञाको आदेश </a:t>
            </a:r>
            <a:r>
              <a:rPr lang="ne-NP" dirty="0"/>
              <a:t>लेखन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e-NP" dirty="0" smtClean="0"/>
              <a:t>कारण देखाउ आदेश </a:t>
            </a:r>
          </a:p>
          <a:p>
            <a:r>
              <a:rPr lang="ne-NP" dirty="0" smtClean="0"/>
              <a:t>अन्तरिम आदेश </a:t>
            </a:r>
          </a:p>
          <a:p>
            <a:r>
              <a:rPr lang="ne-NP" dirty="0" smtClean="0"/>
              <a:t>अन्तिम आदेश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6890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e-NP" dirty="0" smtClean="0"/>
              <a:t>कारण देखाउ आदेश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e-NP" dirty="0" smtClean="0"/>
              <a:t>विपक्षी एकीन गर्ने </a:t>
            </a:r>
          </a:p>
          <a:p>
            <a:r>
              <a:rPr lang="ne-NP" dirty="0" smtClean="0"/>
              <a:t>संघीय निकायको सरकारी वकील कार्यालय मार्फत </a:t>
            </a:r>
          </a:p>
          <a:p>
            <a:r>
              <a:rPr lang="ne-NP" dirty="0" smtClean="0"/>
              <a:t>प्रदेश सरकारका निकायको मुख्य न्यायाधिवक्ताको कार्यालय मार्फत </a:t>
            </a:r>
          </a:p>
          <a:p>
            <a:r>
              <a:rPr lang="ne-NP" dirty="0" smtClean="0"/>
              <a:t>स्थानीय तह र अन्य निकाय वा व्यक्तिको आफैँ वा कानून बमोजिमको प्रतिनिधि मार्फत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0158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e-NP" dirty="0" smtClean="0"/>
              <a:t>अन्तरिम आदेश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e-NP" dirty="0" smtClean="0"/>
              <a:t>अन्तरिम आदेश दिने </a:t>
            </a:r>
          </a:p>
          <a:p>
            <a:r>
              <a:rPr lang="ne-NP" dirty="0" smtClean="0"/>
              <a:t>अन्तरिम आदेश जारी नगर्ने </a:t>
            </a:r>
          </a:p>
          <a:p>
            <a:r>
              <a:rPr lang="ne-NP" dirty="0" smtClean="0"/>
              <a:t>अल्पकालीन अन्तरिम आदेश जारी गरी छलफलमा झिकाउने </a:t>
            </a:r>
          </a:p>
          <a:p>
            <a:r>
              <a:rPr lang="ne-NP" dirty="0" smtClean="0"/>
              <a:t>छलफलबाट अन्तरिम आदेश दिने </a:t>
            </a:r>
          </a:p>
          <a:p>
            <a:r>
              <a:rPr lang="ne-NP" dirty="0"/>
              <a:t>छलफलबाट अन्तरिम </a:t>
            </a:r>
            <a:r>
              <a:rPr lang="ne-NP" dirty="0" smtClean="0"/>
              <a:t>आदेश नदिने </a:t>
            </a:r>
            <a:endParaRPr lang="ne-NP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199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e-NP" dirty="0" smtClean="0"/>
              <a:t>अन्तरिम आदेश रद्दको निवेदन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e-NP" dirty="0" smtClean="0"/>
              <a:t>अर्को पक्षलाई जानकारी दिने । </a:t>
            </a:r>
          </a:p>
          <a:p>
            <a:r>
              <a:rPr lang="ne-NP" dirty="0" smtClean="0"/>
              <a:t>कुनै कागज प्रमाण झिकाउन सकिने । </a:t>
            </a:r>
          </a:p>
          <a:p>
            <a:r>
              <a:rPr lang="ne-NP" dirty="0" smtClean="0"/>
              <a:t>छलफलबाट अन्तिरम आदेशलाई रद्द गर्ने वा निरन्तरता दिने।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123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e-NP" dirty="0" smtClean="0"/>
              <a:t>अन्तरकालीन आदेश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e-NP" dirty="0" smtClean="0"/>
              <a:t>कागज प्रमाण पेश गर्न लगाउने वा झिकाउने</a:t>
            </a:r>
          </a:p>
          <a:p>
            <a:r>
              <a:rPr lang="ne-NP" dirty="0" smtClean="0"/>
              <a:t>नक्सा गर्ने </a:t>
            </a:r>
          </a:p>
          <a:p>
            <a:r>
              <a:rPr lang="ne-NP" dirty="0" smtClean="0"/>
              <a:t>सर्जमिन गर्ने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257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e-NP" dirty="0" smtClean="0"/>
              <a:t>अन्तिम आदेश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e-NP" dirty="0" smtClean="0"/>
              <a:t>सो कज नगरी खारेज गर्ने । </a:t>
            </a:r>
            <a:endParaRPr lang="en-US" dirty="0" smtClean="0"/>
          </a:p>
          <a:p>
            <a:r>
              <a:rPr lang="ne-NP" dirty="0" smtClean="0"/>
              <a:t>निषेधाज्ञा जारी गर्ने । </a:t>
            </a:r>
          </a:p>
          <a:p>
            <a:r>
              <a:rPr lang="ne-NP" dirty="0" smtClean="0"/>
              <a:t>दावी नपुग्ने वा खारेज गर्ने । </a:t>
            </a:r>
          </a:p>
          <a:p>
            <a:r>
              <a:rPr lang="ne-NP" dirty="0" smtClean="0"/>
              <a:t>निर्देशनात्मक आदेश जारी गर्ने 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733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e-NP" dirty="0" smtClean="0"/>
              <a:t>बन्दी प्रत्यक्षीकरणको आदेश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e-NP" dirty="0" smtClean="0"/>
              <a:t>कारण देखाउ आदेश </a:t>
            </a:r>
          </a:p>
          <a:p>
            <a:r>
              <a:rPr lang="ne-NP" dirty="0" smtClean="0"/>
              <a:t>प्रमाण बुझ्ने । फायल । कागज । सर्च वारेन्ट</a:t>
            </a:r>
          </a:p>
          <a:p>
            <a:r>
              <a:rPr lang="ne-NP" dirty="0" smtClean="0"/>
              <a:t>रिट जारी गर्ने </a:t>
            </a:r>
          </a:p>
          <a:p>
            <a:r>
              <a:rPr lang="ne-NP" dirty="0" smtClean="0"/>
              <a:t>रिट खारेज गर्ने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320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e-NP" dirty="0" smtClean="0"/>
              <a:t>कारण देखाउ आदेश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e-NP" dirty="0" smtClean="0"/>
              <a:t>दिन एकीन गर्ने वा समय तोक्ने </a:t>
            </a:r>
          </a:p>
          <a:p>
            <a:r>
              <a:rPr lang="ne-NP" dirty="0" smtClean="0"/>
              <a:t>बन्दी वा फायल कागजात समेत झिकाउने </a:t>
            </a:r>
          </a:p>
          <a:p>
            <a:r>
              <a:rPr lang="ne-NP" smtClean="0"/>
              <a:t>संघीय निकाय भए सरकारी वकील कार्यालय मार्फत । प्रदेशको निकाय भए मुख्य न्यायाधिवक्ताको कार्यालय मार्फत । व्यक्ति भए स्वयम् समेत।</a:t>
            </a:r>
          </a:p>
        </p:txBody>
      </p:sp>
    </p:spTree>
    <p:extLst>
      <p:ext uri="{BB962C8B-B14F-4D97-AF65-F5344CB8AC3E}">
        <p14:creationId xmlns:p14="http://schemas.microsoft.com/office/powerpoint/2010/main" val="28812007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e-NP" dirty="0" smtClean="0"/>
              <a:t>अन्तिम आदेश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e-NP" dirty="0" smtClean="0"/>
              <a:t>खारेज गर्ने । </a:t>
            </a:r>
          </a:p>
          <a:p>
            <a:r>
              <a:rPr lang="ne-NP" dirty="0" smtClean="0"/>
              <a:t>जारी गर्ने । </a:t>
            </a:r>
          </a:p>
          <a:p>
            <a:r>
              <a:rPr lang="ne-NP" dirty="0" smtClean="0"/>
              <a:t>निर्देशनात्मक आदेश जारी गर्ने ।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04689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e-NP" dirty="0" smtClean="0"/>
              <a:t>निषेधाज्ञाको निवेदनमा आदेश लेखन अभ्यास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e-NP" dirty="0" smtClean="0"/>
              <a:t> यहाँहरुलाई उपलव्ध गराइएका निषेधाज्ञाको निवेदनमा कारण देखाउ आदेशको मस्यौदा तयार गर्नुहोस् ।  नोटः आदेशको पूर्ण ढाँचामा ।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235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e-NP" dirty="0" smtClean="0"/>
              <a:t>१ नं निवेदन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ne-NP" dirty="0" smtClean="0"/>
              <a:t>यसमा के कसो भएको हो</a:t>
            </a:r>
            <a:r>
              <a:rPr lang="en-US" dirty="0"/>
              <a:t>?</a:t>
            </a:r>
            <a:r>
              <a:rPr lang="ne-NP" dirty="0" smtClean="0"/>
              <a:t> निवेदकको माग बमोजिम निषेधाज्ञाको आदेश किन जारी गर्नु नपर्ने हो</a:t>
            </a:r>
            <a:r>
              <a:rPr lang="en-US" dirty="0" smtClean="0"/>
              <a:t>?</a:t>
            </a:r>
            <a:r>
              <a:rPr lang="ne-NP" dirty="0" smtClean="0"/>
              <a:t> आदेश जारी गर्नु नपर्ने कुनै आधार कारण भए यो आदेश प्राप्त गरेको मितिले १५ दिनभित्र विपक्षी नं ४ ५ ६ ७ ले मुख्य न्यायाधिवक्ताको कार्यालय मधेश प्रदेश मार्फत र अन्य विपक्षीहरुले आफै वा कानून बमोजिमको प्रतिनिधि मार्फत लिखित जवाफ पेश गर्नु भनी विपक्षीहरुका नाममा </a:t>
            </a:r>
            <a:r>
              <a:rPr lang="ne-NP" dirty="0" smtClean="0"/>
              <a:t>निवेदन पत्र र प्रस्तुत आदेशको प्रतिलिपिसहित म्याद </a:t>
            </a:r>
            <a:r>
              <a:rPr lang="ne-NP" dirty="0" smtClean="0"/>
              <a:t>सूचना जारी गरी लिखित जवाफ परे वा अवधि नाँघेपछि नियमानुसार पेश गर्नू।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73356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e-NP" dirty="0" smtClean="0"/>
              <a:t>२ नं निवेदन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ne-NP" dirty="0"/>
              <a:t>यसमा के कसो भएको </a:t>
            </a:r>
            <a:r>
              <a:rPr lang="ne-NP" dirty="0" smtClean="0"/>
              <a:t>हो</a:t>
            </a:r>
            <a:r>
              <a:rPr lang="en-US" dirty="0" smtClean="0"/>
              <a:t>?</a:t>
            </a:r>
            <a:r>
              <a:rPr lang="ne-NP" dirty="0" smtClean="0"/>
              <a:t> </a:t>
            </a:r>
            <a:r>
              <a:rPr lang="ne-NP" dirty="0"/>
              <a:t>निवेदकको माग बमोजिम निषेधाज्ञाको आदेश किन जारी गर्नु नपर्ने </a:t>
            </a:r>
            <a:r>
              <a:rPr lang="ne-NP" dirty="0" smtClean="0"/>
              <a:t>हो</a:t>
            </a:r>
            <a:r>
              <a:rPr lang="en-US" dirty="0" smtClean="0"/>
              <a:t>?</a:t>
            </a:r>
            <a:r>
              <a:rPr lang="ne-NP" dirty="0" smtClean="0"/>
              <a:t> </a:t>
            </a:r>
            <a:r>
              <a:rPr lang="ne-NP" dirty="0"/>
              <a:t>आदेश जारी गर्नु नपर्ने कुनै आधार कारण भए यो आदेश प्राप्त गरेको मितिले १५ दिनभित्र </a:t>
            </a:r>
            <a:r>
              <a:rPr lang="ne-NP" dirty="0" smtClean="0"/>
              <a:t>आफै </a:t>
            </a:r>
            <a:r>
              <a:rPr lang="ne-NP" dirty="0"/>
              <a:t>वा कानून बमोजिमको प्रतिनिधि मार्फत लिखित जवाफ पेश गर्नु भनी </a:t>
            </a:r>
            <a:r>
              <a:rPr lang="ne-NP" dirty="0" smtClean="0"/>
              <a:t>विपक्षीहरुका नाममा </a:t>
            </a:r>
            <a:r>
              <a:rPr lang="ne-NP" dirty="0"/>
              <a:t>निवेदन पत्र र प्रस्तुत आदेशको प्रतिलिपिसहित म्याद </a:t>
            </a:r>
            <a:r>
              <a:rPr lang="ne-NP" dirty="0"/>
              <a:t>सूचना जारी गरी लिखित जवाफ परे वा अवधि नाँघेपछि नियमानुसार पेश गर्नू।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1800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e-NP" dirty="0" smtClean="0"/>
              <a:t>३ नं निवेदन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ne-NP" dirty="0"/>
              <a:t>यसमा के कसो भएको हो</a:t>
            </a:r>
            <a:r>
              <a:rPr lang="en-US" dirty="0"/>
              <a:t>?</a:t>
            </a:r>
            <a:r>
              <a:rPr lang="ne-NP" dirty="0"/>
              <a:t> निवेदकको माग बमोजिम निषेधाज्ञाको आदेश किन जारी गर्नु नपर्ने हो</a:t>
            </a:r>
            <a:r>
              <a:rPr lang="en-US" dirty="0"/>
              <a:t>?</a:t>
            </a:r>
            <a:r>
              <a:rPr lang="ne-NP" dirty="0"/>
              <a:t> आदेश जारी गर्नु नपर्ने कुनै आधार कारण भए यो आदेश प्राप्त गरेको मितिले १५ दिनभित्र विपक्षी नं </a:t>
            </a:r>
            <a:r>
              <a:rPr lang="ne-NP" dirty="0" smtClean="0"/>
              <a:t>१ २ ३ ४ </a:t>
            </a:r>
            <a:r>
              <a:rPr lang="ne-NP" dirty="0"/>
              <a:t>ले </a:t>
            </a:r>
            <a:r>
              <a:rPr lang="ne-NP" dirty="0" smtClean="0"/>
              <a:t>।।।  सरकारी वकील कार्याल ।।।  मार्फत </a:t>
            </a:r>
            <a:r>
              <a:rPr lang="ne-NP" dirty="0"/>
              <a:t>र अन्य विपक्षीहरुले आफै वा कानून बमोजिमको प्रतिनिधि मार्फत लिखित जवाफ पेश गर्नु भनी विपक्षीहरुका नाममा </a:t>
            </a:r>
            <a:r>
              <a:rPr lang="ne-NP" dirty="0"/>
              <a:t>निवेदन पत्र र प्रस्तुत आदेशको प्रतिलिपिसहित म्याद </a:t>
            </a:r>
            <a:r>
              <a:rPr lang="ne-NP" dirty="0"/>
              <a:t>सूचना जारी गरी लिखित जवाफ परे वा अवधि नाँघेपछि नियमानुसार पेश गर्नू।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89188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e-NP" dirty="0" smtClean="0"/>
              <a:t>४ नं निवेदन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ne-NP" dirty="0"/>
              <a:t>यसमा के कसो भएको हो</a:t>
            </a:r>
            <a:r>
              <a:rPr lang="en-US" dirty="0"/>
              <a:t>?</a:t>
            </a:r>
            <a:r>
              <a:rPr lang="ne-NP" dirty="0"/>
              <a:t> निवेदकको माग बमोजिम निषेधाज्ञाको आदेश किन जारी गर्नु नपर्ने हो</a:t>
            </a:r>
            <a:r>
              <a:rPr lang="en-US" dirty="0"/>
              <a:t>?</a:t>
            </a:r>
            <a:r>
              <a:rPr lang="ne-NP" dirty="0"/>
              <a:t> आदेश जारी गर्नु नपर्ने कुनै आधार कारण भए यो आदेश प्राप्त गरेको मितिले १५ दिनभित्र विपक्षी नं </a:t>
            </a:r>
            <a:r>
              <a:rPr lang="ne-NP" dirty="0" smtClean="0"/>
              <a:t>१ २ ३ ४ ले ।।। सरकारी वकील कार्यालय  ।।। मार्फत </a:t>
            </a:r>
            <a:r>
              <a:rPr lang="ne-NP" dirty="0"/>
              <a:t>र </a:t>
            </a:r>
            <a:r>
              <a:rPr lang="ne-NP" dirty="0" smtClean="0"/>
              <a:t>विपक्षी नं ५ ले </a:t>
            </a:r>
            <a:r>
              <a:rPr lang="ne-NP" dirty="0"/>
              <a:t>आफै वा कानून बमोजिमको प्रतिनिधि मार्फत लिखित जवाफ पेश गर्नु भनी विपक्षीहरुका नाममा </a:t>
            </a:r>
            <a:r>
              <a:rPr lang="ne-NP" dirty="0"/>
              <a:t>निवेदन पत्र र प्रस्तुत आदेशको प्रतिलिपिसहित म्याद </a:t>
            </a:r>
            <a:r>
              <a:rPr lang="ne-NP" dirty="0"/>
              <a:t>सूचना जारी गरी लिखित जवाफ परे वा अवधि नाँघेपछि नियमानुसार पेश गर्नू।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4778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e-NP" dirty="0" smtClean="0"/>
              <a:t>५ नं निवेदन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ne-NP" dirty="0"/>
              <a:t>यसमा के कसो भएको हो</a:t>
            </a:r>
            <a:r>
              <a:rPr lang="en-US" dirty="0"/>
              <a:t>?</a:t>
            </a:r>
            <a:r>
              <a:rPr lang="ne-NP" dirty="0"/>
              <a:t> निवेदकको माग बमोजिम निषेधाज्ञाको आदेश किन जारी गर्नु नपर्ने हो</a:t>
            </a:r>
            <a:r>
              <a:rPr lang="en-US" dirty="0"/>
              <a:t>?</a:t>
            </a:r>
            <a:r>
              <a:rPr lang="ne-NP" dirty="0"/>
              <a:t> आदेश जारी गर्नु नपर्ने कुनै आधार कारण भए यो आदेश प्राप्त गरेको मितिले १५ दिनभित्र विपक्षी नं </a:t>
            </a:r>
            <a:r>
              <a:rPr lang="ne-NP" dirty="0" smtClean="0"/>
              <a:t>४ </a:t>
            </a:r>
            <a:r>
              <a:rPr lang="ne-NP" dirty="0"/>
              <a:t>ले ।।। सरकारी वकील कार्यालय  ।।। मार्फत र </a:t>
            </a:r>
            <a:r>
              <a:rPr lang="ne-NP" dirty="0" smtClean="0"/>
              <a:t> अन्य विपक्षीहरूले </a:t>
            </a:r>
            <a:r>
              <a:rPr lang="ne-NP" dirty="0"/>
              <a:t>आफै वा कानून बमोजिमको प्रतिनिधि मार्फत लिखित जवाफ पेश गर्नु भनी विपक्षीहरुका नाममा </a:t>
            </a:r>
            <a:r>
              <a:rPr lang="ne-NP" dirty="0"/>
              <a:t>निवेदन पत्र र प्रस्तुत आदेशको प्रतिलिपिसहित म्याद </a:t>
            </a:r>
            <a:r>
              <a:rPr lang="ne-NP" dirty="0"/>
              <a:t>सूचना जारी गरी लिखित जवाफ परे वा अवधि नाँघेपछि नियमानुसार पेश </a:t>
            </a:r>
            <a:r>
              <a:rPr lang="ne-NP" dirty="0" smtClean="0"/>
              <a:t>गर्नू</a:t>
            </a:r>
            <a:r>
              <a:rPr lang="ne-NP" dirty="0"/>
              <a:t>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2122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e-NP" dirty="0" smtClean="0"/>
              <a:t>अन्तरिम आदेशका लागि छलफलमा झिकाउने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e-NP" dirty="0"/>
              <a:t>निषेधाज्ञाको निवेदनमा अन्तरिम आदेश जारी हुने नहुने विषयमा छलफलका लागि विपक्षीलाई सूचना दिई पेश गर्नु भन्ने आदेश तयार गर्नुहोस् </a:t>
            </a:r>
            <a:r>
              <a:rPr lang="ne-NP" dirty="0" smtClean="0"/>
              <a:t>।</a:t>
            </a:r>
          </a:p>
          <a:p>
            <a:pPr marL="0" indent="0">
              <a:buNone/>
            </a:pPr>
            <a:r>
              <a:rPr lang="ne-NP" dirty="0" smtClean="0"/>
              <a:t>नोटः मिति तोक्नु पर्ने । फायल कागजात समेत झिकाउन सकिने। अल्पकालीन अन्तरिम आदेश जारी गर्न सकिने ।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5824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e-NP" dirty="0" smtClean="0"/>
              <a:t>अन्तरिम आदेश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e-NP" dirty="0"/>
              <a:t>अन्तरिम आदेश जारी गर्ने वा नगर्ने आदेश तयार गर्नुहोस् </a:t>
            </a:r>
            <a:r>
              <a:rPr lang="ne-NP" dirty="0" smtClean="0"/>
              <a:t>।</a:t>
            </a:r>
          </a:p>
          <a:p>
            <a:pPr marL="0" indent="0">
              <a:buNone/>
            </a:pPr>
            <a:r>
              <a:rPr lang="ne-NP" dirty="0" smtClean="0"/>
              <a:t>नोटः स्पष्ट आधार र कानूनी व्यवस्था उल्लेख गर्नु पर्ने ।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06878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e-NP" dirty="0" smtClean="0"/>
              <a:t>अन्तरिम आदेश रद्द गरी पाउँ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e-NP" dirty="0" smtClean="0"/>
              <a:t>जारी भएको अन्तरिम आदेश रद्द गरी पाउँ भनी परेको निवेदनमा अर्को पक्षलाई सूचना दिने आदेश तयार गर्नुहोस् । </a:t>
            </a:r>
          </a:p>
          <a:p>
            <a:r>
              <a:rPr lang="ne-NP" dirty="0" smtClean="0"/>
              <a:t>अन्तरिम आदेश रद्द हुने नहुने आदेश तयार गर्नुहोस् ।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9450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e-NP" dirty="0" smtClean="0"/>
              <a:t>प्रमाण बुझ्ने आदेश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e-NP" dirty="0" smtClean="0"/>
              <a:t>नक्सा र सर्जमिन गरी पेश गर्ने आदेश तयार गर्नुहोस् ।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5128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e-NP" dirty="0" smtClean="0"/>
              <a:t>अन्तिम आदेश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e-NP" dirty="0" smtClean="0"/>
              <a:t>निषेधाज्ञाको आदेश जारी गर्दा लेखिने संक्षिप्त आदेश तयार गर्नुहोस् ।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45432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e-NP" dirty="0" smtClean="0"/>
              <a:t>बन्दी प्रत्यक्षीकरण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e-NP" dirty="0" smtClean="0"/>
              <a:t>प्रारम्भिक सुनुवाइबाट जारी गरिने आदेश तयार गर्नुहोस् । </a:t>
            </a:r>
          </a:p>
          <a:p>
            <a:r>
              <a:rPr lang="ne-NP" dirty="0" smtClean="0"/>
              <a:t>थप विषयः बन्दी सहित उपस्थित हुन । मिति तोक्न । कागज प्रमाण झिकाउन ।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8828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e-NP" dirty="0" smtClean="0"/>
              <a:t>प्रारम्भिक आदेश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ne-NP" dirty="0"/>
              <a:t>यसमा के कसो भएको हो</a:t>
            </a:r>
            <a:r>
              <a:rPr lang="en-US" dirty="0"/>
              <a:t>?</a:t>
            </a:r>
            <a:r>
              <a:rPr lang="ne-NP" dirty="0"/>
              <a:t> निवेदकको माग बमोजिम बन्दीप्रत्यक्षीकरणको आदेश किन जारी गर्नु नपर्ने हो</a:t>
            </a:r>
            <a:r>
              <a:rPr lang="en-US" dirty="0"/>
              <a:t>?</a:t>
            </a:r>
            <a:r>
              <a:rPr lang="ne-NP" dirty="0"/>
              <a:t> आदेश जारी गर्नु नपर्ने कुनै आधार कारण भए यो आदेश प्राप्त गरेको मितिले  ।।।  दिनभित्र लिखित जवाफ पेश गर्नु भनी विपक्षीहरुका नाममा </a:t>
            </a:r>
            <a:r>
              <a:rPr lang="ne-NP" dirty="0"/>
              <a:t>निवेदन पत्र र प्रस्तुत आदेशको प्रतिलिपिसहित म्याद </a:t>
            </a:r>
            <a:r>
              <a:rPr lang="ne-NP" dirty="0"/>
              <a:t>सूचना जारी गरी लिखित जवाफ परे वा अवधि नाँघेपछि नियमानुसार पेश गर्नू</a:t>
            </a:r>
            <a:r>
              <a:rPr lang="ne-NP" dirty="0" smtClean="0"/>
              <a:t>।</a:t>
            </a:r>
          </a:p>
          <a:p>
            <a:r>
              <a:rPr lang="ne-NP" dirty="0" smtClean="0"/>
              <a:t>सरकारी निकाय वा पदाधिकारी भए ।।।</a:t>
            </a:r>
            <a:endParaRPr lang="en-US" dirty="0"/>
          </a:p>
          <a:p>
            <a:r>
              <a:rPr lang="ne-NP" dirty="0"/>
              <a:t>म्यादको अवधि मुद्दाको विषयमा निर्भर हुन्छ</a:t>
            </a:r>
            <a:r>
              <a:rPr lang="ne-NP" dirty="0" smtClean="0"/>
              <a:t>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05880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e-NP" dirty="0" smtClean="0"/>
              <a:t>सर्च वारेण्ट जारी गर्ने आदेश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e-NP" dirty="0" smtClean="0"/>
              <a:t>सो कजसँगै सर्च वारेण्ट जारी गर्ने आदेश तयार गर्नुहोस् ।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9756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e-NP" dirty="0" smtClean="0"/>
              <a:t>बन्दीप्रत्यक्षीकरणको आदेश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e-NP" dirty="0" smtClean="0"/>
              <a:t>रिट जारी गर्ने </a:t>
            </a:r>
          </a:p>
          <a:p>
            <a:r>
              <a:rPr lang="ne-NP" dirty="0" smtClean="0"/>
              <a:t>रिट खारेज गर्ने । </a:t>
            </a:r>
          </a:p>
          <a:p>
            <a:r>
              <a:rPr lang="ne-NP" dirty="0" smtClean="0"/>
              <a:t>निर्देशनात्मक आदेश जारी गर्ने ।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048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e-NP" dirty="0" smtClean="0"/>
              <a:t>बन्दीप्रत्क्षीकरणको संक्षिप्त आदेश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e-NP" dirty="0" smtClean="0"/>
              <a:t>बन्दीप्रत्यक्षीकरणको आदेश जारी गर्दा उल्लेख गरिने संक्षिप्त आदेश तयार गर्नुहोस् ।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8090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938</Words>
  <Application>Microsoft Office PowerPoint</Application>
  <PresentationFormat>On-screen Show (4:3)</PresentationFormat>
  <Paragraphs>88</Paragraphs>
  <Slides>27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निषेधाज्ञा र बन्दीप्रत्यक्षीकरणको आदेश लेखन </vt:lpstr>
      <vt:lpstr>प्रारम्भिक कुराहरू</vt:lpstr>
      <vt:lpstr>निषेधाज्ञाको आदेश लेखन </vt:lpstr>
      <vt:lpstr>कारण देखाउ आदेश </vt:lpstr>
      <vt:lpstr>अन्तरिम आदेश </vt:lpstr>
      <vt:lpstr>अन्तरिम आदेश रद्दको निवेदन</vt:lpstr>
      <vt:lpstr>अन्तरकालीन आदेश </vt:lpstr>
      <vt:lpstr>अन्तिम आदेश </vt:lpstr>
      <vt:lpstr>बन्दी प्रत्यक्षीकरणको आदेश</vt:lpstr>
      <vt:lpstr>कारण देखाउ आदेश </vt:lpstr>
      <vt:lpstr>अन्तिम आदेश </vt:lpstr>
      <vt:lpstr>निषेधाज्ञाको निवेदनमा आदेश लेखन अभ्यास </vt:lpstr>
      <vt:lpstr>१ नं निवेदन</vt:lpstr>
      <vt:lpstr>२ नं निवेदन </vt:lpstr>
      <vt:lpstr>३ नं निवेदन </vt:lpstr>
      <vt:lpstr>४ नं निवेदन</vt:lpstr>
      <vt:lpstr>५ नं निवेदन </vt:lpstr>
      <vt:lpstr>अन्तरिम आदेशका लागि छलफलमा झिकाउने</vt:lpstr>
      <vt:lpstr>अन्तरिम आदेश </vt:lpstr>
      <vt:lpstr>अन्तरिम आदेश रद्द गरी पाउँ </vt:lpstr>
      <vt:lpstr>प्रमाण बुझ्ने आदेश</vt:lpstr>
      <vt:lpstr>अन्तिम आदेश</vt:lpstr>
      <vt:lpstr>बन्दी प्रत्यक्षीकरण</vt:lpstr>
      <vt:lpstr>प्रारम्भिक आदेश</vt:lpstr>
      <vt:lpstr>सर्च वारेण्ट जारी गर्ने आदेश </vt:lpstr>
      <vt:lpstr>बन्दीप्रत्यक्षीकरणको आदेश </vt:lpstr>
      <vt:lpstr>बन्दीप्रत्क्षीकरणको संक्षिप्त आदेश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निषेधाज्ञा र बन्दीप्रत्यक्षीकरणको आदेश लेखन </dc:title>
  <dc:creator>Shyam Kumar Bhattarai</dc:creator>
  <cp:lastModifiedBy>Shyam Kumar Bhattarai</cp:lastModifiedBy>
  <cp:revision>8</cp:revision>
  <dcterms:created xsi:type="dcterms:W3CDTF">2006-08-16T00:00:00Z</dcterms:created>
  <dcterms:modified xsi:type="dcterms:W3CDTF">2026-02-01T07:13:00Z</dcterms:modified>
</cp:coreProperties>
</file>