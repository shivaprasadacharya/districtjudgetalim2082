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Override3.xml" ContentType="application/vnd.openxmlformats-officedocument.themeOverride+xml"/>
  <Override PartName="/ppt/theme/themeOverride4.xml" ContentType="application/vnd.openxmlformats-officedocument.themeOverrid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Override5.xml" ContentType="application/vnd.openxmlformats-officedocument.themeOverride+xml"/>
  <Override PartName="/ppt/theme/themeOverride6.xml" ContentType="application/vnd.openxmlformats-officedocument.themeOverrid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theme/themeOverride7.xml" ContentType="application/vnd.openxmlformats-officedocument.themeOverride+xml"/>
  <Override PartName="/ppt/theme/themeOverride8.xml" ContentType="application/vnd.openxmlformats-officedocument.themeOverrid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theme/themeOverride9.xml" ContentType="application/vnd.openxmlformats-officedocument.themeOverride+xml"/>
  <Override PartName="/ppt/theme/themeOverride10.xml" ContentType="application/vnd.openxmlformats-officedocument.themeOverrid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6.xml" ContentType="application/vnd.openxmlformats-officedocument.theme+xml"/>
  <Override PartName="/ppt/theme/themeOverride11.xml" ContentType="application/vnd.openxmlformats-officedocument.themeOverride+xml"/>
  <Override PartName="/ppt/theme/themeOverride12.xml" ContentType="application/vnd.openxmlformats-officedocument.themeOverrid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7.xml" ContentType="application/vnd.openxmlformats-officedocument.theme+xml"/>
  <Override PartName="/ppt/theme/themeOverride13.xml" ContentType="application/vnd.openxmlformats-officedocument.themeOverride+xml"/>
  <Override PartName="/ppt/theme/themeOverride14.xml" ContentType="application/vnd.openxmlformats-officedocument.themeOverrid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8.xml" ContentType="application/vnd.openxmlformats-officedocument.theme+xml"/>
  <Override PartName="/ppt/theme/themeOverride15.xml" ContentType="application/vnd.openxmlformats-officedocument.themeOverride+xml"/>
  <Override PartName="/ppt/theme/themeOverride16.xml" ContentType="application/vnd.openxmlformats-officedocument.themeOverride+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theme/theme9.xml" ContentType="application/vnd.openxmlformats-officedocument.theme+xml"/>
  <Override PartName="/ppt/theme/themeOverride17.xml" ContentType="application/vnd.openxmlformats-officedocument.themeOverride+xml"/>
  <Override PartName="/ppt/theme/themeOverride18.xml" ContentType="application/vnd.openxmlformats-officedocument.themeOverride+xml"/>
  <Override PartName="/ppt/theme/theme10.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780" r:id="rId2"/>
    <p:sldMasterId id="2147483804" r:id="rId3"/>
    <p:sldMasterId id="2147483816" r:id="rId4"/>
    <p:sldMasterId id="2147483828" r:id="rId5"/>
    <p:sldMasterId id="2147483840" r:id="rId6"/>
    <p:sldMasterId id="2147483852" r:id="rId7"/>
    <p:sldMasterId id="2147483864" r:id="rId8"/>
    <p:sldMasterId id="2147483876" r:id="rId9"/>
  </p:sldMasterIdLst>
  <p:notesMasterIdLst>
    <p:notesMasterId r:id="rId56"/>
  </p:notesMasterIdLst>
  <p:sldIdLst>
    <p:sldId id="257" r:id="rId10"/>
    <p:sldId id="265" r:id="rId11"/>
    <p:sldId id="322" r:id="rId12"/>
    <p:sldId id="258" r:id="rId13"/>
    <p:sldId id="318" r:id="rId14"/>
    <p:sldId id="259" r:id="rId15"/>
    <p:sldId id="321" r:id="rId16"/>
    <p:sldId id="260" r:id="rId17"/>
    <p:sldId id="307" r:id="rId18"/>
    <p:sldId id="308" r:id="rId19"/>
    <p:sldId id="261" r:id="rId20"/>
    <p:sldId id="309" r:id="rId21"/>
    <p:sldId id="311" r:id="rId22"/>
    <p:sldId id="262" r:id="rId23"/>
    <p:sldId id="263" r:id="rId24"/>
    <p:sldId id="317" r:id="rId25"/>
    <p:sldId id="316" r:id="rId26"/>
    <p:sldId id="264" r:id="rId27"/>
    <p:sldId id="277" r:id="rId28"/>
    <p:sldId id="287" r:id="rId29"/>
    <p:sldId id="278" r:id="rId30"/>
    <p:sldId id="276" r:id="rId31"/>
    <p:sldId id="288" r:id="rId32"/>
    <p:sldId id="283" r:id="rId33"/>
    <p:sldId id="284" r:id="rId34"/>
    <p:sldId id="279" r:id="rId35"/>
    <p:sldId id="280" r:id="rId36"/>
    <p:sldId id="281" r:id="rId37"/>
    <p:sldId id="319" r:id="rId38"/>
    <p:sldId id="314" r:id="rId39"/>
    <p:sldId id="320" r:id="rId40"/>
    <p:sldId id="274" r:id="rId41"/>
    <p:sldId id="289" r:id="rId42"/>
    <p:sldId id="290" r:id="rId43"/>
    <p:sldId id="291" r:id="rId44"/>
    <p:sldId id="266" r:id="rId45"/>
    <p:sldId id="293" r:id="rId46"/>
    <p:sldId id="294" r:id="rId47"/>
    <p:sldId id="299" r:id="rId48"/>
    <p:sldId id="306" r:id="rId49"/>
    <p:sldId id="300" r:id="rId50"/>
    <p:sldId id="305" r:id="rId51"/>
    <p:sldId id="304" r:id="rId52"/>
    <p:sldId id="302" r:id="rId53"/>
    <p:sldId id="296" r:id="rId54"/>
    <p:sldId id="315" r:id="rId55"/>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83" d="100"/>
          <a:sy n="83" d="100"/>
        </p:scale>
        <p:origin x="658" y="10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9" Type="http://schemas.openxmlformats.org/officeDocument/2006/relationships/slide" Target="slides/slide30.xml"/><Relationship Id="rId21" Type="http://schemas.openxmlformats.org/officeDocument/2006/relationships/slide" Target="slides/slide12.xml"/><Relationship Id="rId34" Type="http://schemas.openxmlformats.org/officeDocument/2006/relationships/slide" Target="slides/slide25.xml"/><Relationship Id="rId42" Type="http://schemas.openxmlformats.org/officeDocument/2006/relationships/slide" Target="slides/slide33.xml"/><Relationship Id="rId47" Type="http://schemas.openxmlformats.org/officeDocument/2006/relationships/slide" Target="slides/slide38.xml"/><Relationship Id="rId50" Type="http://schemas.openxmlformats.org/officeDocument/2006/relationships/slide" Target="slides/slide41.xml"/><Relationship Id="rId55" Type="http://schemas.openxmlformats.org/officeDocument/2006/relationships/slide" Target="slides/slide46.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7.xml"/><Relationship Id="rId29" Type="http://schemas.openxmlformats.org/officeDocument/2006/relationships/slide" Target="slides/slide20.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slide" Target="slides/slide36.xml"/><Relationship Id="rId53" Type="http://schemas.openxmlformats.org/officeDocument/2006/relationships/slide" Target="slides/slide44.xml"/><Relationship Id="rId58" Type="http://schemas.openxmlformats.org/officeDocument/2006/relationships/viewProps" Target="viewProps.xml"/><Relationship Id="rId5" Type="http://schemas.openxmlformats.org/officeDocument/2006/relationships/slideMaster" Target="slideMasters/slideMaster5.xml"/><Relationship Id="rId19" Type="http://schemas.openxmlformats.org/officeDocument/2006/relationships/slide" Target="slides/slide10.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slide" Target="slides/slide39.xml"/><Relationship Id="rId56" Type="http://schemas.openxmlformats.org/officeDocument/2006/relationships/notesMaster" Target="notesMasters/notesMaster1.xml"/><Relationship Id="rId8" Type="http://schemas.openxmlformats.org/officeDocument/2006/relationships/slideMaster" Target="slideMasters/slideMaster8.xml"/><Relationship Id="rId51" Type="http://schemas.openxmlformats.org/officeDocument/2006/relationships/slide" Target="slides/slide42.xml"/><Relationship Id="rId3" Type="http://schemas.openxmlformats.org/officeDocument/2006/relationships/slideMaster" Target="slideMasters/slideMaster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59" Type="http://schemas.openxmlformats.org/officeDocument/2006/relationships/theme" Target="theme/theme1.xml"/><Relationship Id="rId20" Type="http://schemas.openxmlformats.org/officeDocument/2006/relationships/slide" Target="slides/slide11.xml"/><Relationship Id="rId41" Type="http://schemas.openxmlformats.org/officeDocument/2006/relationships/slide" Target="slides/slide32.xml"/><Relationship Id="rId54" Type="http://schemas.openxmlformats.org/officeDocument/2006/relationships/slide" Target="slides/slide45.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slide" Target="slides/slide40.xml"/><Relationship Id="rId57" Type="http://schemas.openxmlformats.org/officeDocument/2006/relationships/presProps" Target="presProps.xml"/><Relationship Id="rId10" Type="http://schemas.openxmlformats.org/officeDocument/2006/relationships/slide" Target="slides/slide1.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slide" Target="slides/slide43.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B646E6-9308-418B-AC80-0A4CD37619BF}" type="datetimeFigureOut">
              <a:rPr lang="en-US" smtClean="0"/>
              <a:t>1/29/2026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A15A91C-6346-406F-A5F3-D0A5164E5887}" type="slidenum">
              <a:rPr lang="en-US" smtClean="0"/>
              <a:t>‹#›</a:t>
            </a:fld>
            <a:endParaRPr lang="en-US"/>
          </a:p>
        </p:txBody>
      </p:sp>
    </p:spTree>
    <p:extLst>
      <p:ext uri="{BB962C8B-B14F-4D97-AF65-F5344CB8AC3E}">
        <p14:creationId xmlns:p14="http://schemas.microsoft.com/office/powerpoint/2010/main" val="19923275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A15A91C-6346-406F-A5F3-D0A5164E5887}" type="slidenum">
              <a:rPr lang="en-US" smtClean="0"/>
              <a:t>2</a:t>
            </a:fld>
            <a:endParaRPr lang="en-US"/>
          </a:p>
        </p:txBody>
      </p:sp>
    </p:spTree>
    <p:extLst>
      <p:ext uri="{BB962C8B-B14F-4D97-AF65-F5344CB8AC3E}">
        <p14:creationId xmlns:p14="http://schemas.microsoft.com/office/powerpoint/2010/main" val="2073424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E0E954-A89E-4FFF-B76A-FFC692DF3DE2}" type="slidenum">
              <a:rPr lang="en-US" smtClean="0">
                <a:solidFill>
                  <a:prstClr val="black"/>
                </a:solidFill>
              </a:rPr>
              <a:pPr/>
              <a:t>41</a:t>
            </a:fld>
            <a:endParaRPr lang="en-US">
              <a:solidFill>
                <a:prstClr val="black"/>
              </a:solidFill>
            </a:endParaRPr>
          </a:p>
        </p:txBody>
      </p:sp>
    </p:spTree>
    <p:extLst>
      <p:ext uri="{BB962C8B-B14F-4D97-AF65-F5344CB8AC3E}">
        <p14:creationId xmlns:p14="http://schemas.microsoft.com/office/powerpoint/2010/main" val="42375049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E0E954-A89E-4FFF-B76A-FFC692DF3DE2}" type="slidenum">
              <a:rPr lang="en-US" smtClean="0">
                <a:solidFill>
                  <a:prstClr val="black"/>
                </a:solidFill>
              </a:rPr>
              <a:pPr/>
              <a:t>42</a:t>
            </a:fld>
            <a:endParaRPr lang="en-US">
              <a:solidFill>
                <a:prstClr val="black"/>
              </a:solidFill>
            </a:endParaRPr>
          </a:p>
        </p:txBody>
      </p:sp>
    </p:spTree>
    <p:extLst>
      <p:ext uri="{BB962C8B-B14F-4D97-AF65-F5344CB8AC3E}">
        <p14:creationId xmlns:p14="http://schemas.microsoft.com/office/powerpoint/2010/main" val="113635767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Master" Target="../slideMasters/slideMaster2.xml"/><Relationship Id="rId1" Type="http://schemas.openxmlformats.org/officeDocument/2006/relationships/themeOverride" Target="../theme/themeOverride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Master" Target="../slideMasters/slideMaster2.xml"/><Relationship Id="rId1" Type="http://schemas.openxmlformats.org/officeDocument/2006/relationships/themeOverride" Target="../theme/themeOverride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Master" Target="../slideMasters/slideMaster3.xml"/><Relationship Id="rId1" Type="http://schemas.openxmlformats.org/officeDocument/2006/relationships/themeOverride" Target="../theme/themeOverride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Master" Target="../slideMasters/slideMaster3.xml"/><Relationship Id="rId1" Type="http://schemas.openxmlformats.org/officeDocument/2006/relationships/themeOverride" Target="../theme/themeOverride6.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Master" Target="../slideMasters/slideMaster4.xml"/><Relationship Id="rId1" Type="http://schemas.openxmlformats.org/officeDocument/2006/relationships/themeOverride" Target="../theme/themeOverride7.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Master" Target="../slideMasters/slideMaster4.xml"/><Relationship Id="rId1" Type="http://schemas.openxmlformats.org/officeDocument/2006/relationships/themeOverride" Target="../theme/themeOverride8.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Master" Target="../slideMasters/slideMaster5.xml"/><Relationship Id="rId1" Type="http://schemas.openxmlformats.org/officeDocument/2006/relationships/themeOverride" Target="../theme/themeOverride9.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Master" Target="../slideMasters/slideMaster5.xml"/><Relationship Id="rId1" Type="http://schemas.openxmlformats.org/officeDocument/2006/relationships/themeOverride" Target="../theme/themeOverride10.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Master" Target="../slideMasters/slideMaster6.xml"/><Relationship Id="rId1" Type="http://schemas.openxmlformats.org/officeDocument/2006/relationships/themeOverride" Target="../theme/themeOverride1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Master" Target="../slideMasters/slideMaster6.xml"/><Relationship Id="rId1" Type="http://schemas.openxmlformats.org/officeDocument/2006/relationships/themeOverride" Target="../theme/themeOverride1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Master" Target="../slideMasters/slideMaster7.xml"/><Relationship Id="rId1" Type="http://schemas.openxmlformats.org/officeDocument/2006/relationships/themeOverride" Target="../theme/themeOverride1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Master" Target="../slideMasters/slideMaster7.xml"/><Relationship Id="rId1" Type="http://schemas.openxmlformats.org/officeDocument/2006/relationships/themeOverride" Target="../theme/themeOverride1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Master" Target="../slideMasters/slideMaster8.xml"/><Relationship Id="rId1" Type="http://schemas.openxmlformats.org/officeDocument/2006/relationships/themeOverride" Target="../theme/themeOverride15.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Master" Target="../slideMasters/slideMaster8.xml"/><Relationship Id="rId1" Type="http://schemas.openxmlformats.org/officeDocument/2006/relationships/themeOverride" Target="../theme/themeOverride16.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Master" Target="../slideMasters/slideMaster9.xml"/><Relationship Id="rId1" Type="http://schemas.openxmlformats.org/officeDocument/2006/relationships/themeOverride" Target="../theme/themeOverride17.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Master" Target="../slideMasters/slideMaster9.xml"/><Relationship Id="rId1" Type="http://schemas.openxmlformats.org/officeDocument/2006/relationships/themeOverride" Target="../theme/themeOverride18.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9" name="Title 8"/>
          <p:cNvSpPr>
            <a:spLocks noGrp="1"/>
          </p:cNvSpPr>
          <p:nvPr>
            <p:ph type="ctrTitle"/>
          </p:nvPr>
        </p:nvSpPr>
        <p:spPr>
          <a:xfrm>
            <a:off x="711200" y="1371600"/>
            <a:ext cx="10468864" cy="182880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en-US"/>
              <a:t>Click to edit Master title style</a:t>
            </a:r>
          </a:p>
        </p:txBody>
      </p:sp>
      <p:sp>
        <p:nvSpPr>
          <p:cNvPr id="17" name="Subtitle 16"/>
          <p:cNvSpPr>
            <a:spLocks noGrp="1"/>
          </p:cNvSpPr>
          <p:nvPr>
            <p:ph type="subTitle" idx="1"/>
          </p:nvPr>
        </p:nvSpPr>
        <p:spPr>
          <a:xfrm>
            <a:off x="711200" y="3228536"/>
            <a:ext cx="10472928"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2" name="Date Placeholder 29">
            <a:extLst>
              <a:ext uri="{FF2B5EF4-FFF2-40B4-BE49-F238E27FC236}">
                <a16:creationId xmlns="" xmlns:a16="http://schemas.microsoft.com/office/drawing/2014/main" id="{EC2D0C4F-CE30-BC80-5192-46C63211D5AD}"/>
              </a:ext>
            </a:extLst>
          </p:cNvPr>
          <p:cNvSpPr>
            <a:spLocks noGrp="1"/>
          </p:cNvSpPr>
          <p:nvPr>
            <p:ph type="dt" sz="half" idx="10"/>
          </p:nvPr>
        </p:nvSpPr>
        <p:spPr/>
        <p:txBody>
          <a:bodyPr/>
          <a:lstStyle>
            <a:lvl1pPr>
              <a:defRPr/>
            </a:lvl1pPr>
          </a:lstStyle>
          <a:p>
            <a:fld id="{53E14F5A-04CB-404C-8174-6FCA72957328}" type="datetimeFigureOut">
              <a:rPr lang="en-US" smtClean="0"/>
              <a:t>1/29/2026</a:t>
            </a:fld>
            <a:endParaRPr lang="en-US"/>
          </a:p>
        </p:txBody>
      </p:sp>
      <p:sp>
        <p:nvSpPr>
          <p:cNvPr id="3" name="Footer Placeholder 18">
            <a:extLst>
              <a:ext uri="{FF2B5EF4-FFF2-40B4-BE49-F238E27FC236}">
                <a16:creationId xmlns="" xmlns:a16="http://schemas.microsoft.com/office/drawing/2014/main" id="{C6E335F0-C8E3-B1AA-5842-B8F37869786A}"/>
              </a:ext>
            </a:extLst>
          </p:cNvPr>
          <p:cNvSpPr>
            <a:spLocks noGrp="1"/>
          </p:cNvSpPr>
          <p:nvPr>
            <p:ph type="ftr" sz="quarter" idx="11"/>
          </p:nvPr>
        </p:nvSpPr>
        <p:spPr/>
        <p:txBody>
          <a:bodyPr/>
          <a:lstStyle>
            <a:lvl1pPr>
              <a:defRPr/>
            </a:lvl1pPr>
          </a:lstStyle>
          <a:p>
            <a:endParaRPr lang="en-US"/>
          </a:p>
        </p:txBody>
      </p:sp>
      <p:sp>
        <p:nvSpPr>
          <p:cNvPr id="4" name="Slide Number Placeholder 26">
            <a:extLst>
              <a:ext uri="{FF2B5EF4-FFF2-40B4-BE49-F238E27FC236}">
                <a16:creationId xmlns="" xmlns:a16="http://schemas.microsoft.com/office/drawing/2014/main" id="{594B2326-90D1-CF1B-6852-F105E2616CAD}"/>
              </a:ext>
            </a:extLst>
          </p:cNvPr>
          <p:cNvSpPr>
            <a:spLocks noGrp="1"/>
          </p:cNvSpPr>
          <p:nvPr>
            <p:ph type="sldNum" sz="quarter" idx="12"/>
          </p:nvPr>
        </p:nvSpPr>
        <p:spPr/>
        <p:txBody>
          <a:bodyPr/>
          <a:lstStyle>
            <a:lvl1pPr>
              <a:defRPr>
                <a:solidFill>
                  <a:srgbClr val="D1EAEE"/>
                </a:solidFill>
              </a:defRPr>
            </a:lvl1pPr>
          </a:lstStyle>
          <a:p>
            <a:fld id="{4494EA35-ED2E-494E-91CE-CDD6729B7A2F}" type="slidenum">
              <a:rPr lang="en-US" smtClean="0"/>
              <a:t>‹#›</a:t>
            </a:fld>
            <a:endParaRPr lang="en-US"/>
          </a:p>
        </p:txBody>
      </p:sp>
    </p:spTree>
    <p:extLst>
      <p:ext uri="{BB962C8B-B14F-4D97-AF65-F5344CB8AC3E}">
        <p14:creationId xmlns:p14="http://schemas.microsoft.com/office/powerpoint/2010/main" val="1113804190"/>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a:extLst>
              <a:ext uri="{FF2B5EF4-FFF2-40B4-BE49-F238E27FC236}">
                <a16:creationId xmlns="" xmlns:a16="http://schemas.microsoft.com/office/drawing/2014/main" id="{B7669D41-CBA5-5AA3-9DF7-5BBD1E5E4E13}"/>
              </a:ext>
            </a:extLst>
          </p:cNvPr>
          <p:cNvSpPr>
            <a:spLocks noGrp="1"/>
          </p:cNvSpPr>
          <p:nvPr>
            <p:ph type="dt" sz="half" idx="10"/>
          </p:nvPr>
        </p:nvSpPr>
        <p:spPr/>
        <p:txBody>
          <a:bodyPr/>
          <a:lstStyle>
            <a:lvl1pPr>
              <a:defRPr/>
            </a:lvl1pPr>
          </a:lstStyle>
          <a:p>
            <a:fld id="{53E14F5A-04CB-404C-8174-6FCA72957328}" type="datetimeFigureOut">
              <a:rPr lang="en-US" smtClean="0"/>
              <a:t>1/29/2026</a:t>
            </a:fld>
            <a:endParaRPr lang="en-US"/>
          </a:p>
        </p:txBody>
      </p:sp>
      <p:sp>
        <p:nvSpPr>
          <p:cNvPr id="5" name="Footer Placeholder 21">
            <a:extLst>
              <a:ext uri="{FF2B5EF4-FFF2-40B4-BE49-F238E27FC236}">
                <a16:creationId xmlns="" xmlns:a16="http://schemas.microsoft.com/office/drawing/2014/main" id="{1D6B72C4-450C-2C6E-82C2-C5A4B4502107}"/>
              </a:ext>
            </a:extLst>
          </p:cNvPr>
          <p:cNvSpPr>
            <a:spLocks noGrp="1"/>
          </p:cNvSpPr>
          <p:nvPr>
            <p:ph type="ftr" sz="quarter" idx="11"/>
          </p:nvPr>
        </p:nvSpPr>
        <p:spPr/>
        <p:txBody>
          <a:bodyPr/>
          <a:lstStyle>
            <a:lvl1pPr>
              <a:defRPr/>
            </a:lvl1pPr>
          </a:lstStyle>
          <a:p>
            <a:endParaRPr lang="en-US"/>
          </a:p>
        </p:txBody>
      </p:sp>
      <p:sp>
        <p:nvSpPr>
          <p:cNvPr id="6" name="Slide Number Placeholder 17">
            <a:extLst>
              <a:ext uri="{FF2B5EF4-FFF2-40B4-BE49-F238E27FC236}">
                <a16:creationId xmlns="" xmlns:a16="http://schemas.microsoft.com/office/drawing/2014/main" id="{CDE0AB4F-B486-0433-D878-91A8B0DAD5CD}"/>
              </a:ext>
            </a:extLst>
          </p:cNvPr>
          <p:cNvSpPr>
            <a:spLocks noGrp="1"/>
          </p:cNvSpPr>
          <p:nvPr>
            <p:ph type="sldNum" sz="quarter" idx="12"/>
          </p:nvPr>
        </p:nvSpPr>
        <p:spPr/>
        <p:txBody>
          <a:bodyPr/>
          <a:lstStyle>
            <a:lvl1pPr>
              <a:defRPr/>
            </a:lvl1pPr>
          </a:lstStyle>
          <a:p>
            <a:fld id="{4494EA35-ED2E-494E-91CE-CDD6729B7A2F}" type="slidenum">
              <a:rPr lang="en-US" smtClean="0"/>
              <a:t>‹#›</a:t>
            </a:fld>
            <a:endParaRPr lang="en-US"/>
          </a:p>
        </p:txBody>
      </p:sp>
    </p:spTree>
    <p:extLst>
      <p:ext uri="{BB962C8B-B14F-4D97-AF65-F5344CB8AC3E}">
        <p14:creationId xmlns:p14="http://schemas.microsoft.com/office/powerpoint/2010/main" val="762615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07136" y="1316736"/>
            <a:ext cx="10363200" cy="1362456"/>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en-US"/>
              <a:t>Click to edit Master title style</a:t>
            </a:r>
          </a:p>
        </p:txBody>
      </p:sp>
      <p:sp>
        <p:nvSpPr>
          <p:cNvPr id="3" name="Text Placeholder 2"/>
          <p:cNvSpPr>
            <a:spLocks noGrp="1"/>
          </p:cNvSpPr>
          <p:nvPr>
            <p:ph type="body" idx="1"/>
          </p:nvPr>
        </p:nvSpPr>
        <p:spPr>
          <a:xfrm>
            <a:off x="707136" y="2704664"/>
            <a:ext cx="10363200" cy="1509712"/>
          </a:xfrm>
        </p:spPr>
        <p:txBody>
          <a:bodyPr lIns="45720" rIns="45720"/>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4" name="Date Placeholder 3">
            <a:extLst>
              <a:ext uri="{FF2B5EF4-FFF2-40B4-BE49-F238E27FC236}">
                <a16:creationId xmlns="" xmlns:a16="http://schemas.microsoft.com/office/drawing/2014/main" id="{42C1BA1F-C857-D912-9175-3BE57DCEC494}"/>
              </a:ext>
            </a:extLst>
          </p:cNvPr>
          <p:cNvSpPr>
            <a:spLocks noGrp="1"/>
          </p:cNvSpPr>
          <p:nvPr>
            <p:ph type="dt" sz="half" idx="10"/>
          </p:nvPr>
        </p:nvSpPr>
        <p:spPr/>
        <p:txBody>
          <a:bodyPr/>
          <a:lstStyle>
            <a:lvl1pPr>
              <a:defRPr/>
            </a:lvl1pPr>
          </a:lstStyle>
          <a:p>
            <a:fld id="{53E14F5A-04CB-404C-8174-6FCA72957328}" type="datetimeFigureOut">
              <a:rPr lang="en-US" smtClean="0"/>
              <a:t>1/29/2026</a:t>
            </a:fld>
            <a:endParaRPr lang="en-US"/>
          </a:p>
        </p:txBody>
      </p:sp>
      <p:sp>
        <p:nvSpPr>
          <p:cNvPr id="5" name="Footer Placeholder 4">
            <a:extLst>
              <a:ext uri="{FF2B5EF4-FFF2-40B4-BE49-F238E27FC236}">
                <a16:creationId xmlns="" xmlns:a16="http://schemas.microsoft.com/office/drawing/2014/main" id="{D28011C7-426D-3D6D-9643-1468821539F5}"/>
              </a:ext>
            </a:extLst>
          </p:cNvPr>
          <p:cNvSpPr>
            <a:spLocks noGrp="1"/>
          </p:cNvSpPr>
          <p:nvPr>
            <p:ph type="ftr" sz="quarter" idx="11"/>
          </p:nvPr>
        </p:nvSpPr>
        <p:spPr/>
        <p:txBody>
          <a:bodyPr/>
          <a:lstStyle>
            <a:lvl1pPr>
              <a:defRPr/>
            </a:lvl1pPr>
          </a:lstStyle>
          <a:p>
            <a:endParaRPr lang="en-US"/>
          </a:p>
        </p:txBody>
      </p:sp>
      <p:sp>
        <p:nvSpPr>
          <p:cNvPr id="6" name="Slide Number Placeholder 5">
            <a:extLst>
              <a:ext uri="{FF2B5EF4-FFF2-40B4-BE49-F238E27FC236}">
                <a16:creationId xmlns="" xmlns:a16="http://schemas.microsoft.com/office/drawing/2014/main" id="{5B9466EE-8CC9-1814-3063-9C3B418D623F}"/>
              </a:ext>
            </a:extLst>
          </p:cNvPr>
          <p:cNvSpPr>
            <a:spLocks noGrp="1"/>
          </p:cNvSpPr>
          <p:nvPr>
            <p:ph type="sldNum" sz="quarter" idx="12"/>
          </p:nvPr>
        </p:nvSpPr>
        <p:spPr/>
        <p:txBody>
          <a:bodyPr/>
          <a:lstStyle>
            <a:lvl1pPr>
              <a:defRPr>
                <a:solidFill>
                  <a:srgbClr val="D1EAEE"/>
                </a:solidFill>
              </a:defRPr>
            </a:lvl1pPr>
          </a:lstStyle>
          <a:p>
            <a:fld id="{4494EA35-ED2E-494E-91CE-CDD6729B7A2F}" type="slidenum">
              <a:rPr lang="en-US" smtClean="0"/>
              <a:t>‹#›</a:t>
            </a:fld>
            <a:endParaRPr lang="en-US"/>
          </a:p>
        </p:txBody>
      </p:sp>
    </p:spTree>
    <p:extLst>
      <p:ext uri="{BB962C8B-B14F-4D97-AF65-F5344CB8AC3E}">
        <p14:creationId xmlns:p14="http://schemas.microsoft.com/office/powerpoint/2010/main" val="1054014890"/>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1143000"/>
          </a:xfrm>
        </p:spPr>
        <p:txBody>
          <a:bodyPr/>
          <a:lstStyle/>
          <a:p>
            <a:r>
              <a:rPr lang="en-US"/>
              <a:t>Click to edit Master title style</a:t>
            </a:r>
          </a:p>
        </p:txBody>
      </p:sp>
      <p:sp>
        <p:nvSpPr>
          <p:cNvPr id="3" name="Content Placeholder 2"/>
          <p:cNvSpPr>
            <a:spLocks noGrp="1"/>
          </p:cNvSpPr>
          <p:nvPr>
            <p:ph sz="half" idx="1"/>
          </p:nvPr>
        </p:nvSpPr>
        <p:spPr>
          <a:xfrm>
            <a:off x="609600" y="1920085"/>
            <a:ext cx="5384800" cy="4434840"/>
          </a:xfrm>
        </p:spPr>
        <p:txBody>
          <a:bodyPr/>
          <a:lstStyle>
            <a:lvl1pPr>
              <a:defRPr sz="26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920085"/>
            <a:ext cx="5384800" cy="4434840"/>
          </a:xfrm>
        </p:spPr>
        <p:txBody>
          <a:bodyPr/>
          <a:lstStyle>
            <a:lvl1pPr>
              <a:defRPr sz="26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9">
            <a:extLst>
              <a:ext uri="{FF2B5EF4-FFF2-40B4-BE49-F238E27FC236}">
                <a16:creationId xmlns="" xmlns:a16="http://schemas.microsoft.com/office/drawing/2014/main" id="{18D207DF-4F77-307E-9A13-332CBF4977B3}"/>
              </a:ext>
            </a:extLst>
          </p:cNvPr>
          <p:cNvSpPr>
            <a:spLocks noGrp="1"/>
          </p:cNvSpPr>
          <p:nvPr>
            <p:ph type="dt" sz="half" idx="10"/>
          </p:nvPr>
        </p:nvSpPr>
        <p:spPr/>
        <p:txBody>
          <a:bodyPr/>
          <a:lstStyle>
            <a:lvl1pPr>
              <a:defRPr/>
            </a:lvl1pPr>
          </a:lstStyle>
          <a:p>
            <a:fld id="{53E14F5A-04CB-404C-8174-6FCA72957328}" type="datetimeFigureOut">
              <a:rPr lang="en-US" smtClean="0"/>
              <a:t>1/29/2026</a:t>
            </a:fld>
            <a:endParaRPr lang="en-US"/>
          </a:p>
        </p:txBody>
      </p:sp>
      <p:sp>
        <p:nvSpPr>
          <p:cNvPr id="6" name="Footer Placeholder 21">
            <a:extLst>
              <a:ext uri="{FF2B5EF4-FFF2-40B4-BE49-F238E27FC236}">
                <a16:creationId xmlns="" xmlns:a16="http://schemas.microsoft.com/office/drawing/2014/main" id="{92626009-C6FA-994A-EDEF-6C6D492B6FBC}"/>
              </a:ext>
            </a:extLst>
          </p:cNvPr>
          <p:cNvSpPr>
            <a:spLocks noGrp="1"/>
          </p:cNvSpPr>
          <p:nvPr>
            <p:ph type="ftr" sz="quarter" idx="11"/>
          </p:nvPr>
        </p:nvSpPr>
        <p:spPr/>
        <p:txBody>
          <a:bodyPr/>
          <a:lstStyle>
            <a:lvl1pPr>
              <a:defRPr/>
            </a:lvl1pPr>
          </a:lstStyle>
          <a:p>
            <a:endParaRPr lang="en-US"/>
          </a:p>
        </p:txBody>
      </p:sp>
      <p:sp>
        <p:nvSpPr>
          <p:cNvPr id="7" name="Slide Number Placeholder 17">
            <a:extLst>
              <a:ext uri="{FF2B5EF4-FFF2-40B4-BE49-F238E27FC236}">
                <a16:creationId xmlns="" xmlns:a16="http://schemas.microsoft.com/office/drawing/2014/main" id="{56C69C24-D85E-23F4-DAAD-A476A74789EE}"/>
              </a:ext>
            </a:extLst>
          </p:cNvPr>
          <p:cNvSpPr>
            <a:spLocks noGrp="1"/>
          </p:cNvSpPr>
          <p:nvPr>
            <p:ph type="sldNum" sz="quarter" idx="12"/>
          </p:nvPr>
        </p:nvSpPr>
        <p:spPr/>
        <p:txBody>
          <a:bodyPr/>
          <a:lstStyle>
            <a:lvl1pPr>
              <a:defRPr/>
            </a:lvl1pPr>
          </a:lstStyle>
          <a:p>
            <a:fld id="{4494EA35-ED2E-494E-91CE-CDD6729B7A2F}" type="slidenum">
              <a:rPr lang="en-US" smtClean="0"/>
              <a:t>‹#›</a:t>
            </a:fld>
            <a:endParaRPr lang="en-US"/>
          </a:p>
        </p:txBody>
      </p:sp>
    </p:spTree>
    <p:extLst>
      <p:ext uri="{BB962C8B-B14F-4D97-AF65-F5344CB8AC3E}">
        <p14:creationId xmlns:p14="http://schemas.microsoft.com/office/powerpoint/2010/main" val="38014961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855248"/>
            <a:ext cx="5386917"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6193368" y="1859758"/>
            <a:ext cx="5389033"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5" name="Content Placeholder 4"/>
          <p:cNvSpPr>
            <a:spLocks noGrp="1"/>
          </p:cNvSpPr>
          <p:nvPr>
            <p:ph sz="quarter" idx="2"/>
          </p:nvPr>
        </p:nvSpPr>
        <p:spPr>
          <a:xfrm>
            <a:off x="609600" y="2514600"/>
            <a:ext cx="5386917" cy="3845720"/>
          </a:xfrm>
        </p:spPr>
        <p:txBody>
          <a:bodyPr tIns="0"/>
          <a:lstStyle>
            <a:lvl1pPr>
              <a:defRPr sz="22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68" y="2514600"/>
            <a:ext cx="5389033" cy="3845720"/>
          </a:xfrm>
        </p:spPr>
        <p:txBody>
          <a:bodyPr tIns="0"/>
          <a:lstStyle>
            <a:lvl1pPr>
              <a:defRPr sz="22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9">
            <a:extLst>
              <a:ext uri="{FF2B5EF4-FFF2-40B4-BE49-F238E27FC236}">
                <a16:creationId xmlns="" xmlns:a16="http://schemas.microsoft.com/office/drawing/2014/main" id="{66BE0CB3-941A-D9FB-2B80-24A9A2F8CA4F}"/>
              </a:ext>
            </a:extLst>
          </p:cNvPr>
          <p:cNvSpPr>
            <a:spLocks noGrp="1"/>
          </p:cNvSpPr>
          <p:nvPr>
            <p:ph type="dt" sz="half" idx="10"/>
          </p:nvPr>
        </p:nvSpPr>
        <p:spPr/>
        <p:txBody>
          <a:bodyPr/>
          <a:lstStyle>
            <a:lvl1pPr>
              <a:defRPr/>
            </a:lvl1pPr>
          </a:lstStyle>
          <a:p>
            <a:fld id="{53E14F5A-04CB-404C-8174-6FCA72957328}" type="datetimeFigureOut">
              <a:rPr lang="en-US" smtClean="0"/>
              <a:t>1/29/2026</a:t>
            </a:fld>
            <a:endParaRPr lang="en-US"/>
          </a:p>
        </p:txBody>
      </p:sp>
      <p:sp>
        <p:nvSpPr>
          <p:cNvPr id="8" name="Footer Placeholder 21">
            <a:extLst>
              <a:ext uri="{FF2B5EF4-FFF2-40B4-BE49-F238E27FC236}">
                <a16:creationId xmlns="" xmlns:a16="http://schemas.microsoft.com/office/drawing/2014/main" id="{6B98261C-30BA-738D-4D16-C7BBDF313553}"/>
              </a:ext>
            </a:extLst>
          </p:cNvPr>
          <p:cNvSpPr>
            <a:spLocks noGrp="1"/>
          </p:cNvSpPr>
          <p:nvPr>
            <p:ph type="ftr" sz="quarter" idx="11"/>
          </p:nvPr>
        </p:nvSpPr>
        <p:spPr/>
        <p:txBody>
          <a:bodyPr/>
          <a:lstStyle>
            <a:lvl1pPr>
              <a:defRPr/>
            </a:lvl1pPr>
          </a:lstStyle>
          <a:p>
            <a:endParaRPr lang="en-US"/>
          </a:p>
        </p:txBody>
      </p:sp>
      <p:sp>
        <p:nvSpPr>
          <p:cNvPr id="9" name="Slide Number Placeholder 17">
            <a:extLst>
              <a:ext uri="{FF2B5EF4-FFF2-40B4-BE49-F238E27FC236}">
                <a16:creationId xmlns="" xmlns:a16="http://schemas.microsoft.com/office/drawing/2014/main" id="{92F6EA5B-3D11-6EF3-031A-743DE54276A6}"/>
              </a:ext>
            </a:extLst>
          </p:cNvPr>
          <p:cNvSpPr>
            <a:spLocks noGrp="1"/>
          </p:cNvSpPr>
          <p:nvPr>
            <p:ph type="sldNum" sz="quarter" idx="12"/>
          </p:nvPr>
        </p:nvSpPr>
        <p:spPr/>
        <p:txBody>
          <a:bodyPr/>
          <a:lstStyle>
            <a:lvl1pPr>
              <a:defRPr/>
            </a:lvl1pPr>
          </a:lstStyle>
          <a:p>
            <a:fld id="{4494EA35-ED2E-494E-91CE-CDD6729B7A2F}" type="slidenum">
              <a:rPr lang="en-US" smtClean="0"/>
              <a:t>‹#›</a:t>
            </a:fld>
            <a:endParaRPr lang="en-US"/>
          </a:p>
        </p:txBody>
      </p:sp>
    </p:spTree>
    <p:extLst>
      <p:ext uri="{BB962C8B-B14F-4D97-AF65-F5344CB8AC3E}">
        <p14:creationId xmlns:p14="http://schemas.microsoft.com/office/powerpoint/2010/main" val="3032759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1074400" cy="11430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en-US"/>
              <a:t>Click to edit Master title style</a:t>
            </a:r>
          </a:p>
        </p:txBody>
      </p:sp>
      <p:sp>
        <p:nvSpPr>
          <p:cNvPr id="3" name="Date Placeholder 9">
            <a:extLst>
              <a:ext uri="{FF2B5EF4-FFF2-40B4-BE49-F238E27FC236}">
                <a16:creationId xmlns="" xmlns:a16="http://schemas.microsoft.com/office/drawing/2014/main" id="{B37B7B22-0A11-15AB-E6A6-19519146F3F9}"/>
              </a:ext>
            </a:extLst>
          </p:cNvPr>
          <p:cNvSpPr>
            <a:spLocks noGrp="1"/>
          </p:cNvSpPr>
          <p:nvPr>
            <p:ph type="dt" sz="half" idx="10"/>
          </p:nvPr>
        </p:nvSpPr>
        <p:spPr/>
        <p:txBody>
          <a:bodyPr/>
          <a:lstStyle>
            <a:lvl1pPr>
              <a:defRPr/>
            </a:lvl1pPr>
          </a:lstStyle>
          <a:p>
            <a:fld id="{53E14F5A-04CB-404C-8174-6FCA72957328}" type="datetimeFigureOut">
              <a:rPr lang="en-US" smtClean="0"/>
              <a:t>1/29/2026</a:t>
            </a:fld>
            <a:endParaRPr lang="en-US"/>
          </a:p>
        </p:txBody>
      </p:sp>
      <p:sp>
        <p:nvSpPr>
          <p:cNvPr id="4" name="Footer Placeholder 21">
            <a:extLst>
              <a:ext uri="{FF2B5EF4-FFF2-40B4-BE49-F238E27FC236}">
                <a16:creationId xmlns="" xmlns:a16="http://schemas.microsoft.com/office/drawing/2014/main" id="{826E76A3-412A-3686-3091-881CF3A5D517}"/>
              </a:ext>
            </a:extLst>
          </p:cNvPr>
          <p:cNvSpPr>
            <a:spLocks noGrp="1"/>
          </p:cNvSpPr>
          <p:nvPr>
            <p:ph type="ftr" sz="quarter" idx="11"/>
          </p:nvPr>
        </p:nvSpPr>
        <p:spPr/>
        <p:txBody>
          <a:bodyPr/>
          <a:lstStyle>
            <a:lvl1pPr>
              <a:defRPr/>
            </a:lvl1pPr>
          </a:lstStyle>
          <a:p>
            <a:endParaRPr lang="en-US"/>
          </a:p>
        </p:txBody>
      </p:sp>
      <p:sp>
        <p:nvSpPr>
          <p:cNvPr id="5" name="Slide Number Placeholder 17">
            <a:extLst>
              <a:ext uri="{FF2B5EF4-FFF2-40B4-BE49-F238E27FC236}">
                <a16:creationId xmlns="" xmlns:a16="http://schemas.microsoft.com/office/drawing/2014/main" id="{4A940A05-A920-74BC-57E3-9D0DCF04D016}"/>
              </a:ext>
            </a:extLst>
          </p:cNvPr>
          <p:cNvSpPr>
            <a:spLocks noGrp="1"/>
          </p:cNvSpPr>
          <p:nvPr>
            <p:ph type="sldNum" sz="quarter" idx="12"/>
          </p:nvPr>
        </p:nvSpPr>
        <p:spPr/>
        <p:txBody>
          <a:bodyPr/>
          <a:lstStyle>
            <a:lvl1pPr>
              <a:defRPr/>
            </a:lvl1pPr>
          </a:lstStyle>
          <a:p>
            <a:fld id="{4494EA35-ED2E-494E-91CE-CDD6729B7A2F}" type="slidenum">
              <a:rPr lang="en-US" smtClean="0"/>
              <a:t>‹#›</a:t>
            </a:fld>
            <a:endParaRPr lang="en-US"/>
          </a:p>
        </p:txBody>
      </p:sp>
    </p:spTree>
    <p:extLst>
      <p:ext uri="{BB962C8B-B14F-4D97-AF65-F5344CB8AC3E}">
        <p14:creationId xmlns:p14="http://schemas.microsoft.com/office/powerpoint/2010/main" val="39524706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a:extLst>
              <a:ext uri="{FF2B5EF4-FFF2-40B4-BE49-F238E27FC236}">
                <a16:creationId xmlns="" xmlns:a16="http://schemas.microsoft.com/office/drawing/2014/main" id="{AF4E3E08-844D-1CB7-AC90-8F0836452B84}"/>
              </a:ext>
            </a:extLst>
          </p:cNvPr>
          <p:cNvSpPr>
            <a:spLocks noGrp="1"/>
          </p:cNvSpPr>
          <p:nvPr>
            <p:ph type="dt" sz="half" idx="10"/>
          </p:nvPr>
        </p:nvSpPr>
        <p:spPr/>
        <p:txBody>
          <a:bodyPr/>
          <a:lstStyle>
            <a:lvl1pPr>
              <a:defRPr/>
            </a:lvl1pPr>
          </a:lstStyle>
          <a:p>
            <a:fld id="{53E14F5A-04CB-404C-8174-6FCA72957328}" type="datetimeFigureOut">
              <a:rPr lang="en-US" smtClean="0"/>
              <a:t>1/29/2026</a:t>
            </a:fld>
            <a:endParaRPr lang="en-US"/>
          </a:p>
        </p:txBody>
      </p:sp>
      <p:sp>
        <p:nvSpPr>
          <p:cNvPr id="3" name="Footer Placeholder 21">
            <a:extLst>
              <a:ext uri="{FF2B5EF4-FFF2-40B4-BE49-F238E27FC236}">
                <a16:creationId xmlns="" xmlns:a16="http://schemas.microsoft.com/office/drawing/2014/main" id="{777210AF-684E-F1BF-A27B-07DE8A2FEA84}"/>
              </a:ext>
            </a:extLst>
          </p:cNvPr>
          <p:cNvSpPr>
            <a:spLocks noGrp="1"/>
          </p:cNvSpPr>
          <p:nvPr>
            <p:ph type="ftr" sz="quarter" idx="11"/>
          </p:nvPr>
        </p:nvSpPr>
        <p:spPr/>
        <p:txBody>
          <a:bodyPr/>
          <a:lstStyle>
            <a:lvl1pPr>
              <a:defRPr/>
            </a:lvl1pPr>
          </a:lstStyle>
          <a:p>
            <a:endParaRPr lang="en-US"/>
          </a:p>
        </p:txBody>
      </p:sp>
      <p:sp>
        <p:nvSpPr>
          <p:cNvPr id="4" name="Slide Number Placeholder 17">
            <a:extLst>
              <a:ext uri="{FF2B5EF4-FFF2-40B4-BE49-F238E27FC236}">
                <a16:creationId xmlns="" xmlns:a16="http://schemas.microsoft.com/office/drawing/2014/main" id="{864BA92F-4B20-8D2B-8674-518E29C22CEE}"/>
              </a:ext>
            </a:extLst>
          </p:cNvPr>
          <p:cNvSpPr>
            <a:spLocks noGrp="1"/>
          </p:cNvSpPr>
          <p:nvPr>
            <p:ph type="sldNum" sz="quarter" idx="12"/>
          </p:nvPr>
        </p:nvSpPr>
        <p:spPr/>
        <p:txBody>
          <a:bodyPr/>
          <a:lstStyle>
            <a:lvl1pPr>
              <a:defRPr/>
            </a:lvl1pPr>
          </a:lstStyle>
          <a:p>
            <a:fld id="{4494EA35-ED2E-494E-91CE-CDD6729B7A2F}" type="slidenum">
              <a:rPr lang="en-US" smtClean="0"/>
              <a:t>‹#›</a:t>
            </a:fld>
            <a:endParaRPr lang="en-US"/>
          </a:p>
        </p:txBody>
      </p:sp>
    </p:spTree>
    <p:extLst>
      <p:ext uri="{BB962C8B-B14F-4D97-AF65-F5344CB8AC3E}">
        <p14:creationId xmlns:p14="http://schemas.microsoft.com/office/powerpoint/2010/main" val="15851176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514352"/>
            <a:ext cx="3657600" cy="1162050"/>
          </a:xfrm>
        </p:spPr>
        <p:txBody>
          <a:bodyPr>
            <a:noAutofit/>
          </a:bodyPr>
          <a:lstStyle>
            <a:lvl1pPr algn="l" rtl="0">
              <a:spcBef>
                <a:spcPct val="0"/>
              </a:spcBef>
              <a:buNone/>
              <a:defRPr sz="2600" b="0">
                <a:ln>
                  <a:noFill/>
                </a:ln>
                <a:solidFill>
                  <a:schemeClr val="tx2"/>
                </a:solidFill>
                <a:effectLst/>
                <a:latin typeface="+mj-lt"/>
                <a:ea typeface="+mj-ea"/>
                <a:cs typeface="+mj-cs"/>
              </a:defRPr>
            </a:lvl1pPr>
          </a:lstStyle>
          <a:p>
            <a:r>
              <a:rPr lang="en-US"/>
              <a:t>Click to edit Master title style</a:t>
            </a:r>
          </a:p>
        </p:txBody>
      </p:sp>
      <p:sp>
        <p:nvSpPr>
          <p:cNvPr id="3" name="Text Placeholder 2"/>
          <p:cNvSpPr>
            <a:spLocks noGrp="1"/>
          </p:cNvSpPr>
          <p:nvPr>
            <p:ph type="body" idx="2"/>
          </p:nvPr>
        </p:nvSpPr>
        <p:spPr>
          <a:xfrm>
            <a:off x="914400" y="1676400"/>
            <a:ext cx="36576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a:r>
              <a:rPr lang="en-US"/>
              <a:t>Click to edit Master text styles</a:t>
            </a:r>
          </a:p>
        </p:txBody>
      </p:sp>
      <p:sp>
        <p:nvSpPr>
          <p:cNvPr id="4" name="Content Placeholder 3"/>
          <p:cNvSpPr>
            <a:spLocks noGrp="1"/>
          </p:cNvSpPr>
          <p:nvPr>
            <p:ph sz="half" idx="1"/>
          </p:nvPr>
        </p:nvSpPr>
        <p:spPr>
          <a:xfrm>
            <a:off x="4766733" y="1676400"/>
            <a:ext cx="6815667" cy="4572000"/>
          </a:xfrm>
        </p:spPr>
        <p:txBody>
          <a:bodyPr tIns="0"/>
          <a:lstStyle>
            <a:lvl1pPr>
              <a:defRPr sz="2800"/>
            </a:lvl1pPr>
            <a:lvl2pPr>
              <a:defRPr sz="2600"/>
            </a:lvl2pPr>
            <a:lvl3pPr>
              <a:defRPr sz="2400"/>
            </a:lvl3pPr>
            <a:lvl4pPr>
              <a:defRPr sz="20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9">
            <a:extLst>
              <a:ext uri="{FF2B5EF4-FFF2-40B4-BE49-F238E27FC236}">
                <a16:creationId xmlns="" xmlns:a16="http://schemas.microsoft.com/office/drawing/2014/main" id="{8C24556C-6929-CF1E-898D-F88FA27BF427}"/>
              </a:ext>
            </a:extLst>
          </p:cNvPr>
          <p:cNvSpPr>
            <a:spLocks noGrp="1"/>
          </p:cNvSpPr>
          <p:nvPr>
            <p:ph type="dt" sz="half" idx="10"/>
          </p:nvPr>
        </p:nvSpPr>
        <p:spPr/>
        <p:txBody>
          <a:bodyPr/>
          <a:lstStyle>
            <a:lvl1pPr>
              <a:defRPr/>
            </a:lvl1pPr>
          </a:lstStyle>
          <a:p>
            <a:fld id="{53E14F5A-04CB-404C-8174-6FCA72957328}" type="datetimeFigureOut">
              <a:rPr lang="en-US" smtClean="0"/>
              <a:t>1/29/2026</a:t>
            </a:fld>
            <a:endParaRPr lang="en-US"/>
          </a:p>
        </p:txBody>
      </p:sp>
      <p:sp>
        <p:nvSpPr>
          <p:cNvPr id="6" name="Footer Placeholder 21">
            <a:extLst>
              <a:ext uri="{FF2B5EF4-FFF2-40B4-BE49-F238E27FC236}">
                <a16:creationId xmlns="" xmlns:a16="http://schemas.microsoft.com/office/drawing/2014/main" id="{740B5BEF-A631-2171-44ED-B2F87B640235}"/>
              </a:ext>
            </a:extLst>
          </p:cNvPr>
          <p:cNvSpPr>
            <a:spLocks noGrp="1"/>
          </p:cNvSpPr>
          <p:nvPr>
            <p:ph type="ftr" sz="quarter" idx="11"/>
          </p:nvPr>
        </p:nvSpPr>
        <p:spPr/>
        <p:txBody>
          <a:bodyPr/>
          <a:lstStyle>
            <a:lvl1pPr>
              <a:defRPr/>
            </a:lvl1pPr>
          </a:lstStyle>
          <a:p>
            <a:endParaRPr lang="en-US"/>
          </a:p>
        </p:txBody>
      </p:sp>
      <p:sp>
        <p:nvSpPr>
          <p:cNvPr id="7" name="Slide Number Placeholder 17">
            <a:extLst>
              <a:ext uri="{FF2B5EF4-FFF2-40B4-BE49-F238E27FC236}">
                <a16:creationId xmlns="" xmlns:a16="http://schemas.microsoft.com/office/drawing/2014/main" id="{94137D53-FD1A-9229-0E54-AC84023B44B5}"/>
              </a:ext>
            </a:extLst>
          </p:cNvPr>
          <p:cNvSpPr>
            <a:spLocks noGrp="1"/>
          </p:cNvSpPr>
          <p:nvPr>
            <p:ph type="sldNum" sz="quarter" idx="12"/>
          </p:nvPr>
        </p:nvSpPr>
        <p:spPr/>
        <p:txBody>
          <a:bodyPr/>
          <a:lstStyle>
            <a:lvl1pPr>
              <a:defRPr/>
            </a:lvl1pPr>
          </a:lstStyle>
          <a:p>
            <a:fld id="{4494EA35-ED2E-494E-91CE-CDD6729B7A2F}" type="slidenum">
              <a:rPr lang="en-US" smtClean="0"/>
              <a:t>‹#›</a:t>
            </a:fld>
            <a:endParaRPr lang="en-US"/>
          </a:p>
        </p:txBody>
      </p:sp>
    </p:spTree>
    <p:extLst>
      <p:ext uri="{BB962C8B-B14F-4D97-AF65-F5344CB8AC3E}">
        <p14:creationId xmlns:p14="http://schemas.microsoft.com/office/powerpoint/2010/main" val="11110801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Snip and Round Single Corner Rectangle 13">
            <a:extLst>
              <a:ext uri="{FF2B5EF4-FFF2-40B4-BE49-F238E27FC236}">
                <a16:creationId xmlns="" xmlns:a16="http://schemas.microsoft.com/office/drawing/2014/main" id="{D93109B5-8F95-7E65-E5F9-117FEE5A64EB}"/>
              </a:ext>
            </a:extLst>
          </p:cNvPr>
          <p:cNvSpPr/>
          <p:nvPr/>
        </p:nvSpPr>
        <p:spPr>
          <a:xfrm rot="420000" flipV="1">
            <a:off x="4220633" y="1108075"/>
            <a:ext cx="70104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sz="1800"/>
          </a:p>
        </p:txBody>
      </p:sp>
      <p:sp>
        <p:nvSpPr>
          <p:cNvPr id="6" name="Right Triangle 5">
            <a:extLst>
              <a:ext uri="{FF2B5EF4-FFF2-40B4-BE49-F238E27FC236}">
                <a16:creationId xmlns="" xmlns:a16="http://schemas.microsoft.com/office/drawing/2014/main" id="{96C92426-906F-D443-30A2-5E80673566C3}"/>
              </a:ext>
            </a:extLst>
          </p:cNvPr>
          <p:cNvSpPr/>
          <p:nvPr/>
        </p:nvSpPr>
        <p:spPr>
          <a:xfrm rot="420000" flipV="1">
            <a:off x="10672234" y="5359401"/>
            <a:ext cx="207433" cy="1555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sz="1800"/>
          </a:p>
        </p:txBody>
      </p:sp>
      <p:sp>
        <p:nvSpPr>
          <p:cNvPr id="7" name="Freeform 15">
            <a:extLst>
              <a:ext uri="{FF2B5EF4-FFF2-40B4-BE49-F238E27FC236}">
                <a16:creationId xmlns="" xmlns:a16="http://schemas.microsoft.com/office/drawing/2014/main" id="{EFCFD484-8EBA-C3D7-FDA7-184DF0770F92}"/>
              </a:ext>
            </a:extLst>
          </p:cNvPr>
          <p:cNvSpPr>
            <a:spLocks/>
          </p:cNvSpPr>
          <p:nvPr/>
        </p:nvSpPr>
        <p:spPr bwMode="auto">
          <a:xfrm flipV="1">
            <a:off x="-12700" y="5816600"/>
            <a:ext cx="1221740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eaLnBrk="1" hangingPunct="1">
              <a:defRPr/>
            </a:pPr>
            <a:endParaRPr lang="en-US" sz="1800">
              <a:latin typeface="+mn-lt"/>
            </a:endParaRPr>
          </a:p>
        </p:txBody>
      </p:sp>
      <p:sp>
        <p:nvSpPr>
          <p:cNvPr id="8" name="Freeform 16">
            <a:extLst>
              <a:ext uri="{FF2B5EF4-FFF2-40B4-BE49-F238E27FC236}">
                <a16:creationId xmlns="" xmlns:a16="http://schemas.microsoft.com/office/drawing/2014/main" id="{A6CFE860-F372-F3AF-EA70-DE43594F603D}"/>
              </a:ext>
            </a:extLst>
          </p:cNvPr>
          <p:cNvSpPr>
            <a:spLocks/>
          </p:cNvSpPr>
          <p:nvPr/>
        </p:nvSpPr>
        <p:spPr bwMode="auto">
          <a:xfrm flipV="1">
            <a:off x="5842000" y="6219826"/>
            <a:ext cx="63500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eaLnBrk="1" hangingPunct="1">
              <a:defRPr/>
            </a:pPr>
            <a:endParaRPr lang="en-US" sz="1800">
              <a:latin typeface="+mn-lt"/>
            </a:endParaRPr>
          </a:p>
        </p:txBody>
      </p:sp>
      <p:sp>
        <p:nvSpPr>
          <p:cNvPr id="2" name="Title 1"/>
          <p:cNvSpPr>
            <a:spLocks noGrp="1"/>
          </p:cNvSpPr>
          <p:nvPr>
            <p:ph type="title"/>
          </p:nvPr>
        </p:nvSpPr>
        <p:spPr>
          <a:xfrm>
            <a:off x="812800" y="1176997"/>
            <a:ext cx="2950464" cy="1582621"/>
          </a:xfrm>
        </p:spPr>
        <p:txBody>
          <a:bodyPr lIns="45720" rIns="45720" bIns="45720"/>
          <a:lstStyle>
            <a:lvl1pPr algn="l">
              <a:buNone/>
              <a:defRPr sz="2000" b="1">
                <a:solidFill>
                  <a:schemeClr val="tx2"/>
                </a:solidFill>
              </a:defRPr>
            </a:lvl1pPr>
          </a:lstStyle>
          <a:p>
            <a:r>
              <a:rPr lang="en-US"/>
              <a:t>Click to edit Master title style</a:t>
            </a:r>
          </a:p>
        </p:txBody>
      </p:sp>
      <p:sp>
        <p:nvSpPr>
          <p:cNvPr id="4" name="Text Placeholder 3"/>
          <p:cNvSpPr>
            <a:spLocks noGrp="1"/>
          </p:cNvSpPr>
          <p:nvPr>
            <p:ph type="body" sz="half" idx="2"/>
          </p:nvPr>
        </p:nvSpPr>
        <p:spPr>
          <a:xfrm>
            <a:off x="812800" y="2828785"/>
            <a:ext cx="2946400" cy="2179320"/>
          </a:xfrm>
        </p:spPr>
        <p:txBody>
          <a:bodyPr lIns="64008" rIns="45720"/>
          <a:lstStyle>
            <a:lvl1pPr marL="0" indent="0" algn="l">
              <a:spcBef>
                <a:spcPts val="250"/>
              </a:spcBef>
              <a:buFontTx/>
              <a:buNone/>
              <a:defRPr sz="1300"/>
            </a:lvl1pPr>
            <a:lvl2pPr>
              <a:defRPr sz="1200"/>
            </a:lvl2pPr>
            <a:lvl3pPr>
              <a:defRPr sz="1000"/>
            </a:lvl3pPr>
            <a:lvl4pPr>
              <a:defRPr sz="900"/>
            </a:lvl4pPr>
            <a:lvl5pPr>
              <a:defRPr sz="900"/>
            </a:lvl5pPr>
          </a:lstStyle>
          <a:p>
            <a:pPr lvl="0"/>
            <a:r>
              <a:rPr lang="en-US"/>
              <a:t>Click to edit Master text styles</a:t>
            </a:r>
          </a:p>
        </p:txBody>
      </p:sp>
      <p:sp>
        <p:nvSpPr>
          <p:cNvPr id="3" name="Picture Placeholder 2"/>
          <p:cNvSpPr>
            <a:spLocks noGrp="1"/>
          </p:cNvSpPr>
          <p:nvPr>
            <p:ph type="pic" idx="1"/>
          </p:nvPr>
        </p:nvSpPr>
        <p:spPr>
          <a:xfrm rot="420000">
            <a:off x="4647724" y="1199517"/>
            <a:ext cx="6156960" cy="3931920"/>
          </a:xfrm>
          <a:prstGeom prst="rect">
            <a:avLst/>
          </a:prstGeom>
          <a:solidFill>
            <a:schemeClr val="bg2"/>
          </a:solidFill>
          <a:ln w="3000" cap="rnd">
            <a:solidFill>
              <a:srgbClr val="C0C0C0"/>
            </a:solidFill>
            <a:round/>
          </a:ln>
          <a:effectLst/>
        </p:spPr>
        <p:txBody>
          <a:bodyPr>
            <a:normAutofit/>
          </a:bodyPr>
          <a:lstStyle>
            <a:lvl1pPr marL="0" indent="0">
              <a:buNone/>
              <a:defRPr sz="3200"/>
            </a:lvl1pPr>
          </a:lstStyle>
          <a:p>
            <a:pPr lvl="0"/>
            <a:r>
              <a:rPr lang="en-US" noProof="0"/>
              <a:t>Click icon to add picture</a:t>
            </a:r>
            <a:endParaRPr lang="en-US" noProof="0" dirty="0"/>
          </a:p>
        </p:txBody>
      </p:sp>
      <p:sp>
        <p:nvSpPr>
          <p:cNvPr id="9" name="Date Placeholder 4">
            <a:extLst>
              <a:ext uri="{FF2B5EF4-FFF2-40B4-BE49-F238E27FC236}">
                <a16:creationId xmlns="" xmlns:a16="http://schemas.microsoft.com/office/drawing/2014/main" id="{BEB17C22-FF8E-CD81-1009-A93CC01D99AF}"/>
              </a:ext>
            </a:extLst>
          </p:cNvPr>
          <p:cNvSpPr>
            <a:spLocks noGrp="1"/>
          </p:cNvSpPr>
          <p:nvPr>
            <p:ph type="dt" sz="half" idx="10"/>
          </p:nvPr>
        </p:nvSpPr>
        <p:spPr/>
        <p:txBody>
          <a:bodyPr/>
          <a:lstStyle>
            <a:lvl1pPr>
              <a:defRPr/>
            </a:lvl1pPr>
          </a:lstStyle>
          <a:p>
            <a:fld id="{53E14F5A-04CB-404C-8174-6FCA72957328}" type="datetimeFigureOut">
              <a:rPr lang="en-US" smtClean="0"/>
              <a:t>1/29/2026</a:t>
            </a:fld>
            <a:endParaRPr lang="en-US"/>
          </a:p>
        </p:txBody>
      </p:sp>
      <p:sp>
        <p:nvSpPr>
          <p:cNvPr id="10" name="Footer Placeholder 5">
            <a:extLst>
              <a:ext uri="{FF2B5EF4-FFF2-40B4-BE49-F238E27FC236}">
                <a16:creationId xmlns="" xmlns:a16="http://schemas.microsoft.com/office/drawing/2014/main" id="{962E28DA-ED19-5DD0-ED93-87A11FF64043}"/>
              </a:ext>
            </a:extLst>
          </p:cNvPr>
          <p:cNvSpPr>
            <a:spLocks noGrp="1"/>
          </p:cNvSpPr>
          <p:nvPr>
            <p:ph type="ftr" sz="quarter" idx="11"/>
          </p:nvPr>
        </p:nvSpPr>
        <p:spPr/>
        <p:txBody>
          <a:bodyPr/>
          <a:lstStyle>
            <a:lvl1pPr>
              <a:defRPr/>
            </a:lvl1pPr>
          </a:lstStyle>
          <a:p>
            <a:endParaRPr lang="en-US"/>
          </a:p>
        </p:txBody>
      </p:sp>
      <p:sp>
        <p:nvSpPr>
          <p:cNvPr id="11" name="Slide Number Placeholder 6">
            <a:extLst>
              <a:ext uri="{FF2B5EF4-FFF2-40B4-BE49-F238E27FC236}">
                <a16:creationId xmlns="" xmlns:a16="http://schemas.microsoft.com/office/drawing/2014/main" id="{796F5744-DED2-BE04-53F4-B6FCCCF67636}"/>
              </a:ext>
            </a:extLst>
          </p:cNvPr>
          <p:cNvSpPr>
            <a:spLocks noGrp="1"/>
          </p:cNvSpPr>
          <p:nvPr>
            <p:ph type="sldNum" sz="quarter" idx="12"/>
          </p:nvPr>
        </p:nvSpPr>
        <p:spPr>
          <a:xfrm>
            <a:off x="10769600" y="6356351"/>
            <a:ext cx="812800" cy="365125"/>
          </a:xfrm>
        </p:spPr>
        <p:txBody>
          <a:bodyPr/>
          <a:lstStyle>
            <a:lvl1pPr>
              <a:defRPr/>
            </a:lvl1pPr>
          </a:lstStyle>
          <a:p>
            <a:fld id="{4494EA35-ED2E-494E-91CE-CDD6729B7A2F}" type="slidenum">
              <a:rPr lang="en-US" smtClean="0"/>
              <a:t>‹#›</a:t>
            </a:fld>
            <a:endParaRPr lang="en-US"/>
          </a:p>
        </p:txBody>
      </p:sp>
    </p:spTree>
    <p:extLst>
      <p:ext uri="{BB962C8B-B14F-4D97-AF65-F5344CB8AC3E}">
        <p14:creationId xmlns:p14="http://schemas.microsoft.com/office/powerpoint/2010/main" val="38697093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a:extLst>
              <a:ext uri="{FF2B5EF4-FFF2-40B4-BE49-F238E27FC236}">
                <a16:creationId xmlns="" xmlns:a16="http://schemas.microsoft.com/office/drawing/2014/main" id="{15B035E5-5FED-9EDE-24C8-6831B2945FD7}"/>
              </a:ext>
            </a:extLst>
          </p:cNvPr>
          <p:cNvSpPr>
            <a:spLocks noGrp="1"/>
          </p:cNvSpPr>
          <p:nvPr>
            <p:ph type="dt" sz="half" idx="10"/>
          </p:nvPr>
        </p:nvSpPr>
        <p:spPr/>
        <p:txBody>
          <a:bodyPr/>
          <a:lstStyle>
            <a:lvl1pPr>
              <a:defRPr/>
            </a:lvl1pPr>
          </a:lstStyle>
          <a:p>
            <a:fld id="{53E14F5A-04CB-404C-8174-6FCA72957328}" type="datetimeFigureOut">
              <a:rPr lang="en-US" smtClean="0"/>
              <a:t>1/29/2026</a:t>
            </a:fld>
            <a:endParaRPr lang="en-US"/>
          </a:p>
        </p:txBody>
      </p:sp>
      <p:sp>
        <p:nvSpPr>
          <p:cNvPr id="5" name="Footer Placeholder 21">
            <a:extLst>
              <a:ext uri="{FF2B5EF4-FFF2-40B4-BE49-F238E27FC236}">
                <a16:creationId xmlns="" xmlns:a16="http://schemas.microsoft.com/office/drawing/2014/main" id="{E65AF5BB-9BC8-0147-2675-43C409DF488F}"/>
              </a:ext>
            </a:extLst>
          </p:cNvPr>
          <p:cNvSpPr>
            <a:spLocks noGrp="1"/>
          </p:cNvSpPr>
          <p:nvPr>
            <p:ph type="ftr" sz="quarter" idx="11"/>
          </p:nvPr>
        </p:nvSpPr>
        <p:spPr/>
        <p:txBody>
          <a:bodyPr/>
          <a:lstStyle>
            <a:lvl1pPr>
              <a:defRPr/>
            </a:lvl1pPr>
          </a:lstStyle>
          <a:p>
            <a:endParaRPr lang="en-US"/>
          </a:p>
        </p:txBody>
      </p:sp>
      <p:sp>
        <p:nvSpPr>
          <p:cNvPr id="6" name="Slide Number Placeholder 17">
            <a:extLst>
              <a:ext uri="{FF2B5EF4-FFF2-40B4-BE49-F238E27FC236}">
                <a16:creationId xmlns="" xmlns:a16="http://schemas.microsoft.com/office/drawing/2014/main" id="{B88A393B-71D2-1BD5-0119-826DBE4C93FE}"/>
              </a:ext>
            </a:extLst>
          </p:cNvPr>
          <p:cNvSpPr>
            <a:spLocks noGrp="1"/>
          </p:cNvSpPr>
          <p:nvPr>
            <p:ph type="sldNum" sz="quarter" idx="12"/>
          </p:nvPr>
        </p:nvSpPr>
        <p:spPr/>
        <p:txBody>
          <a:bodyPr/>
          <a:lstStyle>
            <a:lvl1pPr>
              <a:defRPr/>
            </a:lvl1pPr>
          </a:lstStyle>
          <a:p>
            <a:fld id="{4494EA35-ED2E-494E-91CE-CDD6729B7A2F}" type="slidenum">
              <a:rPr lang="en-US" smtClean="0"/>
              <a:t>‹#›</a:t>
            </a:fld>
            <a:endParaRPr lang="en-US"/>
          </a:p>
        </p:txBody>
      </p:sp>
    </p:spTree>
    <p:extLst>
      <p:ext uri="{BB962C8B-B14F-4D97-AF65-F5344CB8AC3E}">
        <p14:creationId xmlns:p14="http://schemas.microsoft.com/office/powerpoint/2010/main" val="30594257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914402"/>
            <a:ext cx="2743200" cy="52117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914402"/>
            <a:ext cx="8026400" cy="52117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a:extLst>
              <a:ext uri="{FF2B5EF4-FFF2-40B4-BE49-F238E27FC236}">
                <a16:creationId xmlns="" xmlns:a16="http://schemas.microsoft.com/office/drawing/2014/main" id="{18529199-EE63-AFDD-84F1-426A9C9B2776}"/>
              </a:ext>
            </a:extLst>
          </p:cNvPr>
          <p:cNvSpPr>
            <a:spLocks noGrp="1"/>
          </p:cNvSpPr>
          <p:nvPr>
            <p:ph type="dt" sz="half" idx="10"/>
          </p:nvPr>
        </p:nvSpPr>
        <p:spPr/>
        <p:txBody>
          <a:bodyPr/>
          <a:lstStyle>
            <a:lvl1pPr>
              <a:defRPr/>
            </a:lvl1pPr>
          </a:lstStyle>
          <a:p>
            <a:fld id="{53E14F5A-04CB-404C-8174-6FCA72957328}" type="datetimeFigureOut">
              <a:rPr lang="en-US" smtClean="0"/>
              <a:t>1/29/2026</a:t>
            </a:fld>
            <a:endParaRPr lang="en-US"/>
          </a:p>
        </p:txBody>
      </p:sp>
      <p:sp>
        <p:nvSpPr>
          <p:cNvPr id="5" name="Footer Placeholder 21">
            <a:extLst>
              <a:ext uri="{FF2B5EF4-FFF2-40B4-BE49-F238E27FC236}">
                <a16:creationId xmlns="" xmlns:a16="http://schemas.microsoft.com/office/drawing/2014/main" id="{20E75482-F3F2-076B-3B18-6DF36B0E9801}"/>
              </a:ext>
            </a:extLst>
          </p:cNvPr>
          <p:cNvSpPr>
            <a:spLocks noGrp="1"/>
          </p:cNvSpPr>
          <p:nvPr>
            <p:ph type="ftr" sz="quarter" idx="11"/>
          </p:nvPr>
        </p:nvSpPr>
        <p:spPr/>
        <p:txBody>
          <a:bodyPr/>
          <a:lstStyle>
            <a:lvl1pPr>
              <a:defRPr/>
            </a:lvl1pPr>
          </a:lstStyle>
          <a:p>
            <a:endParaRPr lang="en-US"/>
          </a:p>
        </p:txBody>
      </p:sp>
      <p:sp>
        <p:nvSpPr>
          <p:cNvPr id="6" name="Slide Number Placeholder 17">
            <a:extLst>
              <a:ext uri="{FF2B5EF4-FFF2-40B4-BE49-F238E27FC236}">
                <a16:creationId xmlns="" xmlns:a16="http://schemas.microsoft.com/office/drawing/2014/main" id="{5DF13457-6662-86CB-2F0A-44761BD70AA4}"/>
              </a:ext>
            </a:extLst>
          </p:cNvPr>
          <p:cNvSpPr>
            <a:spLocks noGrp="1"/>
          </p:cNvSpPr>
          <p:nvPr>
            <p:ph type="sldNum" sz="quarter" idx="12"/>
          </p:nvPr>
        </p:nvSpPr>
        <p:spPr/>
        <p:txBody>
          <a:bodyPr/>
          <a:lstStyle>
            <a:lvl1pPr>
              <a:defRPr/>
            </a:lvl1pPr>
          </a:lstStyle>
          <a:p>
            <a:fld id="{4494EA35-ED2E-494E-91CE-CDD6729B7A2F}" type="slidenum">
              <a:rPr lang="en-US" smtClean="0"/>
              <a:t>‹#›</a:t>
            </a:fld>
            <a:endParaRPr lang="en-US"/>
          </a:p>
        </p:txBody>
      </p:sp>
    </p:spTree>
    <p:extLst>
      <p:ext uri="{BB962C8B-B14F-4D97-AF65-F5344CB8AC3E}">
        <p14:creationId xmlns:p14="http://schemas.microsoft.com/office/powerpoint/2010/main" val="6151693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9" name="Title 8"/>
          <p:cNvSpPr>
            <a:spLocks noGrp="1"/>
          </p:cNvSpPr>
          <p:nvPr>
            <p:ph type="ctrTitle"/>
          </p:nvPr>
        </p:nvSpPr>
        <p:spPr>
          <a:xfrm>
            <a:off x="711200" y="1371600"/>
            <a:ext cx="10468864" cy="182880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en-US"/>
              <a:t>Click to edit Master title style</a:t>
            </a:r>
          </a:p>
        </p:txBody>
      </p:sp>
      <p:sp>
        <p:nvSpPr>
          <p:cNvPr id="17" name="Subtitle 16"/>
          <p:cNvSpPr>
            <a:spLocks noGrp="1"/>
          </p:cNvSpPr>
          <p:nvPr>
            <p:ph type="subTitle" idx="1"/>
          </p:nvPr>
        </p:nvSpPr>
        <p:spPr>
          <a:xfrm>
            <a:off x="711200" y="3228536"/>
            <a:ext cx="10472928"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2" name="Date Placeholder 29">
            <a:extLst>
              <a:ext uri="{FF2B5EF4-FFF2-40B4-BE49-F238E27FC236}">
                <a16:creationId xmlns="" xmlns:a16="http://schemas.microsoft.com/office/drawing/2014/main" id="{EC2D0C4F-CE30-BC80-5192-46C63211D5AD}"/>
              </a:ext>
            </a:extLst>
          </p:cNvPr>
          <p:cNvSpPr>
            <a:spLocks noGrp="1"/>
          </p:cNvSpPr>
          <p:nvPr>
            <p:ph type="dt" sz="half" idx="10"/>
          </p:nvPr>
        </p:nvSpPr>
        <p:spPr/>
        <p:txBody>
          <a:bodyPr/>
          <a:lstStyle>
            <a:lvl1pPr>
              <a:defRPr/>
            </a:lvl1pPr>
          </a:lstStyle>
          <a:p>
            <a:fld id="{8071B994-63BE-42CB-86CF-D61E11122B27}" type="datetimeFigureOut">
              <a:rPr lang="en-US" smtClean="0">
                <a:solidFill>
                  <a:prstClr val="black">
                    <a:tint val="75000"/>
                  </a:prstClr>
                </a:solidFill>
              </a:rPr>
              <a:pPr/>
              <a:t>1/29/2026</a:t>
            </a:fld>
            <a:endParaRPr lang="en-US">
              <a:solidFill>
                <a:prstClr val="black">
                  <a:tint val="75000"/>
                </a:prstClr>
              </a:solidFill>
            </a:endParaRPr>
          </a:p>
        </p:txBody>
      </p:sp>
      <p:sp>
        <p:nvSpPr>
          <p:cNvPr id="3" name="Footer Placeholder 18">
            <a:extLst>
              <a:ext uri="{FF2B5EF4-FFF2-40B4-BE49-F238E27FC236}">
                <a16:creationId xmlns="" xmlns:a16="http://schemas.microsoft.com/office/drawing/2014/main" id="{C6E335F0-C8E3-B1AA-5842-B8F37869786A}"/>
              </a:ext>
            </a:extLst>
          </p:cNvPr>
          <p:cNvSpPr>
            <a:spLocks noGrp="1"/>
          </p:cNvSpPr>
          <p:nvPr>
            <p:ph type="ftr" sz="quarter" idx="11"/>
          </p:nvPr>
        </p:nvSpPr>
        <p:spPr/>
        <p:txBody>
          <a:bodyPr/>
          <a:lstStyle>
            <a:lvl1pPr>
              <a:defRPr/>
            </a:lvl1pPr>
          </a:lstStyle>
          <a:p>
            <a:endParaRPr lang="en-US">
              <a:solidFill>
                <a:prstClr val="black">
                  <a:tint val="75000"/>
                </a:prstClr>
              </a:solidFill>
            </a:endParaRPr>
          </a:p>
        </p:txBody>
      </p:sp>
      <p:sp>
        <p:nvSpPr>
          <p:cNvPr id="4" name="Slide Number Placeholder 26">
            <a:extLst>
              <a:ext uri="{FF2B5EF4-FFF2-40B4-BE49-F238E27FC236}">
                <a16:creationId xmlns="" xmlns:a16="http://schemas.microsoft.com/office/drawing/2014/main" id="{594B2326-90D1-CF1B-6852-F105E2616CAD}"/>
              </a:ext>
            </a:extLst>
          </p:cNvPr>
          <p:cNvSpPr>
            <a:spLocks noGrp="1"/>
          </p:cNvSpPr>
          <p:nvPr>
            <p:ph type="sldNum" sz="quarter" idx="12"/>
          </p:nvPr>
        </p:nvSpPr>
        <p:spPr/>
        <p:txBody>
          <a:bodyPr/>
          <a:lstStyle>
            <a:lvl1pPr>
              <a:defRPr>
                <a:solidFill>
                  <a:srgbClr val="D1EAEE"/>
                </a:solidFill>
              </a:defRPr>
            </a:lvl1pPr>
          </a:lstStyle>
          <a:p>
            <a:fld id="{1772F34A-D7A6-4E25-AE91-C6FAF276AF7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497159844"/>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a:extLst>
              <a:ext uri="{FF2B5EF4-FFF2-40B4-BE49-F238E27FC236}">
                <a16:creationId xmlns="" xmlns:a16="http://schemas.microsoft.com/office/drawing/2014/main" id="{B7669D41-CBA5-5AA3-9DF7-5BBD1E5E4E13}"/>
              </a:ext>
            </a:extLst>
          </p:cNvPr>
          <p:cNvSpPr>
            <a:spLocks noGrp="1"/>
          </p:cNvSpPr>
          <p:nvPr>
            <p:ph type="dt" sz="half" idx="10"/>
          </p:nvPr>
        </p:nvSpPr>
        <p:spPr/>
        <p:txBody>
          <a:bodyPr/>
          <a:lstStyle>
            <a:lvl1pPr>
              <a:defRPr/>
            </a:lvl1pPr>
          </a:lstStyle>
          <a:p>
            <a:fld id="{8071B994-63BE-42CB-86CF-D61E11122B27}" type="datetimeFigureOut">
              <a:rPr lang="en-US" smtClean="0">
                <a:solidFill>
                  <a:prstClr val="black">
                    <a:tint val="75000"/>
                  </a:prstClr>
                </a:solidFill>
              </a:rPr>
              <a:pPr/>
              <a:t>1/29/2026</a:t>
            </a:fld>
            <a:endParaRPr lang="en-US">
              <a:solidFill>
                <a:prstClr val="black">
                  <a:tint val="75000"/>
                </a:prstClr>
              </a:solidFill>
            </a:endParaRPr>
          </a:p>
        </p:txBody>
      </p:sp>
      <p:sp>
        <p:nvSpPr>
          <p:cNvPr id="5" name="Footer Placeholder 21">
            <a:extLst>
              <a:ext uri="{FF2B5EF4-FFF2-40B4-BE49-F238E27FC236}">
                <a16:creationId xmlns="" xmlns:a16="http://schemas.microsoft.com/office/drawing/2014/main" id="{1D6B72C4-450C-2C6E-82C2-C5A4B4502107}"/>
              </a:ext>
            </a:extLst>
          </p:cNvPr>
          <p:cNvSpPr>
            <a:spLocks noGrp="1"/>
          </p:cNvSpPr>
          <p:nvPr>
            <p:ph type="ftr" sz="quarter" idx="11"/>
          </p:nvPr>
        </p:nvSpPr>
        <p:spPr/>
        <p:txBody>
          <a:bodyPr/>
          <a:lstStyle>
            <a:lvl1pPr>
              <a:defRPr/>
            </a:lvl1pPr>
          </a:lstStyle>
          <a:p>
            <a:endParaRPr lang="en-US">
              <a:solidFill>
                <a:prstClr val="black">
                  <a:tint val="75000"/>
                </a:prstClr>
              </a:solidFill>
            </a:endParaRPr>
          </a:p>
        </p:txBody>
      </p:sp>
      <p:sp>
        <p:nvSpPr>
          <p:cNvPr id="6" name="Slide Number Placeholder 17">
            <a:extLst>
              <a:ext uri="{FF2B5EF4-FFF2-40B4-BE49-F238E27FC236}">
                <a16:creationId xmlns="" xmlns:a16="http://schemas.microsoft.com/office/drawing/2014/main" id="{CDE0AB4F-B486-0433-D878-91A8B0DAD5CD}"/>
              </a:ext>
            </a:extLst>
          </p:cNvPr>
          <p:cNvSpPr>
            <a:spLocks noGrp="1"/>
          </p:cNvSpPr>
          <p:nvPr>
            <p:ph type="sldNum" sz="quarter" idx="12"/>
          </p:nvPr>
        </p:nvSpPr>
        <p:spPr/>
        <p:txBody>
          <a:bodyPr/>
          <a:lstStyle>
            <a:lvl1pPr>
              <a:defRPr/>
            </a:lvl1pPr>
          </a:lstStyle>
          <a:p>
            <a:fld id="{1772F34A-D7A6-4E25-AE91-C6FAF276AF7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2419572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07136" y="1316736"/>
            <a:ext cx="10363200" cy="1362456"/>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en-US"/>
              <a:t>Click to edit Master title style</a:t>
            </a:r>
          </a:p>
        </p:txBody>
      </p:sp>
      <p:sp>
        <p:nvSpPr>
          <p:cNvPr id="3" name="Text Placeholder 2"/>
          <p:cNvSpPr>
            <a:spLocks noGrp="1"/>
          </p:cNvSpPr>
          <p:nvPr>
            <p:ph type="body" idx="1"/>
          </p:nvPr>
        </p:nvSpPr>
        <p:spPr>
          <a:xfrm>
            <a:off x="707136" y="2704664"/>
            <a:ext cx="10363200" cy="1509712"/>
          </a:xfrm>
        </p:spPr>
        <p:txBody>
          <a:bodyPr lIns="45720" rIns="45720"/>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4" name="Date Placeholder 3">
            <a:extLst>
              <a:ext uri="{FF2B5EF4-FFF2-40B4-BE49-F238E27FC236}">
                <a16:creationId xmlns="" xmlns:a16="http://schemas.microsoft.com/office/drawing/2014/main" id="{42C1BA1F-C857-D912-9175-3BE57DCEC494}"/>
              </a:ext>
            </a:extLst>
          </p:cNvPr>
          <p:cNvSpPr>
            <a:spLocks noGrp="1"/>
          </p:cNvSpPr>
          <p:nvPr>
            <p:ph type="dt" sz="half" idx="10"/>
          </p:nvPr>
        </p:nvSpPr>
        <p:spPr/>
        <p:txBody>
          <a:bodyPr/>
          <a:lstStyle>
            <a:lvl1pPr>
              <a:defRPr/>
            </a:lvl1pPr>
          </a:lstStyle>
          <a:p>
            <a:fld id="{8071B994-63BE-42CB-86CF-D61E11122B27}" type="datetimeFigureOut">
              <a:rPr lang="en-US" smtClean="0">
                <a:solidFill>
                  <a:prstClr val="black">
                    <a:tint val="75000"/>
                  </a:prstClr>
                </a:solidFill>
              </a:rPr>
              <a:pPr/>
              <a:t>1/29/2026</a:t>
            </a:fld>
            <a:endParaRPr lang="en-US">
              <a:solidFill>
                <a:prstClr val="black">
                  <a:tint val="75000"/>
                </a:prstClr>
              </a:solidFill>
            </a:endParaRPr>
          </a:p>
        </p:txBody>
      </p:sp>
      <p:sp>
        <p:nvSpPr>
          <p:cNvPr id="5" name="Footer Placeholder 4">
            <a:extLst>
              <a:ext uri="{FF2B5EF4-FFF2-40B4-BE49-F238E27FC236}">
                <a16:creationId xmlns="" xmlns:a16="http://schemas.microsoft.com/office/drawing/2014/main" id="{D28011C7-426D-3D6D-9643-1468821539F5}"/>
              </a:ext>
            </a:extLst>
          </p:cNvPr>
          <p:cNvSpPr>
            <a:spLocks noGrp="1"/>
          </p:cNvSpPr>
          <p:nvPr>
            <p:ph type="ftr" sz="quarter" idx="11"/>
          </p:nvPr>
        </p:nvSpPr>
        <p:spPr/>
        <p:txBody>
          <a:bodyPr/>
          <a:lstStyle>
            <a:lvl1pPr>
              <a:defRPr/>
            </a:lvl1pPr>
          </a:lstStyle>
          <a:p>
            <a:endParaRPr lang="en-US">
              <a:solidFill>
                <a:prstClr val="black">
                  <a:tint val="75000"/>
                </a:prstClr>
              </a:solidFill>
            </a:endParaRPr>
          </a:p>
        </p:txBody>
      </p:sp>
      <p:sp>
        <p:nvSpPr>
          <p:cNvPr id="6" name="Slide Number Placeholder 5">
            <a:extLst>
              <a:ext uri="{FF2B5EF4-FFF2-40B4-BE49-F238E27FC236}">
                <a16:creationId xmlns="" xmlns:a16="http://schemas.microsoft.com/office/drawing/2014/main" id="{5B9466EE-8CC9-1814-3063-9C3B418D623F}"/>
              </a:ext>
            </a:extLst>
          </p:cNvPr>
          <p:cNvSpPr>
            <a:spLocks noGrp="1"/>
          </p:cNvSpPr>
          <p:nvPr>
            <p:ph type="sldNum" sz="quarter" idx="12"/>
          </p:nvPr>
        </p:nvSpPr>
        <p:spPr/>
        <p:txBody>
          <a:bodyPr/>
          <a:lstStyle>
            <a:lvl1pPr>
              <a:defRPr>
                <a:solidFill>
                  <a:srgbClr val="D1EAEE"/>
                </a:solidFill>
              </a:defRPr>
            </a:lvl1pPr>
          </a:lstStyle>
          <a:p>
            <a:fld id="{1772F34A-D7A6-4E25-AE91-C6FAF276AF7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20245609"/>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1143000"/>
          </a:xfrm>
        </p:spPr>
        <p:txBody>
          <a:bodyPr/>
          <a:lstStyle/>
          <a:p>
            <a:r>
              <a:rPr lang="en-US"/>
              <a:t>Click to edit Master title style</a:t>
            </a:r>
          </a:p>
        </p:txBody>
      </p:sp>
      <p:sp>
        <p:nvSpPr>
          <p:cNvPr id="3" name="Content Placeholder 2"/>
          <p:cNvSpPr>
            <a:spLocks noGrp="1"/>
          </p:cNvSpPr>
          <p:nvPr>
            <p:ph sz="half" idx="1"/>
          </p:nvPr>
        </p:nvSpPr>
        <p:spPr>
          <a:xfrm>
            <a:off x="609600" y="1920085"/>
            <a:ext cx="5384800" cy="4434840"/>
          </a:xfrm>
        </p:spPr>
        <p:txBody>
          <a:bodyPr/>
          <a:lstStyle>
            <a:lvl1pPr>
              <a:defRPr sz="26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920085"/>
            <a:ext cx="5384800" cy="4434840"/>
          </a:xfrm>
        </p:spPr>
        <p:txBody>
          <a:bodyPr/>
          <a:lstStyle>
            <a:lvl1pPr>
              <a:defRPr sz="26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9">
            <a:extLst>
              <a:ext uri="{FF2B5EF4-FFF2-40B4-BE49-F238E27FC236}">
                <a16:creationId xmlns="" xmlns:a16="http://schemas.microsoft.com/office/drawing/2014/main" id="{18D207DF-4F77-307E-9A13-332CBF4977B3}"/>
              </a:ext>
            </a:extLst>
          </p:cNvPr>
          <p:cNvSpPr>
            <a:spLocks noGrp="1"/>
          </p:cNvSpPr>
          <p:nvPr>
            <p:ph type="dt" sz="half" idx="10"/>
          </p:nvPr>
        </p:nvSpPr>
        <p:spPr/>
        <p:txBody>
          <a:bodyPr/>
          <a:lstStyle>
            <a:lvl1pPr>
              <a:defRPr/>
            </a:lvl1pPr>
          </a:lstStyle>
          <a:p>
            <a:fld id="{8071B994-63BE-42CB-86CF-D61E11122B27}" type="datetimeFigureOut">
              <a:rPr lang="en-US" smtClean="0">
                <a:solidFill>
                  <a:prstClr val="black">
                    <a:tint val="75000"/>
                  </a:prstClr>
                </a:solidFill>
              </a:rPr>
              <a:pPr/>
              <a:t>1/29/2026</a:t>
            </a:fld>
            <a:endParaRPr lang="en-US">
              <a:solidFill>
                <a:prstClr val="black">
                  <a:tint val="75000"/>
                </a:prstClr>
              </a:solidFill>
            </a:endParaRPr>
          </a:p>
        </p:txBody>
      </p:sp>
      <p:sp>
        <p:nvSpPr>
          <p:cNvPr id="6" name="Footer Placeholder 21">
            <a:extLst>
              <a:ext uri="{FF2B5EF4-FFF2-40B4-BE49-F238E27FC236}">
                <a16:creationId xmlns="" xmlns:a16="http://schemas.microsoft.com/office/drawing/2014/main" id="{92626009-C6FA-994A-EDEF-6C6D492B6FBC}"/>
              </a:ext>
            </a:extLst>
          </p:cNvPr>
          <p:cNvSpPr>
            <a:spLocks noGrp="1"/>
          </p:cNvSpPr>
          <p:nvPr>
            <p:ph type="ftr" sz="quarter" idx="11"/>
          </p:nvPr>
        </p:nvSpPr>
        <p:spPr/>
        <p:txBody>
          <a:bodyPr/>
          <a:lstStyle>
            <a:lvl1pPr>
              <a:defRPr/>
            </a:lvl1pPr>
          </a:lstStyle>
          <a:p>
            <a:endParaRPr lang="en-US">
              <a:solidFill>
                <a:prstClr val="black">
                  <a:tint val="75000"/>
                </a:prstClr>
              </a:solidFill>
            </a:endParaRPr>
          </a:p>
        </p:txBody>
      </p:sp>
      <p:sp>
        <p:nvSpPr>
          <p:cNvPr id="7" name="Slide Number Placeholder 17">
            <a:extLst>
              <a:ext uri="{FF2B5EF4-FFF2-40B4-BE49-F238E27FC236}">
                <a16:creationId xmlns="" xmlns:a16="http://schemas.microsoft.com/office/drawing/2014/main" id="{56C69C24-D85E-23F4-DAAD-A476A74789EE}"/>
              </a:ext>
            </a:extLst>
          </p:cNvPr>
          <p:cNvSpPr>
            <a:spLocks noGrp="1"/>
          </p:cNvSpPr>
          <p:nvPr>
            <p:ph type="sldNum" sz="quarter" idx="12"/>
          </p:nvPr>
        </p:nvSpPr>
        <p:spPr/>
        <p:txBody>
          <a:bodyPr/>
          <a:lstStyle>
            <a:lvl1pPr>
              <a:defRPr/>
            </a:lvl1pPr>
          </a:lstStyle>
          <a:p>
            <a:fld id="{1772F34A-D7A6-4E25-AE91-C6FAF276AF7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467015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855248"/>
            <a:ext cx="5386917"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6193368" y="1859758"/>
            <a:ext cx="5389033"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5" name="Content Placeholder 4"/>
          <p:cNvSpPr>
            <a:spLocks noGrp="1"/>
          </p:cNvSpPr>
          <p:nvPr>
            <p:ph sz="quarter" idx="2"/>
          </p:nvPr>
        </p:nvSpPr>
        <p:spPr>
          <a:xfrm>
            <a:off x="609600" y="2514600"/>
            <a:ext cx="5386917" cy="3845720"/>
          </a:xfrm>
        </p:spPr>
        <p:txBody>
          <a:bodyPr tIns="0"/>
          <a:lstStyle>
            <a:lvl1pPr>
              <a:defRPr sz="22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68" y="2514600"/>
            <a:ext cx="5389033" cy="3845720"/>
          </a:xfrm>
        </p:spPr>
        <p:txBody>
          <a:bodyPr tIns="0"/>
          <a:lstStyle>
            <a:lvl1pPr>
              <a:defRPr sz="22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9">
            <a:extLst>
              <a:ext uri="{FF2B5EF4-FFF2-40B4-BE49-F238E27FC236}">
                <a16:creationId xmlns="" xmlns:a16="http://schemas.microsoft.com/office/drawing/2014/main" id="{66BE0CB3-941A-D9FB-2B80-24A9A2F8CA4F}"/>
              </a:ext>
            </a:extLst>
          </p:cNvPr>
          <p:cNvSpPr>
            <a:spLocks noGrp="1"/>
          </p:cNvSpPr>
          <p:nvPr>
            <p:ph type="dt" sz="half" idx="10"/>
          </p:nvPr>
        </p:nvSpPr>
        <p:spPr/>
        <p:txBody>
          <a:bodyPr/>
          <a:lstStyle>
            <a:lvl1pPr>
              <a:defRPr/>
            </a:lvl1pPr>
          </a:lstStyle>
          <a:p>
            <a:fld id="{8071B994-63BE-42CB-86CF-D61E11122B27}" type="datetimeFigureOut">
              <a:rPr lang="en-US" smtClean="0">
                <a:solidFill>
                  <a:prstClr val="black">
                    <a:tint val="75000"/>
                  </a:prstClr>
                </a:solidFill>
              </a:rPr>
              <a:pPr/>
              <a:t>1/29/2026</a:t>
            </a:fld>
            <a:endParaRPr lang="en-US">
              <a:solidFill>
                <a:prstClr val="black">
                  <a:tint val="75000"/>
                </a:prstClr>
              </a:solidFill>
            </a:endParaRPr>
          </a:p>
        </p:txBody>
      </p:sp>
      <p:sp>
        <p:nvSpPr>
          <p:cNvPr id="8" name="Footer Placeholder 21">
            <a:extLst>
              <a:ext uri="{FF2B5EF4-FFF2-40B4-BE49-F238E27FC236}">
                <a16:creationId xmlns="" xmlns:a16="http://schemas.microsoft.com/office/drawing/2014/main" id="{6B98261C-30BA-738D-4D16-C7BBDF313553}"/>
              </a:ext>
            </a:extLst>
          </p:cNvPr>
          <p:cNvSpPr>
            <a:spLocks noGrp="1"/>
          </p:cNvSpPr>
          <p:nvPr>
            <p:ph type="ftr" sz="quarter" idx="11"/>
          </p:nvPr>
        </p:nvSpPr>
        <p:spPr/>
        <p:txBody>
          <a:bodyPr/>
          <a:lstStyle>
            <a:lvl1pPr>
              <a:defRPr/>
            </a:lvl1pPr>
          </a:lstStyle>
          <a:p>
            <a:endParaRPr lang="en-US">
              <a:solidFill>
                <a:prstClr val="black">
                  <a:tint val="75000"/>
                </a:prstClr>
              </a:solidFill>
            </a:endParaRPr>
          </a:p>
        </p:txBody>
      </p:sp>
      <p:sp>
        <p:nvSpPr>
          <p:cNvPr id="9" name="Slide Number Placeholder 17">
            <a:extLst>
              <a:ext uri="{FF2B5EF4-FFF2-40B4-BE49-F238E27FC236}">
                <a16:creationId xmlns="" xmlns:a16="http://schemas.microsoft.com/office/drawing/2014/main" id="{92F6EA5B-3D11-6EF3-031A-743DE54276A6}"/>
              </a:ext>
            </a:extLst>
          </p:cNvPr>
          <p:cNvSpPr>
            <a:spLocks noGrp="1"/>
          </p:cNvSpPr>
          <p:nvPr>
            <p:ph type="sldNum" sz="quarter" idx="12"/>
          </p:nvPr>
        </p:nvSpPr>
        <p:spPr/>
        <p:txBody>
          <a:bodyPr/>
          <a:lstStyle>
            <a:lvl1pPr>
              <a:defRPr/>
            </a:lvl1pPr>
          </a:lstStyle>
          <a:p>
            <a:fld id="{1772F34A-D7A6-4E25-AE91-C6FAF276AF7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2411628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1074400" cy="11430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en-US"/>
              <a:t>Click to edit Master title style</a:t>
            </a:r>
          </a:p>
        </p:txBody>
      </p:sp>
      <p:sp>
        <p:nvSpPr>
          <p:cNvPr id="3" name="Date Placeholder 9">
            <a:extLst>
              <a:ext uri="{FF2B5EF4-FFF2-40B4-BE49-F238E27FC236}">
                <a16:creationId xmlns="" xmlns:a16="http://schemas.microsoft.com/office/drawing/2014/main" id="{B37B7B22-0A11-15AB-E6A6-19519146F3F9}"/>
              </a:ext>
            </a:extLst>
          </p:cNvPr>
          <p:cNvSpPr>
            <a:spLocks noGrp="1"/>
          </p:cNvSpPr>
          <p:nvPr>
            <p:ph type="dt" sz="half" idx="10"/>
          </p:nvPr>
        </p:nvSpPr>
        <p:spPr/>
        <p:txBody>
          <a:bodyPr/>
          <a:lstStyle>
            <a:lvl1pPr>
              <a:defRPr/>
            </a:lvl1pPr>
          </a:lstStyle>
          <a:p>
            <a:fld id="{8071B994-63BE-42CB-86CF-D61E11122B27}" type="datetimeFigureOut">
              <a:rPr lang="en-US" smtClean="0">
                <a:solidFill>
                  <a:prstClr val="black">
                    <a:tint val="75000"/>
                  </a:prstClr>
                </a:solidFill>
              </a:rPr>
              <a:pPr/>
              <a:t>1/29/2026</a:t>
            </a:fld>
            <a:endParaRPr lang="en-US">
              <a:solidFill>
                <a:prstClr val="black">
                  <a:tint val="75000"/>
                </a:prstClr>
              </a:solidFill>
            </a:endParaRPr>
          </a:p>
        </p:txBody>
      </p:sp>
      <p:sp>
        <p:nvSpPr>
          <p:cNvPr id="4" name="Footer Placeholder 21">
            <a:extLst>
              <a:ext uri="{FF2B5EF4-FFF2-40B4-BE49-F238E27FC236}">
                <a16:creationId xmlns="" xmlns:a16="http://schemas.microsoft.com/office/drawing/2014/main" id="{826E76A3-412A-3686-3091-881CF3A5D517}"/>
              </a:ext>
            </a:extLst>
          </p:cNvPr>
          <p:cNvSpPr>
            <a:spLocks noGrp="1"/>
          </p:cNvSpPr>
          <p:nvPr>
            <p:ph type="ftr" sz="quarter" idx="11"/>
          </p:nvPr>
        </p:nvSpPr>
        <p:spPr/>
        <p:txBody>
          <a:bodyPr/>
          <a:lstStyle>
            <a:lvl1pPr>
              <a:defRPr/>
            </a:lvl1pPr>
          </a:lstStyle>
          <a:p>
            <a:endParaRPr lang="en-US">
              <a:solidFill>
                <a:prstClr val="black">
                  <a:tint val="75000"/>
                </a:prstClr>
              </a:solidFill>
            </a:endParaRPr>
          </a:p>
        </p:txBody>
      </p:sp>
      <p:sp>
        <p:nvSpPr>
          <p:cNvPr id="5" name="Slide Number Placeholder 17">
            <a:extLst>
              <a:ext uri="{FF2B5EF4-FFF2-40B4-BE49-F238E27FC236}">
                <a16:creationId xmlns="" xmlns:a16="http://schemas.microsoft.com/office/drawing/2014/main" id="{4A940A05-A920-74BC-57E3-9D0DCF04D016}"/>
              </a:ext>
            </a:extLst>
          </p:cNvPr>
          <p:cNvSpPr>
            <a:spLocks noGrp="1"/>
          </p:cNvSpPr>
          <p:nvPr>
            <p:ph type="sldNum" sz="quarter" idx="12"/>
          </p:nvPr>
        </p:nvSpPr>
        <p:spPr/>
        <p:txBody>
          <a:bodyPr/>
          <a:lstStyle>
            <a:lvl1pPr>
              <a:defRPr/>
            </a:lvl1pPr>
          </a:lstStyle>
          <a:p>
            <a:fld id="{1772F34A-D7A6-4E25-AE91-C6FAF276AF7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52380917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a:extLst>
              <a:ext uri="{FF2B5EF4-FFF2-40B4-BE49-F238E27FC236}">
                <a16:creationId xmlns="" xmlns:a16="http://schemas.microsoft.com/office/drawing/2014/main" id="{AF4E3E08-844D-1CB7-AC90-8F0836452B84}"/>
              </a:ext>
            </a:extLst>
          </p:cNvPr>
          <p:cNvSpPr>
            <a:spLocks noGrp="1"/>
          </p:cNvSpPr>
          <p:nvPr>
            <p:ph type="dt" sz="half" idx="10"/>
          </p:nvPr>
        </p:nvSpPr>
        <p:spPr/>
        <p:txBody>
          <a:bodyPr/>
          <a:lstStyle>
            <a:lvl1pPr>
              <a:defRPr/>
            </a:lvl1pPr>
          </a:lstStyle>
          <a:p>
            <a:fld id="{8071B994-63BE-42CB-86CF-D61E11122B27}" type="datetimeFigureOut">
              <a:rPr lang="en-US" smtClean="0">
                <a:solidFill>
                  <a:prstClr val="black">
                    <a:tint val="75000"/>
                  </a:prstClr>
                </a:solidFill>
              </a:rPr>
              <a:pPr/>
              <a:t>1/29/2026</a:t>
            </a:fld>
            <a:endParaRPr lang="en-US">
              <a:solidFill>
                <a:prstClr val="black">
                  <a:tint val="75000"/>
                </a:prstClr>
              </a:solidFill>
            </a:endParaRPr>
          </a:p>
        </p:txBody>
      </p:sp>
      <p:sp>
        <p:nvSpPr>
          <p:cNvPr id="3" name="Footer Placeholder 21">
            <a:extLst>
              <a:ext uri="{FF2B5EF4-FFF2-40B4-BE49-F238E27FC236}">
                <a16:creationId xmlns="" xmlns:a16="http://schemas.microsoft.com/office/drawing/2014/main" id="{777210AF-684E-F1BF-A27B-07DE8A2FEA84}"/>
              </a:ext>
            </a:extLst>
          </p:cNvPr>
          <p:cNvSpPr>
            <a:spLocks noGrp="1"/>
          </p:cNvSpPr>
          <p:nvPr>
            <p:ph type="ftr" sz="quarter" idx="11"/>
          </p:nvPr>
        </p:nvSpPr>
        <p:spPr/>
        <p:txBody>
          <a:bodyPr/>
          <a:lstStyle>
            <a:lvl1pPr>
              <a:defRPr/>
            </a:lvl1pPr>
          </a:lstStyle>
          <a:p>
            <a:endParaRPr lang="en-US">
              <a:solidFill>
                <a:prstClr val="black">
                  <a:tint val="75000"/>
                </a:prstClr>
              </a:solidFill>
            </a:endParaRPr>
          </a:p>
        </p:txBody>
      </p:sp>
      <p:sp>
        <p:nvSpPr>
          <p:cNvPr id="4" name="Slide Number Placeholder 17">
            <a:extLst>
              <a:ext uri="{FF2B5EF4-FFF2-40B4-BE49-F238E27FC236}">
                <a16:creationId xmlns="" xmlns:a16="http://schemas.microsoft.com/office/drawing/2014/main" id="{864BA92F-4B20-8D2B-8674-518E29C22CEE}"/>
              </a:ext>
            </a:extLst>
          </p:cNvPr>
          <p:cNvSpPr>
            <a:spLocks noGrp="1"/>
          </p:cNvSpPr>
          <p:nvPr>
            <p:ph type="sldNum" sz="quarter" idx="12"/>
          </p:nvPr>
        </p:nvSpPr>
        <p:spPr/>
        <p:txBody>
          <a:bodyPr/>
          <a:lstStyle>
            <a:lvl1pPr>
              <a:defRPr/>
            </a:lvl1pPr>
          </a:lstStyle>
          <a:p>
            <a:fld id="{1772F34A-D7A6-4E25-AE91-C6FAF276AF7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4611874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514352"/>
            <a:ext cx="3657600" cy="1162050"/>
          </a:xfrm>
        </p:spPr>
        <p:txBody>
          <a:bodyPr>
            <a:noAutofit/>
          </a:bodyPr>
          <a:lstStyle>
            <a:lvl1pPr algn="l" rtl="0">
              <a:spcBef>
                <a:spcPct val="0"/>
              </a:spcBef>
              <a:buNone/>
              <a:defRPr sz="2600" b="0">
                <a:ln>
                  <a:noFill/>
                </a:ln>
                <a:solidFill>
                  <a:schemeClr val="tx2"/>
                </a:solidFill>
                <a:effectLst/>
                <a:latin typeface="+mj-lt"/>
                <a:ea typeface="+mj-ea"/>
                <a:cs typeface="+mj-cs"/>
              </a:defRPr>
            </a:lvl1pPr>
          </a:lstStyle>
          <a:p>
            <a:r>
              <a:rPr lang="en-US"/>
              <a:t>Click to edit Master title style</a:t>
            </a:r>
          </a:p>
        </p:txBody>
      </p:sp>
      <p:sp>
        <p:nvSpPr>
          <p:cNvPr id="3" name="Text Placeholder 2"/>
          <p:cNvSpPr>
            <a:spLocks noGrp="1"/>
          </p:cNvSpPr>
          <p:nvPr>
            <p:ph type="body" idx="2"/>
          </p:nvPr>
        </p:nvSpPr>
        <p:spPr>
          <a:xfrm>
            <a:off x="914400" y="1676400"/>
            <a:ext cx="36576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a:r>
              <a:rPr lang="en-US"/>
              <a:t>Click to edit Master text styles</a:t>
            </a:r>
          </a:p>
        </p:txBody>
      </p:sp>
      <p:sp>
        <p:nvSpPr>
          <p:cNvPr id="4" name="Content Placeholder 3"/>
          <p:cNvSpPr>
            <a:spLocks noGrp="1"/>
          </p:cNvSpPr>
          <p:nvPr>
            <p:ph sz="half" idx="1"/>
          </p:nvPr>
        </p:nvSpPr>
        <p:spPr>
          <a:xfrm>
            <a:off x="4766733" y="1676400"/>
            <a:ext cx="6815667" cy="4572000"/>
          </a:xfrm>
        </p:spPr>
        <p:txBody>
          <a:bodyPr tIns="0"/>
          <a:lstStyle>
            <a:lvl1pPr>
              <a:defRPr sz="2800"/>
            </a:lvl1pPr>
            <a:lvl2pPr>
              <a:defRPr sz="2600"/>
            </a:lvl2pPr>
            <a:lvl3pPr>
              <a:defRPr sz="2400"/>
            </a:lvl3pPr>
            <a:lvl4pPr>
              <a:defRPr sz="20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9">
            <a:extLst>
              <a:ext uri="{FF2B5EF4-FFF2-40B4-BE49-F238E27FC236}">
                <a16:creationId xmlns="" xmlns:a16="http://schemas.microsoft.com/office/drawing/2014/main" id="{8C24556C-6929-CF1E-898D-F88FA27BF427}"/>
              </a:ext>
            </a:extLst>
          </p:cNvPr>
          <p:cNvSpPr>
            <a:spLocks noGrp="1"/>
          </p:cNvSpPr>
          <p:nvPr>
            <p:ph type="dt" sz="half" idx="10"/>
          </p:nvPr>
        </p:nvSpPr>
        <p:spPr/>
        <p:txBody>
          <a:bodyPr/>
          <a:lstStyle>
            <a:lvl1pPr>
              <a:defRPr/>
            </a:lvl1pPr>
          </a:lstStyle>
          <a:p>
            <a:fld id="{8071B994-63BE-42CB-86CF-D61E11122B27}" type="datetimeFigureOut">
              <a:rPr lang="en-US" smtClean="0">
                <a:solidFill>
                  <a:prstClr val="black">
                    <a:tint val="75000"/>
                  </a:prstClr>
                </a:solidFill>
              </a:rPr>
              <a:pPr/>
              <a:t>1/29/2026</a:t>
            </a:fld>
            <a:endParaRPr lang="en-US">
              <a:solidFill>
                <a:prstClr val="black">
                  <a:tint val="75000"/>
                </a:prstClr>
              </a:solidFill>
            </a:endParaRPr>
          </a:p>
        </p:txBody>
      </p:sp>
      <p:sp>
        <p:nvSpPr>
          <p:cNvPr id="6" name="Footer Placeholder 21">
            <a:extLst>
              <a:ext uri="{FF2B5EF4-FFF2-40B4-BE49-F238E27FC236}">
                <a16:creationId xmlns="" xmlns:a16="http://schemas.microsoft.com/office/drawing/2014/main" id="{740B5BEF-A631-2171-44ED-B2F87B640235}"/>
              </a:ext>
            </a:extLst>
          </p:cNvPr>
          <p:cNvSpPr>
            <a:spLocks noGrp="1"/>
          </p:cNvSpPr>
          <p:nvPr>
            <p:ph type="ftr" sz="quarter" idx="11"/>
          </p:nvPr>
        </p:nvSpPr>
        <p:spPr/>
        <p:txBody>
          <a:bodyPr/>
          <a:lstStyle>
            <a:lvl1pPr>
              <a:defRPr/>
            </a:lvl1pPr>
          </a:lstStyle>
          <a:p>
            <a:endParaRPr lang="en-US">
              <a:solidFill>
                <a:prstClr val="black">
                  <a:tint val="75000"/>
                </a:prstClr>
              </a:solidFill>
            </a:endParaRPr>
          </a:p>
        </p:txBody>
      </p:sp>
      <p:sp>
        <p:nvSpPr>
          <p:cNvPr id="7" name="Slide Number Placeholder 17">
            <a:extLst>
              <a:ext uri="{FF2B5EF4-FFF2-40B4-BE49-F238E27FC236}">
                <a16:creationId xmlns="" xmlns:a16="http://schemas.microsoft.com/office/drawing/2014/main" id="{94137D53-FD1A-9229-0E54-AC84023B44B5}"/>
              </a:ext>
            </a:extLst>
          </p:cNvPr>
          <p:cNvSpPr>
            <a:spLocks noGrp="1"/>
          </p:cNvSpPr>
          <p:nvPr>
            <p:ph type="sldNum" sz="quarter" idx="12"/>
          </p:nvPr>
        </p:nvSpPr>
        <p:spPr/>
        <p:txBody>
          <a:bodyPr/>
          <a:lstStyle>
            <a:lvl1pPr>
              <a:defRPr/>
            </a:lvl1pPr>
          </a:lstStyle>
          <a:p>
            <a:fld id="{1772F34A-D7A6-4E25-AE91-C6FAF276AF7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53774569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Snip and Round Single Corner Rectangle 13">
            <a:extLst>
              <a:ext uri="{FF2B5EF4-FFF2-40B4-BE49-F238E27FC236}">
                <a16:creationId xmlns="" xmlns:a16="http://schemas.microsoft.com/office/drawing/2014/main" id="{D93109B5-8F95-7E65-E5F9-117FEE5A64EB}"/>
              </a:ext>
            </a:extLst>
          </p:cNvPr>
          <p:cNvSpPr/>
          <p:nvPr/>
        </p:nvSpPr>
        <p:spPr>
          <a:xfrm rot="420000" flipV="1">
            <a:off x="4220633" y="1108075"/>
            <a:ext cx="70104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6" name="Right Triangle 5">
            <a:extLst>
              <a:ext uri="{FF2B5EF4-FFF2-40B4-BE49-F238E27FC236}">
                <a16:creationId xmlns="" xmlns:a16="http://schemas.microsoft.com/office/drawing/2014/main" id="{96C92426-906F-D443-30A2-5E80673566C3}"/>
              </a:ext>
            </a:extLst>
          </p:cNvPr>
          <p:cNvSpPr/>
          <p:nvPr/>
        </p:nvSpPr>
        <p:spPr>
          <a:xfrm rot="420000" flipV="1">
            <a:off x="10672234" y="5359401"/>
            <a:ext cx="207433" cy="1555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7" name="Freeform 15">
            <a:extLst>
              <a:ext uri="{FF2B5EF4-FFF2-40B4-BE49-F238E27FC236}">
                <a16:creationId xmlns="" xmlns:a16="http://schemas.microsoft.com/office/drawing/2014/main" id="{EFCFD484-8EBA-C3D7-FDA7-184DF0770F92}"/>
              </a:ext>
            </a:extLst>
          </p:cNvPr>
          <p:cNvSpPr>
            <a:spLocks/>
          </p:cNvSpPr>
          <p:nvPr/>
        </p:nvSpPr>
        <p:spPr bwMode="auto">
          <a:xfrm flipV="1">
            <a:off x="-12700" y="5816600"/>
            <a:ext cx="1221740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eaLnBrk="1" hangingPunct="1">
              <a:defRPr/>
            </a:pPr>
            <a:endParaRPr lang="en-US">
              <a:latin typeface="+mn-lt"/>
            </a:endParaRPr>
          </a:p>
        </p:txBody>
      </p:sp>
      <p:sp>
        <p:nvSpPr>
          <p:cNvPr id="8" name="Freeform 16">
            <a:extLst>
              <a:ext uri="{FF2B5EF4-FFF2-40B4-BE49-F238E27FC236}">
                <a16:creationId xmlns="" xmlns:a16="http://schemas.microsoft.com/office/drawing/2014/main" id="{A6CFE860-F372-F3AF-EA70-DE43594F603D}"/>
              </a:ext>
            </a:extLst>
          </p:cNvPr>
          <p:cNvSpPr>
            <a:spLocks/>
          </p:cNvSpPr>
          <p:nvPr/>
        </p:nvSpPr>
        <p:spPr bwMode="auto">
          <a:xfrm flipV="1">
            <a:off x="5842000" y="6219826"/>
            <a:ext cx="63500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eaLnBrk="1" hangingPunct="1">
              <a:defRPr/>
            </a:pPr>
            <a:endParaRPr lang="en-US">
              <a:latin typeface="+mn-lt"/>
            </a:endParaRPr>
          </a:p>
        </p:txBody>
      </p:sp>
      <p:sp>
        <p:nvSpPr>
          <p:cNvPr id="2" name="Title 1"/>
          <p:cNvSpPr>
            <a:spLocks noGrp="1"/>
          </p:cNvSpPr>
          <p:nvPr>
            <p:ph type="title"/>
          </p:nvPr>
        </p:nvSpPr>
        <p:spPr>
          <a:xfrm>
            <a:off x="812800" y="1176997"/>
            <a:ext cx="2950464" cy="1582621"/>
          </a:xfrm>
        </p:spPr>
        <p:txBody>
          <a:bodyPr lIns="45720" rIns="45720" bIns="45720"/>
          <a:lstStyle>
            <a:lvl1pPr algn="l">
              <a:buNone/>
              <a:defRPr sz="2000" b="1">
                <a:solidFill>
                  <a:schemeClr val="tx2"/>
                </a:solidFill>
              </a:defRPr>
            </a:lvl1pPr>
          </a:lstStyle>
          <a:p>
            <a:r>
              <a:rPr lang="en-US"/>
              <a:t>Click to edit Master title style</a:t>
            </a:r>
          </a:p>
        </p:txBody>
      </p:sp>
      <p:sp>
        <p:nvSpPr>
          <p:cNvPr id="4" name="Text Placeholder 3"/>
          <p:cNvSpPr>
            <a:spLocks noGrp="1"/>
          </p:cNvSpPr>
          <p:nvPr>
            <p:ph type="body" sz="half" idx="2"/>
          </p:nvPr>
        </p:nvSpPr>
        <p:spPr>
          <a:xfrm>
            <a:off x="812800" y="2828785"/>
            <a:ext cx="2946400" cy="2179320"/>
          </a:xfrm>
        </p:spPr>
        <p:txBody>
          <a:bodyPr lIns="64008" rIns="45720"/>
          <a:lstStyle>
            <a:lvl1pPr marL="0" indent="0" algn="l">
              <a:spcBef>
                <a:spcPts val="250"/>
              </a:spcBef>
              <a:buFontTx/>
              <a:buNone/>
              <a:defRPr sz="1300"/>
            </a:lvl1pPr>
            <a:lvl2pPr>
              <a:defRPr sz="1200"/>
            </a:lvl2pPr>
            <a:lvl3pPr>
              <a:defRPr sz="1000"/>
            </a:lvl3pPr>
            <a:lvl4pPr>
              <a:defRPr sz="900"/>
            </a:lvl4pPr>
            <a:lvl5pPr>
              <a:defRPr sz="900"/>
            </a:lvl5pPr>
          </a:lstStyle>
          <a:p>
            <a:pPr lvl="0"/>
            <a:r>
              <a:rPr lang="en-US"/>
              <a:t>Click to edit Master text styles</a:t>
            </a:r>
          </a:p>
        </p:txBody>
      </p:sp>
      <p:sp>
        <p:nvSpPr>
          <p:cNvPr id="3" name="Picture Placeholder 2"/>
          <p:cNvSpPr>
            <a:spLocks noGrp="1"/>
          </p:cNvSpPr>
          <p:nvPr>
            <p:ph type="pic" idx="1"/>
          </p:nvPr>
        </p:nvSpPr>
        <p:spPr>
          <a:xfrm rot="420000">
            <a:off x="4647724" y="1199517"/>
            <a:ext cx="6156960" cy="3931920"/>
          </a:xfrm>
          <a:prstGeom prst="rect">
            <a:avLst/>
          </a:prstGeom>
          <a:solidFill>
            <a:schemeClr val="bg2"/>
          </a:solidFill>
          <a:ln w="3000" cap="rnd">
            <a:solidFill>
              <a:srgbClr val="C0C0C0"/>
            </a:solidFill>
            <a:round/>
          </a:ln>
          <a:effectLst/>
        </p:spPr>
        <p:txBody>
          <a:bodyPr>
            <a:normAutofit/>
          </a:bodyPr>
          <a:lstStyle>
            <a:lvl1pPr marL="0" indent="0">
              <a:buNone/>
              <a:defRPr sz="3200"/>
            </a:lvl1pPr>
          </a:lstStyle>
          <a:p>
            <a:pPr lvl="0"/>
            <a:r>
              <a:rPr lang="en-US" noProof="0"/>
              <a:t>Click icon to add picture</a:t>
            </a:r>
            <a:endParaRPr lang="en-US" noProof="0" dirty="0"/>
          </a:p>
        </p:txBody>
      </p:sp>
      <p:sp>
        <p:nvSpPr>
          <p:cNvPr id="9" name="Date Placeholder 4">
            <a:extLst>
              <a:ext uri="{FF2B5EF4-FFF2-40B4-BE49-F238E27FC236}">
                <a16:creationId xmlns="" xmlns:a16="http://schemas.microsoft.com/office/drawing/2014/main" id="{BEB17C22-FF8E-CD81-1009-A93CC01D99AF}"/>
              </a:ext>
            </a:extLst>
          </p:cNvPr>
          <p:cNvSpPr>
            <a:spLocks noGrp="1"/>
          </p:cNvSpPr>
          <p:nvPr>
            <p:ph type="dt" sz="half" idx="10"/>
          </p:nvPr>
        </p:nvSpPr>
        <p:spPr/>
        <p:txBody>
          <a:bodyPr/>
          <a:lstStyle>
            <a:lvl1pPr>
              <a:defRPr/>
            </a:lvl1pPr>
          </a:lstStyle>
          <a:p>
            <a:fld id="{8071B994-63BE-42CB-86CF-D61E11122B27}" type="datetimeFigureOut">
              <a:rPr lang="en-US" smtClean="0">
                <a:solidFill>
                  <a:prstClr val="black">
                    <a:tint val="75000"/>
                  </a:prstClr>
                </a:solidFill>
              </a:rPr>
              <a:pPr/>
              <a:t>1/29/2026</a:t>
            </a:fld>
            <a:endParaRPr lang="en-US">
              <a:solidFill>
                <a:prstClr val="black">
                  <a:tint val="75000"/>
                </a:prstClr>
              </a:solidFill>
            </a:endParaRPr>
          </a:p>
        </p:txBody>
      </p:sp>
      <p:sp>
        <p:nvSpPr>
          <p:cNvPr id="10" name="Footer Placeholder 5">
            <a:extLst>
              <a:ext uri="{FF2B5EF4-FFF2-40B4-BE49-F238E27FC236}">
                <a16:creationId xmlns="" xmlns:a16="http://schemas.microsoft.com/office/drawing/2014/main" id="{962E28DA-ED19-5DD0-ED93-87A11FF64043}"/>
              </a:ext>
            </a:extLst>
          </p:cNvPr>
          <p:cNvSpPr>
            <a:spLocks noGrp="1"/>
          </p:cNvSpPr>
          <p:nvPr>
            <p:ph type="ftr" sz="quarter" idx="11"/>
          </p:nvPr>
        </p:nvSpPr>
        <p:spPr/>
        <p:txBody>
          <a:bodyPr/>
          <a:lstStyle>
            <a:lvl1pPr>
              <a:defRPr/>
            </a:lvl1pPr>
          </a:lstStyle>
          <a:p>
            <a:endParaRPr lang="en-US">
              <a:solidFill>
                <a:prstClr val="black">
                  <a:tint val="75000"/>
                </a:prstClr>
              </a:solidFill>
            </a:endParaRPr>
          </a:p>
        </p:txBody>
      </p:sp>
      <p:sp>
        <p:nvSpPr>
          <p:cNvPr id="11" name="Slide Number Placeholder 6">
            <a:extLst>
              <a:ext uri="{FF2B5EF4-FFF2-40B4-BE49-F238E27FC236}">
                <a16:creationId xmlns="" xmlns:a16="http://schemas.microsoft.com/office/drawing/2014/main" id="{796F5744-DED2-BE04-53F4-B6FCCCF67636}"/>
              </a:ext>
            </a:extLst>
          </p:cNvPr>
          <p:cNvSpPr>
            <a:spLocks noGrp="1"/>
          </p:cNvSpPr>
          <p:nvPr>
            <p:ph type="sldNum" sz="quarter" idx="12"/>
          </p:nvPr>
        </p:nvSpPr>
        <p:spPr>
          <a:xfrm>
            <a:off x="10769600" y="6356351"/>
            <a:ext cx="812800" cy="365125"/>
          </a:xfrm>
        </p:spPr>
        <p:txBody>
          <a:bodyPr/>
          <a:lstStyle>
            <a:lvl1pPr>
              <a:defRPr/>
            </a:lvl1pPr>
          </a:lstStyle>
          <a:p>
            <a:fld id="{1772F34A-D7A6-4E25-AE91-C6FAF276AF7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3157566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a:extLst>
              <a:ext uri="{FF2B5EF4-FFF2-40B4-BE49-F238E27FC236}">
                <a16:creationId xmlns="" xmlns:a16="http://schemas.microsoft.com/office/drawing/2014/main" id="{15B035E5-5FED-9EDE-24C8-6831B2945FD7}"/>
              </a:ext>
            </a:extLst>
          </p:cNvPr>
          <p:cNvSpPr>
            <a:spLocks noGrp="1"/>
          </p:cNvSpPr>
          <p:nvPr>
            <p:ph type="dt" sz="half" idx="10"/>
          </p:nvPr>
        </p:nvSpPr>
        <p:spPr/>
        <p:txBody>
          <a:bodyPr/>
          <a:lstStyle>
            <a:lvl1pPr>
              <a:defRPr/>
            </a:lvl1pPr>
          </a:lstStyle>
          <a:p>
            <a:fld id="{8071B994-63BE-42CB-86CF-D61E11122B27}" type="datetimeFigureOut">
              <a:rPr lang="en-US" smtClean="0">
                <a:solidFill>
                  <a:prstClr val="black">
                    <a:tint val="75000"/>
                  </a:prstClr>
                </a:solidFill>
              </a:rPr>
              <a:pPr/>
              <a:t>1/29/2026</a:t>
            </a:fld>
            <a:endParaRPr lang="en-US">
              <a:solidFill>
                <a:prstClr val="black">
                  <a:tint val="75000"/>
                </a:prstClr>
              </a:solidFill>
            </a:endParaRPr>
          </a:p>
        </p:txBody>
      </p:sp>
      <p:sp>
        <p:nvSpPr>
          <p:cNvPr id="5" name="Footer Placeholder 21">
            <a:extLst>
              <a:ext uri="{FF2B5EF4-FFF2-40B4-BE49-F238E27FC236}">
                <a16:creationId xmlns="" xmlns:a16="http://schemas.microsoft.com/office/drawing/2014/main" id="{E65AF5BB-9BC8-0147-2675-43C409DF488F}"/>
              </a:ext>
            </a:extLst>
          </p:cNvPr>
          <p:cNvSpPr>
            <a:spLocks noGrp="1"/>
          </p:cNvSpPr>
          <p:nvPr>
            <p:ph type="ftr" sz="quarter" idx="11"/>
          </p:nvPr>
        </p:nvSpPr>
        <p:spPr/>
        <p:txBody>
          <a:bodyPr/>
          <a:lstStyle>
            <a:lvl1pPr>
              <a:defRPr/>
            </a:lvl1pPr>
          </a:lstStyle>
          <a:p>
            <a:endParaRPr lang="en-US">
              <a:solidFill>
                <a:prstClr val="black">
                  <a:tint val="75000"/>
                </a:prstClr>
              </a:solidFill>
            </a:endParaRPr>
          </a:p>
        </p:txBody>
      </p:sp>
      <p:sp>
        <p:nvSpPr>
          <p:cNvPr id="6" name="Slide Number Placeholder 17">
            <a:extLst>
              <a:ext uri="{FF2B5EF4-FFF2-40B4-BE49-F238E27FC236}">
                <a16:creationId xmlns="" xmlns:a16="http://schemas.microsoft.com/office/drawing/2014/main" id="{B88A393B-71D2-1BD5-0119-826DBE4C93FE}"/>
              </a:ext>
            </a:extLst>
          </p:cNvPr>
          <p:cNvSpPr>
            <a:spLocks noGrp="1"/>
          </p:cNvSpPr>
          <p:nvPr>
            <p:ph type="sldNum" sz="quarter" idx="12"/>
          </p:nvPr>
        </p:nvSpPr>
        <p:spPr/>
        <p:txBody>
          <a:bodyPr/>
          <a:lstStyle>
            <a:lvl1pPr>
              <a:defRPr/>
            </a:lvl1pPr>
          </a:lstStyle>
          <a:p>
            <a:fld id="{1772F34A-D7A6-4E25-AE91-C6FAF276AF7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41730244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914402"/>
            <a:ext cx="2743200" cy="52117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914402"/>
            <a:ext cx="8026400" cy="52117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a:extLst>
              <a:ext uri="{FF2B5EF4-FFF2-40B4-BE49-F238E27FC236}">
                <a16:creationId xmlns="" xmlns:a16="http://schemas.microsoft.com/office/drawing/2014/main" id="{18529199-EE63-AFDD-84F1-426A9C9B2776}"/>
              </a:ext>
            </a:extLst>
          </p:cNvPr>
          <p:cNvSpPr>
            <a:spLocks noGrp="1"/>
          </p:cNvSpPr>
          <p:nvPr>
            <p:ph type="dt" sz="half" idx="10"/>
          </p:nvPr>
        </p:nvSpPr>
        <p:spPr/>
        <p:txBody>
          <a:bodyPr/>
          <a:lstStyle>
            <a:lvl1pPr>
              <a:defRPr/>
            </a:lvl1pPr>
          </a:lstStyle>
          <a:p>
            <a:fld id="{8071B994-63BE-42CB-86CF-D61E11122B27}" type="datetimeFigureOut">
              <a:rPr lang="en-US" smtClean="0">
                <a:solidFill>
                  <a:prstClr val="black">
                    <a:tint val="75000"/>
                  </a:prstClr>
                </a:solidFill>
              </a:rPr>
              <a:pPr/>
              <a:t>1/29/2026</a:t>
            </a:fld>
            <a:endParaRPr lang="en-US">
              <a:solidFill>
                <a:prstClr val="black">
                  <a:tint val="75000"/>
                </a:prstClr>
              </a:solidFill>
            </a:endParaRPr>
          </a:p>
        </p:txBody>
      </p:sp>
      <p:sp>
        <p:nvSpPr>
          <p:cNvPr id="5" name="Footer Placeholder 21">
            <a:extLst>
              <a:ext uri="{FF2B5EF4-FFF2-40B4-BE49-F238E27FC236}">
                <a16:creationId xmlns="" xmlns:a16="http://schemas.microsoft.com/office/drawing/2014/main" id="{20E75482-F3F2-076B-3B18-6DF36B0E9801}"/>
              </a:ext>
            </a:extLst>
          </p:cNvPr>
          <p:cNvSpPr>
            <a:spLocks noGrp="1"/>
          </p:cNvSpPr>
          <p:nvPr>
            <p:ph type="ftr" sz="quarter" idx="11"/>
          </p:nvPr>
        </p:nvSpPr>
        <p:spPr/>
        <p:txBody>
          <a:bodyPr/>
          <a:lstStyle>
            <a:lvl1pPr>
              <a:defRPr/>
            </a:lvl1pPr>
          </a:lstStyle>
          <a:p>
            <a:endParaRPr lang="en-US">
              <a:solidFill>
                <a:prstClr val="black">
                  <a:tint val="75000"/>
                </a:prstClr>
              </a:solidFill>
            </a:endParaRPr>
          </a:p>
        </p:txBody>
      </p:sp>
      <p:sp>
        <p:nvSpPr>
          <p:cNvPr id="6" name="Slide Number Placeholder 17">
            <a:extLst>
              <a:ext uri="{FF2B5EF4-FFF2-40B4-BE49-F238E27FC236}">
                <a16:creationId xmlns="" xmlns:a16="http://schemas.microsoft.com/office/drawing/2014/main" id="{5DF13457-6662-86CB-2F0A-44761BD70AA4}"/>
              </a:ext>
            </a:extLst>
          </p:cNvPr>
          <p:cNvSpPr>
            <a:spLocks noGrp="1"/>
          </p:cNvSpPr>
          <p:nvPr>
            <p:ph type="sldNum" sz="quarter" idx="12"/>
          </p:nvPr>
        </p:nvSpPr>
        <p:spPr/>
        <p:txBody>
          <a:bodyPr/>
          <a:lstStyle>
            <a:lvl1pPr>
              <a:defRPr/>
            </a:lvl1pPr>
          </a:lstStyle>
          <a:p>
            <a:fld id="{1772F34A-D7A6-4E25-AE91-C6FAF276AF7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90083855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9" name="Title 8"/>
          <p:cNvSpPr>
            <a:spLocks noGrp="1"/>
          </p:cNvSpPr>
          <p:nvPr>
            <p:ph type="ctrTitle"/>
          </p:nvPr>
        </p:nvSpPr>
        <p:spPr>
          <a:xfrm>
            <a:off x="711200" y="1371600"/>
            <a:ext cx="10468864" cy="182880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en-US"/>
              <a:t>Click to edit Master title style</a:t>
            </a:r>
          </a:p>
        </p:txBody>
      </p:sp>
      <p:sp>
        <p:nvSpPr>
          <p:cNvPr id="17" name="Subtitle 16"/>
          <p:cNvSpPr>
            <a:spLocks noGrp="1"/>
          </p:cNvSpPr>
          <p:nvPr>
            <p:ph type="subTitle" idx="1"/>
          </p:nvPr>
        </p:nvSpPr>
        <p:spPr>
          <a:xfrm>
            <a:off x="711200" y="3228536"/>
            <a:ext cx="10472928"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2" name="Date Placeholder 29">
            <a:extLst>
              <a:ext uri="{FF2B5EF4-FFF2-40B4-BE49-F238E27FC236}">
                <a16:creationId xmlns="" xmlns:a16="http://schemas.microsoft.com/office/drawing/2014/main" id="{EC2D0C4F-CE30-BC80-5192-46C63211D5AD}"/>
              </a:ext>
            </a:extLst>
          </p:cNvPr>
          <p:cNvSpPr>
            <a:spLocks noGrp="1"/>
          </p:cNvSpPr>
          <p:nvPr>
            <p:ph type="dt" sz="half" idx="10"/>
          </p:nvPr>
        </p:nvSpPr>
        <p:spPr/>
        <p:txBody>
          <a:bodyPr/>
          <a:lstStyle>
            <a:lvl1pPr>
              <a:defRPr/>
            </a:lvl1pPr>
          </a:lstStyle>
          <a:p>
            <a:fld id="{8071B994-63BE-42CB-86CF-D61E11122B27}" type="datetimeFigureOut">
              <a:rPr lang="en-US" smtClean="0">
                <a:solidFill>
                  <a:prstClr val="black">
                    <a:tint val="75000"/>
                  </a:prstClr>
                </a:solidFill>
              </a:rPr>
              <a:pPr/>
              <a:t>1/29/2026</a:t>
            </a:fld>
            <a:endParaRPr lang="en-US">
              <a:solidFill>
                <a:prstClr val="black">
                  <a:tint val="75000"/>
                </a:prstClr>
              </a:solidFill>
            </a:endParaRPr>
          </a:p>
        </p:txBody>
      </p:sp>
      <p:sp>
        <p:nvSpPr>
          <p:cNvPr id="3" name="Footer Placeholder 18">
            <a:extLst>
              <a:ext uri="{FF2B5EF4-FFF2-40B4-BE49-F238E27FC236}">
                <a16:creationId xmlns="" xmlns:a16="http://schemas.microsoft.com/office/drawing/2014/main" id="{C6E335F0-C8E3-B1AA-5842-B8F37869786A}"/>
              </a:ext>
            </a:extLst>
          </p:cNvPr>
          <p:cNvSpPr>
            <a:spLocks noGrp="1"/>
          </p:cNvSpPr>
          <p:nvPr>
            <p:ph type="ftr" sz="quarter" idx="11"/>
          </p:nvPr>
        </p:nvSpPr>
        <p:spPr/>
        <p:txBody>
          <a:bodyPr/>
          <a:lstStyle>
            <a:lvl1pPr>
              <a:defRPr/>
            </a:lvl1pPr>
          </a:lstStyle>
          <a:p>
            <a:endParaRPr lang="en-US">
              <a:solidFill>
                <a:prstClr val="black">
                  <a:tint val="75000"/>
                </a:prstClr>
              </a:solidFill>
            </a:endParaRPr>
          </a:p>
        </p:txBody>
      </p:sp>
      <p:sp>
        <p:nvSpPr>
          <p:cNvPr id="4" name="Slide Number Placeholder 26">
            <a:extLst>
              <a:ext uri="{FF2B5EF4-FFF2-40B4-BE49-F238E27FC236}">
                <a16:creationId xmlns="" xmlns:a16="http://schemas.microsoft.com/office/drawing/2014/main" id="{594B2326-90D1-CF1B-6852-F105E2616CAD}"/>
              </a:ext>
            </a:extLst>
          </p:cNvPr>
          <p:cNvSpPr>
            <a:spLocks noGrp="1"/>
          </p:cNvSpPr>
          <p:nvPr>
            <p:ph type="sldNum" sz="quarter" idx="12"/>
          </p:nvPr>
        </p:nvSpPr>
        <p:spPr/>
        <p:txBody>
          <a:bodyPr/>
          <a:lstStyle>
            <a:lvl1pPr>
              <a:defRPr>
                <a:solidFill>
                  <a:srgbClr val="D1EAEE"/>
                </a:solidFill>
              </a:defRPr>
            </a:lvl1pPr>
          </a:lstStyle>
          <a:p>
            <a:fld id="{1772F34A-D7A6-4E25-AE91-C6FAF276AF7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355681583"/>
      </p:ext>
    </p:extLst>
  </p:cSld>
  <p:clrMapOvr>
    <a:overrideClrMapping bg1="dk1" tx1="lt1" bg2="dk2" tx2="lt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a:extLst>
              <a:ext uri="{FF2B5EF4-FFF2-40B4-BE49-F238E27FC236}">
                <a16:creationId xmlns="" xmlns:a16="http://schemas.microsoft.com/office/drawing/2014/main" id="{B7669D41-CBA5-5AA3-9DF7-5BBD1E5E4E13}"/>
              </a:ext>
            </a:extLst>
          </p:cNvPr>
          <p:cNvSpPr>
            <a:spLocks noGrp="1"/>
          </p:cNvSpPr>
          <p:nvPr>
            <p:ph type="dt" sz="half" idx="10"/>
          </p:nvPr>
        </p:nvSpPr>
        <p:spPr/>
        <p:txBody>
          <a:bodyPr/>
          <a:lstStyle>
            <a:lvl1pPr>
              <a:defRPr/>
            </a:lvl1pPr>
          </a:lstStyle>
          <a:p>
            <a:fld id="{8071B994-63BE-42CB-86CF-D61E11122B27}" type="datetimeFigureOut">
              <a:rPr lang="en-US" smtClean="0">
                <a:solidFill>
                  <a:prstClr val="black">
                    <a:tint val="75000"/>
                  </a:prstClr>
                </a:solidFill>
              </a:rPr>
              <a:pPr/>
              <a:t>1/29/2026</a:t>
            </a:fld>
            <a:endParaRPr lang="en-US">
              <a:solidFill>
                <a:prstClr val="black">
                  <a:tint val="75000"/>
                </a:prstClr>
              </a:solidFill>
            </a:endParaRPr>
          </a:p>
        </p:txBody>
      </p:sp>
      <p:sp>
        <p:nvSpPr>
          <p:cNvPr id="5" name="Footer Placeholder 21">
            <a:extLst>
              <a:ext uri="{FF2B5EF4-FFF2-40B4-BE49-F238E27FC236}">
                <a16:creationId xmlns="" xmlns:a16="http://schemas.microsoft.com/office/drawing/2014/main" id="{1D6B72C4-450C-2C6E-82C2-C5A4B4502107}"/>
              </a:ext>
            </a:extLst>
          </p:cNvPr>
          <p:cNvSpPr>
            <a:spLocks noGrp="1"/>
          </p:cNvSpPr>
          <p:nvPr>
            <p:ph type="ftr" sz="quarter" idx="11"/>
          </p:nvPr>
        </p:nvSpPr>
        <p:spPr/>
        <p:txBody>
          <a:bodyPr/>
          <a:lstStyle>
            <a:lvl1pPr>
              <a:defRPr/>
            </a:lvl1pPr>
          </a:lstStyle>
          <a:p>
            <a:endParaRPr lang="en-US">
              <a:solidFill>
                <a:prstClr val="black">
                  <a:tint val="75000"/>
                </a:prstClr>
              </a:solidFill>
            </a:endParaRPr>
          </a:p>
        </p:txBody>
      </p:sp>
      <p:sp>
        <p:nvSpPr>
          <p:cNvPr id="6" name="Slide Number Placeholder 17">
            <a:extLst>
              <a:ext uri="{FF2B5EF4-FFF2-40B4-BE49-F238E27FC236}">
                <a16:creationId xmlns="" xmlns:a16="http://schemas.microsoft.com/office/drawing/2014/main" id="{CDE0AB4F-B486-0433-D878-91A8B0DAD5CD}"/>
              </a:ext>
            </a:extLst>
          </p:cNvPr>
          <p:cNvSpPr>
            <a:spLocks noGrp="1"/>
          </p:cNvSpPr>
          <p:nvPr>
            <p:ph type="sldNum" sz="quarter" idx="12"/>
          </p:nvPr>
        </p:nvSpPr>
        <p:spPr/>
        <p:txBody>
          <a:bodyPr/>
          <a:lstStyle>
            <a:lvl1pPr>
              <a:defRPr/>
            </a:lvl1pPr>
          </a:lstStyle>
          <a:p>
            <a:fld id="{1772F34A-D7A6-4E25-AE91-C6FAF276AF7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38822362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07136" y="1316736"/>
            <a:ext cx="10363200" cy="1362456"/>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en-US"/>
              <a:t>Click to edit Master title style</a:t>
            </a:r>
          </a:p>
        </p:txBody>
      </p:sp>
      <p:sp>
        <p:nvSpPr>
          <p:cNvPr id="3" name="Text Placeholder 2"/>
          <p:cNvSpPr>
            <a:spLocks noGrp="1"/>
          </p:cNvSpPr>
          <p:nvPr>
            <p:ph type="body" idx="1"/>
          </p:nvPr>
        </p:nvSpPr>
        <p:spPr>
          <a:xfrm>
            <a:off x="707136" y="2704664"/>
            <a:ext cx="10363200" cy="1509712"/>
          </a:xfrm>
        </p:spPr>
        <p:txBody>
          <a:bodyPr lIns="45720" rIns="45720"/>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4" name="Date Placeholder 3">
            <a:extLst>
              <a:ext uri="{FF2B5EF4-FFF2-40B4-BE49-F238E27FC236}">
                <a16:creationId xmlns="" xmlns:a16="http://schemas.microsoft.com/office/drawing/2014/main" id="{42C1BA1F-C857-D912-9175-3BE57DCEC494}"/>
              </a:ext>
            </a:extLst>
          </p:cNvPr>
          <p:cNvSpPr>
            <a:spLocks noGrp="1"/>
          </p:cNvSpPr>
          <p:nvPr>
            <p:ph type="dt" sz="half" idx="10"/>
          </p:nvPr>
        </p:nvSpPr>
        <p:spPr/>
        <p:txBody>
          <a:bodyPr/>
          <a:lstStyle>
            <a:lvl1pPr>
              <a:defRPr/>
            </a:lvl1pPr>
          </a:lstStyle>
          <a:p>
            <a:fld id="{8071B994-63BE-42CB-86CF-D61E11122B27}" type="datetimeFigureOut">
              <a:rPr lang="en-US" smtClean="0">
                <a:solidFill>
                  <a:prstClr val="black">
                    <a:tint val="75000"/>
                  </a:prstClr>
                </a:solidFill>
              </a:rPr>
              <a:pPr/>
              <a:t>1/29/2026</a:t>
            </a:fld>
            <a:endParaRPr lang="en-US">
              <a:solidFill>
                <a:prstClr val="black">
                  <a:tint val="75000"/>
                </a:prstClr>
              </a:solidFill>
            </a:endParaRPr>
          </a:p>
        </p:txBody>
      </p:sp>
      <p:sp>
        <p:nvSpPr>
          <p:cNvPr id="5" name="Footer Placeholder 4">
            <a:extLst>
              <a:ext uri="{FF2B5EF4-FFF2-40B4-BE49-F238E27FC236}">
                <a16:creationId xmlns="" xmlns:a16="http://schemas.microsoft.com/office/drawing/2014/main" id="{D28011C7-426D-3D6D-9643-1468821539F5}"/>
              </a:ext>
            </a:extLst>
          </p:cNvPr>
          <p:cNvSpPr>
            <a:spLocks noGrp="1"/>
          </p:cNvSpPr>
          <p:nvPr>
            <p:ph type="ftr" sz="quarter" idx="11"/>
          </p:nvPr>
        </p:nvSpPr>
        <p:spPr/>
        <p:txBody>
          <a:bodyPr/>
          <a:lstStyle>
            <a:lvl1pPr>
              <a:defRPr/>
            </a:lvl1pPr>
          </a:lstStyle>
          <a:p>
            <a:endParaRPr lang="en-US">
              <a:solidFill>
                <a:prstClr val="black">
                  <a:tint val="75000"/>
                </a:prstClr>
              </a:solidFill>
            </a:endParaRPr>
          </a:p>
        </p:txBody>
      </p:sp>
      <p:sp>
        <p:nvSpPr>
          <p:cNvPr id="6" name="Slide Number Placeholder 5">
            <a:extLst>
              <a:ext uri="{FF2B5EF4-FFF2-40B4-BE49-F238E27FC236}">
                <a16:creationId xmlns="" xmlns:a16="http://schemas.microsoft.com/office/drawing/2014/main" id="{5B9466EE-8CC9-1814-3063-9C3B418D623F}"/>
              </a:ext>
            </a:extLst>
          </p:cNvPr>
          <p:cNvSpPr>
            <a:spLocks noGrp="1"/>
          </p:cNvSpPr>
          <p:nvPr>
            <p:ph type="sldNum" sz="quarter" idx="12"/>
          </p:nvPr>
        </p:nvSpPr>
        <p:spPr/>
        <p:txBody>
          <a:bodyPr/>
          <a:lstStyle>
            <a:lvl1pPr>
              <a:defRPr>
                <a:solidFill>
                  <a:srgbClr val="D1EAEE"/>
                </a:solidFill>
              </a:defRPr>
            </a:lvl1pPr>
          </a:lstStyle>
          <a:p>
            <a:fld id="{1772F34A-D7A6-4E25-AE91-C6FAF276AF7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996608390"/>
      </p:ext>
    </p:extLst>
  </p:cSld>
  <p:clrMapOvr>
    <a:overrideClrMapping bg1="dk1" tx1="lt1" bg2="dk2" tx2="lt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1143000"/>
          </a:xfrm>
        </p:spPr>
        <p:txBody>
          <a:bodyPr/>
          <a:lstStyle/>
          <a:p>
            <a:r>
              <a:rPr lang="en-US"/>
              <a:t>Click to edit Master title style</a:t>
            </a:r>
          </a:p>
        </p:txBody>
      </p:sp>
      <p:sp>
        <p:nvSpPr>
          <p:cNvPr id="3" name="Content Placeholder 2"/>
          <p:cNvSpPr>
            <a:spLocks noGrp="1"/>
          </p:cNvSpPr>
          <p:nvPr>
            <p:ph sz="half" idx="1"/>
          </p:nvPr>
        </p:nvSpPr>
        <p:spPr>
          <a:xfrm>
            <a:off x="609600" y="1920085"/>
            <a:ext cx="5384800" cy="4434840"/>
          </a:xfrm>
        </p:spPr>
        <p:txBody>
          <a:bodyPr/>
          <a:lstStyle>
            <a:lvl1pPr>
              <a:defRPr sz="26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920085"/>
            <a:ext cx="5384800" cy="4434840"/>
          </a:xfrm>
        </p:spPr>
        <p:txBody>
          <a:bodyPr/>
          <a:lstStyle>
            <a:lvl1pPr>
              <a:defRPr sz="26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9">
            <a:extLst>
              <a:ext uri="{FF2B5EF4-FFF2-40B4-BE49-F238E27FC236}">
                <a16:creationId xmlns="" xmlns:a16="http://schemas.microsoft.com/office/drawing/2014/main" id="{18D207DF-4F77-307E-9A13-332CBF4977B3}"/>
              </a:ext>
            </a:extLst>
          </p:cNvPr>
          <p:cNvSpPr>
            <a:spLocks noGrp="1"/>
          </p:cNvSpPr>
          <p:nvPr>
            <p:ph type="dt" sz="half" idx="10"/>
          </p:nvPr>
        </p:nvSpPr>
        <p:spPr/>
        <p:txBody>
          <a:bodyPr/>
          <a:lstStyle>
            <a:lvl1pPr>
              <a:defRPr/>
            </a:lvl1pPr>
          </a:lstStyle>
          <a:p>
            <a:fld id="{8071B994-63BE-42CB-86CF-D61E11122B27}" type="datetimeFigureOut">
              <a:rPr lang="en-US" smtClean="0">
                <a:solidFill>
                  <a:prstClr val="black">
                    <a:tint val="75000"/>
                  </a:prstClr>
                </a:solidFill>
              </a:rPr>
              <a:pPr/>
              <a:t>1/29/2026</a:t>
            </a:fld>
            <a:endParaRPr lang="en-US">
              <a:solidFill>
                <a:prstClr val="black">
                  <a:tint val="75000"/>
                </a:prstClr>
              </a:solidFill>
            </a:endParaRPr>
          </a:p>
        </p:txBody>
      </p:sp>
      <p:sp>
        <p:nvSpPr>
          <p:cNvPr id="6" name="Footer Placeholder 21">
            <a:extLst>
              <a:ext uri="{FF2B5EF4-FFF2-40B4-BE49-F238E27FC236}">
                <a16:creationId xmlns="" xmlns:a16="http://schemas.microsoft.com/office/drawing/2014/main" id="{92626009-C6FA-994A-EDEF-6C6D492B6FBC}"/>
              </a:ext>
            </a:extLst>
          </p:cNvPr>
          <p:cNvSpPr>
            <a:spLocks noGrp="1"/>
          </p:cNvSpPr>
          <p:nvPr>
            <p:ph type="ftr" sz="quarter" idx="11"/>
          </p:nvPr>
        </p:nvSpPr>
        <p:spPr/>
        <p:txBody>
          <a:bodyPr/>
          <a:lstStyle>
            <a:lvl1pPr>
              <a:defRPr/>
            </a:lvl1pPr>
          </a:lstStyle>
          <a:p>
            <a:endParaRPr lang="en-US">
              <a:solidFill>
                <a:prstClr val="black">
                  <a:tint val="75000"/>
                </a:prstClr>
              </a:solidFill>
            </a:endParaRPr>
          </a:p>
        </p:txBody>
      </p:sp>
      <p:sp>
        <p:nvSpPr>
          <p:cNvPr id="7" name="Slide Number Placeholder 17">
            <a:extLst>
              <a:ext uri="{FF2B5EF4-FFF2-40B4-BE49-F238E27FC236}">
                <a16:creationId xmlns="" xmlns:a16="http://schemas.microsoft.com/office/drawing/2014/main" id="{56C69C24-D85E-23F4-DAAD-A476A74789EE}"/>
              </a:ext>
            </a:extLst>
          </p:cNvPr>
          <p:cNvSpPr>
            <a:spLocks noGrp="1"/>
          </p:cNvSpPr>
          <p:nvPr>
            <p:ph type="sldNum" sz="quarter" idx="12"/>
          </p:nvPr>
        </p:nvSpPr>
        <p:spPr/>
        <p:txBody>
          <a:bodyPr/>
          <a:lstStyle>
            <a:lvl1pPr>
              <a:defRPr/>
            </a:lvl1pPr>
          </a:lstStyle>
          <a:p>
            <a:fld id="{1772F34A-D7A6-4E25-AE91-C6FAF276AF7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79458307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855248"/>
            <a:ext cx="5386917"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6193368" y="1859758"/>
            <a:ext cx="5389033"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5" name="Content Placeholder 4"/>
          <p:cNvSpPr>
            <a:spLocks noGrp="1"/>
          </p:cNvSpPr>
          <p:nvPr>
            <p:ph sz="quarter" idx="2"/>
          </p:nvPr>
        </p:nvSpPr>
        <p:spPr>
          <a:xfrm>
            <a:off x="609600" y="2514600"/>
            <a:ext cx="5386917" cy="3845720"/>
          </a:xfrm>
        </p:spPr>
        <p:txBody>
          <a:bodyPr tIns="0"/>
          <a:lstStyle>
            <a:lvl1pPr>
              <a:defRPr sz="22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68" y="2514600"/>
            <a:ext cx="5389033" cy="3845720"/>
          </a:xfrm>
        </p:spPr>
        <p:txBody>
          <a:bodyPr tIns="0"/>
          <a:lstStyle>
            <a:lvl1pPr>
              <a:defRPr sz="22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9">
            <a:extLst>
              <a:ext uri="{FF2B5EF4-FFF2-40B4-BE49-F238E27FC236}">
                <a16:creationId xmlns="" xmlns:a16="http://schemas.microsoft.com/office/drawing/2014/main" id="{66BE0CB3-941A-D9FB-2B80-24A9A2F8CA4F}"/>
              </a:ext>
            </a:extLst>
          </p:cNvPr>
          <p:cNvSpPr>
            <a:spLocks noGrp="1"/>
          </p:cNvSpPr>
          <p:nvPr>
            <p:ph type="dt" sz="half" idx="10"/>
          </p:nvPr>
        </p:nvSpPr>
        <p:spPr/>
        <p:txBody>
          <a:bodyPr/>
          <a:lstStyle>
            <a:lvl1pPr>
              <a:defRPr/>
            </a:lvl1pPr>
          </a:lstStyle>
          <a:p>
            <a:fld id="{8071B994-63BE-42CB-86CF-D61E11122B27}" type="datetimeFigureOut">
              <a:rPr lang="en-US" smtClean="0">
                <a:solidFill>
                  <a:prstClr val="black">
                    <a:tint val="75000"/>
                  </a:prstClr>
                </a:solidFill>
              </a:rPr>
              <a:pPr/>
              <a:t>1/29/2026</a:t>
            </a:fld>
            <a:endParaRPr lang="en-US">
              <a:solidFill>
                <a:prstClr val="black">
                  <a:tint val="75000"/>
                </a:prstClr>
              </a:solidFill>
            </a:endParaRPr>
          </a:p>
        </p:txBody>
      </p:sp>
      <p:sp>
        <p:nvSpPr>
          <p:cNvPr id="8" name="Footer Placeholder 21">
            <a:extLst>
              <a:ext uri="{FF2B5EF4-FFF2-40B4-BE49-F238E27FC236}">
                <a16:creationId xmlns="" xmlns:a16="http://schemas.microsoft.com/office/drawing/2014/main" id="{6B98261C-30BA-738D-4D16-C7BBDF313553}"/>
              </a:ext>
            </a:extLst>
          </p:cNvPr>
          <p:cNvSpPr>
            <a:spLocks noGrp="1"/>
          </p:cNvSpPr>
          <p:nvPr>
            <p:ph type="ftr" sz="quarter" idx="11"/>
          </p:nvPr>
        </p:nvSpPr>
        <p:spPr/>
        <p:txBody>
          <a:bodyPr/>
          <a:lstStyle>
            <a:lvl1pPr>
              <a:defRPr/>
            </a:lvl1pPr>
          </a:lstStyle>
          <a:p>
            <a:endParaRPr lang="en-US">
              <a:solidFill>
                <a:prstClr val="black">
                  <a:tint val="75000"/>
                </a:prstClr>
              </a:solidFill>
            </a:endParaRPr>
          </a:p>
        </p:txBody>
      </p:sp>
      <p:sp>
        <p:nvSpPr>
          <p:cNvPr id="9" name="Slide Number Placeholder 17">
            <a:extLst>
              <a:ext uri="{FF2B5EF4-FFF2-40B4-BE49-F238E27FC236}">
                <a16:creationId xmlns="" xmlns:a16="http://schemas.microsoft.com/office/drawing/2014/main" id="{92F6EA5B-3D11-6EF3-031A-743DE54276A6}"/>
              </a:ext>
            </a:extLst>
          </p:cNvPr>
          <p:cNvSpPr>
            <a:spLocks noGrp="1"/>
          </p:cNvSpPr>
          <p:nvPr>
            <p:ph type="sldNum" sz="quarter" idx="12"/>
          </p:nvPr>
        </p:nvSpPr>
        <p:spPr/>
        <p:txBody>
          <a:bodyPr/>
          <a:lstStyle>
            <a:lvl1pPr>
              <a:defRPr/>
            </a:lvl1pPr>
          </a:lstStyle>
          <a:p>
            <a:fld id="{1772F34A-D7A6-4E25-AE91-C6FAF276AF7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7354955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1074400" cy="11430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en-US"/>
              <a:t>Click to edit Master title style</a:t>
            </a:r>
          </a:p>
        </p:txBody>
      </p:sp>
      <p:sp>
        <p:nvSpPr>
          <p:cNvPr id="3" name="Date Placeholder 9">
            <a:extLst>
              <a:ext uri="{FF2B5EF4-FFF2-40B4-BE49-F238E27FC236}">
                <a16:creationId xmlns="" xmlns:a16="http://schemas.microsoft.com/office/drawing/2014/main" id="{B37B7B22-0A11-15AB-E6A6-19519146F3F9}"/>
              </a:ext>
            </a:extLst>
          </p:cNvPr>
          <p:cNvSpPr>
            <a:spLocks noGrp="1"/>
          </p:cNvSpPr>
          <p:nvPr>
            <p:ph type="dt" sz="half" idx="10"/>
          </p:nvPr>
        </p:nvSpPr>
        <p:spPr/>
        <p:txBody>
          <a:bodyPr/>
          <a:lstStyle>
            <a:lvl1pPr>
              <a:defRPr/>
            </a:lvl1pPr>
          </a:lstStyle>
          <a:p>
            <a:fld id="{8071B994-63BE-42CB-86CF-D61E11122B27}" type="datetimeFigureOut">
              <a:rPr lang="en-US" smtClean="0">
                <a:solidFill>
                  <a:prstClr val="black">
                    <a:tint val="75000"/>
                  </a:prstClr>
                </a:solidFill>
              </a:rPr>
              <a:pPr/>
              <a:t>1/29/2026</a:t>
            </a:fld>
            <a:endParaRPr lang="en-US">
              <a:solidFill>
                <a:prstClr val="black">
                  <a:tint val="75000"/>
                </a:prstClr>
              </a:solidFill>
            </a:endParaRPr>
          </a:p>
        </p:txBody>
      </p:sp>
      <p:sp>
        <p:nvSpPr>
          <p:cNvPr id="4" name="Footer Placeholder 21">
            <a:extLst>
              <a:ext uri="{FF2B5EF4-FFF2-40B4-BE49-F238E27FC236}">
                <a16:creationId xmlns="" xmlns:a16="http://schemas.microsoft.com/office/drawing/2014/main" id="{826E76A3-412A-3686-3091-881CF3A5D517}"/>
              </a:ext>
            </a:extLst>
          </p:cNvPr>
          <p:cNvSpPr>
            <a:spLocks noGrp="1"/>
          </p:cNvSpPr>
          <p:nvPr>
            <p:ph type="ftr" sz="quarter" idx="11"/>
          </p:nvPr>
        </p:nvSpPr>
        <p:spPr/>
        <p:txBody>
          <a:bodyPr/>
          <a:lstStyle>
            <a:lvl1pPr>
              <a:defRPr/>
            </a:lvl1pPr>
          </a:lstStyle>
          <a:p>
            <a:endParaRPr lang="en-US">
              <a:solidFill>
                <a:prstClr val="black">
                  <a:tint val="75000"/>
                </a:prstClr>
              </a:solidFill>
            </a:endParaRPr>
          </a:p>
        </p:txBody>
      </p:sp>
      <p:sp>
        <p:nvSpPr>
          <p:cNvPr id="5" name="Slide Number Placeholder 17">
            <a:extLst>
              <a:ext uri="{FF2B5EF4-FFF2-40B4-BE49-F238E27FC236}">
                <a16:creationId xmlns="" xmlns:a16="http://schemas.microsoft.com/office/drawing/2014/main" id="{4A940A05-A920-74BC-57E3-9D0DCF04D016}"/>
              </a:ext>
            </a:extLst>
          </p:cNvPr>
          <p:cNvSpPr>
            <a:spLocks noGrp="1"/>
          </p:cNvSpPr>
          <p:nvPr>
            <p:ph type="sldNum" sz="quarter" idx="12"/>
          </p:nvPr>
        </p:nvSpPr>
        <p:spPr/>
        <p:txBody>
          <a:bodyPr/>
          <a:lstStyle>
            <a:lvl1pPr>
              <a:defRPr/>
            </a:lvl1pPr>
          </a:lstStyle>
          <a:p>
            <a:fld id="{1772F34A-D7A6-4E25-AE91-C6FAF276AF7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13623564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a:extLst>
              <a:ext uri="{FF2B5EF4-FFF2-40B4-BE49-F238E27FC236}">
                <a16:creationId xmlns="" xmlns:a16="http://schemas.microsoft.com/office/drawing/2014/main" id="{AF4E3E08-844D-1CB7-AC90-8F0836452B84}"/>
              </a:ext>
            </a:extLst>
          </p:cNvPr>
          <p:cNvSpPr>
            <a:spLocks noGrp="1"/>
          </p:cNvSpPr>
          <p:nvPr>
            <p:ph type="dt" sz="half" idx="10"/>
          </p:nvPr>
        </p:nvSpPr>
        <p:spPr/>
        <p:txBody>
          <a:bodyPr/>
          <a:lstStyle>
            <a:lvl1pPr>
              <a:defRPr/>
            </a:lvl1pPr>
          </a:lstStyle>
          <a:p>
            <a:fld id="{8071B994-63BE-42CB-86CF-D61E11122B27}" type="datetimeFigureOut">
              <a:rPr lang="en-US" smtClean="0">
                <a:solidFill>
                  <a:prstClr val="black">
                    <a:tint val="75000"/>
                  </a:prstClr>
                </a:solidFill>
              </a:rPr>
              <a:pPr/>
              <a:t>1/29/2026</a:t>
            </a:fld>
            <a:endParaRPr lang="en-US">
              <a:solidFill>
                <a:prstClr val="black">
                  <a:tint val="75000"/>
                </a:prstClr>
              </a:solidFill>
            </a:endParaRPr>
          </a:p>
        </p:txBody>
      </p:sp>
      <p:sp>
        <p:nvSpPr>
          <p:cNvPr id="3" name="Footer Placeholder 21">
            <a:extLst>
              <a:ext uri="{FF2B5EF4-FFF2-40B4-BE49-F238E27FC236}">
                <a16:creationId xmlns="" xmlns:a16="http://schemas.microsoft.com/office/drawing/2014/main" id="{777210AF-684E-F1BF-A27B-07DE8A2FEA84}"/>
              </a:ext>
            </a:extLst>
          </p:cNvPr>
          <p:cNvSpPr>
            <a:spLocks noGrp="1"/>
          </p:cNvSpPr>
          <p:nvPr>
            <p:ph type="ftr" sz="quarter" idx="11"/>
          </p:nvPr>
        </p:nvSpPr>
        <p:spPr/>
        <p:txBody>
          <a:bodyPr/>
          <a:lstStyle>
            <a:lvl1pPr>
              <a:defRPr/>
            </a:lvl1pPr>
          </a:lstStyle>
          <a:p>
            <a:endParaRPr lang="en-US">
              <a:solidFill>
                <a:prstClr val="black">
                  <a:tint val="75000"/>
                </a:prstClr>
              </a:solidFill>
            </a:endParaRPr>
          </a:p>
        </p:txBody>
      </p:sp>
      <p:sp>
        <p:nvSpPr>
          <p:cNvPr id="4" name="Slide Number Placeholder 17">
            <a:extLst>
              <a:ext uri="{FF2B5EF4-FFF2-40B4-BE49-F238E27FC236}">
                <a16:creationId xmlns="" xmlns:a16="http://schemas.microsoft.com/office/drawing/2014/main" id="{864BA92F-4B20-8D2B-8674-518E29C22CEE}"/>
              </a:ext>
            </a:extLst>
          </p:cNvPr>
          <p:cNvSpPr>
            <a:spLocks noGrp="1"/>
          </p:cNvSpPr>
          <p:nvPr>
            <p:ph type="sldNum" sz="quarter" idx="12"/>
          </p:nvPr>
        </p:nvSpPr>
        <p:spPr/>
        <p:txBody>
          <a:bodyPr/>
          <a:lstStyle>
            <a:lvl1pPr>
              <a:defRPr/>
            </a:lvl1pPr>
          </a:lstStyle>
          <a:p>
            <a:fld id="{1772F34A-D7A6-4E25-AE91-C6FAF276AF7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70711796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514352"/>
            <a:ext cx="3657600" cy="1162050"/>
          </a:xfrm>
        </p:spPr>
        <p:txBody>
          <a:bodyPr>
            <a:noAutofit/>
          </a:bodyPr>
          <a:lstStyle>
            <a:lvl1pPr algn="l" rtl="0">
              <a:spcBef>
                <a:spcPct val="0"/>
              </a:spcBef>
              <a:buNone/>
              <a:defRPr sz="2600" b="0">
                <a:ln>
                  <a:noFill/>
                </a:ln>
                <a:solidFill>
                  <a:schemeClr val="tx2"/>
                </a:solidFill>
                <a:effectLst/>
                <a:latin typeface="+mj-lt"/>
                <a:ea typeface="+mj-ea"/>
                <a:cs typeface="+mj-cs"/>
              </a:defRPr>
            </a:lvl1pPr>
          </a:lstStyle>
          <a:p>
            <a:r>
              <a:rPr lang="en-US"/>
              <a:t>Click to edit Master title style</a:t>
            </a:r>
          </a:p>
        </p:txBody>
      </p:sp>
      <p:sp>
        <p:nvSpPr>
          <p:cNvPr id="3" name="Text Placeholder 2"/>
          <p:cNvSpPr>
            <a:spLocks noGrp="1"/>
          </p:cNvSpPr>
          <p:nvPr>
            <p:ph type="body" idx="2"/>
          </p:nvPr>
        </p:nvSpPr>
        <p:spPr>
          <a:xfrm>
            <a:off x="914400" y="1676400"/>
            <a:ext cx="36576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a:r>
              <a:rPr lang="en-US"/>
              <a:t>Click to edit Master text styles</a:t>
            </a:r>
          </a:p>
        </p:txBody>
      </p:sp>
      <p:sp>
        <p:nvSpPr>
          <p:cNvPr id="4" name="Content Placeholder 3"/>
          <p:cNvSpPr>
            <a:spLocks noGrp="1"/>
          </p:cNvSpPr>
          <p:nvPr>
            <p:ph sz="half" idx="1"/>
          </p:nvPr>
        </p:nvSpPr>
        <p:spPr>
          <a:xfrm>
            <a:off x="4766733" y="1676400"/>
            <a:ext cx="6815667" cy="4572000"/>
          </a:xfrm>
        </p:spPr>
        <p:txBody>
          <a:bodyPr tIns="0"/>
          <a:lstStyle>
            <a:lvl1pPr>
              <a:defRPr sz="2800"/>
            </a:lvl1pPr>
            <a:lvl2pPr>
              <a:defRPr sz="2600"/>
            </a:lvl2pPr>
            <a:lvl3pPr>
              <a:defRPr sz="2400"/>
            </a:lvl3pPr>
            <a:lvl4pPr>
              <a:defRPr sz="20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9">
            <a:extLst>
              <a:ext uri="{FF2B5EF4-FFF2-40B4-BE49-F238E27FC236}">
                <a16:creationId xmlns="" xmlns:a16="http://schemas.microsoft.com/office/drawing/2014/main" id="{8C24556C-6929-CF1E-898D-F88FA27BF427}"/>
              </a:ext>
            </a:extLst>
          </p:cNvPr>
          <p:cNvSpPr>
            <a:spLocks noGrp="1"/>
          </p:cNvSpPr>
          <p:nvPr>
            <p:ph type="dt" sz="half" idx="10"/>
          </p:nvPr>
        </p:nvSpPr>
        <p:spPr/>
        <p:txBody>
          <a:bodyPr/>
          <a:lstStyle>
            <a:lvl1pPr>
              <a:defRPr/>
            </a:lvl1pPr>
          </a:lstStyle>
          <a:p>
            <a:fld id="{8071B994-63BE-42CB-86CF-D61E11122B27}" type="datetimeFigureOut">
              <a:rPr lang="en-US" smtClean="0">
                <a:solidFill>
                  <a:prstClr val="black">
                    <a:tint val="75000"/>
                  </a:prstClr>
                </a:solidFill>
              </a:rPr>
              <a:pPr/>
              <a:t>1/29/2026</a:t>
            </a:fld>
            <a:endParaRPr lang="en-US">
              <a:solidFill>
                <a:prstClr val="black">
                  <a:tint val="75000"/>
                </a:prstClr>
              </a:solidFill>
            </a:endParaRPr>
          </a:p>
        </p:txBody>
      </p:sp>
      <p:sp>
        <p:nvSpPr>
          <p:cNvPr id="6" name="Footer Placeholder 21">
            <a:extLst>
              <a:ext uri="{FF2B5EF4-FFF2-40B4-BE49-F238E27FC236}">
                <a16:creationId xmlns="" xmlns:a16="http://schemas.microsoft.com/office/drawing/2014/main" id="{740B5BEF-A631-2171-44ED-B2F87B640235}"/>
              </a:ext>
            </a:extLst>
          </p:cNvPr>
          <p:cNvSpPr>
            <a:spLocks noGrp="1"/>
          </p:cNvSpPr>
          <p:nvPr>
            <p:ph type="ftr" sz="quarter" idx="11"/>
          </p:nvPr>
        </p:nvSpPr>
        <p:spPr/>
        <p:txBody>
          <a:bodyPr/>
          <a:lstStyle>
            <a:lvl1pPr>
              <a:defRPr/>
            </a:lvl1pPr>
          </a:lstStyle>
          <a:p>
            <a:endParaRPr lang="en-US">
              <a:solidFill>
                <a:prstClr val="black">
                  <a:tint val="75000"/>
                </a:prstClr>
              </a:solidFill>
            </a:endParaRPr>
          </a:p>
        </p:txBody>
      </p:sp>
      <p:sp>
        <p:nvSpPr>
          <p:cNvPr id="7" name="Slide Number Placeholder 17">
            <a:extLst>
              <a:ext uri="{FF2B5EF4-FFF2-40B4-BE49-F238E27FC236}">
                <a16:creationId xmlns="" xmlns:a16="http://schemas.microsoft.com/office/drawing/2014/main" id="{94137D53-FD1A-9229-0E54-AC84023B44B5}"/>
              </a:ext>
            </a:extLst>
          </p:cNvPr>
          <p:cNvSpPr>
            <a:spLocks noGrp="1"/>
          </p:cNvSpPr>
          <p:nvPr>
            <p:ph type="sldNum" sz="quarter" idx="12"/>
          </p:nvPr>
        </p:nvSpPr>
        <p:spPr/>
        <p:txBody>
          <a:bodyPr/>
          <a:lstStyle>
            <a:lvl1pPr>
              <a:defRPr/>
            </a:lvl1pPr>
          </a:lstStyle>
          <a:p>
            <a:fld id="{1772F34A-D7A6-4E25-AE91-C6FAF276AF7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17315436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Snip and Round Single Corner Rectangle 13">
            <a:extLst>
              <a:ext uri="{FF2B5EF4-FFF2-40B4-BE49-F238E27FC236}">
                <a16:creationId xmlns="" xmlns:a16="http://schemas.microsoft.com/office/drawing/2014/main" id="{D93109B5-8F95-7E65-E5F9-117FEE5A64EB}"/>
              </a:ext>
            </a:extLst>
          </p:cNvPr>
          <p:cNvSpPr/>
          <p:nvPr/>
        </p:nvSpPr>
        <p:spPr>
          <a:xfrm rot="420000" flipV="1">
            <a:off x="4220633" y="1108075"/>
            <a:ext cx="70104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6" name="Right Triangle 5">
            <a:extLst>
              <a:ext uri="{FF2B5EF4-FFF2-40B4-BE49-F238E27FC236}">
                <a16:creationId xmlns="" xmlns:a16="http://schemas.microsoft.com/office/drawing/2014/main" id="{96C92426-906F-D443-30A2-5E80673566C3}"/>
              </a:ext>
            </a:extLst>
          </p:cNvPr>
          <p:cNvSpPr/>
          <p:nvPr/>
        </p:nvSpPr>
        <p:spPr>
          <a:xfrm rot="420000" flipV="1">
            <a:off x="10672234" y="5359401"/>
            <a:ext cx="207433" cy="1555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7" name="Freeform 15">
            <a:extLst>
              <a:ext uri="{FF2B5EF4-FFF2-40B4-BE49-F238E27FC236}">
                <a16:creationId xmlns="" xmlns:a16="http://schemas.microsoft.com/office/drawing/2014/main" id="{EFCFD484-8EBA-C3D7-FDA7-184DF0770F92}"/>
              </a:ext>
            </a:extLst>
          </p:cNvPr>
          <p:cNvSpPr>
            <a:spLocks/>
          </p:cNvSpPr>
          <p:nvPr/>
        </p:nvSpPr>
        <p:spPr bwMode="auto">
          <a:xfrm flipV="1">
            <a:off x="-12700" y="5816600"/>
            <a:ext cx="1221740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eaLnBrk="1" hangingPunct="1">
              <a:defRPr/>
            </a:pPr>
            <a:endParaRPr lang="en-US">
              <a:latin typeface="+mn-lt"/>
            </a:endParaRPr>
          </a:p>
        </p:txBody>
      </p:sp>
      <p:sp>
        <p:nvSpPr>
          <p:cNvPr id="8" name="Freeform 16">
            <a:extLst>
              <a:ext uri="{FF2B5EF4-FFF2-40B4-BE49-F238E27FC236}">
                <a16:creationId xmlns="" xmlns:a16="http://schemas.microsoft.com/office/drawing/2014/main" id="{A6CFE860-F372-F3AF-EA70-DE43594F603D}"/>
              </a:ext>
            </a:extLst>
          </p:cNvPr>
          <p:cNvSpPr>
            <a:spLocks/>
          </p:cNvSpPr>
          <p:nvPr/>
        </p:nvSpPr>
        <p:spPr bwMode="auto">
          <a:xfrm flipV="1">
            <a:off x="5842000" y="6219826"/>
            <a:ext cx="63500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eaLnBrk="1" hangingPunct="1">
              <a:defRPr/>
            </a:pPr>
            <a:endParaRPr lang="en-US">
              <a:latin typeface="+mn-lt"/>
            </a:endParaRPr>
          </a:p>
        </p:txBody>
      </p:sp>
      <p:sp>
        <p:nvSpPr>
          <p:cNvPr id="2" name="Title 1"/>
          <p:cNvSpPr>
            <a:spLocks noGrp="1"/>
          </p:cNvSpPr>
          <p:nvPr>
            <p:ph type="title"/>
          </p:nvPr>
        </p:nvSpPr>
        <p:spPr>
          <a:xfrm>
            <a:off x="812800" y="1176997"/>
            <a:ext cx="2950464" cy="1582621"/>
          </a:xfrm>
        </p:spPr>
        <p:txBody>
          <a:bodyPr lIns="45720" rIns="45720" bIns="45720"/>
          <a:lstStyle>
            <a:lvl1pPr algn="l">
              <a:buNone/>
              <a:defRPr sz="2000" b="1">
                <a:solidFill>
                  <a:schemeClr val="tx2"/>
                </a:solidFill>
              </a:defRPr>
            </a:lvl1pPr>
          </a:lstStyle>
          <a:p>
            <a:r>
              <a:rPr lang="en-US"/>
              <a:t>Click to edit Master title style</a:t>
            </a:r>
          </a:p>
        </p:txBody>
      </p:sp>
      <p:sp>
        <p:nvSpPr>
          <p:cNvPr id="4" name="Text Placeholder 3"/>
          <p:cNvSpPr>
            <a:spLocks noGrp="1"/>
          </p:cNvSpPr>
          <p:nvPr>
            <p:ph type="body" sz="half" idx="2"/>
          </p:nvPr>
        </p:nvSpPr>
        <p:spPr>
          <a:xfrm>
            <a:off x="812800" y="2828785"/>
            <a:ext cx="2946400" cy="2179320"/>
          </a:xfrm>
        </p:spPr>
        <p:txBody>
          <a:bodyPr lIns="64008" rIns="45720"/>
          <a:lstStyle>
            <a:lvl1pPr marL="0" indent="0" algn="l">
              <a:spcBef>
                <a:spcPts val="250"/>
              </a:spcBef>
              <a:buFontTx/>
              <a:buNone/>
              <a:defRPr sz="1300"/>
            </a:lvl1pPr>
            <a:lvl2pPr>
              <a:defRPr sz="1200"/>
            </a:lvl2pPr>
            <a:lvl3pPr>
              <a:defRPr sz="1000"/>
            </a:lvl3pPr>
            <a:lvl4pPr>
              <a:defRPr sz="900"/>
            </a:lvl4pPr>
            <a:lvl5pPr>
              <a:defRPr sz="900"/>
            </a:lvl5pPr>
          </a:lstStyle>
          <a:p>
            <a:pPr lvl="0"/>
            <a:r>
              <a:rPr lang="en-US"/>
              <a:t>Click to edit Master text styles</a:t>
            </a:r>
          </a:p>
        </p:txBody>
      </p:sp>
      <p:sp>
        <p:nvSpPr>
          <p:cNvPr id="3" name="Picture Placeholder 2"/>
          <p:cNvSpPr>
            <a:spLocks noGrp="1"/>
          </p:cNvSpPr>
          <p:nvPr>
            <p:ph type="pic" idx="1"/>
          </p:nvPr>
        </p:nvSpPr>
        <p:spPr>
          <a:xfrm rot="420000">
            <a:off x="4647724" y="1199517"/>
            <a:ext cx="6156960" cy="3931920"/>
          </a:xfrm>
          <a:prstGeom prst="rect">
            <a:avLst/>
          </a:prstGeom>
          <a:solidFill>
            <a:schemeClr val="bg2"/>
          </a:solidFill>
          <a:ln w="3000" cap="rnd">
            <a:solidFill>
              <a:srgbClr val="C0C0C0"/>
            </a:solidFill>
            <a:round/>
          </a:ln>
          <a:effectLst/>
        </p:spPr>
        <p:txBody>
          <a:bodyPr>
            <a:normAutofit/>
          </a:bodyPr>
          <a:lstStyle>
            <a:lvl1pPr marL="0" indent="0">
              <a:buNone/>
              <a:defRPr sz="3200"/>
            </a:lvl1pPr>
          </a:lstStyle>
          <a:p>
            <a:pPr lvl="0"/>
            <a:r>
              <a:rPr lang="en-US" noProof="0"/>
              <a:t>Click icon to add picture</a:t>
            </a:r>
            <a:endParaRPr lang="en-US" noProof="0" dirty="0"/>
          </a:p>
        </p:txBody>
      </p:sp>
      <p:sp>
        <p:nvSpPr>
          <p:cNvPr id="9" name="Date Placeholder 4">
            <a:extLst>
              <a:ext uri="{FF2B5EF4-FFF2-40B4-BE49-F238E27FC236}">
                <a16:creationId xmlns="" xmlns:a16="http://schemas.microsoft.com/office/drawing/2014/main" id="{BEB17C22-FF8E-CD81-1009-A93CC01D99AF}"/>
              </a:ext>
            </a:extLst>
          </p:cNvPr>
          <p:cNvSpPr>
            <a:spLocks noGrp="1"/>
          </p:cNvSpPr>
          <p:nvPr>
            <p:ph type="dt" sz="half" idx="10"/>
          </p:nvPr>
        </p:nvSpPr>
        <p:spPr/>
        <p:txBody>
          <a:bodyPr/>
          <a:lstStyle>
            <a:lvl1pPr>
              <a:defRPr/>
            </a:lvl1pPr>
          </a:lstStyle>
          <a:p>
            <a:fld id="{8071B994-63BE-42CB-86CF-D61E11122B27}" type="datetimeFigureOut">
              <a:rPr lang="en-US" smtClean="0">
                <a:solidFill>
                  <a:prstClr val="black">
                    <a:tint val="75000"/>
                  </a:prstClr>
                </a:solidFill>
              </a:rPr>
              <a:pPr/>
              <a:t>1/29/2026</a:t>
            </a:fld>
            <a:endParaRPr lang="en-US">
              <a:solidFill>
                <a:prstClr val="black">
                  <a:tint val="75000"/>
                </a:prstClr>
              </a:solidFill>
            </a:endParaRPr>
          </a:p>
        </p:txBody>
      </p:sp>
      <p:sp>
        <p:nvSpPr>
          <p:cNvPr id="10" name="Footer Placeholder 5">
            <a:extLst>
              <a:ext uri="{FF2B5EF4-FFF2-40B4-BE49-F238E27FC236}">
                <a16:creationId xmlns="" xmlns:a16="http://schemas.microsoft.com/office/drawing/2014/main" id="{962E28DA-ED19-5DD0-ED93-87A11FF64043}"/>
              </a:ext>
            </a:extLst>
          </p:cNvPr>
          <p:cNvSpPr>
            <a:spLocks noGrp="1"/>
          </p:cNvSpPr>
          <p:nvPr>
            <p:ph type="ftr" sz="quarter" idx="11"/>
          </p:nvPr>
        </p:nvSpPr>
        <p:spPr/>
        <p:txBody>
          <a:bodyPr/>
          <a:lstStyle>
            <a:lvl1pPr>
              <a:defRPr/>
            </a:lvl1pPr>
          </a:lstStyle>
          <a:p>
            <a:endParaRPr lang="en-US">
              <a:solidFill>
                <a:prstClr val="black">
                  <a:tint val="75000"/>
                </a:prstClr>
              </a:solidFill>
            </a:endParaRPr>
          </a:p>
        </p:txBody>
      </p:sp>
      <p:sp>
        <p:nvSpPr>
          <p:cNvPr id="11" name="Slide Number Placeholder 6">
            <a:extLst>
              <a:ext uri="{FF2B5EF4-FFF2-40B4-BE49-F238E27FC236}">
                <a16:creationId xmlns="" xmlns:a16="http://schemas.microsoft.com/office/drawing/2014/main" id="{796F5744-DED2-BE04-53F4-B6FCCCF67636}"/>
              </a:ext>
            </a:extLst>
          </p:cNvPr>
          <p:cNvSpPr>
            <a:spLocks noGrp="1"/>
          </p:cNvSpPr>
          <p:nvPr>
            <p:ph type="sldNum" sz="quarter" idx="12"/>
          </p:nvPr>
        </p:nvSpPr>
        <p:spPr>
          <a:xfrm>
            <a:off x="10769600" y="6356351"/>
            <a:ext cx="812800" cy="365125"/>
          </a:xfrm>
        </p:spPr>
        <p:txBody>
          <a:bodyPr/>
          <a:lstStyle>
            <a:lvl1pPr>
              <a:defRPr/>
            </a:lvl1pPr>
          </a:lstStyle>
          <a:p>
            <a:fld id="{1772F34A-D7A6-4E25-AE91-C6FAF276AF7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0692632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a:extLst>
              <a:ext uri="{FF2B5EF4-FFF2-40B4-BE49-F238E27FC236}">
                <a16:creationId xmlns="" xmlns:a16="http://schemas.microsoft.com/office/drawing/2014/main" id="{15B035E5-5FED-9EDE-24C8-6831B2945FD7}"/>
              </a:ext>
            </a:extLst>
          </p:cNvPr>
          <p:cNvSpPr>
            <a:spLocks noGrp="1"/>
          </p:cNvSpPr>
          <p:nvPr>
            <p:ph type="dt" sz="half" idx="10"/>
          </p:nvPr>
        </p:nvSpPr>
        <p:spPr/>
        <p:txBody>
          <a:bodyPr/>
          <a:lstStyle>
            <a:lvl1pPr>
              <a:defRPr/>
            </a:lvl1pPr>
          </a:lstStyle>
          <a:p>
            <a:fld id="{8071B994-63BE-42CB-86CF-D61E11122B27}" type="datetimeFigureOut">
              <a:rPr lang="en-US" smtClean="0">
                <a:solidFill>
                  <a:prstClr val="black">
                    <a:tint val="75000"/>
                  </a:prstClr>
                </a:solidFill>
              </a:rPr>
              <a:pPr/>
              <a:t>1/29/2026</a:t>
            </a:fld>
            <a:endParaRPr lang="en-US">
              <a:solidFill>
                <a:prstClr val="black">
                  <a:tint val="75000"/>
                </a:prstClr>
              </a:solidFill>
            </a:endParaRPr>
          </a:p>
        </p:txBody>
      </p:sp>
      <p:sp>
        <p:nvSpPr>
          <p:cNvPr id="5" name="Footer Placeholder 21">
            <a:extLst>
              <a:ext uri="{FF2B5EF4-FFF2-40B4-BE49-F238E27FC236}">
                <a16:creationId xmlns="" xmlns:a16="http://schemas.microsoft.com/office/drawing/2014/main" id="{E65AF5BB-9BC8-0147-2675-43C409DF488F}"/>
              </a:ext>
            </a:extLst>
          </p:cNvPr>
          <p:cNvSpPr>
            <a:spLocks noGrp="1"/>
          </p:cNvSpPr>
          <p:nvPr>
            <p:ph type="ftr" sz="quarter" idx="11"/>
          </p:nvPr>
        </p:nvSpPr>
        <p:spPr/>
        <p:txBody>
          <a:bodyPr/>
          <a:lstStyle>
            <a:lvl1pPr>
              <a:defRPr/>
            </a:lvl1pPr>
          </a:lstStyle>
          <a:p>
            <a:endParaRPr lang="en-US">
              <a:solidFill>
                <a:prstClr val="black">
                  <a:tint val="75000"/>
                </a:prstClr>
              </a:solidFill>
            </a:endParaRPr>
          </a:p>
        </p:txBody>
      </p:sp>
      <p:sp>
        <p:nvSpPr>
          <p:cNvPr id="6" name="Slide Number Placeholder 17">
            <a:extLst>
              <a:ext uri="{FF2B5EF4-FFF2-40B4-BE49-F238E27FC236}">
                <a16:creationId xmlns="" xmlns:a16="http://schemas.microsoft.com/office/drawing/2014/main" id="{B88A393B-71D2-1BD5-0119-826DBE4C93FE}"/>
              </a:ext>
            </a:extLst>
          </p:cNvPr>
          <p:cNvSpPr>
            <a:spLocks noGrp="1"/>
          </p:cNvSpPr>
          <p:nvPr>
            <p:ph type="sldNum" sz="quarter" idx="12"/>
          </p:nvPr>
        </p:nvSpPr>
        <p:spPr/>
        <p:txBody>
          <a:bodyPr/>
          <a:lstStyle>
            <a:lvl1pPr>
              <a:defRPr/>
            </a:lvl1pPr>
          </a:lstStyle>
          <a:p>
            <a:fld id="{1772F34A-D7A6-4E25-AE91-C6FAF276AF7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24272929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914402"/>
            <a:ext cx="2743200" cy="52117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914402"/>
            <a:ext cx="8026400" cy="52117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a:extLst>
              <a:ext uri="{FF2B5EF4-FFF2-40B4-BE49-F238E27FC236}">
                <a16:creationId xmlns="" xmlns:a16="http://schemas.microsoft.com/office/drawing/2014/main" id="{18529199-EE63-AFDD-84F1-426A9C9B2776}"/>
              </a:ext>
            </a:extLst>
          </p:cNvPr>
          <p:cNvSpPr>
            <a:spLocks noGrp="1"/>
          </p:cNvSpPr>
          <p:nvPr>
            <p:ph type="dt" sz="half" idx="10"/>
          </p:nvPr>
        </p:nvSpPr>
        <p:spPr/>
        <p:txBody>
          <a:bodyPr/>
          <a:lstStyle>
            <a:lvl1pPr>
              <a:defRPr/>
            </a:lvl1pPr>
          </a:lstStyle>
          <a:p>
            <a:fld id="{8071B994-63BE-42CB-86CF-D61E11122B27}" type="datetimeFigureOut">
              <a:rPr lang="en-US" smtClean="0">
                <a:solidFill>
                  <a:prstClr val="black">
                    <a:tint val="75000"/>
                  </a:prstClr>
                </a:solidFill>
              </a:rPr>
              <a:pPr/>
              <a:t>1/29/2026</a:t>
            </a:fld>
            <a:endParaRPr lang="en-US">
              <a:solidFill>
                <a:prstClr val="black">
                  <a:tint val="75000"/>
                </a:prstClr>
              </a:solidFill>
            </a:endParaRPr>
          </a:p>
        </p:txBody>
      </p:sp>
      <p:sp>
        <p:nvSpPr>
          <p:cNvPr id="5" name="Footer Placeholder 21">
            <a:extLst>
              <a:ext uri="{FF2B5EF4-FFF2-40B4-BE49-F238E27FC236}">
                <a16:creationId xmlns="" xmlns:a16="http://schemas.microsoft.com/office/drawing/2014/main" id="{20E75482-F3F2-076B-3B18-6DF36B0E9801}"/>
              </a:ext>
            </a:extLst>
          </p:cNvPr>
          <p:cNvSpPr>
            <a:spLocks noGrp="1"/>
          </p:cNvSpPr>
          <p:nvPr>
            <p:ph type="ftr" sz="quarter" idx="11"/>
          </p:nvPr>
        </p:nvSpPr>
        <p:spPr/>
        <p:txBody>
          <a:bodyPr/>
          <a:lstStyle>
            <a:lvl1pPr>
              <a:defRPr/>
            </a:lvl1pPr>
          </a:lstStyle>
          <a:p>
            <a:endParaRPr lang="en-US">
              <a:solidFill>
                <a:prstClr val="black">
                  <a:tint val="75000"/>
                </a:prstClr>
              </a:solidFill>
            </a:endParaRPr>
          </a:p>
        </p:txBody>
      </p:sp>
      <p:sp>
        <p:nvSpPr>
          <p:cNvPr id="6" name="Slide Number Placeholder 17">
            <a:extLst>
              <a:ext uri="{FF2B5EF4-FFF2-40B4-BE49-F238E27FC236}">
                <a16:creationId xmlns="" xmlns:a16="http://schemas.microsoft.com/office/drawing/2014/main" id="{5DF13457-6662-86CB-2F0A-44761BD70AA4}"/>
              </a:ext>
            </a:extLst>
          </p:cNvPr>
          <p:cNvSpPr>
            <a:spLocks noGrp="1"/>
          </p:cNvSpPr>
          <p:nvPr>
            <p:ph type="sldNum" sz="quarter" idx="12"/>
          </p:nvPr>
        </p:nvSpPr>
        <p:spPr/>
        <p:txBody>
          <a:bodyPr/>
          <a:lstStyle>
            <a:lvl1pPr>
              <a:defRPr/>
            </a:lvl1pPr>
          </a:lstStyle>
          <a:p>
            <a:fld id="{1772F34A-D7A6-4E25-AE91-C6FAF276AF7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87838867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9" name="Title 8"/>
          <p:cNvSpPr>
            <a:spLocks noGrp="1"/>
          </p:cNvSpPr>
          <p:nvPr>
            <p:ph type="ctrTitle"/>
          </p:nvPr>
        </p:nvSpPr>
        <p:spPr>
          <a:xfrm>
            <a:off x="711200" y="1371600"/>
            <a:ext cx="10468864" cy="182880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en-US"/>
              <a:t>Click to edit Master title style</a:t>
            </a:r>
          </a:p>
        </p:txBody>
      </p:sp>
      <p:sp>
        <p:nvSpPr>
          <p:cNvPr id="17" name="Subtitle 16"/>
          <p:cNvSpPr>
            <a:spLocks noGrp="1"/>
          </p:cNvSpPr>
          <p:nvPr>
            <p:ph type="subTitle" idx="1"/>
          </p:nvPr>
        </p:nvSpPr>
        <p:spPr>
          <a:xfrm>
            <a:off x="711200" y="3228536"/>
            <a:ext cx="10472928"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2" name="Date Placeholder 29">
            <a:extLst>
              <a:ext uri="{FF2B5EF4-FFF2-40B4-BE49-F238E27FC236}">
                <a16:creationId xmlns="" xmlns:a16="http://schemas.microsoft.com/office/drawing/2014/main" id="{EC2D0C4F-CE30-BC80-5192-46C63211D5AD}"/>
              </a:ext>
            </a:extLst>
          </p:cNvPr>
          <p:cNvSpPr>
            <a:spLocks noGrp="1"/>
          </p:cNvSpPr>
          <p:nvPr>
            <p:ph type="dt" sz="half" idx="10"/>
          </p:nvPr>
        </p:nvSpPr>
        <p:spPr/>
        <p:txBody>
          <a:bodyPr/>
          <a:lstStyle>
            <a:lvl1pPr>
              <a:defRPr/>
            </a:lvl1pPr>
          </a:lstStyle>
          <a:p>
            <a:fld id="{8071B994-63BE-42CB-86CF-D61E11122B27}" type="datetimeFigureOut">
              <a:rPr lang="en-US" smtClean="0">
                <a:solidFill>
                  <a:prstClr val="black">
                    <a:tint val="75000"/>
                  </a:prstClr>
                </a:solidFill>
              </a:rPr>
              <a:pPr/>
              <a:t>1/29/2026</a:t>
            </a:fld>
            <a:endParaRPr lang="en-US">
              <a:solidFill>
                <a:prstClr val="black">
                  <a:tint val="75000"/>
                </a:prstClr>
              </a:solidFill>
            </a:endParaRPr>
          </a:p>
        </p:txBody>
      </p:sp>
      <p:sp>
        <p:nvSpPr>
          <p:cNvPr id="3" name="Footer Placeholder 18">
            <a:extLst>
              <a:ext uri="{FF2B5EF4-FFF2-40B4-BE49-F238E27FC236}">
                <a16:creationId xmlns="" xmlns:a16="http://schemas.microsoft.com/office/drawing/2014/main" id="{C6E335F0-C8E3-B1AA-5842-B8F37869786A}"/>
              </a:ext>
            </a:extLst>
          </p:cNvPr>
          <p:cNvSpPr>
            <a:spLocks noGrp="1"/>
          </p:cNvSpPr>
          <p:nvPr>
            <p:ph type="ftr" sz="quarter" idx="11"/>
          </p:nvPr>
        </p:nvSpPr>
        <p:spPr/>
        <p:txBody>
          <a:bodyPr/>
          <a:lstStyle>
            <a:lvl1pPr>
              <a:defRPr/>
            </a:lvl1pPr>
          </a:lstStyle>
          <a:p>
            <a:endParaRPr lang="en-US">
              <a:solidFill>
                <a:prstClr val="black">
                  <a:tint val="75000"/>
                </a:prstClr>
              </a:solidFill>
            </a:endParaRPr>
          </a:p>
        </p:txBody>
      </p:sp>
      <p:sp>
        <p:nvSpPr>
          <p:cNvPr id="4" name="Slide Number Placeholder 26">
            <a:extLst>
              <a:ext uri="{FF2B5EF4-FFF2-40B4-BE49-F238E27FC236}">
                <a16:creationId xmlns="" xmlns:a16="http://schemas.microsoft.com/office/drawing/2014/main" id="{594B2326-90D1-CF1B-6852-F105E2616CAD}"/>
              </a:ext>
            </a:extLst>
          </p:cNvPr>
          <p:cNvSpPr>
            <a:spLocks noGrp="1"/>
          </p:cNvSpPr>
          <p:nvPr>
            <p:ph type="sldNum" sz="quarter" idx="12"/>
          </p:nvPr>
        </p:nvSpPr>
        <p:spPr/>
        <p:txBody>
          <a:bodyPr/>
          <a:lstStyle>
            <a:lvl1pPr>
              <a:defRPr>
                <a:solidFill>
                  <a:srgbClr val="D1EAEE"/>
                </a:solidFill>
              </a:defRPr>
            </a:lvl1pPr>
          </a:lstStyle>
          <a:p>
            <a:fld id="{1772F34A-D7A6-4E25-AE91-C6FAF276AF7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618276287"/>
      </p:ext>
    </p:extLst>
  </p:cSld>
  <p:clrMapOvr>
    <a:overrideClrMapping bg1="dk1" tx1="lt1" bg2="dk2" tx2="lt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a:extLst>
              <a:ext uri="{FF2B5EF4-FFF2-40B4-BE49-F238E27FC236}">
                <a16:creationId xmlns="" xmlns:a16="http://schemas.microsoft.com/office/drawing/2014/main" id="{B7669D41-CBA5-5AA3-9DF7-5BBD1E5E4E13}"/>
              </a:ext>
            </a:extLst>
          </p:cNvPr>
          <p:cNvSpPr>
            <a:spLocks noGrp="1"/>
          </p:cNvSpPr>
          <p:nvPr>
            <p:ph type="dt" sz="half" idx="10"/>
          </p:nvPr>
        </p:nvSpPr>
        <p:spPr/>
        <p:txBody>
          <a:bodyPr/>
          <a:lstStyle>
            <a:lvl1pPr>
              <a:defRPr/>
            </a:lvl1pPr>
          </a:lstStyle>
          <a:p>
            <a:fld id="{8071B994-63BE-42CB-86CF-D61E11122B27}" type="datetimeFigureOut">
              <a:rPr lang="en-US" smtClean="0">
                <a:solidFill>
                  <a:prstClr val="black">
                    <a:tint val="75000"/>
                  </a:prstClr>
                </a:solidFill>
              </a:rPr>
              <a:pPr/>
              <a:t>1/29/2026</a:t>
            </a:fld>
            <a:endParaRPr lang="en-US">
              <a:solidFill>
                <a:prstClr val="black">
                  <a:tint val="75000"/>
                </a:prstClr>
              </a:solidFill>
            </a:endParaRPr>
          </a:p>
        </p:txBody>
      </p:sp>
      <p:sp>
        <p:nvSpPr>
          <p:cNvPr id="5" name="Footer Placeholder 21">
            <a:extLst>
              <a:ext uri="{FF2B5EF4-FFF2-40B4-BE49-F238E27FC236}">
                <a16:creationId xmlns="" xmlns:a16="http://schemas.microsoft.com/office/drawing/2014/main" id="{1D6B72C4-450C-2C6E-82C2-C5A4B4502107}"/>
              </a:ext>
            </a:extLst>
          </p:cNvPr>
          <p:cNvSpPr>
            <a:spLocks noGrp="1"/>
          </p:cNvSpPr>
          <p:nvPr>
            <p:ph type="ftr" sz="quarter" idx="11"/>
          </p:nvPr>
        </p:nvSpPr>
        <p:spPr/>
        <p:txBody>
          <a:bodyPr/>
          <a:lstStyle>
            <a:lvl1pPr>
              <a:defRPr/>
            </a:lvl1pPr>
          </a:lstStyle>
          <a:p>
            <a:endParaRPr lang="en-US">
              <a:solidFill>
                <a:prstClr val="black">
                  <a:tint val="75000"/>
                </a:prstClr>
              </a:solidFill>
            </a:endParaRPr>
          </a:p>
        </p:txBody>
      </p:sp>
      <p:sp>
        <p:nvSpPr>
          <p:cNvPr id="6" name="Slide Number Placeholder 17">
            <a:extLst>
              <a:ext uri="{FF2B5EF4-FFF2-40B4-BE49-F238E27FC236}">
                <a16:creationId xmlns="" xmlns:a16="http://schemas.microsoft.com/office/drawing/2014/main" id="{CDE0AB4F-B486-0433-D878-91A8B0DAD5CD}"/>
              </a:ext>
            </a:extLst>
          </p:cNvPr>
          <p:cNvSpPr>
            <a:spLocks noGrp="1"/>
          </p:cNvSpPr>
          <p:nvPr>
            <p:ph type="sldNum" sz="quarter" idx="12"/>
          </p:nvPr>
        </p:nvSpPr>
        <p:spPr/>
        <p:txBody>
          <a:bodyPr/>
          <a:lstStyle>
            <a:lvl1pPr>
              <a:defRPr/>
            </a:lvl1pPr>
          </a:lstStyle>
          <a:p>
            <a:fld id="{1772F34A-D7A6-4E25-AE91-C6FAF276AF7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87055423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07136" y="1316736"/>
            <a:ext cx="10363200" cy="1362456"/>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en-US"/>
              <a:t>Click to edit Master title style</a:t>
            </a:r>
          </a:p>
        </p:txBody>
      </p:sp>
      <p:sp>
        <p:nvSpPr>
          <p:cNvPr id="3" name="Text Placeholder 2"/>
          <p:cNvSpPr>
            <a:spLocks noGrp="1"/>
          </p:cNvSpPr>
          <p:nvPr>
            <p:ph type="body" idx="1"/>
          </p:nvPr>
        </p:nvSpPr>
        <p:spPr>
          <a:xfrm>
            <a:off x="707136" y="2704664"/>
            <a:ext cx="10363200" cy="1509712"/>
          </a:xfrm>
        </p:spPr>
        <p:txBody>
          <a:bodyPr lIns="45720" rIns="45720"/>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4" name="Date Placeholder 3">
            <a:extLst>
              <a:ext uri="{FF2B5EF4-FFF2-40B4-BE49-F238E27FC236}">
                <a16:creationId xmlns="" xmlns:a16="http://schemas.microsoft.com/office/drawing/2014/main" id="{42C1BA1F-C857-D912-9175-3BE57DCEC494}"/>
              </a:ext>
            </a:extLst>
          </p:cNvPr>
          <p:cNvSpPr>
            <a:spLocks noGrp="1"/>
          </p:cNvSpPr>
          <p:nvPr>
            <p:ph type="dt" sz="half" idx="10"/>
          </p:nvPr>
        </p:nvSpPr>
        <p:spPr/>
        <p:txBody>
          <a:bodyPr/>
          <a:lstStyle>
            <a:lvl1pPr>
              <a:defRPr/>
            </a:lvl1pPr>
          </a:lstStyle>
          <a:p>
            <a:fld id="{8071B994-63BE-42CB-86CF-D61E11122B27}" type="datetimeFigureOut">
              <a:rPr lang="en-US" smtClean="0">
                <a:solidFill>
                  <a:prstClr val="black">
                    <a:tint val="75000"/>
                  </a:prstClr>
                </a:solidFill>
              </a:rPr>
              <a:pPr/>
              <a:t>1/29/2026</a:t>
            </a:fld>
            <a:endParaRPr lang="en-US">
              <a:solidFill>
                <a:prstClr val="black">
                  <a:tint val="75000"/>
                </a:prstClr>
              </a:solidFill>
            </a:endParaRPr>
          </a:p>
        </p:txBody>
      </p:sp>
      <p:sp>
        <p:nvSpPr>
          <p:cNvPr id="5" name="Footer Placeholder 4">
            <a:extLst>
              <a:ext uri="{FF2B5EF4-FFF2-40B4-BE49-F238E27FC236}">
                <a16:creationId xmlns="" xmlns:a16="http://schemas.microsoft.com/office/drawing/2014/main" id="{D28011C7-426D-3D6D-9643-1468821539F5}"/>
              </a:ext>
            </a:extLst>
          </p:cNvPr>
          <p:cNvSpPr>
            <a:spLocks noGrp="1"/>
          </p:cNvSpPr>
          <p:nvPr>
            <p:ph type="ftr" sz="quarter" idx="11"/>
          </p:nvPr>
        </p:nvSpPr>
        <p:spPr/>
        <p:txBody>
          <a:bodyPr/>
          <a:lstStyle>
            <a:lvl1pPr>
              <a:defRPr/>
            </a:lvl1pPr>
          </a:lstStyle>
          <a:p>
            <a:endParaRPr lang="en-US">
              <a:solidFill>
                <a:prstClr val="black">
                  <a:tint val="75000"/>
                </a:prstClr>
              </a:solidFill>
            </a:endParaRPr>
          </a:p>
        </p:txBody>
      </p:sp>
      <p:sp>
        <p:nvSpPr>
          <p:cNvPr id="6" name="Slide Number Placeholder 5">
            <a:extLst>
              <a:ext uri="{FF2B5EF4-FFF2-40B4-BE49-F238E27FC236}">
                <a16:creationId xmlns="" xmlns:a16="http://schemas.microsoft.com/office/drawing/2014/main" id="{5B9466EE-8CC9-1814-3063-9C3B418D623F}"/>
              </a:ext>
            </a:extLst>
          </p:cNvPr>
          <p:cNvSpPr>
            <a:spLocks noGrp="1"/>
          </p:cNvSpPr>
          <p:nvPr>
            <p:ph type="sldNum" sz="quarter" idx="12"/>
          </p:nvPr>
        </p:nvSpPr>
        <p:spPr/>
        <p:txBody>
          <a:bodyPr/>
          <a:lstStyle>
            <a:lvl1pPr>
              <a:defRPr>
                <a:solidFill>
                  <a:srgbClr val="D1EAEE"/>
                </a:solidFill>
              </a:defRPr>
            </a:lvl1pPr>
          </a:lstStyle>
          <a:p>
            <a:fld id="{1772F34A-D7A6-4E25-AE91-C6FAF276AF7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390562837"/>
      </p:ext>
    </p:extLst>
  </p:cSld>
  <p:clrMapOvr>
    <a:overrideClrMapping bg1="dk1" tx1="lt1" bg2="dk2" tx2="lt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1143000"/>
          </a:xfrm>
        </p:spPr>
        <p:txBody>
          <a:bodyPr/>
          <a:lstStyle/>
          <a:p>
            <a:r>
              <a:rPr lang="en-US"/>
              <a:t>Click to edit Master title style</a:t>
            </a:r>
          </a:p>
        </p:txBody>
      </p:sp>
      <p:sp>
        <p:nvSpPr>
          <p:cNvPr id="3" name="Content Placeholder 2"/>
          <p:cNvSpPr>
            <a:spLocks noGrp="1"/>
          </p:cNvSpPr>
          <p:nvPr>
            <p:ph sz="half" idx="1"/>
          </p:nvPr>
        </p:nvSpPr>
        <p:spPr>
          <a:xfrm>
            <a:off x="609600" y="1920085"/>
            <a:ext cx="5384800" cy="4434840"/>
          </a:xfrm>
        </p:spPr>
        <p:txBody>
          <a:bodyPr/>
          <a:lstStyle>
            <a:lvl1pPr>
              <a:defRPr sz="26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920085"/>
            <a:ext cx="5384800" cy="4434840"/>
          </a:xfrm>
        </p:spPr>
        <p:txBody>
          <a:bodyPr/>
          <a:lstStyle>
            <a:lvl1pPr>
              <a:defRPr sz="26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9">
            <a:extLst>
              <a:ext uri="{FF2B5EF4-FFF2-40B4-BE49-F238E27FC236}">
                <a16:creationId xmlns="" xmlns:a16="http://schemas.microsoft.com/office/drawing/2014/main" id="{18D207DF-4F77-307E-9A13-332CBF4977B3}"/>
              </a:ext>
            </a:extLst>
          </p:cNvPr>
          <p:cNvSpPr>
            <a:spLocks noGrp="1"/>
          </p:cNvSpPr>
          <p:nvPr>
            <p:ph type="dt" sz="half" idx="10"/>
          </p:nvPr>
        </p:nvSpPr>
        <p:spPr/>
        <p:txBody>
          <a:bodyPr/>
          <a:lstStyle>
            <a:lvl1pPr>
              <a:defRPr/>
            </a:lvl1pPr>
          </a:lstStyle>
          <a:p>
            <a:fld id="{8071B994-63BE-42CB-86CF-D61E11122B27}" type="datetimeFigureOut">
              <a:rPr lang="en-US" smtClean="0">
                <a:solidFill>
                  <a:prstClr val="black">
                    <a:tint val="75000"/>
                  </a:prstClr>
                </a:solidFill>
              </a:rPr>
              <a:pPr/>
              <a:t>1/29/2026</a:t>
            </a:fld>
            <a:endParaRPr lang="en-US">
              <a:solidFill>
                <a:prstClr val="black">
                  <a:tint val="75000"/>
                </a:prstClr>
              </a:solidFill>
            </a:endParaRPr>
          </a:p>
        </p:txBody>
      </p:sp>
      <p:sp>
        <p:nvSpPr>
          <p:cNvPr id="6" name="Footer Placeholder 21">
            <a:extLst>
              <a:ext uri="{FF2B5EF4-FFF2-40B4-BE49-F238E27FC236}">
                <a16:creationId xmlns="" xmlns:a16="http://schemas.microsoft.com/office/drawing/2014/main" id="{92626009-C6FA-994A-EDEF-6C6D492B6FBC}"/>
              </a:ext>
            </a:extLst>
          </p:cNvPr>
          <p:cNvSpPr>
            <a:spLocks noGrp="1"/>
          </p:cNvSpPr>
          <p:nvPr>
            <p:ph type="ftr" sz="quarter" idx="11"/>
          </p:nvPr>
        </p:nvSpPr>
        <p:spPr/>
        <p:txBody>
          <a:bodyPr/>
          <a:lstStyle>
            <a:lvl1pPr>
              <a:defRPr/>
            </a:lvl1pPr>
          </a:lstStyle>
          <a:p>
            <a:endParaRPr lang="en-US">
              <a:solidFill>
                <a:prstClr val="black">
                  <a:tint val="75000"/>
                </a:prstClr>
              </a:solidFill>
            </a:endParaRPr>
          </a:p>
        </p:txBody>
      </p:sp>
      <p:sp>
        <p:nvSpPr>
          <p:cNvPr id="7" name="Slide Number Placeholder 17">
            <a:extLst>
              <a:ext uri="{FF2B5EF4-FFF2-40B4-BE49-F238E27FC236}">
                <a16:creationId xmlns="" xmlns:a16="http://schemas.microsoft.com/office/drawing/2014/main" id="{56C69C24-D85E-23F4-DAAD-A476A74789EE}"/>
              </a:ext>
            </a:extLst>
          </p:cNvPr>
          <p:cNvSpPr>
            <a:spLocks noGrp="1"/>
          </p:cNvSpPr>
          <p:nvPr>
            <p:ph type="sldNum" sz="quarter" idx="12"/>
          </p:nvPr>
        </p:nvSpPr>
        <p:spPr/>
        <p:txBody>
          <a:bodyPr/>
          <a:lstStyle>
            <a:lvl1pPr>
              <a:defRPr/>
            </a:lvl1pPr>
          </a:lstStyle>
          <a:p>
            <a:fld id="{1772F34A-D7A6-4E25-AE91-C6FAF276AF7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12766856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855248"/>
            <a:ext cx="5386917"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6193368" y="1859758"/>
            <a:ext cx="5389033"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5" name="Content Placeholder 4"/>
          <p:cNvSpPr>
            <a:spLocks noGrp="1"/>
          </p:cNvSpPr>
          <p:nvPr>
            <p:ph sz="quarter" idx="2"/>
          </p:nvPr>
        </p:nvSpPr>
        <p:spPr>
          <a:xfrm>
            <a:off x="609600" y="2514600"/>
            <a:ext cx="5386917" cy="3845720"/>
          </a:xfrm>
        </p:spPr>
        <p:txBody>
          <a:bodyPr tIns="0"/>
          <a:lstStyle>
            <a:lvl1pPr>
              <a:defRPr sz="22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68" y="2514600"/>
            <a:ext cx="5389033" cy="3845720"/>
          </a:xfrm>
        </p:spPr>
        <p:txBody>
          <a:bodyPr tIns="0"/>
          <a:lstStyle>
            <a:lvl1pPr>
              <a:defRPr sz="22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9">
            <a:extLst>
              <a:ext uri="{FF2B5EF4-FFF2-40B4-BE49-F238E27FC236}">
                <a16:creationId xmlns="" xmlns:a16="http://schemas.microsoft.com/office/drawing/2014/main" id="{66BE0CB3-941A-D9FB-2B80-24A9A2F8CA4F}"/>
              </a:ext>
            </a:extLst>
          </p:cNvPr>
          <p:cNvSpPr>
            <a:spLocks noGrp="1"/>
          </p:cNvSpPr>
          <p:nvPr>
            <p:ph type="dt" sz="half" idx="10"/>
          </p:nvPr>
        </p:nvSpPr>
        <p:spPr/>
        <p:txBody>
          <a:bodyPr/>
          <a:lstStyle>
            <a:lvl1pPr>
              <a:defRPr/>
            </a:lvl1pPr>
          </a:lstStyle>
          <a:p>
            <a:fld id="{8071B994-63BE-42CB-86CF-D61E11122B27}" type="datetimeFigureOut">
              <a:rPr lang="en-US" smtClean="0">
                <a:solidFill>
                  <a:prstClr val="black">
                    <a:tint val="75000"/>
                  </a:prstClr>
                </a:solidFill>
              </a:rPr>
              <a:pPr/>
              <a:t>1/29/2026</a:t>
            </a:fld>
            <a:endParaRPr lang="en-US">
              <a:solidFill>
                <a:prstClr val="black">
                  <a:tint val="75000"/>
                </a:prstClr>
              </a:solidFill>
            </a:endParaRPr>
          </a:p>
        </p:txBody>
      </p:sp>
      <p:sp>
        <p:nvSpPr>
          <p:cNvPr id="8" name="Footer Placeholder 21">
            <a:extLst>
              <a:ext uri="{FF2B5EF4-FFF2-40B4-BE49-F238E27FC236}">
                <a16:creationId xmlns="" xmlns:a16="http://schemas.microsoft.com/office/drawing/2014/main" id="{6B98261C-30BA-738D-4D16-C7BBDF313553}"/>
              </a:ext>
            </a:extLst>
          </p:cNvPr>
          <p:cNvSpPr>
            <a:spLocks noGrp="1"/>
          </p:cNvSpPr>
          <p:nvPr>
            <p:ph type="ftr" sz="quarter" idx="11"/>
          </p:nvPr>
        </p:nvSpPr>
        <p:spPr/>
        <p:txBody>
          <a:bodyPr/>
          <a:lstStyle>
            <a:lvl1pPr>
              <a:defRPr/>
            </a:lvl1pPr>
          </a:lstStyle>
          <a:p>
            <a:endParaRPr lang="en-US">
              <a:solidFill>
                <a:prstClr val="black">
                  <a:tint val="75000"/>
                </a:prstClr>
              </a:solidFill>
            </a:endParaRPr>
          </a:p>
        </p:txBody>
      </p:sp>
      <p:sp>
        <p:nvSpPr>
          <p:cNvPr id="9" name="Slide Number Placeholder 17">
            <a:extLst>
              <a:ext uri="{FF2B5EF4-FFF2-40B4-BE49-F238E27FC236}">
                <a16:creationId xmlns="" xmlns:a16="http://schemas.microsoft.com/office/drawing/2014/main" id="{92F6EA5B-3D11-6EF3-031A-743DE54276A6}"/>
              </a:ext>
            </a:extLst>
          </p:cNvPr>
          <p:cNvSpPr>
            <a:spLocks noGrp="1"/>
          </p:cNvSpPr>
          <p:nvPr>
            <p:ph type="sldNum" sz="quarter" idx="12"/>
          </p:nvPr>
        </p:nvSpPr>
        <p:spPr/>
        <p:txBody>
          <a:bodyPr/>
          <a:lstStyle>
            <a:lvl1pPr>
              <a:defRPr/>
            </a:lvl1pPr>
          </a:lstStyle>
          <a:p>
            <a:fld id="{1772F34A-D7A6-4E25-AE91-C6FAF276AF7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6845952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1074400" cy="11430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en-US"/>
              <a:t>Click to edit Master title style</a:t>
            </a:r>
          </a:p>
        </p:txBody>
      </p:sp>
      <p:sp>
        <p:nvSpPr>
          <p:cNvPr id="3" name="Date Placeholder 9">
            <a:extLst>
              <a:ext uri="{FF2B5EF4-FFF2-40B4-BE49-F238E27FC236}">
                <a16:creationId xmlns="" xmlns:a16="http://schemas.microsoft.com/office/drawing/2014/main" id="{B37B7B22-0A11-15AB-E6A6-19519146F3F9}"/>
              </a:ext>
            </a:extLst>
          </p:cNvPr>
          <p:cNvSpPr>
            <a:spLocks noGrp="1"/>
          </p:cNvSpPr>
          <p:nvPr>
            <p:ph type="dt" sz="half" idx="10"/>
          </p:nvPr>
        </p:nvSpPr>
        <p:spPr/>
        <p:txBody>
          <a:bodyPr/>
          <a:lstStyle>
            <a:lvl1pPr>
              <a:defRPr/>
            </a:lvl1pPr>
          </a:lstStyle>
          <a:p>
            <a:fld id="{8071B994-63BE-42CB-86CF-D61E11122B27}" type="datetimeFigureOut">
              <a:rPr lang="en-US" smtClean="0">
                <a:solidFill>
                  <a:prstClr val="black">
                    <a:tint val="75000"/>
                  </a:prstClr>
                </a:solidFill>
              </a:rPr>
              <a:pPr/>
              <a:t>1/29/2026</a:t>
            </a:fld>
            <a:endParaRPr lang="en-US">
              <a:solidFill>
                <a:prstClr val="black">
                  <a:tint val="75000"/>
                </a:prstClr>
              </a:solidFill>
            </a:endParaRPr>
          </a:p>
        </p:txBody>
      </p:sp>
      <p:sp>
        <p:nvSpPr>
          <p:cNvPr id="4" name="Footer Placeholder 21">
            <a:extLst>
              <a:ext uri="{FF2B5EF4-FFF2-40B4-BE49-F238E27FC236}">
                <a16:creationId xmlns="" xmlns:a16="http://schemas.microsoft.com/office/drawing/2014/main" id="{826E76A3-412A-3686-3091-881CF3A5D517}"/>
              </a:ext>
            </a:extLst>
          </p:cNvPr>
          <p:cNvSpPr>
            <a:spLocks noGrp="1"/>
          </p:cNvSpPr>
          <p:nvPr>
            <p:ph type="ftr" sz="quarter" idx="11"/>
          </p:nvPr>
        </p:nvSpPr>
        <p:spPr/>
        <p:txBody>
          <a:bodyPr/>
          <a:lstStyle>
            <a:lvl1pPr>
              <a:defRPr/>
            </a:lvl1pPr>
          </a:lstStyle>
          <a:p>
            <a:endParaRPr lang="en-US">
              <a:solidFill>
                <a:prstClr val="black">
                  <a:tint val="75000"/>
                </a:prstClr>
              </a:solidFill>
            </a:endParaRPr>
          </a:p>
        </p:txBody>
      </p:sp>
      <p:sp>
        <p:nvSpPr>
          <p:cNvPr id="5" name="Slide Number Placeholder 17">
            <a:extLst>
              <a:ext uri="{FF2B5EF4-FFF2-40B4-BE49-F238E27FC236}">
                <a16:creationId xmlns="" xmlns:a16="http://schemas.microsoft.com/office/drawing/2014/main" id="{4A940A05-A920-74BC-57E3-9D0DCF04D016}"/>
              </a:ext>
            </a:extLst>
          </p:cNvPr>
          <p:cNvSpPr>
            <a:spLocks noGrp="1"/>
          </p:cNvSpPr>
          <p:nvPr>
            <p:ph type="sldNum" sz="quarter" idx="12"/>
          </p:nvPr>
        </p:nvSpPr>
        <p:spPr/>
        <p:txBody>
          <a:bodyPr/>
          <a:lstStyle>
            <a:lvl1pPr>
              <a:defRPr/>
            </a:lvl1pPr>
          </a:lstStyle>
          <a:p>
            <a:fld id="{1772F34A-D7A6-4E25-AE91-C6FAF276AF7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70468060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a:extLst>
              <a:ext uri="{FF2B5EF4-FFF2-40B4-BE49-F238E27FC236}">
                <a16:creationId xmlns="" xmlns:a16="http://schemas.microsoft.com/office/drawing/2014/main" id="{AF4E3E08-844D-1CB7-AC90-8F0836452B84}"/>
              </a:ext>
            </a:extLst>
          </p:cNvPr>
          <p:cNvSpPr>
            <a:spLocks noGrp="1"/>
          </p:cNvSpPr>
          <p:nvPr>
            <p:ph type="dt" sz="half" idx="10"/>
          </p:nvPr>
        </p:nvSpPr>
        <p:spPr/>
        <p:txBody>
          <a:bodyPr/>
          <a:lstStyle>
            <a:lvl1pPr>
              <a:defRPr/>
            </a:lvl1pPr>
          </a:lstStyle>
          <a:p>
            <a:fld id="{8071B994-63BE-42CB-86CF-D61E11122B27}" type="datetimeFigureOut">
              <a:rPr lang="en-US" smtClean="0">
                <a:solidFill>
                  <a:prstClr val="black">
                    <a:tint val="75000"/>
                  </a:prstClr>
                </a:solidFill>
              </a:rPr>
              <a:pPr/>
              <a:t>1/29/2026</a:t>
            </a:fld>
            <a:endParaRPr lang="en-US">
              <a:solidFill>
                <a:prstClr val="black">
                  <a:tint val="75000"/>
                </a:prstClr>
              </a:solidFill>
            </a:endParaRPr>
          </a:p>
        </p:txBody>
      </p:sp>
      <p:sp>
        <p:nvSpPr>
          <p:cNvPr id="3" name="Footer Placeholder 21">
            <a:extLst>
              <a:ext uri="{FF2B5EF4-FFF2-40B4-BE49-F238E27FC236}">
                <a16:creationId xmlns="" xmlns:a16="http://schemas.microsoft.com/office/drawing/2014/main" id="{777210AF-684E-F1BF-A27B-07DE8A2FEA84}"/>
              </a:ext>
            </a:extLst>
          </p:cNvPr>
          <p:cNvSpPr>
            <a:spLocks noGrp="1"/>
          </p:cNvSpPr>
          <p:nvPr>
            <p:ph type="ftr" sz="quarter" idx="11"/>
          </p:nvPr>
        </p:nvSpPr>
        <p:spPr/>
        <p:txBody>
          <a:bodyPr/>
          <a:lstStyle>
            <a:lvl1pPr>
              <a:defRPr/>
            </a:lvl1pPr>
          </a:lstStyle>
          <a:p>
            <a:endParaRPr lang="en-US">
              <a:solidFill>
                <a:prstClr val="black">
                  <a:tint val="75000"/>
                </a:prstClr>
              </a:solidFill>
            </a:endParaRPr>
          </a:p>
        </p:txBody>
      </p:sp>
      <p:sp>
        <p:nvSpPr>
          <p:cNvPr id="4" name="Slide Number Placeholder 17">
            <a:extLst>
              <a:ext uri="{FF2B5EF4-FFF2-40B4-BE49-F238E27FC236}">
                <a16:creationId xmlns="" xmlns:a16="http://schemas.microsoft.com/office/drawing/2014/main" id="{864BA92F-4B20-8D2B-8674-518E29C22CEE}"/>
              </a:ext>
            </a:extLst>
          </p:cNvPr>
          <p:cNvSpPr>
            <a:spLocks noGrp="1"/>
          </p:cNvSpPr>
          <p:nvPr>
            <p:ph type="sldNum" sz="quarter" idx="12"/>
          </p:nvPr>
        </p:nvSpPr>
        <p:spPr/>
        <p:txBody>
          <a:bodyPr/>
          <a:lstStyle>
            <a:lvl1pPr>
              <a:defRPr/>
            </a:lvl1pPr>
          </a:lstStyle>
          <a:p>
            <a:fld id="{1772F34A-D7A6-4E25-AE91-C6FAF276AF7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65117096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514352"/>
            <a:ext cx="3657600" cy="1162050"/>
          </a:xfrm>
        </p:spPr>
        <p:txBody>
          <a:bodyPr>
            <a:noAutofit/>
          </a:bodyPr>
          <a:lstStyle>
            <a:lvl1pPr algn="l" rtl="0">
              <a:spcBef>
                <a:spcPct val="0"/>
              </a:spcBef>
              <a:buNone/>
              <a:defRPr sz="2600" b="0">
                <a:ln>
                  <a:noFill/>
                </a:ln>
                <a:solidFill>
                  <a:schemeClr val="tx2"/>
                </a:solidFill>
                <a:effectLst/>
                <a:latin typeface="+mj-lt"/>
                <a:ea typeface="+mj-ea"/>
                <a:cs typeface="+mj-cs"/>
              </a:defRPr>
            </a:lvl1pPr>
          </a:lstStyle>
          <a:p>
            <a:r>
              <a:rPr lang="en-US"/>
              <a:t>Click to edit Master title style</a:t>
            </a:r>
          </a:p>
        </p:txBody>
      </p:sp>
      <p:sp>
        <p:nvSpPr>
          <p:cNvPr id="3" name="Text Placeholder 2"/>
          <p:cNvSpPr>
            <a:spLocks noGrp="1"/>
          </p:cNvSpPr>
          <p:nvPr>
            <p:ph type="body" idx="2"/>
          </p:nvPr>
        </p:nvSpPr>
        <p:spPr>
          <a:xfrm>
            <a:off x="914400" y="1676400"/>
            <a:ext cx="36576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a:r>
              <a:rPr lang="en-US"/>
              <a:t>Click to edit Master text styles</a:t>
            </a:r>
          </a:p>
        </p:txBody>
      </p:sp>
      <p:sp>
        <p:nvSpPr>
          <p:cNvPr id="4" name="Content Placeholder 3"/>
          <p:cNvSpPr>
            <a:spLocks noGrp="1"/>
          </p:cNvSpPr>
          <p:nvPr>
            <p:ph sz="half" idx="1"/>
          </p:nvPr>
        </p:nvSpPr>
        <p:spPr>
          <a:xfrm>
            <a:off x="4766733" y="1676400"/>
            <a:ext cx="6815667" cy="4572000"/>
          </a:xfrm>
        </p:spPr>
        <p:txBody>
          <a:bodyPr tIns="0"/>
          <a:lstStyle>
            <a:lvl1pPr>
              <a:defRPr sz="2800"/>
            </a:lvl1pPr>
            <a:lvl2pPr>
              <a:defRPr sz="2600"/>
            </a:lvl2pPr>
            <a:lvl3pPr>
              <a:defRPr sz="2400"/>
            </a:lvl3pPr>
            <a:lvl4pPr>
              <a:defRPr sz="20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9">
            <a:extLst>
              <a:ext uri="{FF2B5EF4-FFF2-40B4-BE49-F238E27FC236}">
                <a16:creationId xmlns="" xmlns:a16="http://schemas.microsoft.com/office/drawing/2014/main" id="{8C24556C-6929-CF1E-898D-F88FA27BF427}"/>
              </a:ext>
            </a:extLst>
          </p:cNvPr>
          <p:cNvSpPr>
            <a:spLocks noGrp="1"/>
          </p:cNvSpPr>
          <p:nvPr>
            <p:ph type="dt" sz="half" idx="10"/>
          </p:nvPr>
        </p:nvSpPr>
        <p:spPr/>
        <p:txBody>
          <a:bodyPr/>
          <a:lstStyle>
            <a:lvl1pPr>
              <a:defRPr/>
            </a:lvl1pPr>
          </a:lstStyle>
          <a:p>
            <a:fld id="{8071B994-63BE-42CB-86CF-D61E11122B27}" type="datetimeFigureOut">
              <a:rPr lang="en-US" smtClean="0">
                <a:solidFill>
                  <a:prstClr val="black">
                    <a:tint val="75000"/>
                  </a:prstClr>
                </a:solidFill>
              </a:rPr>
              <a:pPr/>
              <a:t>1/29/2026</a:t>
            </a:fld>
            <a:endParaRPr lang="en-US">
              <a:solidFill>
                <a:prstClr val="black">
                  <a:tint val="75000"/>
                </a:prstClr>
              </a:solidFill>
            </a:endParaRPr>
          </a:p>
        </p:txBody>
      </p:sp>
      <p:sp>
        <p:nvSpPr>
          <p:cNvPr id="6" name="Footer Placeholder 21">
            <a:extLst>
              <a:ext uri="{FF2B5EF4-FFF2-40B4-BE49-F238E27FC236}">
                <a16:creationId xmlns="" xmlns:a16="http://schemas.microsoft.com/office/drawing/2014/main" id="{740B5BEF-A631-2171-44ED-B2F87B640235}"/>
              </a:ext>
            </a:extLst>
          </p:cNvPr>
          <p:cNvSpPr>
            <a:spLocks noGrp="1"/>
          </p:cNvSpPr>
          <p:nvPr>
            <p:ph type="ftr" sz="quarter" idx="11"/>
          </p:nvPr>
        </p:nvSpPr>
        <p:spPr/>
        <p:txBody>
          <a:bodyPr/>
          <a:lstStyle>
            <a:lvl1pPr>
              <a:defRPr/>
            </a:lvl1pPr>
          </a:lstStyle>
          <a:p>
            <a:endParaRPr lang="en-US">
              <a:solidFill>
                <a:prstClr val="black">
                  <a:tint val="75000"/>
                </a:prstClr>
              </a:solidFill>
            </a:endParaRPr>
          </a:p>
        </p:txBody>
      </p:sp>
      <p:sp>
        <p:nvSpPr>
          <p:cNvPr id="7" name="Slide Number Placeholder 17">
            <a:extLst>
              <a:ext uri="{FF2B5EF4-FFF2-40B4-BE49-F238E27FC236}">
                <a16:creationId xmlns="" xmlns:a16="http://schemas.microsoft.com/office/drawing/2014/main" id="{94137D53-FD1A-9229-0E54-AC84023B44B5}"/>
              </a:ext>
            </a:extLst>
          </p:cNvPr>
          <p:cNvSpPr>
            <a:spLocks noGrp="1"/>
          </p:cNvSpPr>
          <p:nvPr>
            <p:ph type="sldNum" sz="quarter" idx="12"/>
          </p:nvPr>
        </p:nvSpPr>
        <p:spPr/>
        <p:txBody>
          <a:bodyPr/>
          <a:lstStyle>
            <a:lvl1pPr>
              <a:defRPr/>
            </a:lvl1pPr>
          </a:lstStyle>
          <a:p>
            <a:fld id="{1772F34A-D7A6-4E25-AE91-C6FAF276AF7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98189846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Snip and Round Single Corner Rectangle 13">
            <a:extLst>
              <a:ext uri="{FF2B5EF4-FFF2-40B4-BE49-F238E27FC236}">
                <a16:creationId xmlns="" xmlns:a16="http://schemas.microsoft.com/office/drawing/2014/main" id="{D93109B5-8F95-7E65-E5F9-117FEE5A64EB}"/>
              </a:ext>
            </a:extLst>
          </p:cNvPr>
          <p:cNvSpPr/>
          <p:nvPr/>
        </p:nvSpPr>
        <p:spPr>
          <a:xfrm rot="420000" flipV="1">
            <a:off x="4220633" y="1108075"/>
            <a:ext cx="70104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6" name="Right Triangle 5">
            <a:extLst>
              <a:ext uri="{FF2B5EF4-FFF2-40B4-BE49-F238E27FC236}">
                <a16:creationId xmlns="" xmlns:a16="http://schemas.microsoft.com/office/drawing/2014/main" id="{96C92426-906F-D443-30A2-5E80673566C3}"/>
              </a:ext>
            </a:extLst>
          </p:cNvPr>
          <p:cNvSpPr/>
          <p:nvPr/>
        </p:nvSpPr>
        <p:spPr>
          <a:xfrm rot="420000" flipV="1">
            <a:off x="10672234" y="5359401"/>
            <a:ext cx="207433" cy="1555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7" name="Freeform 15">
            <a:extLst>
              <a:ext uri="{FF2B5EF4-FFF2-40B4-BE49-F238E27FC236}">
                <a16:creationId xmlns="" xmlns:a16="http://schemas.microsoft.com/office/drawing/2014/main" id="{EFCFD484-8EBA-C3D7-FDA7-184DF0770F92}"/>
              </a:ext>
            </a:extLst>
          </p:cNvPr>
          <p:cNvSpPr>
            <a:spLocks/>
          </p:cNvSpPr>
          <p:nvPr/>
        </p:nvSpPr>
        <p:spPr bwMode="auto">
          <a:xfrm flipV="1">
            <a:off x="-12700" y="5816600"/>
            <a:ext cx="1221740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eaLnBrk="1" hangingPunct="1">
              <a:defRPr/>
            </a:pPr>
            <a:endParaRPr lang="en-US">
              <a:latin typeface="+mn-lt"/>
            </a:endParaRPr>
          </a:p>
        </p:txBody>
      </p:sp>
      <p:sp>
        <p:nvSpPr>
          <p:cNvPr id="8" name="Freeform 16">
            <a:extLst>
              <a:ext uri="{FF2B5EF4-FFF2-40B4-BE49-F238E27FC236}">
                <a16:creationId xmlns="" xmlns:a16="http://schemas.microsoft.com/office/drawing/2014/main" id="{A6CFE860-F372-F3AF-EA70-DE43594F603D}"/>
              </a:ext>
            </a:extLst>
          </p:cNvPr>
          <p:cNvSpPr>
            <a:spLocks/>
          </p:cNvSpPr>
          <p:nvPr/>
        </p:nvSpPr>
        <p:spPr bwMode="auto">
          <a:xfrm flipV="1">
            <a:off x="5842000" y="6219826"/>
            <a:ext cx="63500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eaLnBrk="1" hangingPunct="1">
              <a:defRPr/>
            </a:pPr>
            <a:endParaRPr lang="en-US">
              <a:latin typeface="+mn-lt"/>
            </a:endParaRPr>
          </a:p>
        </p:txBody>
      </p:sp>
      <p:sp>
        <p:nvSpPr>
          <p:cNvPr id="2" name="Title 1"/>
          <p:cNvSpPr>
            <a:spLocks noGrp="1"/>
          </p:cNvSpPr>
          <p:nvPr>
            <p:ph type="title"/>
          </p:nvPr>
        </p:nvSpPr>
        <p:spPr>
          <a:xfrm>
            <a:off x="812800" y="1176997"/>
            <a:ext cx="2950464" cy="1582621"/>
          </a:xfrm>
        </p:spPr>
        <p:txBody>
          <a:bodyPr lIns="45720" rIns="45720" bIns="45720"/>
          <a:lstStyle>
            <a:lvl1pPr algn="l">
              <a:buNone/>
              <a:defRPr sz="2000" b="1">
                <a:solidFill>
                  <a:schemeClr val="tx2"/>
                </a:solidFill>
              </a:defRPr>
            </a:lvl1pPr>
          </a:lstStyle>
          <a:p>
            <a:r>
              <a:rPr lang="en-US"/>
              <a:t>Click to edit Master title style</a:t>
            </a:r>
          </a:p>
        </p:txBody>
      </p:sp>
      <p:sp>
        <p:nvSpPr>
          <p:cNvPr id="4" name="Text Placeholder 3"/>
          <p:cNvSpPr>
            <a:spLocks noGrp="1"/>
          </p:cNvSpPr>
          <p:nvPr>
            <p:ph type="body" sz="half" idx="2"/>
          </p:nvPr>
        </p:nvSpPr>
        <p:spPr>
          <a:xfrm>
            <a:off x="812800" y="2828785"/>
            <a:ext cx="2946400" cy="2179320"/>
          </a:xfrm>
        </p:spPr>
        <p:txBody>
          <a:bodyPr lIns="64008" rIns="45720"/>
          <a:lstStyle>
            <a:lvl1pPr marL="0" indent="0" algn="l">
              <a:spcBef>
                <a:spcPts val="250"/>
              </a:spcBef>
              <a:buFontTx/>
              <a:buNone/>
              <a:defRPr sz="1300"/>
            </a:lvl1pPr>
            <a:lvl2pPr>
              <a:defRPr sz="1200"/>
            </a:lvl2pPr>
            <a:lvl3pPr>
              <a:defRPr sz="1000"/>
            </a:lvl3pPr>
            <a:lvl4pPr>
              <a:defRPr sz="900"/>
            </a:lvl4pPr>
            <a:lvl5pPr>
              <a:defRPr sz="900"/>
            </a:lvl5pPr>
          </a:lstStyle>
          <a:p>
            <a:pPr lvl="0"/>
            <a:r>
              <a:rPr lang="en-US"/>
              <a:t>Click to edit Master text styles</a:t>
            </a:r>
          </a:p>
        </p:txBody>
      </p:sp>
      <p:sp>
        <p:nvSpPr>
          <p:cNvPr id="3" name="Picture Placeholder 2"/>
          <p:cNvSpPr>
            <a:spLocks noGrp="1"/>
          </p:cNvSpPr>
          <p:nvPr>
            <p:ph type="pic" idx="1"/>
          </p:nvPr>
        </p:nvSpPr>
        <p:spPr>
          <a:xfrm rot="420000">
            <a:off x="4647724" y="1199517"/>
            <a:ext cx="6156960" cy="3931920"/>
          </a:xfrm>
          <a:prstGeom prst="rect">
            <a:avLst/>
          </a:prstGeom>
          <a:solidFill>
            <a:schemeClr val="bg2"/>
          </a:solidFill>
          <a:ln w="3000" cap="rnd">
            <a:solidFill>
              <a:srgbClr val="C0C0C0"/>
            </a:solidFill>
            <a:round/>
          </a:ln>
          <a:effectLst/>
        </p:spPr>
        <p:txBody>
          <a:bodyPr>
            <a:normAutofit/>
          </a:bodyPr>
          <a:lstStyle>
            <a:lvl1pPr marL="0" indent="0">
              <a:buNone/>
              <a:defRPr sz="3200"/>
            </a:lvl1pPr>
          </a:lstStyle>
          <a:p>
            <a:pPr lvl="0"/>
            <a:r>
              <a:rPr lang="en-US" noProof="0"/>
              <a:t>Click icon to add picture</a:t>
            </a:r>
            <a:endParaRPr lang="en-US" noProof="0" dirty="0"/>
          </a:p>
        </p:txBody>
      </p:sp>
      <p:sp>
        <p:nvSpPr>
          <p:cNvPr id="9" name="Date Placeholder 4">
            <a:extLst>
              <a:ext uri="{FF2B5EF4-FFF2-40B4-BE49-F238E27FC236}">
                <a16:creationId xmlns="" xmlns:a16="http://schemas.microsoft.com/office/drawing/2014/main" id="{BEB17C22-FF8E-CD81-1009-A93CC01D99AF}"/>
              </a:ext>
            </a:extLst>
          </p:cNvPr>
          <p:cNvSpPr>
            <a:spLocks noGrp="1"/>
          </p:cNvSpPr>
          <p:nvPr>
            <p:ph type="dt" sz="half" idx="10"/>
          </p:nvPr>
        </p:nvSpPr>
        <p:spPr/>
        <p:txBody>
          <a:bodyPr/>
          <a:lstStyle>
            <a:lvl1pPr>
              <a:defRPr/>
            </a:lvl1pPr>
          </a:lstStyle>
          <a:p>
            <a:fld id="{8071B994-63BE-42CB-86CF-D61E11122B27}" type="datetimeFigureOut">
              <a:rPr lang="en-US" smtClean="0">
                <a:solidFill>
                  <a:prstClr val="black">
                    <a:tint val="75000"/>
                  </a:prstClr>
                </a:solidFill>
              </a:rPr>
              <a:pPr/>
              <a:t>1/29/2026</a:t>
            </a:fld>
            <a:endParaRPr lang="en-US">
              <a:solidFill>
                <a:prstClr val="black">
                  <a:tint val="75000"/>
                </a:prstClr>
              </a:solidFill>
            </a:endParaRPr>
          </a:p>
        </p:txBody>
      </p:sp>
      <p:sp>
        <p:nvSpPr>
          <p:cNvPr id="10" name="Footer Placeholder 5">
            <a:extLst>
              <a:ext uri="{FF2B5EF4-FFF2-40B4-BE49-F238E27FC236}">
                <a16:creationId xmlns="" xmlns:a16="http://schemas.microsoft.com/office/drawing/2014/main" id="{962E28DA-ED19-5DD0-ED93-87A11FF64043}"/>
              </a:ext>
            </a:extLst>
          </p:cNvPr>
          <p:cNvSpPr>
            <a:spLocks noGrp="1"/>
          </p:cNvSpPr>
          <p:nvPr>
            <p:ph type="ftr" sz="quarter" idx="11"/>
          </p:nvPr>
        </p:nvSpPr>
        <p:spPr/>
        <p:txBody>
          <a:bodyPr/>
          <a:lstStyle>
            <a:lvl1pPr>
              <a:defRPr/>
            </a:lvl1pPr>
          </a:lstStyle>
          <a:p>
            <a:endParaRPr lang="en-US">
              <a:solidFill>
                <a:prstClr val="black">
                  <a:tint val="75000"/>
                </a:prstClr>
              </a:solidFill>
            </a:endParaRPr>
          </a:p>
        </p:txBody>
      </p:sp>
      <p:sp>
        <p:nvSpPr>
          <p:cNvPr id="11" name="Slide Number Placeholder 6">
            <a:extLst>
              <a:ext uri="{FF2B5EF4-FFF2-40B4-BE49-F238E27FC236}">
                <a16:creationId xmlns="" xmlns:a16="http://schemas.microsoft.com/office/drawing/2014/main" id="{796F5744-DED2-BE04-53F4-B6FCCCF67636}"/>
              </a:ext>
            </a:extLst>
          </p:cNvPr>
          <p:cNvSpPr>
            <a:spLocks noGrp="1"/>
          </p:cNvSpPr>
          <p:nvPr>
            <p:ph type="sldNum" sz="quarter" idx="12"/>
          </p:nvPr>
        </p:nvSpPr>
        <p:spPr>
          <a:xfrm>
            <a:off x="10769600" y="6356351"/>
            <a:ext cx="812800" cy="365125"/>
          </a:xfrm>
        </p:spPr>
        <p:txBody>
          <a:bodyPr/>
          <a:lstStyle>
            <a:lvl1pPr>
              <a:defRPr/>
            </a:lvl1pPr>
          </a:lstStyle>
          <a:p>
            <a:fld id="{1772F34A-D7A6-4E25-AE91-C6FAF276AF7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47152248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a:extLst>
              <a:ext uri="{FF2B5EF4-FFF2-40B4-BE49-F238E27FC236}">
                <a16:creationId xmlns="" xmlns:a16="http://schemas.microsoft.com/office/drawing/2014/main" id="{15B035E5-5FED-9EDE-24C8-6831B2945FD7}"/>
              </a:ext>
            </a:extLst>
          </p:cNvPr>
          <p:cNvSpPr>
            <a:spLocks noGrp="1"/>
          </p:cNvSpPr>
          <p:nvPr>
            <p:ph type="dt" sz="half" idx="10"/>
          </p:nvPr>
        </p:nvSpPr>
        <p:spPr/>
        <p:txBody>
          <a:bodyPr/>
          <a:lstStyle>
            <a:lvl1pPr>
              <a:defRPr/>
            </a:lvl1pPr>
          </a:lstStyle>
          <a:p>
            <a:fld id="{8071B994-63BE-42CB-86CF-D61E11122B27}" type="datetimeFigureOut">
              <a:rPr lang="en-US" smtClean="0">
                <a:solidFill>
                  <a:prstClr val="black">
                    <a:tint val="75000"/>
                  </a:prstClr>
                </a:solidFill>
              </a:rPr>
              <a:pPr/>
              <a:t>1/29/2026</a:t>
            </a:fld>
            <a:endParaRPr lang="en-US">
              <a:solidFill>
                <a:prstClr val="black">
                  <a:tint val="75000"/>
                </a:prstClr>
              </a:solidFill>
            </a:endParaRPr>
          </a:p>
        </p:txBody>
      </p:sp>
      <p:sp>
        <p:nvSpPr>
          <p:cNvPr id="5" name="Footer Placeholder 21">
            <a:extLst>
              <a:ext uri="{FF2B5EF4-FFF2-40B4-BE49-F238E27FC236}">
                <a16:creationId xmlns="" xmlns:a16="http://schemas.microsoft.com/office/drawing/2014/main" id="{E65AF5BB-9BC8-0147-2675-43C409DF488F}"/>
              </a:ext>
            </a:extLst>
          </p:cNvPr>
          <p:cNvSpPr>
            <a:spLocks noGrp="1"/>
          </p:cNvSpPr>
          <p:nvPr>
            <p:ph type="ftr" sz="quarter" idx="11"/>
          </p:nvPr>
        </p:nvSpPr>
        <p:spPr/>
        <p:txBody>
          <a:bodyPr/>
          <a:lstStyle>
            <a:lvl1pPr>
              <a:defRPr/>
            </a:lvl1pPr>
          </a:lstStyle>
          <a:p>
            <a:endParaRPr lang="en-US">
              <a:solidFill>
                <a:prstClr val="black">
                  <a:tint val="75000"/>
                </a:prstClr>
              </a:solidFill>
            </a:endParaRPr>
          </a:p>
        </p:txBody>
      </p:sp>
      <p:sp>
        <p:nvSpPr>
          <p:cNvPr id="6" name="Slide Number Placeholder 17">
            <a:extLst>
              <a:ext uri="{FF2B5EF4-FFF2-40B4-BE49-F238E27FC236}">
                <a16:creationId xmlns="" xmlns:a16="http://schemas.microsoft.com/office/drawing/2014/main" id="{B88A393B-71D2-1BD5-0119-826DBE4C93FE}"/>
              </a:ext>
            </a:extLst>
          </p:cNvPr>
          <p:cNvSpPr>
            <a:spLocks noGrp="1"/>
          </p:cNvSpPr>
          <p:nvPr>
            <p:ph type="sldNum" sz="quarter" idx="12"/>
          </p:nvPr>
        </p:nvSpPr>
        <p:spPr/>
        <p:txBody>
          <a:bodyPr/>
          <a:lstStyle>
            <a:lvl1pPr>
              <a:defRPr/>
            </a:lvl1pPr>
          </a:lstStyle>
          <a:p>
            <a:fld id="{1772F34A-D7A6-4E25-AE91-C6FAF276AF7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9624630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914402"/>
            <a:ext cx="2743200" cy="52117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914402"/>
            <a:ext cx="8026400" cy="52117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a:extLst>
              <a:ext uri="{FF2B5EF4-FFF2-40B4-BE49-F238E27FC236}">
                <a16:creationId xmlns="" xmlns:a16="http://schemas.microsoft.com/office/drawing/2014/main" id="{18529199-EE63-AFDD-84F1-426A9C9B2776}"/>
              </a:ext>
            </a:extLst>
          </p:cNvPr>
          <p:cNvSpPr>
            <a:spLocks noGrp="1"/>
          </p:cNvSpPr>
          <p:nvPr>
            <p:ph type="dt" sz="half" idx="10"/>
          </p:nvPr>
        </p:nvSpPr>
        <p:spPr/>
        <p:txBody>
          <a:bodyPr/>
          <a:lstStyle>
            <a:lvl1pPr>
              <a:defRPr/>
            </a:lvl1pPr>
          </a:lstStyle>
          <a:p>
            <a:fld id="{8071B994-63BE-42CB-86CF-D61E11122B27}" type="datetimeFigureOut">
              <a:rPr lang="en-US" smtClean="0">
                <a:solidFill>
                  <a:prstClr val="black">
                    <a:tint val="75000"/>
                  </a:prstClr>
                </a:solidFill>
              </a:rPr>
              <a:pPr/>
              <a:t>1/29/2026</a:t>
            </a:fld>
            <a:endParaRPr lang="en-US">
              <a:solidFill>
                <a:prstClr val="black">
                  <a:tint val="75000"/>
                </a:prstClr>
              </a:solidFill>
            </a:endParaRPr>
          </a:p>
        </p:txBody>
      </p:sp>
      <p:sp>
        <p:nvSpPr>
          <p:cNvPr id="5" name="Footer Placeholder 21">
            <a:extLst>
              <a:ext uri="{FF2B5EF4-FFF2-40B4-BE49-F238E27FC236}">
                <a16:creationId xmlns="" xmlns:a16="http://schemas.microsoft.com/office/drawing/2014/main" id="{20E75482-F3F2-076B-3B18-6DF36B0E9801}"/>
              </a:ext>
            </a:extLst>
          </p:cNvPr>
          <p:cNvSpPr>
            <a:spLocks noGrp="1"/>
          </p:cNvSpPr>
          <p:nvPr>
            <p:ph type="ftr" sz="quarter" idx="11"/>
          </p:nvPr>
        </p:nvSpPr>
        <p:spPr/>
        <p:txBody>
          <a:bodyPr/>
          <a:lstStyle>
            <a:lvl1pPr>
              <a:defRPr/>
            </a:lvl1pPr>
          </a:lstStyle>
          <a:p>
            <a:endParaRPr lang="en-US">
              <a:solidFill>
                <a:prstClr val="black">
                  <a:tint val="75000"/>
                </a:prstClr>
              </a:solidFill>
            </a:endParaRPr>
          </a:p>
        </p:txBody>
      </p:sp>
      <p:sp>
        <p:nvSpPr>
          <p:cNvPr id="6" name="Slide Number Placeholder 17">
            <a:extLst>
              <a:ext uri="{FF2B5EF4-FFF2-40B4-BE49-F238E27FC236}">
                <a16:creationId xmlns="" xmlns:a16="http://schemas.microsoft.com/office/drawing/2014/main" id="{5DF13457-6662-86CB-2F0A-44761BD70AA4}"/>
              </a:ext>
            </a:extLst>
          </p:cNvPr>
          <p:cNvSpPr>
            <a:spLocks noGrp="1"/>
          </p:cNvSpPr>
          <p:nvPr>
            <p:ph type="sldNum" sz="quarter" idx="12"/>
          </p:nvPr>
        </p:nvSpPr>
        <p:spPr/>
        <p:txBody>
          <a:bodyPr/>
          <a:lstStyle>
            <a:lvl1pPr>
              <a:defRPr/>
            </a:lvl1pPr>
          </a:lstStyle>
          <a:p>
            <a:fld id="{1772F34A-D7A6-4E25-AE91-C6FAF276AF7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2090025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9" name="Title 8"/>
          <p:cNvSpPr>
            <a:spLocks noGrp="1"/>
          </p:cNvSpPr>
          <p:nvPr>
            <p:ph type="ctrTitle"/>
          </p:nvPr>
        </p:nvSpPr>
        <p:spPr>
          <a:xfrm>
            <a:off x="711200" y="1371600"/>
            <a:ext cx="10468864" cy="182880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en-US"/>
              <a:t>Click to edit Master title style</a:t>
            </a:r>
          </a:p>
        </p:txBody>
      </p:sp>
      <p:sp>
        <p:nvSpPr>
          <p:cNvPr id="17" name="Subtitle 16"/>
          <p:cNvSpPr>
            <a:spLocks noGrp="1"/>
          </p:cNvSpPr>
          <p:nvPr>
            <p:ph type="subTitle" idx="1"/>
          </p:nvPr>
        </p:nvSpPr>
        <p:spPr>
          <a:xfrm>
            <a:off x="711200" y="3228536"/>
            <a:ext cx="10472928"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2" name="Date Placeholder 29">
            <a:extLst>
              <a:ext uri="{FF2B5EF4-FFF2-40B4-BE49-F238E27FC236}">
                <a16:creationId xmlns="" xmlns:a16="http://schemas.microsoft.com/office/drawing/2014/main" id="{EC2D0C4F-CE30-BC80-5192-46C63211D5AD}"/>
              </a:ext>
            </a:extLst>
          </p:cNvPr>
          <p:cNvSpPr>
            <a:spLocks noGrp="1"/>
          </p:cNvSpPr>
          <p:nvPr>
            <p:ph type="dt" sz="half" idx="10"/>
          </p:nvPr>
        </p:nvSpPr>
        <p:spPr/>
        <p:txBody>
          <a:bodyPr/>
          <a:lstStyle>
            <a:lvl1pPr>
              <a:defRPr/>
            </a:lvl1pPr>
          </a:lstStyle>
          <a:p>
            <a:fld id="{8071B994-63BE-42CB-86CF-D61E11122B27}" type="datetimeFigureOut">
              <a:rPr lang="en-US" smtClean="0">
                <a:solidFill>
                  <a:prstClr val="black">
                    <a:tint val="75000"/>
                  </a:prstClr>
                </a:solidFill>
              </a:rPr>
              <a:pPr/>
              <a:t>1/29/2026</a:t>
            </a:fld>
            <a:endParaRPr lang="en-US">
              <a:solidFill>
                <a:prstClr val="black">
                  <a:tint val="75000"/>
                </a:prstClr>
              </a:solidFill>
            </a:endParaRPr>
          </a:p>
        </p:txBody>
      </p:sp>
      <p:sp>
        <p:nvSpPr>
          <p:cNvPr id="3" name="Footer Placeholder 18">
            <a:extLst>
              <a:ext uri="{FF2B5EF4-FFF2-40B4-BE49-F238E27FC236}">
                <a16:creationId xmlns="" xmlns:a16="http://schemas.microsoft.com/office/drawing/2014/main" id="{C6E335F0-C8E3-B1AA-5842-B8F37869786A}"/>
              </a:ext>
            </a:extLst>
          </p:cNvPr>
          <p:cNvSpPr>
            <a:spLocks noGrp="1"/>
          </p:cNvSpPr>
          <p:nvPr>
            <p:ph type="ftr" sz="quarter" idx="11"/>
          </p:nvPr>
        </p:nvSpPr>
        <p:spPr/>
        <p:txBody>
          <a:bodyPr/>
          <a:lstStyle>
            <a:lvl1pPr>
              <a:defRPr/>
            </a:lvl1pPr>
          </a:lstStyle>
          <a:p>
            <a:endParaRPr lang="en-US">
              <a:solidFill>
                <a:prstClr val="black">
                  <a:tint val="75000"/>
                </a:prstClr>
              </a:solidFill>
            </a:endParaRPr>
          </a:p>
        </p:txBody>
      </p:sp>
      <p:sp>
        <p:nvSpPr>
          <p:cNvPr id="4" name="Slide Number Placeholder 26">
            <a:extLst>
              <a:ext uri="{FF2B5EF4-FFF2-40B4-BE49-F238E27FC236}">
                <a16:creationId xmlns="" xmlns:a16="http://schemas.microsoft.com/office/drawing/2014/main" id="{594B2326-90D1-CF1B-6852-F105E2616CAD}"/>
              </a:ext>
            </a:extLst>
          </p:cNvPr>
          <p:cNvSpPr>
            <a:spLocks noGrp="1"/>
          </p:cNvSpPr>
          <p:nvPr>
            <p:ph type="sldNum" sz="quarter" idx="12"/>
          </p:nvPr>
        </p:nvSpPr>
        <p:spPr/>
        <p:txBody>
          <a:bodyPr/>
          <a:lstStyle>
            <a:lvl1pPr>
              <a:defRPr>
                <a:solidFill>
                  <a:srgbClr val="D1EAEE"/>
                </a:solidFill>
              </a:defRPr>
            </a:lvl1pPr>
          </a:lstStyle>
          <a:p>
            <a:fld id="{1772F34A-D7A6-4E25-AE91-C6FAF276AF7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899984543"/>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a:extLst>
              <a:ext uri="{FF2B5EF4-FFF2-40B4-BE49-F238E27FC236}">
                <a16:creationId xmlns="" xmlns:a16="http://schemas.microsoft.com/office/drawing/2014/main" id="{B7669D41-CBA5-5AA3-9DF7-5BBD1E5E4E13}"/>
              </a:ext>
            </a:extLst>
          </p:cNvPr>
          <p:cNvSpPr>
            <a:spLocks noGrp="1"/>
          </p:cNvSpPr>
          <p:nvPr>
            <p:ph type="dt" sz="half" idx="10"/>
          </p:nvPr>
        </p:nvSpPr>
        <p:spPr/>
        <p:txBody>
          <a:bodyPr/>
          <a:lstStyle>
            <a:lvl1pPr>
              <a:defRPr/>
            </a:lvl1pPr>
          </a:lstStyle>
          <a:p>
            <a:fld id="{8071B994-63BE-42CB-86CF-D61E11122B27}" type="datetimeFigureOut">
              <a:rPr lang="en-US" smtClean="0">
                <a:solidFill>
                  <a:prstClr val="black">
                    <a:tint val="75000"/>
                  </a:prstClr>
                </a:solidFill>
              </a:rPr>
              <a:pPr/>
              <a:t>1/29/2026</a:t>
            </a:fld>
            <a:endParaRPr lang="en-US">
              <a:solidFill>
                <a:prstClr val="black">
                  <a:tint val="75000"/>
                </a:prstClr>
              </a:solidFill>
            </a:endParaRPr>
          </a:p>
        </p:txBody>
      </p:sp>
      <p:sp>
        <p:nvSpPr>
          <p:cNvPr id="5" name="Footer Placeholder 21">
            <a:extLst>
              <a:ext uri="{FF2B5EF4-FFF2-40B4-BE49-F238E27FC236}">
                <a16:creationId xmlns="" xmlns:a16="http://schemas.microsoft.com/office/drawing/2014/main" id="{1D6B72C4-450C-2C6E-82C2-C5A4B4502107}"/>
              </a:ext>
            </a:extLst>
          </p:cNvPr>
          <p:cNvSpPr>
            <a:spLocks noGrp="1"/>
          </p:cNvSpPr>
          <p:nvPr>
            <p:ph type="ftr" sz="quarter" idx="11"/>
          </p:nvPr>
        </p:nvSpPr>
        <p:spPr/>
        <p:txBody>
          <a:bodyPr/>
          <a:lstStyle>
            <a:lvl1pPr>
              <a:defRPr/>
            </a:lvl1pPr>
          </a:lstStyle>
          <a:p>
            <a:endParaRPr lang="en-US">
              <a:solidFill>
                <a:prstClr val="black">
                  <a:tint val="75000"/>
                </a:prstClr>
              </a:solidFill>
            </a:endParaRPr>
          </a:p>
        </p:txBody>
      </p:sp>
      <p:sp>
        <p:nvSpPr>
          <p:cNvPr id="6" name="Slide Number Placeholder 17">
            <a:extLst>
              <a:ext uri="{FF2B5EF4-FFF2-40B4-BE49-F238E27FC236}">
                <a16:creationId xmlns="" xmlns:a16="http://schemas.microsoft.com/office/drawing/2014/main" id="{CDE0AB4F-B486-0433-D878-91A8B0DAD5CD}"/>
              </a:ext>
            </a:extLst>
          </p:cNvPr>
          <p:cNvSpPr>
            <a:spLocks noGrp="1"/>
          </p:cNvSpPr>
          <p:nvPr>
            <p:ph type="sldNum" sz="quarter" idx="12"/>
          </p:nvPr>
        </p:nvSpPr>
        <p:spPr/>
        <p:txBody>
          <a:bodyPr/>
          <a:lstStyle>
            <a:lvl1pPr>
              <a:defRPr/>
            </a:lvl1pPr>
          </a:lstStyle>
          <a:p>
            <a:fld id="{1772F34A-D7A6-4E25-AE91-C6FAF276AF7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8385516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07136" y="1316736"/>
            <a:ext cx="10363200" cy="1362456"/>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en-US"/>
              <a:t>Click to edit Master title style</a:t>
            </a:r>
          </a:p>
        </p:txBody>
      </p:sp>
      <p:sp>
        <p:nvSpPr>
          <p:cNvPr id="3" name="Text Placeholder 2"/>
          <p:cNvSpPr>
            <a:spLocks noGrp="1"/>
          </p:cNvSpPr>
          <p:nvPr>
            <p:ph type="body" idx="1"/>
          </p:nvPr>
        </p:nvSpPr>
        <p:spPr>
          <a:xfrm>
            <a:off x="707136" y="2704664"/>
            <a:ext cx="10363200" cy="1509712"/>
          </a:xfrm>
        </p:spPr>
        <p:txBody>
          <a:bodyPr lIns="45720" rIns="45720"/>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4" name="Date Placeholder 3">
            <a:extLst>
              <a:ext uri="{FF2B5EF4-FFF2-40B4-BE49-F238E27FC236}">
                <a16:creationId xmlns="" xmlns:a16="http://schemas.microsoft.com/office/drawing/2014/main" id="{42C1BA1F-C857-D912-9175-3BE57DCEC494}"/>
              </a:ext>
            </a:extLst>
          </p:cNvPr>
          <p:cNvSpPr>
            <a:spLocks noGrp="1"/>
          </p:cNvSpPr>
          <p:nvPr>
            <p:ph type="dt" sz="half" idx="10"/>
          </p:nvPr>
        </p:nvSpPr>
        <p:spPr/>
        <p:txBody>
          <a:bodyPr/>
          <a:lstStyle>
            <a:lvl1pPr>
              <a:defRPr/>
            </a:lvl1pPr>
          </a:lstStyle>
          <a:p>
            <a:fld id="{8071B994-63BE-42CB-86CF-D61E11122B27}" type="datetimeFigureOut">
              <a:rPr lang="en-US" smtClean="0">
                <a:solidFill>
                  <a:prstClr val="black">
                    <a:tint val="75000"/>
                  </a:prstClr>
                </a:solidFill>
              </a:rPr>
              <a:pPr/>
              <a:t>1/29/2026</a:t>
            </a:fld>
            <a:endParaRPr lang="en-US">
              <a:solidFill>
                <a:prstClr val="black">
                  <a:tint val="75000"/>
                </a:prstClr>
              </a:solidFill>
            </a:endParaRPr>
          </a:p>
        </p:txBody>
      </p:sp>
      <p:sp>
        <p:nvSpPr>
          <p:cNvPr id="5" name="Footer Placeholder 4">
            <a:extLst>
              <a:ext uri="{FF2B5EF4-FFF2-40B4-BE49-F238E27FC236}">
                <a16:creationId xmlns="" xmlns:a16="http://schemas.microsoft.com/office/drawing/2014/main" id="{D28011C7-426D-3D6D-9643-1468821539F5}"/>
              </a:ext>
            </a:extLst>
          </p:cNvPr>
          <p:cNvSpPr>
            <a:spLocks noGrp="1"/>
          </p:cNvSpPr>
          <p:nvPr>
            <p:ph type="ftr" sz="quarter" idx="11"/>
          </p:nvPr>
        </p:nvSpPr>
        <p:spPr/>
        <p:txBody>
          <a:bodyPr/>
          <a:lstStyle>
            <a:lvl1pPr>
              <a:defRPr/>
            </a:lvl1pPr>
          </a:lstStyle>
          <a:p>
            <a:endParaRPr lang="en-US">
              <a:solidFill>
                <a:prstClr val="black">
                  <a:tint val="75000"/>
                </a:prstClr>
              </a:solidFill>
            </a:endParaRPr>
          </a:p>
        </p:txBody>
      </p:sp>
      <p:sp>
        <p:nvSpPr>
          <p:cNvPr id="6" name="Slide Number Placeholder 5">
            <a:extLst>
              <a:ext uri="{FF2B5EF4-FFF2-40B4-BE49-F238E27FC236}">
                <a16:creationId xmlns="" xmlns:a16="http://schemas.microsoft.com/office/drawing/2014/main" id="{5B9466EE-8CC9-1814-3063-9C3B418D623F}"/>
              </a:ext>
            </a:extLst>
          </p:cNvPr>
          <p:cNvSpPr>
            <a:spLocks noGrp="1"/>
          </p:cNvSpPr>
          <p:nvPr>
            <p:ph type="sldNum" sz="quarter" idx="12"/>
          </p:nvPr>
        </p:nvSpPr>
        <p:spPr/>
        <p:txBody>
          <a:bodyPr/>
          <a:lstStyle>
            <a:lvl1pPr>
              <a:defRPr>
                <a:solidFill>
                  <a:srgbClr val="D1EAEE"/>
                </a:solidFill>
              </a:defRPr>
            </a:lvl1pPr>
          </a:lstStyle>
          <a:p>
            <a:fld id="{1772F34A-D7A6-4E25-AE91-C6FAF276AF7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14354979"/>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1143000"/>
          </a:xfrm>
        </p:spPr>
        <p:txBody>
          <a:bodyPr/>
          <a:lstStyle/>
          <a:p>
            <a:r>
              <a:rPr lang="en-US"/>
              <a:t>Click to edit Master title style</a:t>
            </a:r>
          </a:p>
        </p:txBody>
      </p:sp>
      <p:sp>
        <p:nvSpPr>
          <p:cNvPr id="3" name="Content Placeholder 2"/>
          <p:cNvSpPr>
            <a:spLocks noGrp="1"/>
          </p:cNvSpPr>
          <p:nvPr>
            <p:ph sz="half" idx="1"/>
          </p:nvPr>
        </p:nvSpPr>
        <p:spPr>
          <a:xfrm>
            <a:off x="609600" y="1920085"/>
            <a:ext cx="5384800" cy="4434840"/>
          </a:xfrm>
        </p:spPr>
        <p:txBody>
          <a:bodyPr/>
          <a:lstStyle>
            <a:lvl1pPr>
              <a:defRPr sz="26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920085"/>
            <a:ext cx="5384800" cy="4434840"/>
          </a:xfrm>
        </p:spPr>
        <p:txBody>
          <a:bodyPr/>
          <a:lstStyle>
            <a:lvl1pPr>
              <a:defRPr sz="26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9">
            <a:extLst>
              <a:ext uri="{FF2B5EF4-FFF2-40B4-BE49-F238E27FC236}">
                <a16:creationId xmlns="" xmlns:a16="http://schemas.microsoft.com/office/drawing/2014/main" id="{18D207DF-4F77-307E-9A13-332CBF4977B3}"/>
              </a:ext>
            </a:extLst>
          </p:cNvPr>
          <p:cNvSpPr>
            <a:spLocks noGrp="1"/>
          </p:cNvSpPr>
          <p:nvPr>
            <p:ph type="dt" sz="half" idx="10"/>
          </p:nvPr>
        </p:nvSpPr>
        <p:spPr/>
        <p:txBody>
          <a:bodyPr/>
          <a:lstStyle>
            <a:lvl1pPr>
              <a:defRPr/>
            </a:lvl1pPr>
          </a:lstStyle>
          <a:p>
            <a:fld id="{8071B994-63BE-42CB-86CF-D61E11122B27}" type="datetimeFigureOut">
              <a:rPr lang="en-US" smtClean="0">
                <a:solidFill>
                  <a:prstClr val="black">
                    <a:tint val="75000"/>
                  </a:prstClr>
                </a:solidFill>
              </a:rPr>
              <a:pPr/>
              <a:t>1/29/2026</a:t>
            </a:fld>
            <a:endParaRPr lang="en-US">
              <a:solidFill>
                <a:prstClr val="black">
                  <a:tint val="75000"/>
                </a:prstClr>
              </a:solidFill>
            </a:endParaRPr>
          </a:p>
        </p:txBody>
      </p:sp>
      <p:sp>
        <p:nvSpPr>
          <p:cNvPr id="6" name="Footer Placeholder 21">
            <a:extLst>
              <a:ext uri="{FF2B5EF4-FFF2-40B4-BE49-F238E27FC236}">
                <a16:creationId xmlns="" xmlns:a16="http://schemas.microsoft.com/office/drawing/2014/main" id="{92626009-C6FA-994A-EDEF-6C6D492B6FBC}"/>
              </a:ext>
            </a:extLst>
          </p:cNvPr>
          <p:cNvSpPr>
            <a:spLocks noGrp="1"/>
          </p:cNvSpPr>
          <p:nvPr>
            <p:ph type="ftr" sz="quarter" idx="11"/>
          </p:nvPr>
        </p:nvSpPr>
        <p:spPr/>
        <p:txBody>
          <a:bodyPr/>
          <a:lstStyle>
            <a:lvl1pPr>
              <a:defRPr/>
            </a:lvl1pPr>
          </a:lstStyle>
          <a:p>
            <a:endParaRPr lang="en-US">
              <a:solidFill>
                <a:prstClr val="black">
                  <a:tint val="75000"/>
                </a:prstClr>
              </a:solidFill>
            </a:endParaRPr>
          </a:p>
        </p:txBody>
      </p:sp>
      <p:sp>
        <p:nvSpPr>
          <p:cNvPr id="7" name="Slide Number Placeholder 17">
            <a:extLst>
              <a:ext uri="{FF2B5EF4-FFF2-40B4-BE49-F238E27FC236}">
                <a16:creationId xmlns="" xmlns:a16="http://schemas.microsoft.com/office/drawing/2014/main" id="{56C69C24-D85E-23F4-DAAD-A476A74789EE}"/>
              </a:ext>
            </a:extLst>
          </p:cNvPr>
          <p:cNvSpPr>
            <a:spLocks noGrp="1"/>
          </p:cNvSpPr>
          <p:nvPr>
            <p:ph type="sldNum" sz="quarter" idx="12"/>
          </p:nvPr>
        </p:nvSpPr>
        <p:spPr/>
        <p:txBody>
          <a:bodyPr/>
          <a:lstStyle>
            <a:lvl1pPr>
              <a:defRPr/>
            </a:lvl1pPr>
          </a:lstStyle>
          <a:p>
            <a:fld id="{1772F34A-D7A6-4E25-AE91-C6FAF276AF7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5266715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855248"/>
            <a:ext cx="5386917"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6193368" y="1859758"/>
            <a:ext cx="5389033"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5" name="Content Placeholder 4"/>
          <p:cNvSpPr>
            <a:spLocks noGrp="1"/>
          </p:cNvSpPr>
          <p:nvPr>
            <p:ph sz="quarter" idx="2"/>
          </p:nvPr>
        </p:nvSpPr>
        <p:spPr>
          <a:xfrm>
            <a:off x="609600" y="2514600"/>
            <a:ext cx="5386917" cy="3845720"/>
          </a:xfrm>
        </p:spPr>
        <p:txBody>
          <a:bodyPr tIns="0"/>
          <a:lstStyle>
            <a:lvl1pPr>
              <a:defRPr sz="22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68" y="2514600"/>
            <a:ext cx="5389033" cy="3845720"/>
          </a:xfrm>
        </p:spPr>
        <p:txBody>
          <a:bodyPr tIns="0"/>
          <a:lstStyle>
            <a:lvl1pPr>
              <a:defRPr sz="22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9">
            <a:extLst>
              <a:ext uri="{FF2B5EF4-FFF2-40B4-BE49-F238E27FC236}">
                <a16:creationId xmlns="" xmlns:a16="http://schemas.microsoft.com/office/drawing/2014/main" id="{66BE0CB3-941A-D9FB-2B80-24A9A2F8CA4F}"/>
              </a:ext>
            </a:extLst>
          </p:cNvPr>
          <p:cNvSpPr>
            <a:spLocks noGrp="1"/>
          </p:cNvSpPr>
          <p:nvPr>
            <p:ph type="dt" sz="half" idx="10"/>
          </p:nvPr>
        </p:nvSpPr>
        <p:spPr/>
        <p:txBody>
          <a:bodyPr/>
          <a:lstStyle>
            <a:lvl1pPr>
              <a:defRPr/>
            </a:lvl1pPr>
          </a:lstStyle>
          <a:p>
            <a:fld id="{8071B994-63BE-42CB-86CF-D61E11122B27}" type="datetimeFigureOut">
              <a:rPr lang="en-US" smtClean="0">
                <a:solidFill>
                  <a:prstClr val="black">
                    <a:tint val="75000"/>
                  </a:prstClr>
                </a:solidFill>
              </a:rPr>
              <a:pPr/>
              <a:t>1/29/2026</a:t>
            </a:fld>
            <a:endParaRPr lang="en-US">
              <a:solidFill>
                <a:prstClr val="black">
                  <a:tint val="75000"/>
                </a:prstClr>
              </a:solidFill>
            </a:endParaRPr>
          </a:p>
        </p:txBody>
      </p:sp>
      <p:sp>
        <p:nvSpPr>
          <p:cNvPr id="8" name="Footer Placeholder 21">
            <a:extLst>
              <a:ext uri="{FF2B5EF4-FFF2-40B4-BE49-F238E27FC236}">
                <a16:creationId xmlns="" xmlns:a16="http://schemas.microsoft.com/office/drawing/2014/main" id="{6B98261C-30BA-738D-4D16-C7BBDF313553}"/>
              </a:ext>
            </a:extLst>
          </p:cNvPr>
          <p:cNvSpPr>
            <a:spLocks noGrp="1"/>
          </p:cNvSpPr>
          <p:nvPr>
            <p:ph type="ftr" sz="quarter" idx="11"/>
          </p:nvPr>
        </p:nvSpPr>
        <p:spPr/>
        <p:txBody>
          <a:bodyPr/>
          <a:lstStyle>
            <a:lvl1pPr>
              <a:defRPr/>
            </a:lvl1pPr>
          </a:lstStyle>
          <a:p>
            <a:endParaRPr lang="en-US">
              <a:solidFill>
                <a:prstClr val="black">
                  <a:tint val="75000"/>
                </a:prstClr>
              </a:solidFill>
            </a:endParaRPr>
          </a:p>
        </p:txBody>
      </p:sp>
      <p:sp>
        <p:nvSpPr>
          <p:cNvPr id="9" name="Slide Number Placeholder 17">
            <a:extLst>
              <a:ext uri="{FF2B5EF4-FFF2-40B4-BE49-F238E27FC236}">
                <a16:creationId xmlns="" xmlns:a16="http://schemas.microsoft.com/office/drawing/2014/main" id="{92F6EA5B-3D11-6EF3-031A-743DE54276A6}"/>
              </a:ext>
            </a:extLst>
          </p:cNvPr>
          <p:cNvSpPr>
            <a:spLocks noGrp="1"/>
          </p:cNvSpPr>
          <p:nvPr>
            <p:ph type="sldNum" sz="quarter" idx="12"/>
          </p:nvPr>
        </p:nvSpPr>
        <p:spPr/>
        <p:txBody>
          <a:bodyPr/>
          <a:lstStyle>
            <a:lvl1pPr>
              <a:defRPr/>
            </a:lvl1pPr>
          </a:lstStyle>
          <a:p>
            <a:fld id="{1772F34A-D7A6-4E25-AE91-C6FAF276AF7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174601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1074400" cy="11430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en-US"/>
              <a:t>Click to edit Master title style</a:t>
            </a:r>
          </a:p>
        </p:txBody>
      </p:sp>
      <p:sp>
        <p:nvSpPr>
          <p:cNvPr id="3" name="Date Placeholder 9">
            <a:extLst>
              <a:ext uri="{FF2B5EF4-FFF2-40B4-BE49-F238E27FC236}">
                <a16:creationId xmlns="" xmlns:a16="http://schemas.microsoft.com/office/drawing/2014/main" id="{B37B7B22-0A11-15AB-E6A6-19519146F3F9}"/>
              </a:ext>
            </a:extLst>
          </p:cNvPr>
          <p:cNvSpPr>
            <a:spLocks noGrp="1"/>
          </p:cNvSpPr>
          <p:nvPr>
            <p:ph type="dt" sz="half" idx="10"/>
          </p:nvPr>
        </p:nvSpPr>
        <p:spPr/>
        <p:txBody>
          <a:bodyPr/>
          <a:lstStyle>
            <a:lvl1pPr>
              <a:defRPr/>
            </a:lvl1pPr>
          </a:lstStyle>
          <a:p>
            <a:fld id="{8071B994-63BE-42CB-86CF-D61E11122B27}" type="datetimeFigureOut">
              <a:rPr lang="en-US" smtClean="0">
                <a:solidFill>
                  <a:prstClr val="black">
                    <a:tint val="75000"/>
                  </a:prstClr>
                </a:solidFill>
              </a:rPr>
              <a:pPr/>
              <a:t>1/29/2026</a:t>
            </a:fld>
            <a:endParaRPr lang="en-US">
              <a:solidFill>
                <a:prstClr val="black">
                  <a:tint val="75000"/>
                </a:prstClr>
              </a:solidFill>
            </a:endParaRPr>
          </a:p>
        </p:txBody>
      </p:sp>
      <p:sp>
        <p:nvSpPr>
          <p:cNvPr id="4" name="Footer Placeholder 21">
            <a:extLst>
              <a:ext uri="{FF2B5EF4-FFF2-40B4-BE49-F238E27FC236}">
                <a16:creationId xmlns="" xmlns:a16="http://schemas.microsoft.com/office/drawing/2014/main" id="{826E76A3-412A-3686-3091-881CF3A5D517}"/>
              </a:ext>
            </a:extLst>
          </p:cNvPr>
          <p:cNvSpPr>
            <a:spLocks noGrp="1"/>
          </p:cNvSpPr>
          <p:nvPr>
            <p:ph type="ftr" sz="quarter" idx="11"/>
          </p:nvPr>
        </p:nvSpPr>
        <p:spPr/>
        <p:txBody>
          <a:bodyPr/>
          <a:lstStyle>
            <a:lvl1pPr>
              <a:defRPr/>
            </a:lvl1pPr>
          </a:lstStyle>
          <a:p>
            <a:endParaRPr lang="en-US">
              <a:solidFill>
                <a:prstClr val="black">
                  <a:tint val="75000"/>
                </a:prstClr>
              </a:solidFill>
            </a:endParaRPr>
          </a:p>
        </p:txBody>
      </p:sp>
      <p:sp>
        <p:nvSpPr>
          <p:cNvPr id="5" name="Slide Number Placeholder 17">
            <a:extLst>
              <a:ext uri="{FF2B5EF4-FFF2-40B4-BE49-F238E27FC236}">
                <a16:creationId xmlns="" xmlns:a16="http://schemas.microsoft.com/office/drawing/2014/main" id="{4A940A05-A920-74BC-57E3-9D0DCF04D016}"/>
              </a:ext>
            </a:extLst>
          </p:cNvPr>
          <p:cNvSpPr>
            <a:spLocks noGrp="1"/>
          </p:cNvSpPr>
          <p:nvPr>
            <p:ph type="sldNum" sz="quarter" idx="12"/>
          </p:nvPr>
        </p:nvSpPr>
        <p:spPr/>
        <p:txBody>
          <a:bodyPr/>
          <a:lstStyle>
            <a:lvl1pPr>
              <a:defRPr/>
            </a:lvl1pPr>
          </a:lstStyle>
          <a:p>
            <a:fld id="{1772F34A-D7A6-4E25-AE91-C6FAF276AF7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39529748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a:extLst>
              <a:ext uri="{FF2B5EF4-FFF2-40B4-BE49-F238E27FC236}">
                <a16:creationId xmlns="" xmlns:a16="http://schemas.microsoft.com/office/drawing/2014/main" id="{AF4E3E08-844D-1CB7-AC90-8F0836452B84}"/>
              </a:ext>
            </a:extLst>
          </p:cNvPr>
          <p:cNvSpPr>
            <a:spLocks noGrp="1"/>
          </p:cNvSpPr>
          <p:nvPr>
            <p:ph type="dt" sz="half" idx="10"/>
          </p:nvPr>
        </p:nvSpPr>
        <p:spPr/>
        <p:txBody>
          <a:bodyPr/>
          <a:lstStyle>
            <a:lvl1pPr>
              <a:defRPr/>
            </a:lvl1pPr>
          </a:lstStyle>
          <a:p>
            <a:fld id="{8071B994-63BE-42CB-86CF-D61E11122B27}" type="datetimeFigureOut">
              <a:rPr lang="en-US" smtClean="0">
                <a:solidFill>
                  <a:prstClr val="black">
                    <a:tint val="75000"/>
                  </a:prstClr>
                </a:solidFill>
              </a:rPr>
              <a:pPr/>
              <a:t>1/29/2026</a:t>
            </a:fld>
            <a:endParaRPr lang="en-US">
              <a:solidFill>
                <a:prstClr val="black">
                  <a:tint val="75000"/>
                </a:prstClr>
              </a:solidFill>
            </a:endParaRPr>
          </a:p>
        </p:txBody>
      </p:sp>
      <p:sp>
        <p:nvSpPr>
          <p:cNvPr id="3" name="Footer Placeholder 21">
            <a:extLst>
              <a:ext uri="{FF2B5EF4-FFF2-40B4-BE49-F238E27FC236}">
                <a16:creationId xmlns="" xmlns:a16="http://schemas.microsoft.com/office/drawing/2014/main" id="{777210AF-684E-F1BF-A27B-07DE8A2FEA84}"/>
              </a:ext>
            </a:extLst>
          </p:cNvPr>
          <p:cNvSpPr>
            <a:spLocks noGrp="1"/>
          </p:cNvSpPr>
          <p:nvPr>
            <p:ph type="ftr" sz="quarter" idx="11"/>
          </p:nvPr>
        </p:nvSpPr>
        <p:spPr/>
        <p:txBody>
          <a:bodyPr/>
          <a:lstStyle>
            <a:lvl1pPr>
              <a:defRPr/>
            </a:lvl1pPr>
          </a:lstStyle>
          <a:p>
            <a:endParaRPr lang="en-US">
              <a:solidFill>
                <a:prstClr val="black">
                  <a:tint val="75000"/>
                </a:prstClr>
              </a:solidFill>
            </a:endParaRPr>
          </a:p>
        </p:txBody>
      </p:sp>
      <p:sp>
        <p:nvSpPr>
          <p:cNvPr id="4" name="Slide Number Placeholder 17">
            <a:extLst>
              <a:ext uri="{FF2B5EF4-FFF2-40B4-BE49-F238E27FC236}">
                <a16:creationId xmlns="" xmlns:a16="http://schemas.microsoft.com/office/drawing/2014/main" id="{864BA92F-4B20-8D2B-8674-518E29C22CEE}"/>
              </a:ext>
            </a:extLst>
          </p:cNvPr>
          <p:cNvSpPr>
            <a:spLocks noGrp="1"/>
          </p:cNvSpPr>
          <p:nvPr>
            <p:ph type="sldNum" sz="quarter" idx="12"/>
          </p:nvPr>
        </p:nvSpPr>
        <p:spPr/>
        <p:txBody>
          <a:bodyPr/>
          <a:lstStyle>
            <a:lvl1pPr>
              <a:defRPr/>
            </a:lvl1pPr>
          </a:lstStyle>
          <a:p>
            <a:fld id="{1772F34A-D7A6-4E25-AE91-C6FAF276AF7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44330540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514352"/>
            <a:ext cx="3657600" cy="1162050"/>
          </a:xfrm>
        </p:spPr>
        <p:txBody>
          <a:bodyPr>
            <a:noAutofit/>
          </a:bodyPr>
          <a:lstStyle>
            <a:lvl1pPr algn="l" rtl="0">
              <a:spcBef>
                <a:spcPct val="0"/>
              </a:spcBef>
              <a:buNone/>
              <a:defRPr sz="2600" b="0">
                <a:ln>
                  <a:noFill/>
                </a:ln>
                <a:solidFill>
                  <a:schemeClr val="tx2"/>
                </a:solidFill>
                <a:effectLst/>
                <a:latin typeface="+mj-lt"/>
                <a:ea typeface="+mj-ea"/>
                <a:cs typeface="+mj-cs"/>
              </a:defRPr>
            </a:lvl1pPr>
          </a:lstStyle>
          <a:p>
            <a:r>
              <a:rPr lang="en-US"/>
              <a:t>Click to edit Master title style</a:t>
            </a:r>
          </a:p>
        </p:txBody>
      </p:sp>
      <p:sp>
        <p:nvSpPr>
          <p:cNvPr id="3" name="Text Placeholder 2"/>
          <p:cNvSpPr>
            <a:spLocks noGrp="1"/>
          </p:cNvSpPr>
          <p:nvPr>
            <p:ph type="body" idx="2"/>
          </p:nvPr>
        </p:nvSpPr>
        <p:spPr>
          <a:xfrm>
            <a:off x="914400" y="1676400"/>
            <a:ext cx="36576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a:r>
              <a:rPr lang="en-US"/>
              <a:t>Click to edit Master text styles</a:t>
            </a:r>
          </a:p>
        </p:txBody>
      </p:sp>
      <p:sp>
        <p:nvSpPr>
          <p:cNvPr id="4" name="Content Placeholder 3"/>
          <p:cNvSpPr>
            <a:spLocks noGrp="1"/>
          </p:cNvSpPr>
          <p:nvPr>
            <p:ph sz="half" idx="1"/>
          </p:nvPr>
        </p:nvSpPr>
        <p:spPr>
          <a:xfrm>
            <a:off x="4766733" y="1676400"/>
            <a:ext cx="6815667" cy="4572000"/>
          </a:xfrm>
        </p:spPr>
        <p:txBody>
          <a:bodyPr tIns="0"/>
          <a:lstStyle>
            <a:lvl1pPr>
              <a:defRPr sz="2800"/>
            </a:lvl1pPr>
            <a:lvl2pPr>
              <a:defRPr sz="2600"/>
            </a:lvl2pPr>
            <a:lvl3pPr>
              <a:defRPr sz="2400"/>
            </a:lvl3pPr>
            <a:lvl4pPr>
              <a:defRPr sz="20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9">
            <a:extLst>
              <a:ext uri="{FF2B5EF4-FFF2-40B4-BE49-F238E27FC236}">
                <a16:creationId xmlns="" xmlns:a16="http://schemas.microsoft.com/office/drawing/2014/main" id="{8C24556C-6929-CF1E-898D-F88FA27BF427}"/>
              </a:ext>
            </a:extLst>
          </p:cNvPr>
          <p:cNvSpPr>
            <a:spLocks noGrp="1"/>
          </p:cNvSpPr>
          <p:nvPr>
            <p:ph type="dt" sz="half" idx="10"/>
          </p:nvPr>
        </p:nvSpPr>
        <p:spPr/>
        <p:txBody>
          <a:bodyPr/>
          <a:lstStyle>
            <a:lvl1pPr>
              <a:defRPr/>
            </a:lvl1pPr>
          </a:lstStyle>
          <a:p>
            <a:fld id="{8071B994-63BE-42CB-86CF-D61E11122B27}" type="datetimeFigureOut">
              <a:rPr lang="en-US" smtClean="0">
                <a:solidFill>
                  <a:prstClr val="black">
                    <a:tint val="75000"/>
                  </a:prstClr>
                </a:solidFill>
              </a:rPr>
              <a:pPr/>
              <a:t>1/29/2026</a:t>
            </a:fld>
            <a:endParaRPr lang="en-US">
              <a:solidFill>
                <a:prstClr val="black">
                  <a:tint val="75000"/>
                </a:prstClr>
              </a:solidFill>
            </a:endParaRPr>
          </a:p>
        </p:txBody>
      </p:sp>
      <p:sp>
        <p:nvSpPr>
          <p:cNvPr id="6" name="Footer Placeholder 21">
            <a:extLst>
              <a:ext uri="{FF2B5EF4-FFF2-40B4-BE49-F238E27FC236}">
                <a16:creationId xmlns="" xmlns:a16="http://schemas.microsoft.com/office/drawing/2014/main" id="{740B5BEF-A631-2171-44ED-B2F87B640235}"/>
              </a:ext>
            </a:extLst>
          </p:cNvPr>
          <p:cNvSpPr>
            <a:spLocks noGrp="1"/>
          </p:cNvSpPr>
          <p:nvPr>
            <p:ph type="ftr" sz="quarter" idx="11"/>
          </p:nvPr>
        </p:nvSpPr>
        <p:spPr/>
        <p:txBody>
          <a:bodyPr/>
          <a:lstStyle>
            <a:lvl1pPr>
              <a:defRPr/>
            </a:lvl1pPr>
          </a:lstStyle>
          <a:p>
            <a:endParaRPr lang="en-US">
              <a:solidFill>
                <a:prstClr val="black">
                  <a:tint val="75000"/>
                </a:prstClr>
              </a:solidFill>
            </a:endParaRPr>
          </a:p>
        </p:txBody>
      </p:sp>
      <p:sp>
        <p:nvSpPr>
          <p:cNvPr id="7" name="Slide Number Placeholder 17">
            <a:extLst>
              <a:ext uri="{FF2B5EF4-FFF2-40B4-BE49-F238E27FC236}">
                <a16:creationId xmlns="" xmlns:a16="http://schemas.microsoft.com/office/drawing/2014/main" id="{94137D53-FD1A-9229-0E54-AC84023B44B5}"/>
              </a:ext>
            </a:extLst>
          </p:cNvPr>
          <p:cNvSpPr>
            <a:spLocks noGrp="1"/>
          </p:cNvSpPr>
          <p:nvPr>
            <p:ph type="sldNum" sz="quarter" idx="12"/>
          </p:nvPr>
        </p:nvSpPr>
        <p:spPr/>
        <p:txBody>
          <a:bodyPr/>
          <a:lstStyle>
            <a:lvl1pPr>
              <a:defRPr/>
            </a:lvl1pPr>
          </a:lstStyle>
          <a:p>
            <a:fld id="{1772F34A-D7A6-4E25-AE91-C6FAF276AF7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04510639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Snip and Round Single Corner Rectangle 13">
            <a:extLst>
              <a:ext uri="{FF2B5EF4-FFF2-40B4-BE49-F238E27FC236}">
                <a16:creationId xmlns="" xmlns:a16="http://schemas.microsoft.com/office/drawing/2014/main" id="{D93109B5-8F95-7E65-E5F9-117FEE5A64EB}"/>
              </a:ext>
            </a:extLst>
          </p:cNvPr>
          <p:cNvSpPr/>
          <p:nvPr/>
        </p:nvSpPr>
        <p:spPr>
          <a:xfrm rot="420000" flipV="1">
            <a:off x="4220633" y="1108075"/>
            <a:ext cx="70104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6" name="Right Triangle 5">
            <a:extLst>
              <a:ext uri="{FF2B5EF4-FFF2-40B4-BE49-F238E27FC236}">
                <a16:creationId xmlns="" xmlns:a16="http://schemas.microsoft.com/office/drawing/2014/main" id="{96C92426-906F-D443-30A2-5E80673566C3}"/>
              </a:ext>
            </a:extLst>
          </p:cNvPr>
          <p:cNvSpPr/>
          <p:nvPr/>
        </p:nvSpPr>
        <p:spPr>
          <a:xfrm rot="420000" flipV="1">
            <a:off x="10672234" y="5359401"/>
            <a:ext cx="207433" cy="1555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7" name="Freeform 15">
            <a:extLst>
              <a:ext uri="{FF2B5EF4-FFF2-40B4-BE49-F238E27FC236}">
                <a16:creationId xmlns="" xmlns:a16="http://schemas.microsoft.com/office/drawing/2014/main" id="{EFCFD484-8EBA-C3D7-FDA7-184DF0770F92}"/>
              </a:ext>
            </a:extLst>
          </p:cNvPr>
          <p:cNvSpPr>
            <a:spLocks/>
          </p:cNvSpPr>
          <p:nvPr/>
        </p:nvSpPr>
        <p:spPr bwMode="auto">
          <a:xfrm flipV="1">
            <a:off x="-12700" y="5816600"/>
            <a:ext cx="1221740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eaLnBrk="1" hangingPunct="1">
              <a:defRPr/>
            </a:pPr>
            <a:endParaRPr lang="en-US">
              <a:latin typeface="+mn-lt"/>
            </a:endParaRPr>
          </a:p>
        </p:txBody>
      </p:sp>
      <p:sp>
        <p:nvSpPr>
          <p:cNvPr id="8" name="Freeform 16">
            <a:extLst>
              <a:ext uri="{FF2B5EF4-FFF2-40B4-BE49-F238E27FC236}">
                <a16:creationId xmlns="" xmlns:a16="http://schemas.microsoft.com/office/drawing/2014/main" id="{A6CFE860-F372-F3AF-EA70-DE43594F603D}"/>
              </a:ext>
            </a:extLst>
          </p:cNvPr>
          <p:cNvSpPr>
            <a:spLocks/>
          </p:cNvSpPr>
          <p:nvPr/>
        </p:nvSpPr>
        <p:spPr bwMode="auto">
          <a:xfrm flipV="1">
            <a:off x="5842000" y="6219826"/>
            <a:ext cx="63500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eaLnBrk="1" hangingPunct="1">
              <a:defRPr/>
            </a:pPr>
            <a:endParaRPr lang="en-US">
              <a:latin typeface="+mn-lt"/>
            </a:endParaRPr>
          </a:p>
        </p:txBody>
      </p:sp>
      <p:sp>
        <p:nvSpPr>
          <p:cNvPr id="2" name="Title 1"/>
          <p:cNvSpPr>
            <a:spLocks noGrp="1"/>
          </p:cNvSpPr>
          <p:nvPr>
            <p:ph type="title"/>
          </p:nvPr>
        </p:nvSpPr>
        <p:spPr>
          <a:xfrm>
            <a:off x="812800" y="1176997"/>
            <a:ext cx="2950464" cy="1582621"/>
          </a:xfrm>
        </p:spPr>
        <p:txBody>
          <a:bodyPr lIns="45720" rIns="45720" bIns="45720"/>
          <a:lstStyle>
            <a:lvl1pPr algn="l">
              <a:buNone/>
              <a:defRPr sz="2000" b="1">
                <a:solidFill>
                  <a:schemeClr val="tx2"/>
                </a:solidFill>
              </a:defRPr>
            </a:lvl1pPr>
          </a:lstStyle>
          <a:p>
            <a:r>
              <a:rPr lang="en-US"/>
              <a:t>Click to edit Master title style</a:t>
            </a:r>
          </a:p>
        </p:txBody>
      </p:sp>
      <p:sp>
        <p:nvSpPr>
          <p:cNvPr id="4" name="Text Placeholder 3"/>
          <p:cNvSpPr>
            <a:spLocks noGrp="1"/>
          </p:cNvSpPr>
          <p:nvPr>
            <p:ph type="body" sz="half" idx="2"/>
          </p:nvPr>
        </p:nvSpPr>
        <p:spPr>
          <a:xfrm>
            <a:off x="812800" y="2828785"/>
            <a:ext cx="2946400" cy="2179320"/>
          </a:xfrm>
        </p:spPr>
        <p:txBody>
          <a:bodyPr lIns="64008" rIns="45720"/>
          <a:lstStyle>
            <a:lvl1pPr marL="0" indent="0" algn="l">
              <a:spcBef>
                <a:spcPts val="250"/>
              </a:spcBef>
              <a:buFontTx/>
              <a:buNone/>
              <a:defRPr sz="1300"/>
            </a:lvl1pPr>
            <a:lvl2pPr>
              <a:defRPr sz="1200"/>
            </a:lvl2pPr>
            <a:lvl3pPr>
              <a:defRPr sz="1000"/>
            </a:lvl3pPr>
            <a:lvl4pPr>
              <a:defRPr sz="900"/>
            </a:lvl4pPr>
            <a:lvl5pPr>
              <a:defRPr sz="900"/>
            </a:lvl5pPr>
          </a:lstStyle>
          <a:p>
            <a:pPr lvl="0"/>
            <a:r>
              <a:rPr lang="en-US"/>
              <a:t>Click to edit Master text styles</a:t>
            </a:r>
          </a:p>
        </p:txBody>
      </p:sp>
      <p:sp>
        <p:nvSpPr>
          <p:cNvPr id="3" name="Picture Placeholder 2"/>
          <p:cNvSpPr>
            <a:spLocks noGrp="1"/>
          </p:cNvSpPr>
          <p:nvPr>
            <p:ph type="pic" idx="1"/>
          </p:nvPr>
        </p:nvSpPr>
        <p:spPr>
          <a:xfrm rot="420000">
            <a:off x="4647724" y="1199517"/>
            <a:ext cx="6156960" cy="3931920"/>
          </a:xfrm>
          <a:prstGeom prst="rect">
            <a:avLst/>
          </a:prstGeom>
          <a:solidFill>
            <a:schemeClr val="bg2"/>
          </a:solidFill>
          <a:ln w="3000" cap="rnd">
            <a:solidFill>
              <a:srgbClr val="C0C0C0"/>
            </a:solidFill>
            <a:round/>
          </a:ln>
          <a:effectLst/>
        </p:spPr>
        <p:txBody>
          <a:bodyPr>
            <a:normAutofit/>
          </a:bodyPr>
          <a:lstStyle>
            <a:lvl1pPr marL="0" indent="0">
              <a:buNone/>
              <a:defRPr sz="3200"/>
            </a:lvl1pPr>
          </a:lstStyle>
          <a:p>
            <a:pPr lvl="0"/>
            <a:r>
              <a:rPr lang="en-US" noProof="0"/>
              <a:t>Click icon to add picture</a:t>
            </a:r>
            <a:endParaRPr lang="en-US" noProof="0" dirty="0"/>
          </a:p>
        </p:txBody>
      </p:sp>
      <p:sp>
        <p:nvSpPr>
          <p:cNvPr id="9" name="Date Placeholder 4">
            <a:extLst>
              <a:ext uri="{FF2B5EF4-FFF2-40B4-BE49-F238E27FC236}">
                <a16:creationId xmlns="" xmlns:a16="http://schemas.microsoft.com/office/drawing/2014/main" id="{BEB17C22-FF8E-CD81-1009-A93CC01D99AF}"/>
              </a:ext>
            </a:extLst>
          </p:cNvPr>
          <p:cNvSpPr>
            <a:spLocks noGrp="1"/>
          </p:cNvSpPr>
          <p:nvPr>
            <p:ph type="dt" sz="half" idx="10"/>
          </p:nvPr>
        </p:nvSpPr>
        <p:spPr/>
        <p:txBody>
          <a:bodyPr/>
          <a:lstStyle>
            <a:lvl1pPr>
              <a:defRPr/>
            </a:lvl1pPr>
          </a:lstStyle>
          <a:p>
            <a:fld id="{8071B994-63BE-42CB-86CF-D61E11122B27}" type="datetimeFigureOut">
              <a:rPr lang="en-US" smtClean="0">
                <a:solidFill>
                  <a:prstClr val="black">
                    <a:tint val="75000"/>
                  </a:prstClr>
                </a:solidFill>
              </a:rPr>
              <a:pPr/>
              <a:t>1/29/2026</a:t>
            </a:fld>
            <a:endParaRPr lang="en-US">
              <a:solidFill>
                <a:prstClr val="black">
                  <a:tint val="75000"/>
                </a:prstClr>
              </a:solidFill>
            </a:endParaRPr>
          </a:p>
        </p:txBody>
      </p:sp>
      <p:sp>
        <p:nvSpPr>
          <p:cNvPr id="10" name="Footer Placeholder 5">
            <a:extLst>
              <a:ext uri="{FF2B5EF4-FFF2-40B4-BE49-F238E27FC236}">
                <a16:creationId xmlns="" xmlns:a16="http://schemas.microsoft.com/office/drawing/2014/main" id="{962E28DA-ED19-5DD0-ED93-87A11FF64043}"/>
              </a:ext>
            </a:extLst>
          </p:cNvPr>
          <p:cNvSpPr>
            <a:spLocks noGrp="1"/>
          </p:cNvSpPr>
          <p:nvPr>
            <p:ph type="ftr" sz="quarter" idx="11"/>
          </p:nvPr>
        </p:nvSpPr>
        <p:spPr/>
        <p:txBody>
          <a:bodyPr/>
          <a:lstStyle>
            <a:lvl1pPr>
              <a:defRPr/>
            </a:lvl1pPr>
          </a:lstStyle>
          <a:p>
            <a:endParaRPr lang="en-US">
              <a:solidFill>
                <a:prstClr val="black">
                  <a:tint val="75000"/>
                </a:prstClr>
              </a:solidFill>
            </a:endParaRPr>
          </a:p>
        </p:txBody>
      </p:sp>
      <p:sp>
        <p:nvSpPr>
          <p:cNvPr id="11" name="Slide Number Placeholder 6">
            <a:extLst>
              <a:ext uri="{FF2B5EF4-FFF2-40B4-BE49-F238E27FC236}">
                <a16:creationId xmlns="" xmlns:a16="http://schemas.microsoft.com/office/drawing/2014/main" id="{796F5744-DED2-BE04-53F4-B6FCCCF67636}"/>
              </a:ext>
            </a:extLst>
          </p:cNvPr>
          <p:cNvSpPr>
            <a:spLocks noGrp="1"/>
          </p:cNvSpPr>
          <p:nvPr>
            <p:ph type="sldNum" sz="quarter" idx="12"/>
          </p:nvPr>
        </p:nvSpPr>
        <p:spPr>
          <a:xfrm>
            <a:off x="10769600" y="6356351"/>
            <a:ext cx="812800" cy="365125"/>
          </a:xfrm>
        </p:spPr>
        <p:txBody>
          <a:bodyPr/>
          <a:lstStyle>
            <a:lvl1pPr>
              <a:defRPr/>
            </a:lvl1pPr>
          </a:lstStyle>
          <a:p>
            <a:fld id="{1772F34A-D7A6-4E25-AE91-C6FAF276AF7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70156598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a:extLst>
              <a:ext uri="{FF2B5EF4-FFF2-40B4-BE49-F238E27FC236}">
                <a16:creationId xmlns="" xmlns:a16="http://schemas.microsoft.com/office/drawing/2014/main" id="{15B035E5-5FED-9EDE-24C8-6831B2945FD7}"/>
              </a:ext>
            </a:extLst>
          </p:cNvPr>
          <p:cNvSpPr>
            <a:spLocks noGrp="1"/>
          </p:cNvSpPr>
          <p:nvPr>
            <p:ph type="dt" sz="half" idx="10"/>
          </p:nvPr>
        </p:nvSpPr>
        <p:spPr/>
        <p:txBody>
          <a:bodyPr/>
          <a:lstStyle>
            <a:lvl1pPr>
              <a:defRPr/>
            </a:lvl1pPr>
          </a:lstStyle>
          <a:p>
            <a:fld id="{8071B994-63BE-42CB-86CF-D61E11122B27}" type="datetimeFigureOut">
              <a:rPr lang="en-US" smtClean="0">
                <a:solidFill>
                  <a:prstClr val="black">
                    <a:tint val="75000"/>
                  </a:prstClr>
                </a:solidFill>
              </a:rPr>
              <a:pPr/>
              <a:t>1/29/2026</a:t>
            </a:fld>
            <a:endParaRPr lang="en-US">
              <a:solidFill>
                <a:prstClr val="black">
                  <a:tint val="75000"/>
                </a:prstClr>
              </a:solidFill>
            </a:endParaRPr>
          </a:p>
        </p:txBody>
      </p:sp>
      <p:sp>
        <p:nvSpPr>
          <p:cNvPr id="5" name="Footer Placeholder 21">
            <a:extLst>
              <a:ext uri="{FF2B5EF4-FFF2-40B4-BE49-F238E27FC236}">
                <a16:creationId xmlns="" xmlns:a16="http://schemas.microsoft.com/office/drawing/2014/main" id="{E65AF5BB-9BC8-0147-2675-43C409DF488F}"/>
              </a:ext>
            </a:extLst>
          </p:cNvPr>
          <p:cNvSpPr>
            <a:spLocks noGrp="1"/>
          </p:cNvSpPr>
          <p:nvPr>
            <p:ph type="ftr" sz="quarter" idx="11"/>
          </p:nvPr>
        </p:nvSpPr>
        <p:spPr/>
        <p:txBody>
          <a:bodyPr/>
          <a:lstStyle>
            <a:lvl1pPr>
              <a:defRPr/>
            </a:lvl1pPr>
          </a:lstStyle>
          <a:p>
            <a:endParaRPr lang="en-US">
              <a:solidFill>
                <a:prstClr val="black">
                  <a:tint val="75000"/>
                </a:prstClr>
              </a:solidFill>
            </a:endParaRPr>
          </a:p>
        </p:txBody>
      </p:sp>
      <p:sp>
        <p:nvSpPr>
          <p:cNvPr id="6" name="Slide Number Placeholder 17">
            <a:extLst>
              <a:ext uri="{FF2B5EF4-FFF2-40B4-BE49-F238E27FC236}">
                <a16:creationId xmlns="" xmlns:a16="http://schemas.microsoft.com/office/drawing/2014/main" id="{B88A393B-71D2-1BD5-0119-826DBE4C93FE}"/>
              </a:ext>
            </a:extLst>
          </p:cNvPr>
          <p:cNvSpPr>
            <a:spLocks noGrp="1"/>
          </p:cNvSpPr>
          <p:nvPr>
            <p:ph type="sldNum" sz="quarter" idx="12"/>
          </p:nvPr>
        </p:nvSpPr>
        <p:spPr/>
        <p:txBody>
          <a:bodyPr/>
          <a:lstStyle>
            <a:lvl1pPr>
              <a:defRPr/>
            </a:lvl1pPr>
          </a:lstStyle>
          <a:p>
            <a:fld id="{1772F34A-D7A6-4E25-AE91-C6FAF276AF7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90592901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914402"/>
            <a:ext cx="2743200" cy="52117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914402"/>
            <a:ext cx="8026400" cy="52117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a:extLst>
              <a:ext uri="{FF2B5EF4-FFF2-40B4-BE49-F238E27FC236}">
                <a16:creationId xmlns="" xmlns:a16="http://schemas.microsoft.com/office/drawing/2014/main" id="{18529199-EE63-AFDD-84F1-426A9C9B2776}"/>
              </a:ext>
            </a:extLst>
          </p:cNvPr>
          <p:cNvSpPr>
            <a:spLocks noGrp="1"/>
          </p:cNvSpPr>
          <p:nvPr>
            <p:ph type="dt" sz="half" idx="10"/>
          </p:nvPr>
        </p:nvSpPr>
        <p:spPr/>
        <p:txBody>
          <a:bodyPr/>
          <a:lstStyle>
            <a:lvl1pPr>
              <a:defRPr/>
            </a:lvl1pPr>
          </a:lstStyle>
          <a:p>
            <a:fld id="{8071B994-63BE-42CB-86CF-D61E11122B27}" type="datetimeFigureOut">
              <a:rPr lang="en-US" smtClean="0">
                <a:solidFill>
                  <a:prstClr val="black">
                    <a:tint val="75000"/>
                  </a:prstClr>
                </a:solidFill>
              </a:rPr>
              <a:pPr/>
              <a:t>1/29/2026</a:t>
            </a:fld>
            <a:endParaRPr lang="en-US">
              <a:solidFill>
                <a:prstClr val="black">
                  <a:tint val="75000"/>
                </a:prstClr>
              </a:solidFill>
            </a:endParaRPr>
          </a:p>
        </p:txBody>
      </p:sp>
      <p:sp>
        <p:nvSpPr>
          <p:cNvPr id="5" name="Footer Placeholder 21">
            <a:extLst>
              <a:ext uri="{FF2B5EF4-FFF2-40B4-BE49-F238E27FC236}">
                <a16:creationId xmlns="" xmlns:a16="http://schemas.microsoft.com/office/drawing/2014/main" id="{20E75482-F3F2-076B-3B18-6DF36B0E9801}"/>
              </a:ext>
            </a:extLst>
          </p:cNvPr>
          <p:cNvSpPr>
            <a:spLocks noGrp="1"/>
          </p:cNvSpPr>
          <p:nvPr>
            <p:ph type="ftr" sz="quarter" idx="11"/>
          </p:nvPr>
        </p:nvSpPr>
        <p:spPr/>
        <p:txBody>
          <a:bodyPr/>
          <a:lstStyle>
            <a:lvl1pPr>
              <a:defRPr/>
            </a:lvl1pPr>
          </a:lstStyle>
          <a:p>
            <a:endParaRPr lang="en-US">
              <a:solidFill>
                <a:prstClr val="black">
                  <a:tint val="75000"/>
                </a:prstClr>
              </a:solidFill>
            </a:endParaRPr>
          </a:p>
        </p:txBody>
      </p:sp>
      <p:sp>
        <p:nvSpPr>
          <p:cNvPr id="6" name="Slide Number Placeholder 17">
            <a:extLst>
              <a:ext uri="{FF2B5EF4-FFF2-40B4-BE49-F238E27FC236}">
                <a16:creationId xmlns="" xmlns:a16="http://schemas.microsoft.com/office/drawing/2014/main" id="{5DF13457-6662-86CB-2F0A-44761BD70AA4}"/>
              </a:ext>
            </a:extLst>
          </p:cNvPr>
          <p:cNvSpPr>
            <a:spLocks noGrp="1"/>
          </p:cNvSpPr>
          <p:nvPr>
            <p:ph type="sldNum" sz="quarter" idx="12"/>
          </p:nvPr>
        </p:nvSpPr>
        <p:spPr/>
        <p:txBody>
          <a:bodyPr/>
          <a:lstStyle>
            <a:lvl1pPr>
              <a:defRPr/>
            </a:lvl1pPr>
          </a:lstStyle>
          <a:p>
            <a:fld id="{1772F34A-D7A6-4E25-AE91-C6FAF276AF7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7140715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9" name="Title 8"/>
          <p:cNvSpPr>
            <a:spLocks noGrp="1"/>
          </p:cNvSpPr>
          <p:nvPr>
            <p:ph type="ctrTitle"/>
          </p:nvPr>
        </p:nvSpPr>
        <p:spPr>
          <a:xfrm>
            <a:off x="711200" y="1371600"/>
            <a:ext cx="10468864" cy="182880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en-US"/>
              <a:t>Click to edit Master title style</a:t>
            </a:r>
          </a:p>
        </p:txBody>
      </p:sp>
      <p:sp>
        <p:nvSpPr>
          <p:cNvPr id="17" name="Subtitle 16"/>
          <p:cNvSpPr>
            <a:spLocks noGrp="1"/>
          </p:cNvSpPr>
          <p:nvPr>
            <p:ph type="subTitle" idx="1"/>
          </p:nvPr>
        </p:nvSpPr>
        <p:spPr>
          <a:xfrm>
            <a:off x="711200" y="3228536"/>
            <a:ext cx="10472928"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2" name="Date Placeholder 29">
            <a:extLst>
              <a:ext uri="{FF2B5EF4-FFF2-40B4-BE49-F238E27FC236}">
                <a16:creationId xmlns="" xmlns:a16="http://schemas.microsoft.com/office/drawing/2014/main" id="{EC2D0C4F-CE30-BC80-5192-46C63211D5AD}"/>
              </a:ext>
            </a:extLst>
          </p:cNvPr>
          <p:cNvSpPr>
            <a:spLocks noGrp="1"/>
          </p:cNvSpPr>
          <p:nvPr>
            <p:ph type="dt" sz="half" idx="10"/>
          </p:nvPr>
        </p:nvSpPr>
        <p:spPr/>
        <p:txBody>
          <a:bodyPr/>
          <a:lstStyle>
            <a:lvl1pPr>
              <a:defRPr/>
            </a:lvl1pPr>
          </a:lstStyle>
          <a:p>
            <a:fld id="{BCBCC196-A5FD-4C0D-A8C6-80B2E2A13635}" type="datetimeFigureOut">
              <a:rPr lang="en-US" smtClean="0">
                <a:solidFill>
                  <a:srgbClr val="1F497D"/>
                </a:solidFill>
              </a:rPr>
              <a:pPr/>
              <a:t>1/29/2026</a:t>
            </a:fld>
            <a:endParaRPr lang="en-US">
              <a:solidFill>
                <a:srgbClr val="1F497D"/>
              </a:solidFill>
            </a:endParaRPr>
          </a:p>
        </p:txBody>
      </p:sp>
      <p:sp>
        <p:nvSpPr>
          <p:cNvPr id="3" name="Footer Placeholder 18">
            <a:extLst>
              <a:ext uri="{FF2B5EF4-FFF2-40B4-BE49-F238E27FC236}">
                <a16:creationId xmlns="" xmlns:a16="http://schemas.microsoft.com/office/drawing/2014/main" id="{C6E335F0-C8E3-B1AA-5842-B8F37869786A}"/>
              </a:ext>
            </a:extLst>
          </p:cNvPr>
          <p:cNvSpPr>
            <a:spLocks noGrp="1"/>
          </p:cNvSpPr>
          <p:nvPr>
            <p:ph type="ftr" sz="quarter" idx="11"/>
          </p:nvPr>
        </p:nvSpPr>
        <p:spPr/>
        <p:txBody>
          <a:bodyPr/>
          <a:lstStyle>
            <a:lvl1pPr>
              <a:defRPr/>
            </a:lvl1pPr>
          </a:lstStyle>
          <a:p>
            <a:endParaRPr lang="en-US">
              <a:solidFill>
                <a:srgbClr val="1F497D"/>
              </a:solidFill>
            </a:endParaRPr>
          </a:p>
        </p:txBody>
      </p:sp>
      <p:sp>
        <p:nvSpPr>
          <p:cNvPr id="4" name="Slide Number Placeholder 26">
            <a:extLst>
              <a:ext uri="{FF2B5EF4-FFF2-40B4-BE49-F238E27FC236}">
                <a16:creationId xmlns="" xmlns:a16="http://schemas.microsoft.com/office/drawing/2014/main" id="{594B2326-90D1-CF1B-6852-F105E2616CAD}"/>
              </a:ext>
            </a:extLst>
          </p:cNvPr>
          <p:cNvSpPr>
            <a:spLocks noGrp="1"/>
          </p:cNvSpPr>
          <p:nvPr>
            <p:ph type="sldNum" sz="quarter" idx="12"/>
          </p:nvPr>
        </p:nvSpPr>
        <p:spPr/>
        <p:txBody>
          <a:bodyPr/>
          <a:lstStyle>
            <a:lvl1pPr>
              <a:defRPr>
                <a:solidFill>
                  <a:srgbClr val="D1EAEE"/>
                </a:solidFill>
              </a:defRPr>
            </a:lvl1pPr>
          </a:lstStyle>
          <a:p>
            <a:fld id="{0A508388-4FD4-457B-83B2-8FE3D9E40D08}" type="slidenum">
              <a:rPr lang="en-US" smtClean="0">
                <a:solidFill>
                  <a:srgbClr val="1F497D"/>
                </a:solidFill>
              </a:rPr>
              <a:pPr/>
              <a:t>‹#›</a:t>
            </a:fld>
            <a:endParaRPr lang="en-US">
              <a:solidFill>
                <a:srgbClr val="1F497D"/>
              </a:solidFill>
            </a:endParaRPr>
          </a:p>
        </p:txBody>
      </p:sp>
    </p:spTree>
    <p:extLst>
      <p:ext uri="{BB962C8B-B14F-4D97-AF65-F5344CB8AC3E}">
        <p14:creationId xmlns:p14="http://schemas.microsoft.com/office/powerpoint/2010/main" val="2821677102"/>
      </p:ext>
    </p:extLst>
  </p:cSld>
  <p:clrMapOvr>
    <a:overrideClrMapping bg1="dk1" tx1="lt1" bg2="dk2" tx2="lt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a:extLst>
              <a:ext uri="{FF2B5EF4-FFF2-40B4-BE49-F238E27FC236}">
                <a16:creationId xmlns="" xmlns:a16="http://schemas.microsoft.com/office/drawing/2014/main" id="{B7669D41-CBA5-5AA3-9DF7-5BBD1E5E4E13}"/>
              </a:ext>
            </a:extLst>
          </p:cNvPr>
          <p:cNvSpPr>
            <a:spLocks noGrp="1"/>
          </p:cNvSpPr>
          <p:nvPr>
            <p:ph type="dt" sz="half" idx="10"/>
          </p:nvPr>
        </p:nvSpPr>
        <p:spPr/>
        <p:txBody>
          <a:bodyPr/>
          <a:lstStyle>
            <a:lvl1pPr>
              <a:defRPr/>
            </a:lvl1pPr>
          </a:lstStyle>
          <a:p>
            <a:fld id="{BCBCC196-A5FD-4C0D-A8C6-80B2E2A13635}" type="datetimeFigureOut">
              <a:rPr lang="en-US" smtClean="0">
                <a:solidFill>
                  <a:srgbClr val="1F497D"/>
                </a:solidFill>
              </a:rPr>
              <a:pPr/>
              <a:t>1/29/2026</a:t>
            </a:fld>
            <a:endParaRPr lang="en-US">
              <a:solidFill>
                <a:srgbClr val="1F497D"/>
              </a:solidFill>
            </a:endParaRPr>
          </a:p>
        </p:txBody>
      </p:sp>
      <p:sp>
        <p:nvSpPr>
          <p:cNvPr id="5" name="Footer Placeholder 21">
            <a:extLst>
              <a:ext uri="{FF2B5EF4-FFF2-40B4-BE49-F238E27FC236}">
                <a16:creationId xmlns="" xmlns:a16="http://schemas.microsoft.com/office/drawing/2014/main" id="{1D6B72C4-450C-2C6E-82C2-C5A4B4502107}"/>
              </a:ext>
            </a:extLst>
          </p:cNvPr>
          <p:cNvSpPr>
            <a:spLocks noGrp="1"/>
          </p:cNvSpPr>
          <p:nvPr>
            <p:ph type="ftr" sz="quarter" idx="11"/>
          </p:nvPr>
        </p:nvSpPr>
        <p:spPr/>
        <p:txBody>
          <a:bodyPr/>
          <a:lstStyle>
            <a:lvl1pPr>
              <a:defRPr/>
            </a:lvl1pPr>
          </a:lstStyle>
          <a:p>
            <a:endParaRPr lang="en-US">
              <a:solidFill>
                <a:srgbClr val="1F497D"/>
              </a:solidFill>
            </a:endParaRPr>
          </a:p>
        </p:txBody>
      </p:sp>
      <p:sp>
        <p:nvSpPr>
          <p:cNvPr id="6" name="Slide Number Placeholder 17">
            <a:extLst>
              <a:ext uri="{FF2B5EF4-FFF2-40B4-BE49-F238E27FC236}">
                <a16:creationId xmlns="" xmlns:a16="http://schemas.microsoft.com/office/drawing/2014/main" id="{CDE0AB4F-B486-0433-D878-91A8B0DAD5CD}"/>
              </a:ext>
            </a:extLst>
          </p:cNvPr>
          <p:cNvSpPr>
            <a:spLocks noGrp="1"/>
          </p:cNvSpPr>
          <p:nvPr>
            <p:ph type="sldNum" sz="quarter" idx="12"/>
          </p:nvPr>
        </p:nvSpPr>
        <p:spPr/>
        <p:txBody>
          <a:bodyPr/>
          <a:lstStyle>
            <a:lvl1pPr>
              <a:defRPr/>
            </a:lvl1pPr>
          </a:lstStyle>
          <a:p>
            <a:fld id="{0A508388-4FD4-457B-83B2-8FE3D9E40D08}" type="slidenum">
              <a:rPr lang="en-US" smtClean="0">
                <a:solidFill>
                  <a:srgbClr val="1F497D"/>
                </a:solidFill>
              </a:rPr>
              <a:pPr/>
              <a:t>‹#›</a:t>
            </a:fld>
            <a:endParaRPr lang="en-US">
              <a:solidFill>
                <a:srgbClr val="1F497D"/>
              </a:solidFill>
            </a:endParaRPr>
          </a:p>
        </p:txBody>
      </p:sp>
    </p:spTree>
    <p:extLst>
      <p:ext uri="{BB962C8B-B14F-4D97-AF65-F5344CB8AC3E}">
        <p14:creationId xmlns:p14="http://schemas.microsoft.com/office/powerpoint/2010/main" val="257732806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07136" y="1316736"/>
            <a:ext cx="10363200" cy="1362456"/>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en-US"/>
              <a:t>Click to edit Master title style</a:t>
            </a:r>
          </a:p>
        </p:txBody>
      </p:sp>
      <p:sp>
        <p:nvSpPr>
          <p:cNvPr id="3" name="Text Placeholder 2"/>
          <p:cNvSpPr>
            <a:spLocks noGrp="1"/>
          </p:cNvSpPr>
          <p:nvPr>
            <p:ph type="body" idx="1"/>
          </p:nvPr>
        </p:nvSpPr>
        <p:spPr>
          <a:xfrm>
            <a:off x="707136" y="2704664"/>
            <a:ext cx="10363200" cy="1509712"/>
          </a:xfrm>
        </p:spPr>
        <p:txBody>
          <a:bodyPr lIns="45720" rIns="45720"/>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4" name="Date Placeholder 3">
            <a:extLst>
              <a:ext uri="{FF2B5EF4-FFF2-40B4-BE49-F238E27FC236}">
                <a16:creationId xmlns="" xmlns:a16="http://schemas.microsoft.com/office/drawing/2014/main" id="{42C1BA1F-C857-D912-9175-3BE57DCEC494}"/>
              </a:ext>
            </a:extLst>
          </p:cNvPr>
          <p:cNvSpPr>
            <a:spLocks noGrp="1"/>
          </p:cNvSpPr>
          <p:nvPr>
            <p:ph type="dt" sz="half" idx="10"/>
          </p:nvPr>
        </p:nvSpPr>
        <p:spPr/>
        <p:txBody>
          <a:bodyPr/>
          <a:lstStyle>
            <a:lvl1pPr>
              <a:defRPr/>
            </a:lvl1pPr>
          </a:lstStyle>
          <a:p>
            <a:fld id="{BCBCC196-A5FD-4C0D-A8C6-80B2E2A13635}" type="datetimeFigureOut">
              <a:rPr lang="en-US" smtClean="0">
                <a:solidFill>
                  <a:srgbClr val="EEECE1"/>
                </a:solidFill>
              </a:rPr>
              <a:pPr/>
              <a:t>1/29/2026</a:t>
            </a:fld>
            <a:endParaRPr lang="en-US">
              <a:solidFill>
                <a:srgbClr val="EEECE1"/>
              </a:solidFill>
            </a:endParaRPr>
          </a:p>
        </p:txBody>
      </p:sp>
      <p:sp>
        <p:nvSpPr>
          <p:cNvPr id="5" name="Footer Placeholder 4">
            <a:extLst>
              <a:ext uri="{FF2B5EF4-FFF2-40B4-BE49-F238E27FC236}">
                <a16:creationId xmlns="" xmlns:a16="http://schemas.microsoft.com/office/drawing/2014/main" id="{D28011C7-426D-3D6D-9643-1468821539F5}"/>
              </a:ext>
            </a:extLst>
          </p:cNvPr>
          <p:cNvSpPr>
            <a:spLocks noGrp="1"/>
          </p:cNvSpPr>
          <p:nvPr>
            <p:ph type="ftr" sz="quarter" idx="11"/>
          </p:nvPr>
        </p:nvSpPr>
        <p:spPr/>
        <p:txBody>
          <a:bodyPr/>
          <a:lstStyle>
            <a:lvl1pPr>
              <a:defRPr/>
            </a:lvl1pPr>
          </a:lstStyle>
          <a:p>
            <a:endParaRPr lang="en-US">
              <a:solidFill>
                <a:srgbClr val="EEECE1"/>
              </a:solidFill>
            </a:endParaRPr>
          </a:p>
        </p:txBody>
      </p:sp>
      <p:sp>
        <p:nvSpPr>
          <p:cNvPr id="6" name="Slide Number Placeholder 5">
            <a:extLst>
              <a:ext uri="{FF2B5EF4-FFF2-40B4-BE49-F238E27FC236}">
                <a16:creationId xmlns="" xmlns:a16="http://schemas.microsoft.com/office/drawing/2014/main" id="{5B9466EE-8CC9-1814-3063-9C3B418D623F}"/>
              </a:ext>
            </a:extLst>
          </p:cNvPr>
          <p:cNvSpPr>
            <a:spLocks noGrp="1"/>
          </p:cNvSpPr>
          <p:nvPr>
            <p:ph type="sldNum" sz="quarter" idx="12"/>
          </p:nvPr>
        </p:nvSpPr>
        <p:spPr/>
        <p:txBody>
          <a:bodyPr/>
          <a:lstStyle>
            <a:lvl1pPr>
              <a:defRPr>
                <a:solidFill>
                  <a:srgbClr val="D1EAEE"/>
                </a:solidFill>
              </a:defRPr>
            </a:lvl1pPr>
          </a:lstStyle>
          <a:p>
            <a:fld id="{0A508388-4FD4-457B-83B2-8FE3D9E40D08}" type="slidenum">
              <a:rPr lang="en-US" smtClean="0">
                <a:solidFill>
                  <a:srgbClr val="EEECE1"/>
                </a:solidFill>
              </a:rPr>
              <a:pPr/>
              <a:t>‹#›</a:t>
            </a:fld>
            <a:endParaRPr lang="en-US">
              <a:solidFill>
                <a:srgbClr val="EEECE1"/>
              </a:solidFill>
            </a:endParaRPr>
          </a:p>
        </p:txBody>
      </p:sp>
    </p:spTree>
    <p:extLst>
      <p:ext uri="{BB962C8B-B14F-4D97-AF65-F5344CB8AC3E}">
        <p14:creationId xmlns:p14="http://schemas.microsoft.com/office/powerpoint/2010/main" val="608436660"/>
      </p:ext>
    </p:extLst>
  </p:cSld>
  <p:clrMapOvr>
    <a:overrideClrMapping bg1="dk1" tx1="lt1" bg2="dk2" tx2="lt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1143000"/>
          </a:xfrm>
        </p:spPr>
        <p:txBody>
          <a:bodyPr/>
          <a:lstStyle/>
          <a:p>
            <a:r>
              <a:rPr lang="en-US"/>
              <a:t>Click to edit Master title style</a:t>
            </a:r>
          </a:p>
        </p:txBody>
      </p:sp>
      <p:sp>
        <p:nvSpPr>
          <p:cNvPr id="3" name="Content Placeholder 2"/>
          <p:cNvSpPr>
            <a:spLocks noGrp="1"/>
          </p:cNvSpPr>
          <p:nvPr>
            <p:ph sz="half" idx="1"/>
          </p:nvPr>
        </p:nvSpPr>
        <p:spPr>
          <a:xfrm>
            <a:off x="609600" y="1920085"/>
            <a:ext cx="5384800" cy="4434840"/>
          </a:xfrm>
        </p:spPr>
        <p:txBody>
          <a:bodyPr/>
          <a:lstStyle>
            <a:lvl1pPr>
              <a:defRPr sz="26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920085"/>
            <a:ext cx="5384800" cy="4434840"/>
          </a:xfrm>
        </p:spPr>
        <p:txBody>
          <a:bodyPr/>
          <a:lstStyle>
            <a:lvl1pPr>
              <a:defRPr sz="26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9">
            <a:extLst>
              <a:ext uri="{FF2B5EF4-FFF2-40B4-BE49-F238E27FC236}">
                <a16:creationId xmlns="" xmlns:a16="http://schemas.microsoft.com/office/drawing/2014/main" id="{18D207DF-4F77-307E-9A13-332CBF4977B3}"/>
              </a:ext>
            </a:extLst>
          </p:cNvPr>
          <p:cNvSpPr>
            <a:spLocks noGrp="1"/>
          </p:cNvSpPr>
          <p:nvPr>
            <p:ph type="dt" sz="half" idx="10"/>
          </p:nvPr>
        </p:nvSpPr>
        <p:spPr/>
        <p:txBody>
          <a:bodyPr/>
          <a:lstStyle>
            <a:lvl1pPr>
              <a:defRPr/>
            </a:lvl1pPr>
          </a:lstStyle>
          <a:p>
            <a:fld id="{BCBCC196-A5FD-4C0D-A8C6-80B2E2A13635}" type="datetimeFigureOut">
              <a:rPr lang="en-US" smtClean="0">
                <a:solidFill>
                  <a:srgbClr val="1F497D"/>
                </a:solidFill>
              </a:rPr>
              <a:pPr/>
              <a:t>1/29/2026</a:t>
            </a:fld>
            <a:endParaRPr lang="en-US">
              <a:solidFill>
                <a:srgbClr val="1F497D"/>
              </a:solidFill>
            </a:endParaRPr>
          </a:p>
        </p:txBody>
      </p:sp>
      <p:sp>
        <p:nvSpPr>
          <p:cNvPr id="6" name="Footer Placeholder 21">
            <a:extLst>
              <a:ext uri="{FF2B5EF4-FFF2-40B4-BE49-F238E27FC236}">
                <a16:creationId xmlns="" xmlns:a16="http://schemas.microsoft.com/office/drawing/2014/main" id="{92626009-C6FA-994A-EDEF-6C6D492B6FBC}"/>
              </a:ext>
            </a:extLst>
          </p:cNvPr>
          <p:cNvSpPr>
            <a:spLocks noGrp="1"/>
          </p:cNvSpPr>
          <p:nvPr>
            <p:ph type="ftr" sz="quarter" idx="11"/>
          </p:nvPr>
        </p:nvSpPr>
        <p:spPr/>
        <p:txBody>
          <a:bodyPr/>
          <a:lstStyle>
            <a:lvl1pPr>
              <a:defRPr/>
            </a:lvl1pPr>
          </a:lstStyle>
          <a:p>
            <a:endParaRPr lang="en-US">
              <a:solidFill>
                <a:srgbClr val="1F497D"/>
              </a:solidFill>
            </a:endParaRPr>
          </a:p>
        </p:txBody>
      </p:sp>
      <p:sp>
        <p:nvSpPr>
          <p:cNvPr id="7" name="Slide Number Placeholder 17">
            <a:extLst>
              <a:ext uri="{FF2B5EF4-FFF2-40B4-BE49-F238E27FC236}">
                <a16:creationId xmlns="" xmlns:a16="http://schemas.microsoft.com/office/drawing/2014/main" id="{56C69C24-D85E-23F4-DAAD-A476A74789EE}"/>
              </a:ext>
            </a:extLst>
          </p:cNvPr>
          <p:cNvSpPr>
            <a:spLocks noGrp="1"/>
          </p:cNvSpPr>
          <p:nvPr>
            <p:ph type="sldNum" sz="quarter" idx="12"/>
          </p:nvPr>
        </p:nvSpPr>
        <p:spPr/>
        <p:txBody>
          <a:bodyPr/>
          <a:lstStyle>
            <a:lvl1pPr>
              <a:defRPr/>
            </a:lvl1pPr>
          </a:lstStyle>
          <a:p>
            <a:fld id="{0A508388-4FD4-457B-83B2-8FE3D9E40D08}" type="slidenum">
              <a:rPr lang="en-US" smtClean="0">
                <a:solidFill>
                  <a:srgbClr val="1F497D"/>
                </a:solidFill>
              </a:rPr>
              <a:pPr/>
              <a:t>‹#›</a:t>
            </a:fld>
            <a:endParaRPr lang="en-US">
              <a:solidFill>
                <a:srgbClr val="1F497D"/>
              </a:solidFill>
            </a:endParaRPr>
          </a:p>
        </p:txBody>
      </p:sp>
    </p:spTree>
    <p:extLst>
      <p:ext uri="{BB962C8B-B14F-4D97-AF65-F5344CB8AC3E}">
        <p14:creationId xmlns:p14="http://schemas.microsoft.com/office/powerpoint/2010/main" val="371640629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855248"/>
            <a:ext cx="5386917"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6193368" y="1859758"/>
            <a:ext cx="5389033"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5" name="Content Placeholder 4"/>
          <p:cNvSpPr>
            <a:spLocks noGrp="1"/>
          </p:cNvSpPr>
          <p:nvPr>
            <p:ph sz="quarter" idx="2"/>
          </p:nvPr>
        </p:nvSpPr>
        <p:spPr>
          <a:xfrm>
            <a:off x="609600" y="2514600"/>
            <a:ext cx="5386917" cy="3845720"/>
          </a:xfrm>
        </p:spPr>
        <p:txBody>
          <a:bodyPr tIns="0"/>
          <a:lstStyle>
            <a:lvl1pPr>
              <a:defRPr sz="22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68" y="2514600"/>
            <a:ext cx="5389033" cy="3845720"/>
          </a:xfrm>
        </p:spPr>
        <p:txBody>
          <a:bodyPr tIns="0"/>
          <a:lstStyle>
            <a:lvl1pPr>
              <a:defRPr sz="22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9">
            <a:extLst>
              <a:ext uri="{FF2B5EF4-FFF2-40B4-BE49-F238E27FC236}">
                <a16:creationId xmlns="" xmlns:a16="http://schemas.microsoft.com/office/drawing/2014/main" id="{66BE0CB3-941A-D9FB-2B80-24A9A2F8CA4F}"/>
              </a:ext>
            </a:extLst>
          </p:cNvPr>
          <p:cNvSpPr>
            <a:spLocks noGrp="1"/>
          </p:cNvSpPr>
          <p:nvPr>
            <p:ph type="dt" sz="half" idx="10"/>
          </p:nvPr>
        </p:nvSpPr>
        <p:spPr/>
        <p:txBody>
          <a:bodyPr/>
          <a:lstStyle>
            <a:lvl1pPr>
              <a:defRPr/>
            </a:lvl1pPr>
          </a:lstStyle>
          <a:p>
            <a:fld id="{BCBCC196-A5FD-4C0D-A8C6-80B2E2A13635}" type="datetimeFigureOut">
              <a:rPr lang="en-US" smtClean="0">
                <a:solidFill>
                  <a:srgbClr val="1F497D"/>
                </a:solidFill>
              </a:rPr>
              <a:pPr/>
              <a:t>1/29/2026</a:t>
            </a:fld>
            <a:endParaRPr lang="en-US">
              <a:solidFill>
                <a:srgbClr val="1F497D"/>
              </a:solidFill>
            </a:endParaRPr>
          </a:p>
        </p:txBody>
      </p:sp>
      <p:sp>
        <p:nvSpPr>
          <p:cNvPr id="8" name="Footer Placeholder 21">
            <a:extLst>
              <a:ext uri="{FF2B5EF4-FFF2-40B4-BE49-F238E27FC236}">
                <a16:creationId xmlns="" xmlns:a16="http://schemas.microsoft.com/office/drawing/2014/main" id="{6B98261C-30BA-738D-4D16-C7BBDF313553}"/>
              </a:ext>
            </a:extLst>
          </p:cNvPr>
          <p:cNvSpPr>
            <a:spLocks noGrp="1"/>
          </p:cNvSpPr>
          <p:nvPr>
            <p:ph type="ftr" sz="quarter" idx="11"/>
          </p:nvPr>
        </p:nvSpPr>
        <p:spPr/>
        <p:txBody>
          <a:bodyPr/>
          <a:lstStyle>
            <a:lvl1pPr>
              <a:defRPr/>
            </a:lvl1pPr>
          </a:lstStyle>
          <a:p>
            <a:endParaRPr lang="en-US">
              <a:solidFill>
                <a:srgbClr val="1F497D"/>
              </a:solidFill>
            </a:endParaRPr>
          </a:p>
        </p:txBody>
      </p:sp>
      <p:sp>
        <p:nvSpPr>
          <p:cNvPr id="9" name="Slide Number Placeholder 17">
            <a:extLst>
              <a:ext uri="{FF2B5EF4-FFF2-40B4-BE49-F238E27FC236}">
                <a16:creationId xmlns="" xmlns:a16="http://schemas.microsoft.com/office/drawing/2014/main" id="{92F6EA5B-3D11-6EF3-031A-743DE54276A6}"/>
              </a:ext>
            </a:extLst>
          </p:cNvPr>
          <p:cNvSpPr>
            <a:spLocks noGrp="1"/>
          </p:cNvSpPr>
          <p:nvPr>
            <p:ph type="sldNum" sz="quarter" idx="12"/>
          </p:nvPr>
        </p:nvSpPr>
        <p:spPr/>
        <p:txBody>
          <a:bodyPr/>
          <a:lstStyle>
            <a:lvl1pPr>
              <a:defRPr/>
            </a:lvl1pPr>
          </a:lstStyle>
          <a:p>
            <a:fld id="{0A508388-4FD4-457B-83B2-8FE3D9E40D08}" type="slidenum">
              <a:rPr lang="en-US" smtClean="0">
                <a:solidFill>
                  <a:srgbClr val="1F497D"/>
                </a:solidFill>
              </a:rPr>
              <a:pPr/>
              <a:t>‹#›</a:t>
            </a:fld>
            <a:endParaRPr lang="en-US">
              <a:solidFill>
                <a:srgbClr val="1F497D"/>
              </a:solidFill>
            </a:endParaRPr>
          </a:p>
        </p:txBody>
      </p:sp>
    </p:spTree>
    <p:extLst>
      <p:ext uri="{BB962C8B-B14F-4D97-AF65-F5344CB8AC3E}">
        <p14:creationId xmlns:p14="http://schemas.microsoft.com/office/powerpoint/2010/main" val="8446628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1074400" cy="11430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en-US"/>
              <a:t>Click to edit Master title style</a:t>
            </a:r>
          </a:p>
        </p:txBody>
      </p:sp>
      <p:sp>
        <p:nvSpPr>
          <p:cNvPr id="3" name="Date Placeholder 9">
            <a:extLst>
              <a:ext uri="{FF2B5EF4-FFF2-40B4-BE49-F238E27FC236}">
                <a16:creationId xmlns="" xmlns:a16="http://schemas.microsoft.com/office/drawing/2014/main" id="{B37B7B22-0A11-15AB-E6A6-19519146F3F9}"/>
              </a:ext>
            </a:extLst>
          </p:cNvPr>
          <p:cNvSpPr>
            <a:spLocks noGrp="1"/>
          </p:cNvSpPr>
          <p:nvPr>
            <p:ph type="dt" sz="half" idx="10"/>
          </p:nvPr>
        </p:nvSpPr>
        <p:spPr/>
        <p:txBody>
          <a:bodyPr/>
          <a:lstStyle>
            <a:lvl1pPr>
              <a:defRPr/>
            </a:lvl1pPr>
          </a:lstStyle>
          <a:p>
            <a:fld id="{BCBCC196-A5FD-4C0D-A8C6-80B2E2A13635}" type="datetimeFigureOut">
              <a:rPr lang="en-US" smtClean="0">
                <a:solidFill>
                  <a:srgbClr val="1F497D"/>
                </a:solidFill>
              </a:rPr>
              <a:pPr/>
              <a:t>1/29/2026</a:t>
            </a:fld>
            <a:endParaRPr lang="en-US">
              <a:solidFill>
                <a:srgbClr val="1F497D"/>
              </a:solidFill>
            </a:endParaRPr>
          </a:p>
        </p:txBody>
      </p:sp>
      <p:sp>
        <p:nvSpPr>
          <p:cNvPr id="4" name="Footer Placeholder 21">
            <a:extLst>
              <a:ext uri="{FF2B5EF4-FFF2-40B4-BE49-F238E27FC236}">
                <a16:creationId xmlns="" xmlns:a16="http://schemas.microsoft.com/office/drawing/2014/main" id="{826E76A3-412A-3686-3091-881CF3A5D517}"/>
              </a:ext>
            </a:extLst>
          </p:cNvPr>
          <p:cNvSpPr>
            <a:spLocks noGrp="1"/>
          </p:cNvSpPr>
          <p:nvPr>
            <p:ph type="ftr" sz="quarter" idx="11"/>
          </p:nvPr>
        </p:nvSpPr>
        <p:spPr/>
        <p:txBody>
          <a:bodyPr/>
          <a:lstStyle>
            <a:lvl1pPr>
              <a:defRPr/>
            </a:lvl1pPr>
          </a:lstStyle>
          <a:p>
            <a:endParaRPr lang="en-US">
              <a:solidFill>
                <a:srgbClr val="1F497D"/>
              </a:solidFill>
            </a:endParaRPr>
          </a:p>
        </p:txBody>
      </p:sp>
      <p:sp>
        <p:nvSpPr>
          <p:cNvPr id="5" name="Slide Number Placeholder 17">
            <a:extLst>
              <a:ext uri="{FF2B5EF4-FFF2-40B4-BE49-F238E27FC236}">
                <a16:creationId xmlns="" xmlns:a16="http://schemas.microsoft.com/office/drawing/2014/main" id="{4A940A05-A920-74BC-57E3-9D0DCF04D016}"/>
              </a:ext>
            </a:extLst>
          </p:cNvPr>
          <p:cNvSpPr>
            <a:spLocks noGrp="1"/>
          </p:cNvSpPr>
          <p:nvPr>
            <p:ph type="sldNum" sz="quarter" idx="12"/>
          </p:nvPr>
        </p:nvSpPr>
        <p:spPr/>
        <p:txBody>
          <a:bodyPr/>
          <a:lstStyle>
            <a:lvl1pPr>
              <a:defRPr/>
            </a:lvl1pPr>
          </a:lstStyle>
          <a:p>
            <a:fld id="{0A508388-4FD4-457B-83B2-8FE3D9E40D08}" type="slidenum">
              <a:rPr lang="en-US" smtClean="0">
                <a:solidFill>
                  <a:srgbClr val="1F497D"/>
                </a:solidFill>
              </a:rPr>
              <a:pPr/>
              <a:t>‹#›</a:t>
            </a:fld>
            <a:endParaRPr lang="en-US">
              <a:solidFill>
                <a:srgbClr val="1F497D"/>
              </a:solidFill>
            </a:endParaRPr>
          </a:p>
        </p:txBody>
      </p:sp>
    </p:spTree>
    <p:extLst>
      <p:ext uri="{BB962C8B-B14F-4D97-AF65-F5344CB8AC3E}">
        <p14:creationId xmlns:p14="http://schemas.microsoft.com/office/powerpoint/2010/main" val="114146032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a:extLst>
              <a:ext uri="{FF2B5EF4-FFF2-40B4-BE49-F238E27FC236}">
                <a16:creationId xmlns="" xmlns:a16="http://schemas.microsoft.com/office/drawing/2014/main" id="{AF4E3E08-844D-1CB7-AC90-8F0836452B84}"/>
              </a:ext>
            </a:extLst>
          </p:cNvPr>
          <p:cNvSpPr>
            <a:spLocks noGrp="1"/>
          </p:cNvSpPr>
          <p:nvPr>
            <p:ph type="dt" sz="half" idx="10"/>
          </p:nvPr>
        </p:nvSpPr>
        <p:spPr/>
        <p:txBody>
          <a:bodyPr/>
          <a:lstStyle>
            <a:lvl1pPr>
              <a:defRPr/>
            </a:lvl1pPr>
          </a:lstStyle>
          <a:p>
            <a:fld id="{BCBCC196-A5FD-4C0D-A8C6-80B2E2A13635}" type="datetimeFigureOut">
              <a:rPr lang="en-US" smtClean="0">
                <a:solidFill>
                  <a:srgbClr val="1F497D"/>
                </a:solidFill>
              </a:rPr>
              <a:pPr/>
              <a:t>1/29/2026</a:t>
            </a:fld>
            <a:endParaRPr lang="en-US">
              <a:solidFill>
                <a:srgbClr val="1F497D"/>
              </a:solidFill>
            </a:endParaRPr>
          </a:p>
        </p:txBody>
      </p:sp>
      <p:sp>
        <p:nvSpPr>
          <p:cNvPr id="3" name="Footer Placeholder 21">
            <a:extLst>
              <a:ext uri="{FF2B5EF4-FFF2-40B4-BE49-F238E27FC236}">
                <a16:creationId xmlns="" xmlns:a16="http://schemas.microsoft.com/office/drawing/2014/main" id="{777210AF-684E-F1BF-A27B-07DE8A2FEA84}"/>
              </a:ext>
            </a:extLst>
          </p:cNvPr>
          <p:cNvSpPr>
            <a:spLocks noGrp="1"/>
          </p:cNvSpPr>
          <p:nvPr>
            <p:ph type="ftr" sz="quarter" idx="11"/>
          </p:nvPr>
        </p:nvSpPr>
        <p:spPr/>
        <p:txBody>
          <a:bodyPr/>
          <a:lstStyle>
            <a:lvl1pPr>
              <a:defRPr/>
            </a:lvl1pPr>
          </a:lstStyle>
          <a:p>
            <a:endParaRPr lang="en-US">
              <a:solidFill>
                <a:srgbClr val="1F497D"/>
              </a:solidFill>
            </a:endParaRPr>
          </a:p>
        </p:txBody>
      </p:sp>
      <p:sp>
        <p:nvSpPr>
          <p:cNvPr id="4" name="Slide Number Placeholder 17">
            <a:extLst>
              <a:ext uri="{FF2B5EF4-FFF2-40B4-BE49-F238E27FC236}">
                <a16:creationId xmlns="" xmlns:a16="http://schemas.microsoft.com/office/drawing/2014/main" id="{864BA92F-4B20-8D2B-8674-518E29C22CEE}"/>
              </a:ext>
            </a:extLst>
          </p:cNvPr>
          <p:cNvSpPr>
            <a:spLocks noGrp="1"/>
          </p:cNvSpPr>
          <p:nvPr>
            <p:ph type="sldNum" sz="quarter" idx="12"/>
          </p:nvPr>
        </p:nvSpPr>
        <p:spPr/>
        <p:txBody>
          <a:bodyPr/>
          <a:lstStyle>
            <a:lvl1pPr>
              <a:defRPr/>
            </a:lvl1pPr>
          </a:lstStyle>
          <a:p>
            <a:fld id="{0A508388-4FD4-457B-83B2-8FE3D9E40D08}" type="slidenum">
              <a:rPr lang="en-US" smtClean="0">
                <a:solidFill>
                  <a:srgbClr val="1F497D"/>
                </a:solidFill>
              </a:rPr>
              <a:pPr/>
              <a:t>‹#›</a:t>
            </a:fld>
            <a:endParaRPr lang="en-US">
              <a:solidFill>
                <a:srgbClr val="1F497D"/>
              </a:solidFill>
            </a:endParaRPr>
          </a:p>
        </p:txBody>
      </p:sp>
    </p:spTree>
    <p:extLst>
      <p:ext uri="{BB962C8B-B14F-4D97-AF65-F5344CB8AC3E}">
        <p14:creationId xmlns:p14="http://schemas.microsoft.com/office/powerpoint/2010/main" val="3757834213"/>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514352"/>
            <a:ext cx="3657600" cy="1162050"/>
          </a:xfrm>
        </p:spPr>
        <p:txBody>
          <a:bodyPr>
            <a:noAutofit/>
          </a:bodyPr>
          <a:lstStyle>
            <a:lvl1pPr algn="l" rtl="0">
              <a:spcBef>
                <a:spcPct val="0"/>
              </a:spcBef>
              <a:buNone/>
              <a:defRPr sz="2600" b="0">
                <a:ln>
                  <a:noFill/>
                </a:ln>
                <a:solidFill>
                  <a:schemeClr val="tx2"/>
                </a:solidFill>
                <a:effectLst/>
                <a:latin typeface="+mj-lt"/>
                <a:ea typeface="+mj-ea"/>
                <a:cs typeface="+mj-cs"/>
              </a:defRPr>
            </a:lvl1pPr>
          </a:lstStyle>
          <a:p>
            <a:r>
              <a:rPr lang="en-US"/>
              <a:t>Click to edit Master title style</a:t>
            </a:r>
          </a:p>
        </p:txBody>
      </p:sp>
      <p:sp>
        <p:nvSpPr>
          <p:cNvPr id="3" name="Text Placeholder 2"/>
          <p:cNvSpPr>
            <a:spLocks noGrp="1"/>
          </p:cNvSpPr>
          <p:nvPr>
            <p:ph type="body" idx="2"/>
          </p:nvPr>
        </p:nvSpPr>
        <p:spPr>
          <a:xfrm>
            <a:off x="914400" y="1676400"/>
            <a:ext cx="36576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a:r>
              <a:rPr lang="en-US"/>
              <a:t>Click to edit Master text styles</a:t>
            </a:r>
          </a:p>
        </p:txBody>
      </p:sp>
      <p:sp>
        <p:nvSpPr>
          <p:cNvPr id="4" name="Content Placeholder 3"/>
          <p:cNvSpPr>
            <a:spLocks noGrp="1"/>
          </p:cNvSpPr>
          <p:nvPr>
            <p:ph sz="half" idx="1"/>
          </p:nvPr>
        </p:nvSpPr>
        <p:spPr>
          <a:xfrm>
            <a:off x="4766733" y="1676400"/>
            <a:ext cx="6815667" cy="4572000"/>
          </a:xfrm>
        </p:spPr>
        <p:txBody>
          <a:bodyPr tIns="0"/>
          <a:lstStyle>
            <a:lvl1pPr>
              <a:defRPr sz="2800"/>
            </a:lvl1pPr>
            <a:lvl2pPr>
              <a:defRPr sz="2600"/>
            </a:lvl2pPr>
            <a:lvl3pPr>
              <a:defRPr sz="2400"/>
            </a:lvl3pPr>
            <a:lvl4pPr>
              <a:defRPr sz="20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9">
            <a:extLst>
              <a:ext uri="{FF2B5EF4-FFF2-40B4-BE49-F238E27FC236}">
                <a16:creationId xmlns="" xmlns:a16="http://schemas.microsoft.com/office/drawing/2014/main" id="{8C24556C-6929-CF1E-898D-F88FA27BF427}"/>
              </a:ext>
            </a:extLst>
          </p:cNvPr>
          <p:cNvSpPr>
            <a:spLocks noGrp="1"/>
          </p:cNvSpPr>
          <p:nvPr>
            <p:ph type="dt" sz="half" idx="10"/>
          </p:nvPr>
        </p:nvSpPr>
        <p:spPr/>
        <p:txBody>
          <a:bodyPr/>
          <a:lstStyle>
            <a:lvl1pPr>
              <a:defRPr/>
            </a:lvl1pPr>
          </a:lstStyle>
          <a:p>
            <a:fld id="{BCBCC196-A5FD-4C0D-A8C6-80B2E2A13635}" type="datetimeFigureOut">
              <a:rPr lang="en-US" smtClean="0">
                <a:solidFill>
                  <a:srgbClr val="1F497D"/>
                </a:solidFill>
              </a:rPr>
              <a:pPr/>
              <a:t>1/29/2026</a:t>
            </a:fld>
            <a:endParaRPr lang="en-US">
              <a:solidFill>
                <a:srgbClr val="1F497D"/>
              </a:solidFill>
            </a:endParaRPr>
          </a:p>
        </p:txBody>
      </p:sp>
      <p:sp>
        <p:nvSpPr>
          <p:cNvPr id="6" name="Footer Placeholder 21">
            <a:extLst>
              <a:ext uri="{FF2B5EF4-FFF2-40B4-BE49-F238E27FC236}">
                <a16:creationId xmlns="" xmlns:a16="http://schemas.microsoft.com/office/drawing/2014/main" id="{740B5BEF-A631-2171-44ED-B2F87B640235}"/>
              </a:ext>
            </a:extLst>
          </p:cNvPr>
          <p:cNvSpPr>
            <a:spLocks noGrp="1"/>
          </p:cNvSpPr>
          <p:nvPr>
            <p:ph type="ftr" sz="quarter" idx="11"/>
          </p:nvPr>
        </p:nvSpPr>
        <p:spPr/>
        <p:txBody>
          <a:bodyPr/>
          <a:lstStyle>
            <a:lvl1pPr>
              <a:defRPr/>
            </a:lvl1pPr>
          </a:lstStyle>
          <a:p>
            <a:endParaRPr lang="en-US">
              <a:solidFill>
                <a:srgbClr val="1F497D"/>
              </a:solidFill>
            </a:endParaRPr>
          </a:p>
        </p:txBody>
      </p:sp>
      <p:sp>
        <p:nvSpPr>
          <p:cNvPr id="7" name="Slide Number Placeholder 17">
            <a:extLst>
              <a:ext uri="{FF2B5EF4-FFF2-40B4-BE49-F238E27FC236}">
                <a16:creationId xmlns="" xmlns:a16="http://schemas.microsoft.com/office/drawing/2014/main" id="{94137D53-FD1A-9229-0E54-AC84023B44B5}"/>
              </a:ext>
            </a:extLst>
          </p:cNvPr>
          <p:cNvSpPr>
            <a:spLocks noGrp="1"/>
          </p:cNvSpPr>
          <p:nvPr>
            <p:ph type="sldNum" sz="quarter" idx="12"/>
          </p:nvPr>
        </p:nvSpPr>
        <p:spPr/>
        <p:txBody>
          <a:bodyPr/>
          <a:lstStyle>
            <a:lvl1pPr>
              <a:defRPr/>
            </a:lvl1pPr>
          </a:lstStyle>
          <a:p>
            <a:fld id="{0A508388-4FD4-457B-83B2-8FE3D9E40D08}" type="slidenum">
              <a:rPr lang="en-US" smtClean="0">
                <a:solidFill>
                  <a:srgbClr val="1F497D"/>
                </a:solidFill>
              </a:rPr>
              <a:pPr/>
              <a:t>‹#›</a:t>
            </a:fld>
            <a:endParaRPr lang="en-US">
              <a:solidFill>
                <a:srgbClr val="1F497D"/>
              </a:solidFill>
            </a:endParaRPr>
          </a:p>
        </p:txBody>
      </p:sp>
    </p:spTree>
    <p:extLst>
      <p:ext uri="{BB962C8B-B14F-4D97-AF65-F5344CB8AC3E}">
        <p14:creationId xmlns:p14="http://schemas.microsoft.com/office/powerpoint/2010/main" val="78069136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Snip and Round Single Corner Rectangle 13">
            <a:extLst>
              <a:ext uri="{FF2B5EF4-FFF2-40B4-BE49-F238E27FC236}">
                <a16:creationId xmlns="" xmlns:a16="http://schemas.microsoft.com/office/drawing/2014/main" id="{D93109B5-8F95-7E65-E5F9-117FEE5A64EB}"/>
              </a:ext>
            </a:extLst>
          </p:cNvPr>
          <p:cNvSpPr/>
          <p:nvPr/>
        </p:nvSpPr>
        <p:spPr>
          <a:xfrm rot="420000" flipV="1">
            <a:off x="4220633" y="1108075"/>
            <a:ext cx="70104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6" name="Right Triangle 5">
            <a:extLst>
              <a:ext uri="{FF2B5EF4-FFF2-40B4-BE49-F238E27FC236}">
                <a16:creationId xmlns="" xmlns:a16="http://schemas.microsoft.com/office/drawing/2014/main" id="{96C92426-906F-D443-30A2-5E80673566C3}"/>
              </a:ext>
            </a:extLst>
          </p:cNvPr>
          <p:cNvSpPr/>
          <p:nvPr/>
        </p:nvSpPr>
        <p:spPr>
          <a:xfrm rot="420000" flipV="1">
            <a:off x="10672234" y="5359401"/>
            <a:ext cx="207433" cy="1555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7" name="Freeform 15">
            <a:extLst>
              <a:ext uri="{FF2B5EF4-FFF2-40B4-BE49-F238E27FC236}">
                <a16:creationId xmlns="" xmlns:a16="http://schemas.microsoft.com/office/drawing/2014/main" id="{EFCFD484-8EBA-C3D7-FDA7-184DF0770F92}"/>
              </a:ext>
            </a:extLst>
          </p:cNvPr>
          <p:cNvSpPr>
            <a:spLocks/>
          </p:cNvSpPr>
          <p:nvPr/>
        </p:nvSpPr>
        <p:spPr bwMode="auto">
          <a:xfrm flipV="1">
            <a:off x="-12700" y="5816600"/>
            <a:ext cx="1221740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eaLnBrk="1" hangingPunct="1">
              <a:defRPr/>
            </a:pPr>
            <a:endParaRPr lang="en-US">
              <a:latin typeface="+mn-lt"/>
            </a:endParaRPr>
          </a:p>
        </p:txBody>
      </p:sp>
      <p:sp>
        <p:nvSpPr>
          <p:cNvPr id="8" name="Freeform 16">
            <a:extLst>
              <a:ext uri="{FF2B5EF4-FFF2-40B4-BE49-F238E27FC236}">
                <a16:creationId xmlns="" xmlns:a16="http://schemas.microsoft.com/office/drawing/2014/main" id="{A6CFE860-F372-F3AF-EA70-DE43594F603D}"/>
              </a:ext>
            </a:extLst>
          </p:cNvPr>
          <p:cNvSpPr>
            <a:spLocks/>
          </p:cNvSpPr>
          <p:nvPr/>
        </p:nvSpPr>
        <p:spPr bwMode="auto">
          <a:xfrm flipV="1">
            <a:off x="5842000" y="6219826"/>
            <a:ext cx="63500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eaLnBrk="1" hangingPunct="1">
              <a:defRPr/>
            </a:pPr>
            <a:endParaRPr lang="en-US">
              <a:latin typeface="+mn-lt"/>
            </a:endParaRPr>
          </a:p>
        </p:txBody>
      </p:sp>
      <p:sp>
        <p:nvSpPr>
          <p:cNvPr id="2" name="Title 1"/>
          <p:cNvSpPr>
            <a:spLocks noGrp="1"/>
          </p:cNvSpPr>
          <p:nvPr>
            <p:ph type="title"/>
          </p:nvPr>
        </p:nvSpPr>
        <p:spPr>
          <a:xfrm>
            <a:off x="812800" y="1176997"/>
            <a:ext cx="2950464" cy="1582621"/>
          </a:xfrm>
        </p:spPr>
        <p:txBody>
          <a:bodyPr lIns="45720" rIns="45720" bIns="45720"/>
          <a:lstStyle>
            <a:lvl1pPr algn="l">
              <a:buNone/>
              <a:defRPr sz="2000" b="1">
                <a:solidFill>
                  <a:schemeClr val="tx2"/>
                </a:solidFill>
              </a:defRPr>
            </a:lvl1pPr>
          </a:lstStyle>
          <a:p>
            <a:r>
              <a:rPr lang="en-US"/>
              <a:t>Click to edit Master title style</a:t>
            </a:r>
          </a:p>
        </p:txBody>
      </p:sp>
      <p:sp>
        <p:nvSpPr>
          <p:cNvPr id="4" name="Text Placeholder 3"/>
          <p:cNvSpPr>
            <a:spLocks noGrp="1"/>
          </p:cNvSpPr>
          <p:nvPr>
            <p:ph type="body" sz="half" idx="2"/>
          </p:nvPr>
        </p:nvSpPr>
        <p:spPr>
          <a:xfrm>
            <a:off x="812800" y="2828785"/>
            <a:ext cx="2946400" cy="2179320"/>
          </a:xfrm>
        </p:spPr>
        <p:txBody>
          <a:bodyPr lIns="64008" rIns="45720"/>
          <a:lstStyle>
            <a:lvl1pPr marL="0" indent="0" algn="l">
              <a:spcBef>
                <a:spcPts val="250"/>
              </a:spcBef>
              <a:buFontTx/>
              <a:buNone/>
              <a:defRPr sz="1300"/>
            </a:lvl1pPr>
            <a:lvl2pPr>
              <a:defRPr sz="1200"/>
            </a:lvl2pPr>
            <a:lvl3pPr>
              <a:defRPr sz="1000"/>
            </a:lvl3pPr>
            <a:lvl4pPr>
              <a:defRPr sz="900"/>
            </a:lvl4pPr>
            <a:lvl5pPr>
              <a:defRPr sz="900"/>
            </a:lvl5pPr>
          </a:lstStyle>
          <a:p>
            <a:pPr lvl="0"/>
            <a:r>
              <a:rPr lang="en-US"/>
              <a:t>Click to edit Master text styles</a:t>
            </a:r>
          </a:p>
        </p:txBody>
      </p:sp>
      <p:sp>
        <p:nvSpPr>
          <p:cNvPr id="3" name="Picture Placeholder 2"/>
          <p:cNvSpPr>
            <a:spLocks noGrp="1"/>
          </p:cNvSpPr>
          <p:nvPr>
            <p:ph type="pic" idx="1"/>
          </p:nvPr>
        </p:nvSpPr>
        <p:spPr>
          <a:xfrm rot="420000">
            <a:off x="4647724" y="1199517"/>
            <a:ext cx="6156960" cy="3931920"/>
          </a:xfrm>
          <a:prstGeom prst="rect">
            <a:avLst/>
          </a:prstGeom>
          <a:solidFill>
            <a:schemeClr val="bg2"/>
          </a:solidFill>
          <a:ln w="3000" cap="rnd">
            <a:solidFill>
              <a:srgbClr val="C0C0C0"/>
            </a:solidFill>
            <a:round/>
          </a:ln>
          <a:effectLst/>
        </p:spPr>
        <p:txBody>
          <a:bodyPr>
            <a:normAutofit/>
          </a:bodyPr>
          <a:lstStyle>
            <a:lvl1pPr marL="0" indent="0">
              <a:buNone/>
              <a:defRPr sz="3200"/>
            </a:lvl1pPr>
          </a:lstStyle>
          <a:p>
            <a:pPr lvl="0"/>
            <a:r>
              <a:rPr lang="en-US" noProof="0"/>
              <a:t>Click icon to add picture</a:t>
            </a:r>
            <a:endParaRPr lang="en-US" noProof="0" dirty="0"/>
          </a:p>
        </p:txBody>
      </p:sp>
      <p:sp>
        <p:nvSpPr>
          <p:cNvPr id="9" name="Date Placeholder 4">
            <a:extLst>
              <a:ext uri="{FF2B5EF4-FFF2-40B4-BE49-F238E27FC236}">
                <a16:creationId xmlns="" xmlns:a16="http://schemas.microsoft.com/office/drawing/2014/main" id="{BEB17C22-FF8E-CD81-1009-A93CC01D99AF}"/>
              </a:ext>
            </a:extLst>
          </p:cNvPr>
          <p:cNvSpPr>
            <a:spLocks noGrp="1"/>
          </p:cNvSpPr>
          <p:nvPr>
            <p:ph type="dt" sz="half" idx="10"/>
          </p:nvPr>
        </p:nvSpPr>
        <p:spPr/>
        <p:txBody>
          <a:bodyPr/>
          <a:lstStyle>
            <a:lvl1pPr>
              <a:defRPr/>
            </a:lvl1pPr>
          </a:lstStyle>
          <a:p>
            <a:fld id="{BCBCC196-A5FD-4C0D-A8C6-80B2E2A13635}" type="datetimeFigureOut">
              <a:rPr lang="en-US" smtClean="0">
                <a:solidFill>
                  <a:srgbClr val="1F497D"/>
                </a:solidFill>
              </a:rPr>
              <a:pPr/>
              <a:t>1/29/2026</a:t>
            </a:fld>
            <a:endParaRPr lang="en-US">
              <a:solidFill>
                <a:srgbClr val="1F497D"/>
              </a:solidFill>
            </a:endParaRPr>
          </a:p>
        </p:txBody>
      </p:sp>
      <p:sp>
        <p:nvSpPr>
          <p:cNvPr id="10" name="Footer Placeholder 5">
            <a:extLst>
              <a:ext uri="{FF2B5EF4-FFF2-40B4-BE49-F238E27FC236}">
                <a16:creationId xmlns="" xmlns:a16="http://schemas.microsoft.com/office/drawing/2014/main" id="{962E28DA-ED19-5DD0-ED93-87A11FF64043}"/>
              </a:ext>
            </a:extLst>
          </p:cNvPr>
          <p:cNvSpPr>
            <a:spLocks noGrp="1"/>
          </p:cNvSpPr>
          <p:nvPr>
            <p:ph type="ftr" sz="quarter" idx="11"/>
          </p:nvPr>
        </p:nvSpPr>
        <p:spPr/>
        <p:txBody>
          <a:bodyPr/>
          <a:lstStyle>
            <a:lvl1pPr>
              <a:defRPr/>
            </a:lvl1pPr>
          </a:lstStyle>
          <a:p>
            <a:endParaRPr lang="en-US">
              <a:solidFill>
                <a:srgbClr val="1F497D"/>
              </a:solidFill>
            </a:endParaRPr>
          </a:p>
        </p:txBody>
      </p:sp>
      <p:sp>
        <p:nvSpPr>
          <p:cNvPr id="11" name="Slide Number Placeholder 6">
            <a:extLst>
              <a:ext uri="{FF2B5EF4-FFF2-40B4-BE49-F238E27FC236}">
                <a16:creationId xmlns="" xmlns:a16="http://schemas.microsoft.com/office/drawing/2014/main" id="{796F5744-DED2-BE04-53F4-B6FCCCF67636}"/>
              </a:ext>
            </a:extLst>
          </p:cNvPr>
          <p:cNvSpPr>
            <a:spLocks noGrp="1"/>
          </p:cNvSpPr>
          <p:nvPr>
            <p:ph type="sldNum" sz="quarter" idx="12"/>
          </p:nvPr>
        </p:nvSpPr>
        <p:spPr>
          <a:xfrm>
            <a:off x="10769600" y="6356351"/>
            <a:ext cx="812800" cy="365125"/>
          </a:xfrm>
        </p:spPr>
        <p:txBody>
          <a:bodyPr/>
          <a:lstStyle>
            <a:lvl1pPr>
              <a:defRPr/>
            </a:lvl1pPr>
          </a:lstStyle>
          <a:p>
            <a:fld id="{0A508388-4FD4-457B-83B2-8FE3D9E40D08}" type="slidenum">
              <a:rPr lang="en-US" smtClean="0">
                <a:solidFill>
                  <a:srgbClr val="1F497D"/>
                </a:solidFill>
              </a:rPr>
              <a:pPr/>
              <a:t>‹#›</a:t>
            </a:fld>
            <a:endParaRPr lang="en-US">
              <a:solidFill>
                <a:srgbClr val="1F497D"/>
              </a:solidFill>
            </a:endParaRPr>
          </a:p>
        </p:txBody>
      </p:sp>
    </p:spTree>
    <p:extLst>
      <p:ext uri="{BB962C8B-B14F-4D97-AF65-F5344CB8AC3E}">
        <p14:creationId xmlns:p14="http://schemas.microsoft.com/office/powerpoint/2010/main" val="2543098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a:extLst>
              <a:ext uri="{FF2B5EF4-FFF2-40B4-BE49-F238E27FC236}">
                <a16:creationId xmlns="" xmlns:a16="http://schemas.microsoft.com/office/drawing/2014/main" id="{15B035E5-5FED-9EDE-24C8-6831B2945FD7}"/>
              </a:ext>
            </a:extLst>
          </p:cNvPr>
          <p:cNvSpPr>
            <a:spLocks noGrp="1"/>
          </p:cNvSpPr>
          <p:nvPr>
            <p:ph type="dt" sz="half" idx="10"/>
          </p:nvPr>
        </p:nvSpPr>
        <p:spPr/>
        <p:txBody>
          <a:bodyPr/>
          <a:lstStyle>
            <a:lvl1pPr>
              <a:defRPr/>
            </a:lvl1pPr>
          </a:lstStyle>
          <a:p>
            <a:fld id="{BCBCC196-A5FD-4C0D-A8C6-80B2E2A13635}" type="datetimeFigureOut">
              <a:rPr lang="en-US" smtClean="0">
                <a:solidFill>
                  <a:srgbClr val="1F497D"/>
                </a:solidFill>
              </a:rPr>
              <a:pPr/>
              <a:t>1/29/2026</a:t>
            </a:fld>
            <a:endParaRPr lang="en-US">
              <a:solidFill>
                <a:srgbClr val="1F497D"/>
              </a:solidFill>
            </a:endParaRPr>
          </a:p>
        </p:txBody>
      </p:sp>
      <p:sp>
        <p:nvSpPr>
          <p:cNvPr id="5" name="Footer Placeholder 21">
            <a:extLst>
              <a:ext uri="{FF2B5EF4-FFF2-40B4-BE49-F238E27FC236}">
                <a16:creationId xmlns="" xmlns:a16="http://schemas.microsoft.com/office/drawing/2014/main" id="{E65AF5BB-9BC8-0147-2675-43C409DF488F}"/>
              </a:ext>
            </a:extLst>
          </p:cNvPr>
          <p:cNvSpPr>
            <a:spLocks noGrp="1"/>
          </p:cNvSpPr>
          <p:nvPr>
            <p:ph type="ftr" sz="quarter" idx="11"/>
          </p:nvPr>
        </p:nvSpPr>
        <p:spPr/>
        <p:txBody>
          <a:bodyPr/>
          <a:lstStyle>
            <a:lvl1pPr>
              <a:defRPr/>
            </a:lvl1pPr>
          </a:lstStyle>
          <a:p>
            <a:endParaRPr lang="en-US">
              <a:solidFill>
                <a:srgbClr val="1F497D"/>
              </a:solidFill>
            </a:endParaRPr>
          </a:p>
        </p:txBody>
      </p:sp>
      <p:sp>
        <p:nvSpPr>
          <p:cNvPr id="6" name="Slide Number Placeholder 17">
            <a:extLst>
              <a:ext uri="{FF2B5EF4-FFF2-40B4-BE49-F238E27FC236}">
                <a16:creationId xmlns="" xmlns:a16="http://schemas.microsoft.com/office/drawing/2014/main" id="{B88A393B-71D2-1BD5-0119-826DBE4C93FE}"/>
              </a:ext>
            </a:extLst>
          </p:cNvPr>
          <p:cNvSpPr>
            <a:spLocks noGrp="1"/>
          </p:cNvSpPr>
          <p:nvPr>
            <p:ph type="sldNum" sz="quarter" idx="12"/>
          </p:nvPr>
        </p:nvSpPr>
        <p:spPr/>
        <p:txBody>
          <a:bodyPr/>
          <a:lstStyle>
            <a:lvl1pPr>
              <a:defRPr/>
            </a:lvl1pPr>
          </a:lstStyle>
          <a:p>
            <a:fld id="{0A508388-4FD4-457B-83B2-8FE3D9E40D08}" type="slidenum">
              <a:rPr lang="en-US" smtClean="0">
                <a:solidFill>
                  <a:srgbClr val="1F497D"/>
                </a:solidFill>
              </a:rPr>
              <a:pPr/>
              <a:t>‹#›</a:t>
            </a:fld>
            <a:endParaRPr lang="en-US">
              <a:solidFill>
                <a:srgbClr val="1F497D"/>
              </a:solidFill>
            </a:endParaRPr>
          </a:p>
        </p:txBody>
      </p:sp>
    </p:spTree>
    <p:extLst>
      <p:ext uri="{BB962C8B-B14F-4D97-AF65-F5344CB8AC3E}">
        <p14:creationId xmlns:p14="http://schemas.microsoft.com/office/powerpoint/2010/main" val="332749562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914402"/>
            <a:ext cx="2743200" cy="52117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914402"/>
            <a:ext cx="8026400" cy="52117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a:extLst>
              <a:ext uri="{FF2B5EF4-FFF2-40B4-BE49-F238E27FC236}">
                <a16:creationId xmlns="" xmlns:a16="http://schemas.microsoft.com/office/drawing/2014/main" id="{18529199-EE63-AFDD-84F1-426A9C9B2776}"/>
              </a:ext>
            </a:extLst>
          </p:cNvPr>
          <p:cNvSpPr>
            <a:spLocks noGrp="1"/>
          </p:cNvSpPr>
          <p:nvPr>
            <p:ph type="dt" sz="half" idx="10"/>
          </p:nvPr>
        </p:nvSpPr>
        <p:spPr/>
        <p:txBody>
          <a:bodyPr/>
          <a:lstStyle>
            <a:lvl1pPr>
              <a:defRPr/>
            </a:lvl1pPr>
          </a:lstStyle>
          <a:p>
            <a:fld id="{BCBCC196-A5FD-4C0D-A8C6-80B2E2A13635}" type="datetimeFigureOut">
              <a:rPr lang="en-US" smtClean="0">
                <a:solidFill>
                  <a:srgbClr val="1F497D"/>
                </a:solidFill>
              </a:rPr>
              <a:pPr/>
              <a:t>1/29/2026</a:t>
            </a:fld>
            <a:endParaRPr lang="en-US">
              <a:solidFill>
                <a:srgbClr val="1F497D"/>
              </a:solidFill>
            </a:endParaRPr>
          </a:p>
        </p:txBody>
      </p:sp>
      <p:sp>
        <p:nvSpPr>
          <p:cNvPr id="5" name="Footer Placeholder 21">
            <a:extLst>
              <a:ext uri="{FF2B5EF4-FFF2-40B4-BE49-F238E27FC236}">
                <a16:creationId xmlns="" xmlns:a16="http://schemas.microsoft.com/office/drawing/2014/main" id="{20E75482-F3F2-076B-3B18-6DF36B0E9801}"/>
              </a:ext>
            </a:extLst>
          </p:cNvPr>
          <p:cNvSpPr>
            <a:spLocks noGrp="1"/>
          </p:cNvSpPr>
          <p:nvPr>
            <p:ph type="ftr" sz="quarter" idx="11"/>
          </p:nvPr>
        </p:nvSpPr>
        <p:spPr/>
        <p:txBody>
          <a:bodyPr/>
          <a:lstStyle>
            <a:lvl1pPr>
              <a:defRPr/>
            </a:lvl1pPr>
          </a:lstStyle>
          <a:p>
            <a:endParaRPr lang="en-US">
              <a:solidFill>
                <a:srgbClr val="1F497D"/>
              </a:solidFill>
            </a:endParaRPr>
          </a:p>
        </p:txBody>
      </p:sp>
      <p:sp>
        <p:nvSpPr>
          <p:cNvPr id="6" name="Slide Number Placeholder 17">
            <a:extLst>
              <a:ext uri="{FF2B5EF4-FFF2-40B4-BE49-F238E27FC236}">
                <a16:creationId xmlns="" xmlns:a16="http://schemas.microsoft.com/office/drawing/2014/main" id="{5DF13457-6662-86CB-2F0A-44761BD70AA4}"/>
              </a:ext>
            </a:extLst>
          </p:cNvPr>
          <p:cNvSpPr>
            <a:spLocks noGrp="1"/>
          </p:cNvSpPr>
          <p:nvPr>
            <p:ph type="sldNum" sz="quarter" idx="12"/>
          </p:nvPr>
        </p:nvSpPr>
        <p:spPr/>
        <p:txBody>
          <a:bodyPr/>
          <a:lstStyle>
            <a:lvl1pPr>
              <a:defRPr/>
            </a:lvl1pPr>
          </a:lstStyle>
          <a:p>
            <a:fld id="{0A508388-4FD4-457B-83B2-8FE3D9E40D08}" type="slidenum">
              <a:rPr lang="en-US" smtClean="0">
                <a:solidFill>
                  <a:srgbClr val="1F497D"/>
                </a:solidFill>
              </a:rPr>
              <a:pPr/>
              <a:t>‹#›</a:t>
            </a:fld>
            <a:endParaRPr lang="en-US">
              <a:solidFill>
                <a:srgbClr val="1F497D"/>
              </a:solidFill>
            </a:endParaRPr>
          </a:p>
        </p:txBody>
      </p:sp>
    </p:spTree>
    <p:extLst>
      <p:ext uri="{BB962C8B-B14F-4D97-AF65-F5344CB8AC3E}">
        <p14:creationId xmlns:p14="http://schemas.microsoft.com/office/powerpoint/2010/main" val="388701434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9" name="Title 8"/>
          <p:cNvSpPr>
            <a:spLocks noGrp="1"/>
          </p:cNvSpPr>
          <p:nvPr>
            <p:ph type="ctrTitle"/>
          </p:nvPr>
        </p:nvSpPr>
        <p:spPr>
          <a:xfrm>
            <a:off x="711200" y="1371600"/>
            <a:ext cx="10468864" cy="182880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en-US"/>
              <a:t>Click to edit Master title style</a:t>
            </a:r>
          </a:p>
        </p:txBody>
      </p:sp>
      <p:sp>
        <p:nvSpPr>
          <p:cNvPr id="17" name="Subtitle 16"/>
          <p:cNvSpPr>
            <a:spLocks noGrp="1"/>
          </p:cNvSpPr>
          <p:nvPr>
            <p:ph type="subTitle" idx="1"/>
          </p:nvPr>
        </p:nvSpPr>
        <p:spPr>
          <a:xfrm>
            <a:off x="711200" y="3228536"/>
            <a:ext cx="10472928"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2" name="Date Placeholder 29">
            <a:extLst>
              <a:ext uri="{FF2B5EF4-FFF2-40B4-BE49-F238E27FC236}">
                <a16:creationId xmlns="" xmlns:a16="http://schemas.microsoft.com/office/drawing/2014/main" id="{EC2D0C4F-CE30-BC80-5192-46C63211D5AD}"/>
              </a:ext>
            </a:extLst>
          </p:cNvPr>
          <p:cNvSpPr>
            <a:spLocks noGrp="1"/>
          </p:cNvSpPr>
          <p:nvPr>
            <p:ph type="dt" sz="half" idx="10"/>
          </p:nvPr>
        </p:nvSpPr>
        <p:spPr/>
        <p:txBody>
          <a:bodyPr/>
          <a:lstStyle>
            <a:lvl1pPr>
              <a:defRPr/>
            </a:lvl1pPr>
          </a:lstStyle>
          <a:p>
            <a:fld id="{BCBCC196-A5FD-4C0D-A8C6-80B2E2A13635}" type="datetimeFigureOut">
              <a:rPr lang="en-US" smtClean="0">
                <a:solidFill>
                  <a:srgbClr val="1F497D"/>
                </a:solidFill>
              </a:rPr>
              <a:pPr/>
              <a:t>1/29/2026</a:t>
            </a:fld>
            <a:endParaRPr lang="en-US">
              <a:solidFill>
                <a:srgbClr val="1F497D"/>
              </a:solidFill>
            </a:endParaRPr>
          </a:p>
        </p:txBody>
      </p:sp>
      <p:sp>
        <p:nvSpPr>
          <p:cNvPr id="3" name="Footer Placeholder 18">
            <a:extLst>
              <a:ext uri="{FF2B5EF4-FFF2-40B4-BE49-F238E27FC236}">
                <a16:creationId xmlns="" xmlns:a16="http://schemas.microsoft.com/office/drawing/2014/main" id="{C6E335F0-C8E3-B1AA-5842-B8F37869786A}"/>
              </a:ext>
            </a:extLst>
          </p:cNvPr>
          <p:cNvSpPr>
            <a:spLocks noGrp="1"/>
          </p:cNvSpPr>
          <p:nvPr>
            <p:ph type="ftr" sz="quarter" idx="11"/>
          </p:nvPr>
        </p:nvSpPr>
        <p:spPr/>
        <p:txBody>
          <a:bodyPr/>
          <a:lstStyle>
            <a:lvl1pPr>
              <a:defRPr/>
            </a:lvl1pPr>
          </a:lstStyle>
          <a:p>
            <a:endParaRPr lang="en-US">
              <a:solidFill>
                <a:srgbClr val="1F497D"/>
              </a:solidFill>
            </a:endParaRPr>
          </a:p>
        </p:txBody>
      </p:sp>
      <p:sp>
        <p:nvSpPr>
          <p:cNvPr id="4" name="Slide Number Placeholder 26">
            <a:extLst>
              <a:ext uri="{FF2B5EF4-FFF2-40B4-BE49-F238E27FC236}">
                <a16:creationId xmlns="" xmlns:a16="http://schemas.microsoft.com/office/drawing/2014/main" id="{594B2326-90D1-CF1B-6852-F105E2616CAD}"/>
              </a:ext>
            </a:extLst>
          </p:cNvPr>
          <p:cNvSpPr>
            <a:spLocks noGrp="1"/>
          </p:cNvSpPr>
          <p:nvPr>
            <p:ph type="sldNum" sz="quarter" idx="12"/>
          </p:nvPr>
        </p:nvSpPr>
        <p:spPr/>
        <p:txBody>
          <a:bodyPr/>
          <a:lstStyle>
            <a:lvl1pPr>
              <a:defRPr>
                <a:solidFill>
                  <a:srgbClr val="D1EAEE"/>
                </a:solidFill>
              </a:defRPr>
            </a:lvl1pPr>
          </a:lstStyle>
          <a:p>
            <a:fld id="{0A508388-4FD4-457B-83B2-8FE3D9E40D08}" type="slidenum">
              <a:rPr lang="en-US" smtClean="0">
                <a:solidFill>
                  <a:srgbClr val="1F497D"/>
                </a:solidFill>
              </a:rPr>
              <a:pPr/>
              <a:t>‹#›</a:t>
            </a:fld>
            <a:endParaRPr lang="en-US">
              <a:solidFill>
                <a:srgbClr val="1F497D"/>
              </a:solidFill>
            </a:endParaRPr>
          </a:p>
        </p:txBody>
      </p:sp>
    </p:spTree>
    <p:extLst>
      <p:ext uri="{BB962C8B-B14F-4D97-AF65-F5344CB8AC3E}">
        <p14:creationId xmlns:p14="http://schemas.microsoft.com/office/powerpoint/2010/main" val="2518129618"/>
      </p:ext>
    </p:extLst>
  </p:cSld>
  <p:clrMapOvr>
    <a:overrideClrMapping bg1="dk1" tx1="lt1" bg2="dk2" tx2="lt2" accent1="accent1" accent2="accent2" accent3="accent3" accent4="accent4" accent5="accent5" accent6="accent6" hlink="hlink" folHlink="folHlink"/>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a:extLst>
              <a:ext uri="{FF2B5EF4-FFF2-40B4-BE49-F238E27FC236}">
                <a16:creationId xmlns="" xmlns:a16="http://schemas.microsoft.com/office/drawing/2014/main" id="{B7669D41-CBA5-5AA3-9DF7-5BBD1E5E4E13}"/>
              </a:ext>
            </a:extLst>
          </p:cNvPr>
          <p:cNvSpPr>
            <a:spLocks noGrp="1"/>
          </p:cNvSpPr>
          <p:nvPr>
            <p:ph type="dt" sz="half" idx="10"/>
          </p:nvPr>
        </p:nvSpPr>
        <p:spPr/>
        <p:txBody>
          <a:bodyPr/>
          <a:lstStyle>
            <a:lvl1pPr>
              <a:defRPr/>
            </a:lvl1pPr>
          </a:lstStyle>
          <a:p>
            <a:fld id="{BCBCC196-A5FD-4C0D-A8C6-80B2E2A13635}" type="datetimeFigureOut">
              <a:rPr lang="en-US" smtClean="0">
                <a:solidFill>
                  <a:srgbClr val="1F497D"/>
                </a:solidFill>
              </a:rPr>
              <a:pPr/>
              <a:t>1/29/2026</a:t>
            </a:fld>
            <a:endParaRPr lang="en-US">
              <a:solidFill>
                <a:srgbClr val="1F497D"/>
              </a:solidFill>
            </a:endParaRPr>
          </a:p>
        </p:txBody>
      </p:sp>
      <p:sp>
        <p:nvSpPr>
          <p:cNvPr id="5" name="Footer Placeholder 21">
            <a:extLst>
              <a:ext uri="{FF2B5EF4-FFF2-40B4-BE49-F238E27FC236}">
                <a16:creationId xmlns="" xmlns:a16="http://schemas.microsoft.com/office/drawing/2014/main" id="{1D6B72C4-450C-2C6E-82C2-C5A4B4502107}"/>
              </a:ext>
            </a:extLst>
          </p:cNvPr>
          <p:cNvSpPr>
            <a:spLocks noGrp="1"/>
          </p:cNvSpPr>
          <p:nvPr>
            <p:ph type="ftr" sz="quarter" idx="11"/>
          </p:nvPr>
        </p:nvSpPr>
        <p:spPr/>
        <p:txBody>
          <a:bodyPr/>
          <a:lstStyle>
            <a:lvl1pPr>
              <a:defRPr/>
            </a:lvl1pPr>
          </a:lstStyle>
          <a:p>
            <a:endParaRPr lang="en-US">
              <a:solidFill>
                <a:srgbClr val="1F497D"/>
              </a:solidFill>
            </a:endParaRPr>
          </a:p>
        </p:txBody>
      </p:sp>
      <p:sp>
        <p:nvSpPr>
          <p:cNvPr id="6" name="Slide Number Placeholder 17">
            <a:extLst>
              <a:ext uri="{FF2B5EF4-FFF2-40B4-BE49-F238E27FC236}">
                <a16:creationId xmlns="" xmlns:a16="http://schemas.microsoft.com/office/drawing/2014/main" id="{CDE0AB4F-B486-0433-D878-91A8B0DAD5CD}"/>
              </a:ext>
            </a:extLst>
          </p:cNvPr>
          <p:cNvSpPr>
            <a:spLocks noGrp="1"/>
          </p:cNvSpPr>
          <p:nvPr>
            <p:ph type="sldNum" sz="quarter" idx="12"/>
          </p:nvPr>
        </p:nvSpPr>
        <p:spPr/>
        <p:txBody>
          <a:bodyPr/>
          <a:lstStyle>
            <a:lvl1pPr>
              <a:defRPr/>
            </a:lvl1pPr>
          </a:lstStyle>
          <a:p>
            <a:fld id="{0A508388-4FD4-457B-83B2-8FE3D9E40D08}" type="slidenum">
              <a:rPr lang="en-US" smtClean="0">
                <a:solidFill>
                  <a:srgbClr val="1F497D"/>
                </a:solidFill>
              </a:rPr>
              <a:pPr/>
              <a:t>‹#›</a:t>
            </a:fld>
            <a:endParaRPr lang="en-US">
              <a:solidFill>
                <a:srgbClr val="1F497D"/>
              </a:solidFill>
            </a:endParaRPr>
          </a:p>
        </p:txBody>
      </p:sp>
    </p:spTree>
    <p:extLst>
      <p:ext uri="{BB962C8B-B14F-4D97-AF65-F5344CB8AC3E}">
        <p14:creationId xmlns:p14="http://schemas.microsoft.com/office/powerpoint/2010/main" val="2578802193"/>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07136" y="1316736"/>
            <a:ext cx="10363200" cy="1362456"/>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en-US"/>
              <a:t>Click to edit Master title style</a:t>
            </a:r>
          </a:p>
        </p:txBody>
      </p:sp>
      <p:sp>
        <p:nvSpPr>
          <p:cNvPr id="3" name="Text Placeholder 2"/>
          <p:cNvSpPr>
            <a:spLocks noGrp="1"/>
          </p:cNvSpPr>
          <p:nvPr>
            <p:ph type="body" idx="1"/>
          </p:nvPr>
        </p:nvSpPr>
        <p:spPr>
          <a:xfrm>
            <a:off x="707136" y="2704664"/>
            <a:ext cx="10363200" cy="1509712"/>
          </a:xfrm>
        </p:spPr>
        <p:txBody>
          <a:bodyPr lIns="45720" rIns="45720"/>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4" name="Date Placeholder 3">
            <a:extLst>
              <a:ext uri="{FF2B5EF4-FFF2-40B4-BE49-F238E27FC236}">
                <a16:creationId xmlns="" xmlns:a16="http://schemas.microsoft.com/office/drawing/2014/main" id="{42C1BA1F-C857-D912-9175-3BE57DCEC494}"/>
              </a:ext>
            </a:extLst>
          </p:cNvPr>
          <p:cNvSpPr>
            <a:spLocks noGrp="1"/>
          </p:cNvSpPr>
          <p:nvPr>
            <p:ph type="dt" sz="half" idx="10"/>
          </p:nvPr>
        </p:nvSpPr>
        <p:spPr/>
        <p:txBody>
          <a:bodyPr/>
          <a:lstStyle>
            <a:lvl1pPr>
              <a:defRPr/>
            </a:lvl1pPr>
          </a:lstStyle>
          <a:p>
            <a:fld id="{BCBCC196-A5FD-4C0D-A8C6-80B2E2A13635}" type="datetimeFigureOut">
              <a:rPr lang="en-US" smtClean="0">
                <a:solidFill>
                  <a:srgbClr val="EEECE1"/>
                </a:solidFill>
              </a:rPr>
              <a:pPr/>
              <a:t>1/29/2026</a:t>
            </a:fld>
            <a:endParaRPr lang="en-US">
              <a:solidFill>
                <a:srgbClr val="EEECE1"/>
              </a:solidFill>
            </a:endParaRPr>
          </a:p>
        </p:txBody>
      </p:sp>
      <p:sp>
        <p:nvSpPr>
          <p:cNvPr id="5" name="Footer Placeholder 4">
            <a:extLst>
              <a:ext uri="{FF2B5EF4-FFF2-40B4-BE49-F238E27FC236}">
                <a16:creationId xmlns="" xmlns:a16="http://schemas.microsoft.com/office/drawing/2014/main" id="{D28011C7-426D-3D6D-9643-1468821539F5}"/>
              </a:ext>
            </a:extLst>
          </p:cNvPr>
          <p:cNvSpPr>
            <a:spLocks noGrp="1"/>
          </p:cNvSpPr>
          <p:nvPr>
            <p:ph type="ftr" sz="quarter" idx="11"/>
          </p:nvPr>
        </p:nvSpPr>
        <p:spPr/>
        <p:txBody>
          <a:bodyPr/>
          <a:lstStyle>
            <a:lvl1pPr>
              <a:defRPr/>
            </a:lvl1pPr>
          </a:lstStyle>
          <a:p>
            <a:endParaRPr lang="en-US">
              <a:solidFill>
                <a:srgbClr val="EEECE1"/>
              </a:solidFill>
            </a:endParaRPr>
          </a:p>
        </p:txBody>
      </p:sp>
      <p:sp>
        <p:nvSpPr>
          <p:cNvPr id="6" name="Slide Number Placeholder 5">
            <a:extLst>
              <a:ext uri="{FF2B5EF4-FFF2-40B4-BE49-F238E27FC236}">
                <a16:creationId xmlns="" xmlns:a16="http://schemas.microsoft.com/office/drawing/2014/main" id="{5B9466EE-8CC9-1814-3063-9C3B418D623F}"/>
              </a:ext>
            </a:extLst>
          </p:cNvPr>
          <p:cNvSpPr>
            <a:spLocks noGrp="1"/>
          </p:cNvSpPr>
          <p:nvPr>
            <p:ph type="sldNum" sz="quarter" idx="12"/>
          </p:nvPr>
        </p:nvSpPr>
        <p:spPr/>
        <p:txBody>
          <a:bodyPr/>
          <a:lstStyle>
            <a:lvl1pPr>
              <a:defRPr>
                <a:solidFill>
                  <a:srgbClr val="D1EAEE"/>
                </a:solidFill>
              </a:defRPr>
            </a:lvl1pPr>
          </a:lstStyle>
          <a:p>
            <a:fld id="{0A508388-4FD4-457B-83B2-8FE3D9E40D08}" type="slidenum">
              <a:rPr lang="en-US" smtClean="0">
                <a:solidFill>
                  <a:srgbClr val="EEECE1"/>
                </a:solidFill>
              </a:rPr>
              <a:pPr/>
              <a:t>‹#›</a:t>
            </a:fld>
            <a:endParaRPr lang="en-US">
              <a:solidFill>
                <a:srgbClr val="EEECE1"/>
              </a:solidFill>
            </a:endParaRPr>
          </a:p>
        </p:txBody>
      </p:sp>
    </p:spTree>
    <p:extLst>
      <p:ext uri="{BB962C8B-B14F-4D97-AF65-F5344CB8AC3E}">
        <p14:creationId xmlns:p14="http://schemas.microsoft.com/office/powerpoint/2010/main" val="3576314509"/>
      </p:ext>
    </p:extLst>
  </p:cSld>
  <p:clrMapOvr>
    <a:overrideClrMapping bg1="dk1" tx1="lt1" bg2="dk2" tx2="lt2" accent1="accent1" accent2="accent2" accent3="accent3" accent4="accent4" accent5="accent5" accent6="accent6" hlink="hlink" folHlink="folHlink"/>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1143000"/>
          </a:xfrm>
        </p:spPr>
        <p:txBody>
          <a:bodyPr/>
          <a:lstStyle/>
          <a:p>
            <a:r>
              <a:rPr lang="en-US"/>
              <a:t>Click to edit Master title style</a:t>
            </a:r>
          </a:p>
        </p:txBody>
      </p:sp>
      <p:sp>
        <p:nvSpPr>
          <p:cNvPr id="3" name="Content Placeholder 2"/>
          <p:cNvSpPr>
            <a:spLocks noGrp="1"/>
          </p:cNvSpPr>
          <p:nvPr>
            <p:ph sz="half" idx="1"/>
          </p:nvPr>
        </p:nvSpPr>
        <p:spPr>
          <a:xfrm>
            <a:off x="609600" y="1920085"/>
            <a:ext cx="5384800" cy="4434840"/>
          </a:xfrm>
        </p:spPr>
        <p:txBody>
          <a:bodyPr/>
          <a:lstStyle>
            <a:lvl1pPr>
              <a:defRPr sz="26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920085"/>
            <a:ext cx="5384800" cy="4434840"/>
          </a:xfrm>
        </p:spPr>
        <p:txBody>
          <a:bodyPr/>
          <a:lstStyle>
            <a:lvl1pPr>
              <a:defRPr sz="26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9">
            <a:extLst>
              <a:ext uri="{FF2B5EF4-FFF2-40B4-BE49-F238E27FC236}">
                <a16:creationId xmlns="" xmlns:a16="http://schemas.microsoft.com/office/drawing/2014/main" id="{18D207DF-4F77-307E-9A13-332CBF4977B3}"/>
              </a:ext>
            </a:extLst>
          </p:cNvPr>
          <p:cNvSpPr>
            <a:spLocks noGrp="1"/>
          </p:cNvSpPr>
          <p:nvPr>
            <p:ph type="dt" sz="half" idx="10"/>
          </p:nvPr>
        </p:nvSpPr>
        <p:spPr/>
        <p:txBody>
          <a:bodyPr/>
          <a:lstStyle>
            <a:lvl1pPr>
              <a:defRPr/>
            </a:lvl1pPr>
          </a:lstStyle>
          <a:p>
            <a:fld id="{BCBCC196-A5FD-4C0D-A8C6-80B2E2A13635}" type="datetimeFigureOut">
              <a:rPr lang="en-US" smtClean="0">
                <a:solidFill>
                  <a:srgbClr val="1F497D"/>
                </a:solidFill>
              </a:rPr>
              <a:pPr/>
              <a:t>1/29/2026</a:t>
            </a:fld>
            <a:endParaRPr lang="en-US">
              <a:solidFill>
                <a:srgbClr val="1F497D"/>
              </a:solidFill>
            </a:endParaRPr>
          </a:p>
        </p:txBody>
      </p:sp>
      <p:sp>
        <p:nvSpPr>
          <p:cNvPr id="6" name="Footer Placeholder 21">
            <a:extLst>
              <a:ext uri="{FF2B5EF4-FFF2-40B4-BE49-F238E27FC236}">
                <a16:creationId xmlns="" xmlns:a16="http://schemas.microsoft.com/office/drawing/2014/main" id="{92626009-C6FA-994A-EDEF-6C6D492B6FBC}"/>
              </a:ext>
            </a:extLst>
          </p:cNvPr>
          <p:cNvSpPr>
            <a:spLocks noGrp="1"/>
          </p:cNvSpPr>
          <p:nvPr>
            <p:ph type="ftr" sz="quarter" idx="11"/>
          </p:nvPr>
        </p:nvSpPr>
        <p:spPr/>
        <p:txBody>
          <a:bodyPr/>
          <a:lstStyle>
            <a:lvl1pPr>
              <a:defRPr/>
            </a:lvl1pPr>
          </a:lstStyle>
          <a:p>
            <a:endParaRPr lang="en-US">
              <a:solidFill>
                <a:srgbClr val="1F497D"/>
              </a:solidFill>
            </a:endParaRPr>
          </a:p>
        </p:txBody>
      </p:sp>
      <p:sp>
        <p:nvSpPr>
          <p:cNvPr id="7" name="Slide Number Placeholder 17">
            <a:extLst>
              <a:ext uri="{FF2B5EF4-FFF2-40B4-BE49-F238E27FC236}">
                <a16:creationId xmlns="" xmlns:a16="http://schemas.microsoft.com/office/drawing/2014/main" id="{56C69C24-D85E-23F4-DAAD-A476A74789EE}"/>
              </a:ext>
            </a:extLst>
          </p:cNvPr>
          <p:cNvSpPr>
            <a:spLocks noGrp="1"/>
          </p:cNvSpPr>
          <p:nvPr>
            <p:ph type="sldNum" sz="quarter" idx="12"/>
          </p:nvPr>
        </p:nvSpPr>
        <p:spPr/>
        <p:txBody>
          <a:bodyPr/>
          <a:lstStyle>
            <a:lvl1pPr>
              <a:defRPr/>
            </a:lvl1pPr>
          </a:lstStyle>
          <a:p>
            <a:fld id="{0A508388-4FD4-457B-83B2-8FE3D9E40D08}" type="slidenum">
              <a:rPr lang="en-US" smtClean="0">
                <a:solidFill>
                  <a:srgbClr val="1F497D"/>
                </a:solidFill>
              </a:rPr>
              <a:pPr/>
              <a:t>‹#›</a:t>
            </a:fld>
            <a:endParaRPr lang="en-US">
              <a:solidFill>
                <a:srgbClr val="1F497D"/>
              </a:solidFill>
            </a:endParaRPr>
          </a:p>
        </p:txBody>
      </p:sp>
    </p:spTree>
    <p:extLst>
      <p:ext uri="{BB962C8B-B14F-4D97-AF65-F5344CB8AC3E}">
        <p14:creationId xmlns:p14="http://schemas.microsoft.com/office/powerpoint/2010/main" val="607515113"/>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855248"/>
            <a:ext cx="5386917"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6193368" y="1859758"/>
            <a:ext cx="5389033"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5" name="Content Placeholder 4"/>
          <p:cNvSpPr>
            <a:spLocks noGrp="1"/>
          </p:cNvSpPr>
          <p:nvPr>
            <p:ph sz="quarter" idx="2"/>
          </p:nvPr>
        </p:nvSpPr>
        <p:spPr>
          <a:xfrm>
            <a:off x="609600" y="2514600"/>
            <a:ext cx="5386917" cy="3845720"/>
          </a:xfrm>
        </p:spPr>
        <p:txBody>
          <a:bodyPr tIns="0"/>
          <a:lstStyle>
            <a:lvl1pPr>
              <a:defRPr sz="22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68" y="2514600"/>
            <a:ext cx="5389033" cy="3845720"/>
          </a:xfrm>
        </p:spPr>
        <p:txBody>
          <a:bodyPr tIns="0"/>
          <a:lstStyle>
            <a:lvl1pPr>
              <a:defRPr sz="22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9">
            <a:extLst>
              <a:ext uri="{FF2B5EF4-FFF2-40B4-BE49-F238E27FC236}">
                <a16:creationId xmlns="" xmlns:a16="http://schemas.microsoft.com/office/drawing/2014/main" id="{66BE0CB3-941A-D9FB-2B80-24A9A2F8CA4F}"/>
              </a:ext>
            </a:extLst>
          </p:cNvPr>
          <p:cNvSpPr>
            <a:spLocks noGrp="1"/>
          </p:cNvSpPr>
          <p:nvPr>
            <p:ph type="dt" sz="half" idx="10"/>
          </p:nvPr>
        </p:nvSpPr>
        <p:spPr/>
        <p:txBody>
          <a:bodyPr/>
          <a:lstStyle>
            <a:lvl1pPr>
              <a:defRPr/>
            </a:lvl1pPr>
          </a:lstStyle>
          <a:p>
            <a:fld id="{BCBCC196-A5FD-4C0D-A8C6-80B2E2A13635}" type="datetimeFigureOut">
              <a:rPr lang="en-US" smtClean="0">
                <a:solidFill>
                  <a:srgbClr val="1F497D"/>
                </a:solidFill>
              </a:rPr>
              <a:pPr/>
              <a:t>1/29/2026</a:t>
            </a:fld>
            <a:endParaRPr lang="en-US">
              <a:solidFill>
                <a:srgbClr val="1F497D"/>
              </a:solidFill>
            </a:endParaRPr>
          </a:p>
        </p:txBody>
      </p:sp>
      <p:sp>
        <p:nvSpPr>
          <p:cNvPr id="8" name="Footer Placeholder 21">
            <a:extLst>
              <a:ext uri="{FF2B5EF4-FFF2-40B4-BE49-F238E27FC236}">
                <a16:creationId xmlns="" xmlns:a16="http://schemas.microsoft.com/office/drawing/2014/main" id="{6B98261C-30BA-738D-4D16-C7BBDF313553}"/>
              </a:ext>
            </a:extLst>
          </p:cNvPr>
          <p:cNvSpPr>
            <a:spLocks noGrp="1"/>
          </p:cNvSpPr>
          <p:nvPr>
            <p:ph type="ftr" sz="quarter" idx="11"/>
          </p:nvPr>
        </p:nvSpPr>
        <p:spPr/>
        <p:txBody>
          <a:bodyPr/>
          <a:lstStyle>
            <a:lvl1pPr>
              <a:defRPr/>
            </a:lvl1pPr>
          </a:lstStyle>
          <a:p>
            <a:endParaRPr lang="en-US">
              <a:solidFill>
                <a:srgbClr val="1F497D"/>
              </a:solidFill>
            </a:endParaRPr>
          </a:p>
        </p:txBody>
      </p:sp>
      <p:sp>
        <p:nvSpPr>
          <p:cNvPr id="9" name="Slide Number Placeholder 17">
            <a:extLst>
              <a:ext uri="{FF2B5EF4-FFF2-40B4-BE49-F238E27FC236}">
                <a16:creationId xmlns="" xmlns:a16="http://schemas.microsoft.com/office/drawing/2014/main" id="{92F6EA5B-3D11-6EF3-031A-743DE54276A6}"/>
              </a:ext>
            </a:extLst>
          </p:cNvPr>
          <p:cNvSpPr>
            <a:spLocks noGrp="1"/>
          </p:cNvSpPr>
          <p:nvPr>
            <p:ph type="sldNum" sz="quarter" idx="12"/>
          </p:nvPr>
        </p:nvSpPr>
        <p:spPr/>
        <p:txBody>
          <a:bodyPr/>
          <a:lstStyle>
            <a:lvl1pPr>
              <a:defRPr/>
            </a:lvl1pPr>
          </a:lstStyle>
          <a:p>
            <a:fld id="{0A508388-4FD4-457B-83B2-8FE3D9E40D08}" type="slidenum">
              <a:rPr lang="en-US" smtClean="0">
                <a:solidFill>
                  <a:srgbClr val="1F497D"/>
                </a:solidFill>
              </a:rPr>
              <a:pPr/>
              <a:t>‹#›</a:t>
            </a:fld>
            <a:endParaRPr lang="en-US">
              <a:solidFill>
                <a:srgbClr val="1F497D"/>
              </a:solidFill>
            </a:endParaRPr>
          </a:p>
        </p:txBody>
      </p:sp>
    </p:spTree>
    <p:extLst>
      <p:ext uri="{BB962C8B-B14F-4D97-AF65-F5344CB8AC3E}">
        <p14:creationId xmlns:p14="http://schemas.microsoft.com/office/powerpoint/2010/main" val="374492940"/>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1074400" cy="11430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en-US"/>
              <a:t>Click to edit Master title style</a:t>
            </a:r>
          </a:p>
        </p:txBody>
      </p:sp>
      <p:sp>
        <p:nvSpPr>
          <p:cNvPr id="3" name="Date Placeholder 9">
            <a:extLst>
              <a:ext uri="{FF2B5EF4-FFF2-40B4-BE49-F238E27FC236}">
                <a16:creationId xmlns="" xmlns:a16="http://schemas.microsoft.com/office/drawing/2014/main" id="{B37B7B22-0A11-15AB-E6A6-19519146F3F9}"/>
              </a:ext>
            </a:extLst>
          </p:cNvPr>
          <p:cNvSpPr>
            <a:spLocks noGrp="1"/>
          </p:cNvSpPr>
          <p:nvPr>
            <p:ph type="dt" sz="half" idx="10"/>
          </p:nvPr>
        </p:nvSpPr>
        <p:spPr/>
        <p:txBody>
          <a:bodyPr/>
          <a:lstStyle>
            <a:lvl1pPr>
              <a:defRPr/>
            </a:lvl1pPr>
          </a:lstStyle>
          <a:p>
            <a:fld id="{BCBCC196-A5FD-4C0D-A8C6-80B2E2A13635}" type="datetimeFigureOut">
              <a:rPr lang="en-US" smtClean="0">
                <a:solidFill>
                  <a:srgbClr val="1F497D"/>
                </a:solidFill>
              </a:rPr>
              <a:pPr/>
              <a:t>1/29/2026</a:t>
            </a:fld>
            <a:endParaRPr lang="en-US">
              <a:solidFill>
                <a:srgbClr val="1F497D"/>
              </a:solidFill>
            </a:endParaRPr>
          </a:p>
        </p:txBody>
      </p:sp>
      <p:sp>
        <p:nvSpPr>
          <p:cNvPr id="4" name="Footer Placeholder 21">
            <a:extLst>
              <a:ext uri="{FF2B5EF4-FFF2-40B4-BE49-F238E27FC236}">
                <a16:creationId xmlns="" xmlns:a16="http://schemas.microsoft.com/office/drawing/2014/main" id="{826E76A3-412A-3686-3091-881CF3A5D517}"/>
              </a:ext>
            </a:extLst>
          </p:cNvPr>
          <p:cNvSpPr>
            <a:spLocks noGrp="1"/>
          </p:cNvSpPr>
          <p:nvPr>
            <p:ph type="ftr" sz="quarter" idx="11"/>
          </p:nvPr>
        </p:nvSpPr>
        <p:spPr/>
        <p:txBody>
          <a:bodyPr/>
          <a:lstStyle>
            <a:lvl1pPr>
              <a:defRPr/>
            </a:lvl1pPr>
          </a:lstStyle>
          <a:p>
            <a:endParaRPr lang="en-US">
              <a:solidFill>
                <a:srgbClr val="1F497D"/>
              </a:solidFill>
            </a:endParaRPr>
          </a:p>
        </p:txBody>
      </p:sp>
      <p:sp>
        <p:nvSpPr>
          <p:cNvPr id="5" name="Slide Number Placeholder 17">
            <a:extLst>
              <a:ext uri="{FF2B5EF4-FFF2-40B4-BE49-F238E27FC236}">
                <a16:creationId xmlns="" xmlns:a16="http://schemas.microsoft.com/office/drawing/2014/main" id="{4A940A05-A920-74BC-57E3-9D0DCF04D016}"/>
              </a:ext>
            </a:extLst>
          </p:cNvPr>
          <p:cNvSpPr>
            <a:spLocks noGrp="1"/>
          </p:cNvSpPr>
          <p:nvPr>
            <p:ph type="sldNum" sz="quarter" idx="12"/>
          </p:nvPr>
        </p:nvSpPr>
        <p:spPr/>
        <p:txBody>
          <a:bodyPr/>
          <a:lstStyle>
            <a:lvl1pPr>
              <a:defRPr/>
            </a:lvl1pPr>
          </a:lstStyle>
          <a:p>
            <a:fld id="{0A508388-4FD4-457B-83B2-8FE3D9E40D08}" type="slidenum">
              <a:rPr lang="en-US" smtClean="0">
                <a:solidFill>
                  <a:srgbClr val="1F497D"/>
                </a:solidFill>
              </a:rPr>
              <a:pPr/>
              <a:t>‹#›</a:t>
            </a:fld>
            <a:endParaRPr lang="en-US">
              <a:solidFill>
                <a:srgbClr val="1F497D"/>
              </a:solidFill>
            </a:endParaRPr>
          </a:p>
        </p:txBody>
      </p:sp>
    </p:spTree>
    <p:extLst>
      <p:ext uri="{BB962C8B-B14F-4D97-AF65-F5344CB8AC3E}">
        <p14:creationId xmlns:p14="http://schemas.microsoft.com/office/powerpoint/2010/main" val="3646533771"/>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a:extLst>
              <a:ext uri="{FF2B5EF4-FFF2-40B4-BE49-F238E27FC236}">
                <a16:creationId xmlns="" xmlns:a16="http://schemas.microsoft.com/office/drawing/2014/main" id="{AF4E3E08-844D-1CB7-AC90-8F0836452B84}"/>
              </a:ext>
            </a:extLst>
          </p:cNvPr>
          <p:cNvSpPr>
            <a:spLocks noGrp="1"/>
          </p:cNvSpPr>
          <p:nvPr>
            <p:ph type="dt" sz="half" idx="10"/>
          </p:nvPr>
        </p:nvSpPr>
        <p:spPr/>
        <p:txBody>
          <a:bodyPr/>
          <a:lstStyle>
            <a:lvl1pPr>
              <a:defRPr/>
            </a:lvl1pPr>
          </a:lstStyle>
          <a:p>
            <a:fld id="{BCBCC196-A5FD-4C0D-A8C6-80B2E2A13635}" type="datetimeFigureOut">
              <a:rPr lang="en-US" smtClean="0">
                <a:solidFill>
                  <a:srgbClr val="1F497D"/>
                </a:solidFill>
              </a:rPr>
              <a:pPr/>
              <a:t>1/29/2026</a:t>
            </a:fld>
            <a:endParaRPr lang="en-US">
              <a:solidFill>
                <a:srgbClr val="1F497D"/>
              </a:solidFill>
            </a:endParaRPr>
          </a:p>
        </p:txBody>
      </p:sp>
      <p:sp>
        <p:nvSpPr>
          <p:cNvPr id="3" name="Footer Placeholder 21">
            <a:extLst>
              <a:ext uri="{FF2B5EF4-FFF2-40B4-BE49-F238E27FC236}">
                <a16:creationId xmlns="" xmlns:a16="http://schemas.microsoft.com/office/drawing/2014/main" id="{777210AF-684E-F1BF-A27B-07DE8A2FEA84}"/>
              </a:ext>
            </a:extLst>
          </p:cNvPr>
          <p:cNvSpPr>
            <a:spLocks noGrp="1"/>
          </p:cNvSpPr>
          <p:nvPr>
            <p:ph type="ftr" sz="quarter" idx="11"/>
          </p:nvPr>
        </p:nvSpPr>
        <p:spPr/>
        <p:txBody>
          <a:bodyPr/>
          <a:lstStyle>
            <a:lvl1pPr>
              <a:defRPr/>
            </a:lvl1pPr>
          </a:lstStyle>
          <a:p>
            <a:endParaRPr lang="en-US">
              <a:solidFill>
                <a:srgbClr val="1F497D"/>
              </a:solidFill>
            </a:endParaRPr>
          </a:p>
        </p:txBody>
      </p:sp>
      <p:sp>
        <p:nvSpPr>
          <p:cNvPr id="4" name="Slide Number Placeholder 17">
            <a:extLst>
              <a:ext uri="{FF2B5EF4-FFF2-40B4-BE49-F238E27FC236}">
                <a16:creationId xmlns="" xmlns:a16="http://schemas.microsoft.com/office/drawing/2014/main" id="{864BA92F-4B20-8D2B-8674-518E29C22CEE}"/>
              </a:ext>
            </a:extLst>
          </p:cNvPr>
          <p:cNvSpPr>
            <a:spLocks noGrp="1"/>
          </p:cNvSpPr>
          <p:nvPr>
            <p:ph type="sldNum" sz="quarter" idx="12"/>
          </p:nvPr>
        </p:nvSpPr>
        <p:spPr/>
        <p:txBody>
          <a:bodyPr/>
          <a:lstStyle>
            <a:lvl1pPr>
              <a:defRPr/>
            </a:lvl1pPr>
          </a:lstStyle>
          <a:p>
            <a:fld id="{0A508388-4FD4-457B-83B2-8FE3D9E40D08}" type="slidenum">
              <a:rPr lang="en-US" smtClean="0">
                <a:solidFill>
                  <a:srgbClr val="1F497D"/>
                </a:solidFill>
              </a:rPr>
              <a:pPr/>
              <a:t>‹#›</a:t>
            </a:fld>
            <a:endParaRPr lang="en-US">
              <a:solidFill>
                <a:srgbClr val="1F497D"/>
              </a:solidFill>
            </a:endParaRPr>
          </a:p>
        </p:txBody>
      </p:sp>
    </p:spTree>
    <p:extLst>
      <p:ext uri="{BB962C8B-B14F-4D97-AF65-F5344CB8AC3E}">
        <p14:creationId xmlns:p14="http://schemas.microsoft.com/office/powerpoint/2010/main" val="426497241"/>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514352"/>
            <a:ext cx="3657600" cy="1162050"/>
          </a:xfrm>
        </p:spPr>
        <p:txBody>
          <a:bodyPr>
            <a:noAutofit/>
          </a:bodyPr>
          <a:lstStyle>
            <a:lvl1pPr algn="l" rtl="0">
              <a:spcBef>
                <a:spcPct val="0"/>
              </a:spcBef>
              <a:buNone/>
              <a:defRPr sz="2600" b="0">
                <a:ln>
                  <a:noFill/>
                </a:ln>
                <a:solidFill>
                  <a:schemeClr val="tx2"/>
                </a:solidFill>
                <a:effectLst/>
                <a:latin typeface="+mj-lt"/>
                <a:ea typeface="+mj-ea"/>
                <a:cs typeface="+mj-cs"/>
              </a:defRPr>
            </a:lvl1pPr>
          </a:lstStyle>
          <a:p>
            <a:r>
              <a:rPr lang="en-US"/>
              <a:t>Click to edit Master title style</a:t>
            </a:r>
          </a:p>
        </p:txBody>
      </p:sp>
      <p:sp>
        <p:nvSpPr>
          <p:cNvPr id="3" name="Text Placeholder 2"/>
          <p:cNvSpPr>
            <a:spLocks noGrp="1"/>
          </p:cNvSpPr>
          <p:nvPr>
            <p:ph type="body" idx="2"/>
          </p:nvPr>
        </p:nvSpPr>
        <p:spPr>
          <a:xfrm>
            <a:off x="914400" y="1676400"/>
            <a:ext cx="36576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a:r>
              <a:rPr lang="en-US"/>
              <a:t>Click to edit Master text styles</a:t>
            </a:r>
          </a:p>
        </p:txBody>
      </p:sp>
      <p:sp>
        <p:nvSpPr>
          <p:cNvPr id="4" name="Content Placeholder 3"/>
          <p:cNvSpPr>
            <a:spLocks noGrp="1"/>
          </p:cNvSpPr>
          <p:nvPr>
            <p:ph sz="half" idx="1"/>
          </p:nvPr>
        </p:nvSpPr>
        <p:spPr>
          <a:xfrm>
            <a:off x="4766733" y="1676400"/>
            <a:ext cx="6815667" cy="4572000"/>
          </a:xfrm>
        </p:spPr>
        <p:txBody>
          <a:bodyPr tIns="0"/>
          <a:lstStyle>
            <a:lvl1pPr>
              <a:defRPr sz="2800"/>
            </a:lvl1pPr>
            <a:lvl2pPr>
              <a:defRPr sz="2600"/>
            </a:lvl2pPr>
            <a:lvl3pPr>
              <a:defRPr sz="2400"/>
            </a:lvl3pPr>
            <a:lvl4pPr>
              <a:defRPr sz="20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9">
            <a:extLst>
              <a:ext uri="{FF2B5EF4-FFF2-40B4-BE49-F238E27FC236}">
                <a16:creationId xmlns="" xmlns:a16="http://schemas.microsoft.com/office/drawing/2014/main" id="{8C24556C-6929-CF1E-898D-F88FA27BF427}"/>
              </a:ext>
            </a:extLst>
          </p:cNvPr>
          <p:cNvSpPr>
            <a:spLocks noGrp="1"/>
          </p:cNvSpPr>
          <p:nvPr>
            <p:ph type="dt" sz="half" idx="10"/>
          </p:nvPr>
        </p:nvSpPr>
        <p:spPr/>
        <p:txBody>
          <a:bodyPr/>
          <a:lstStyle>
            <a:lvl1pPr>
              <a:defRPr/>
            </a:lvl1pPr>
          </a:lstStyle>
          <a:p>
            <a:fld id="{BCBCC196-A5FD-4C0D-A8C6-80B2E2A13635}" type="datetimeFigureOut">
              <a:rPr lang="en-US" smtClean="0">
                <a:solidFill>
                  <a:srgbClr val="1F497D"/>
                </a:solidFill>
              </a:rPr>
              <a:pPr/>
              <a:t>1/29/2026</a:t>
            </a:fld>
            <a:endParaRPr lang="en-US">
              <a:solidFill>
                <a:srgbClr val="1F497D"/>
              </a:solidFill>
            </a:endParaRPr>
          </a:p>
        </p:txBody>
      </p:sp>
      <p:sp>
        <p:nvSpPr>
          <p:cNvPr id="6" name="Footer Placeholder 21">
            <a:extLst>
              <a:ext uri="{FF2B5EF4-FFF2-40B4-BE49-F238E27FC236}">
                <a16:creationId xmlns="" xmlns:a16="http://schemas.microsoft.com/office/drawing/2014/main" id="{740B5BEF-A631-2171-44ED-B2F87B640235}"/>
              </a:ext>
            </a:extLst>
          </p:cNvPr>
          <p:cNvSpPr>
            <a:spLocks noGrp="1"/>
          </p:cNvSpPr>
          <p:nvPr>
            <p:ph type="ftr" sz="quarter" idx="11"/>
          </p:nvPr>
        </p:nvSpPr>
        <p:spPr/>
        <p:txBody>
          <a:bodyPr/>
          <a:lstStyle>
            <a:lvl1pPr>
              <a:defRPr/>
            </a:lvl1pPr>
          </a:lstStyle>
          <a:p>
            <a:endParaRPr lang="en-US">
              <a:solidFill>
                <a:srgbClr val="1F497D"/>
              </a:solidFill>
            </a:endParaRPr>
          </a:p>
        </p:txBody>
      </p:sp>
      <p:sp>
        <p:nvSpPr>
          <p:cNvPr id="7" name="Slide Number Placeholder 17">
            <a:extLst>
              <a:ext uri="{FF2B5EF4-FFF2-40B4-BE49-F238E27FC236}">
                <a16:creationId xmlns="" xmlns:a16="http://schemas.microsoft.com/office/drawing/2014/main" id="{94137D53-FD1A-9229-0E54-AC84023B44B5}"/>
              </a:ext>
            </a:extLst>
          </p:cNvPr>
          <p:cNvSpPr>
            <a:spLocks noGrp="1"/>
          </p:cNvSpPr>
          <p:nvPr>
            <p:ph type="sldNum" sz="quarter" idx="12"/>
          </p:nvPr>
        </p:nvSpPr>
        <p:spPr/>
        <p:txBody>
          <a:bodyPr/>
          <a:lstStyle>
            <a:lvl1pPr>
              <a:defRPr/>
            </a:lvl1pPr>
          </a:lstStyle>
          <a:p>
            <a:fld id="{0A508388-4FD4-457B-83B2-8FE3D9E40D08}" type="slidenum">
              <a:rPr lang="en-US" smtClean="0">
                <a:solidFill>
                  <a:srgbClr val="1F497D"/>
                </a:solidFill>
              </a:rPr>
              <a:pPr/>
              <a:t>‹#›</a:t>
            </a:fld>
            <a:endParaRPr lang="en-US">
              <a:solidFill>
                <a:srgbClr val="1F497D"/>
              </a:solidFill>
            </a:endParaRPr>
          </a:p>
        </p:txBody>
      </p:sp>
    </p:spTree>
    <p:extLst>
      <p:ext uri="{BB962C8B-B14F-4D97-AF65-F5344CB8AC3E}">
        <p14:creationId xmlns:p14="http://schemas.microsoft.com/office/powerpoint/2010/main" val="351996086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Snip and Round Single Corner Rectangle 13">
            <a:extLst>
              <a:ext uri="{FF2B5EF4-FFF2-40B4-BE49-F238E27FC236}">
                <a16:creationId xmlns="" xmlns:a16="http://schemas.microsoft.com/office/drawing/2014/main" id="{D93109B5-8F95-7E65-E5F9-117FEE5A64EB}"/>
              </a:ext>
            </a:extLst>
          </p:cNvPr>
          <p:cNvSpPr/>
          <p:nvPr/>
        </p:nvSpPr>
        <p:spPr>
          <a:xfrm rot="420000" flipV="1">
            <a:off x="4220633" y="1108075"/>
            <a:ext cx="70104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6" name="Right Triangle 5">
            <a:extLst>
              <a:ext uri="{FF2B5EF4-FFF2-40B4-BE49-F238E27FC236}">
                <a16:creationId xmlns="" xmlns:a16="http://schemas.microsoft.com/office/drawing/2014/main" id="{96C92426-906F-D443-30A2-5E80673566C3}"/>
              </a:ext>
            </a:extLst>
          </p:cNvPr>
          <p:cNvSpPr/>
          <p:nvPr/>
        </p:nvSpPr>
        <p:spPr>
          <a:xfrm rot="420000" flipV="1">
            <a:off x="10672234" y="5359401"/>
            <a:ext cx="207433" cy="1555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7" name="Freeform 15">
            <a:extLst>
              <a:ext uri="{FF2B5EF4-FFF2-40B4-BE49-F238E27FC236}">
                <a16:creationId xmlns="" xmlns:a16="http://schemas.microsoft.com/office/drawing/2014/main" id="{EFCFD484-8EBA-C3D7-FDA7-184DF0770F92}"/>
              </a:ext>
            </a:extLst>
          </p:cNvPr>
          <p:cNvSpPr>
            <a:spLocks/>
          </p:cNvSpPr>
          <p:nvPr/>
        </p:nvSpPr>
        <p:spPr bwMode="auto">
          <a:xfrm flipV="1">
            <a:off x="-12700" y="5816600"/>
            <a:ext cx="1221740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eaLnBrk="1" hangingPunct="1">
              <a:defRPr/>
            </a:pPr>
            <a:endParaRPr lang="en-US">
              <a:latin typeface="+mn-lt"/>
            </a:endParaRPr>
          </a:p>
        </p:txBody>
      </p:sp>
      <p:sp>
        <p:nvSpPr>
          <p:cNvPr id="8" name="Freeform 16">
            <a:extLst>
              <a:ext uri="{FF2B5EF4-FFF2-40B4-BE49-F238E27FC236}">
                <a16:creationId xmlns="" xmlns:a16="http://schemas.microsoft.com/office/drawing/2014/main" id="{A6CFE860-F372-F3AF-EA70-DE43594F603D}"/>
              </a:ext>
            </a:extLst>
          </p:cNvPr>
          <p:cNvSpPr>
            <a:spLocks/>
          </p:cNvSpPr>
          <p:nvPr/>
        </p:nvSpPr>
        <p:spPr bwMode="auto">
          <a:xfrm flipV="1">
            <a:off x="5842000" y="6219826"/>
            <a:ext cx="63500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eaLnBrk="1" hangingPunct="1">
              <a:defRPr/>
            </a:pPr>
            <a:endParaRPr lang="en-US">
              <a:latin typeface="+mn-lt"/>
            </a:endParaRPr>
          </a:p>
        </p:txBody>
      </p:sp>
      <p:sp>
        <p:nvSpPr>
          <p:cNvPr id="2" name="Title 1"/>
          <p:cNvSpPr>
            <a:spLocks noGrp="1"/>
          </p:cNvSpPr>
          <p:nvPr>
            <p:ph type="title"/>
          </p:nvPr>
        </p:nvSpPr>
        <p:spPr>
          <a:xfrm>
            <a:off x="812800" y="1176997"/>
            <a:ext cx="2950464" cy="1582621"/>
          </a:xfrm>
        </p:spPr>
        <p:txBody>
          <a:bodyPr lIns="45720" rIns="45720" bIns="45720"/>
          <a:lstStyle>
            <a:lvl1pPr algn="l">
              <a:buNone/>
              <a:defRPr sz="2000" b="1">
                <a:solidFill>
                  <a:schemeClr val="tx2"/>
                </a:solidFill>
              </a:defRPr>
            </a:lvl1pPr>
          </a:lstStyle>
          <a:p>
            <a:r>
              <a:rPr lang="en-US"/>
              <a:t>Click to edit Master title style</a:t>
            </a:r>
          </a:p>
        </p:txBody>
      </p:sp>
      <p:sp>
        <p:nvSpPr>
          <p:cNvPr id="4" name="Text Placeholder 3"/>
          <p:cNvSpPr>
            <a:spLocks noGrp="1"/>
          </p:cNvSpPr>
          <p:nvPr>
            <p:ph type="body" sz="half" idx="2"/>
          </p:nvPr>
        </p:nvSpPr>
        <p:spPr>
          <a:xfrm>
            <a:off x="812800" y="2828785"/>
            <a:ext cx="2946400" cy="2179320"/>
          </a:xfrm>
        </p:spPr>
        <p:txBody>
          <a:bodyPr lIns="64008" rIns="45720"/>
          <a:lstStyle>
            <a:lvl1pPr marL="0" indent="0" algn="l">
              <a:spcBef>
                <a:spcPts val="250"/>
              </a:spcBef>
              <a:buFontTx/>
              <a:buNone/>
              <a:defRPr sz="1300"/>
            </a:lvl1pPr>
            <a:lvl2pPr>
              <a:defRPr sz="1200"/>
            </a:lvl2pPr>
            <a:lvl3pPr>
              <a:defRPr sz="1000"/>
            </a:lvl3pPr>
            <a:lvl4pPr>
              <a:defRPr sz="900"/>
            </a:lvl4pPr>
            <a:lvl5pPr>
              <a:defRPr sz="900"/>
            </a:lvl5pPr>
          </a:lstStyle>
          <a:p>
            <a:pPr lvl="0"/>
            <a:r>
              <a:rPr lang="en-US"/>
              <a:t>Click to edit Master text styles</a:t>
            </a:r>
          </a:p>
        </p:txBody>
      </p:sp>
      <p:sp>
        <p:nvSpPr>
          <p:cNvPr id="3" name="Picture Placeholder 2"/>
          <p:cNvSpPr>
            <a:spLocks noGrp="1"/>
          </p:cNvSpPr>
          <p:nvPr>
            <p:ph type="pic" idx="1"/>
          </p:nvPr>
        </p:nvSpPr>
        <p:spPr>
          <a:xfrm rot="420000">
            <a:off x="4647724" y="1199517"/>
            <a:ext cx="6156960" cy="3931920"/>
          </a:xfrm>
          <a:prstGeom prst="rect">
            <a:avLst/>
          </a:prstGeom>
          <a:solidFill>
            <a:schemeClr val="bg2"/>
          </a:solidFill>
          <a:ln w="3000" cap="rnd">
            <a:solidFill>
              <a:srgbClr val="C0C0C0"/>
            </a:solidFill>
            <a:round/>
          </a:ln>
          <a:effectLst/>
        </p:spPr>
        <p:txBody>
          <a:bodyPr>
            <a:normAutofit/>
          </a:bodyPr>
          <a:lstStyle>
            <a:lvl1pPr marL="0" indent="0">
              <a:buNone/>
              <a:defRPr sz="3200"/>
            </a:lvl1pPr>
          </a:lstStyle>
          <a:p>
            <a:pPr lvl="0"/>
            <a:r>
              <a:rPr lang="en-US" noProof="0"/>
              <a:t>Click icon to add picture</a:t>
            </a:r>
            <a:endParaRPr lang="en-US" noProof="0" dirty="0"/>
          </a:p>
        </p:txBody>
      </p:sp>
      <p:sp>
        <p:nvSpPr>
          <p:cNvPr id="9" name="Date Placeholder 4">
            <a:extLst>
              <a:ext uri="{FF2B5EF4-FFF2-40B4-BE49-F238E27FC236}">
                <a16:creationId xmlns="" xmlns:a16="http://schemas.microsoft.com/office/drawing/2014/main" id="{BEB17C22-FF8E-CD81-1009-A93CC01D99AF}"/>
              </a:ext>
            </a:extLst>
          </p:cNvPr>
          <p:cNvSpPr>
            <a:spLocks noGrp="1"/>
          </p:cNvSpPr>
          <p:nvPr>
            <p:ph type="dt" sz="half" idx="10"/>
          </p:nvPr>
        </p:nvSpPr>
        <p:spPr/>
        <p:txBody>
          <a:bodyPr/>
          <a:lstStyle>
            <a:lvl1pPr>
              <a:defRPr/>
            </a:lvl1pPr>
          </a:lstStyle>
          <a:p>
            <a:fld id="{BCBCC196-A5FD-4C0D-A8C6-80B2E2A13635}" type="datetimeFigureOut">
              <a:rPr lang="en-US" smtClean="0">
                <a:solidFill>
                  <a:srgbClr val="1F497D"/>
                </a:solidFill>
              </a:rPr>
              <a:pPr/>
              <a:t>1/29/2026</a:t>
            </a:fld>
            <a:endParaRPr lang="en-US">
              <a:solidFill>
                <a:srgbClr val="1F497D"/>
              </a:solidFill>
            </a:endParaRPr>
          </a:p>
        </p:txBody>
      </p:sp>
      <p:sp>
        <p:nvSpPr>
          <p:cNvPr id="10" name="Footer Placeholder 5">
            <a:extLst>
              <a:ext uri="{FF2B5EF4-FFF2-40B4-BE49-F238E27FC236}">
                <a16:creationId xmlns="" xmlns:a16="http://schemas.microsoft.com/office/drawing/2014/main" id="{962E28DA-ED19-5DD0-ED93-87A11FF64043}"/>
              </a:ext>
            </a:extLst>
          </p:cNvPr>
          <p:cNvSpPr>
            <a:spLocks noGrp="1"/>
          </p:cNvSpPr>
          <p:nvPr>
            <p:ph type="ftr" sz="quarter" idx="11"/>
          </p:nvPr>
        </p:nvSpPr>
        <p:spPr/>
        <p:txBody>
          <a:bodyPr/>
          <a:lstStyle>
            <a:lvl1pPr>
              <a:defRPr/>
            </a:lvl1pPr>
          </a:lstStyle>
          <a:p>
            <a:endParaRPr lang="en-US">
              <a:solidFill>
                <a:srgbClr val="1F497D"/>
              </a:solidFill>
            </a:endParaRPr>
          </a:p>
        </p:txBody>
      </p:sp>
      <p:sp>
        <p:nvSpPr>
          <p:cNvPr id="11" name="Slide Number Placeholder 6">
            <a:extLst>
              <a:ext uri="{FF2B5EF4-FFF2-40B4-BE49-F238E27FC236}">
                <a16:creationId xmlns="" xmlns:a16="http://schemas.microsoft.com/office/drawing/2014/main" id="{796F5744-DED2-BE04-53F4-B6FCCCF67636}"/>
              </a:ext>
            </a:extLst>
          </p:cNvPr>
          <p:cNvSpPr>
            <a:spLocks noGrp="1"/>
          </p:cNvSpPr>
          <p:nvPr>
            <p:ph type="sldNum" sz="quarter" idx="12"/>
          </p:nvPr>
        </p:nvSpPr>
        <p:spPr>
          <a:xfrm>
            <a:off x="10769600" y="6356351"/>
            <a:ext cx="812800" cy="365125"/>
          </a:xfrm>
        </p:spPr>
        <p:txBody>
          <a:bodyPr/>
          <a:lstStyle>
            <a:lvl1pPr>
              <a:defRPr/>
            </a:lvl1pPr>
          </a:lstStyle>
          <a:p>
            <a:fld id="{0A508388-4FD4-457B-83B2-8FE3D9E40D08}" type="slidenum">
              <a:rPr lang="en-US" smtClean="0">
                <a:solidFill>
                  <a:srgbClr val="1F497D"/>
                </a:solidFill>
              </a:rPr>
              <a:pPr/>
              <a:t>‹#›</a:t>
            </a:fld>
            <a:endParaRPr lang="en-US">
              <a:solidFill>
                <a:srgbClr val="1F497D"/>
              </a:solidFill>
            </a:endParaRPr>
          </a:p>
        </p:txBody>
      </p:sp>
    </p:spTree>
    <p:extLst>
      <p:ext uri="{BB962C8B-B14F-4D97-AF65-F5344CB8AC3E}">
        <p14:creationId xmlns:p14="http://schemas.microsoft.com/office/powerpoint/2010/main" val="1770356569"/>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a:extLst>
              <a:ext uri="{FF2B5EF4-FFF2-40B4-BE49-F238E27FC236}">
                <a16:creationId xmlns="" xmlns:a16="http://schemas.microsoft.com/office/drawing/2014/main" id="{15B035E5-5FED-9EDE-24C8-6831B2945FD7}"/>
              </a:ext>
            </a:extLst>
          </p:cNvPr>
          <p:cNvSpPr>
            <a:spLocks noGrp="1"/>
          </p:cNvSpPr>
          <p:nvPr>
            <p:ph type="dt" sz="half" idx="10"/>
          </p:nvPr>
        </p:nvSpPr>
        <p:spPr/>
        <p:txBody>
          <a:bodyPr/>
          <a:lstStyle>
            <a:lvl1pPr>
              <a:defRPr/>
            </a:lvl1pPr>
          </a:lstStyle>
          <a:p>
            <a:fld id="{BCBCC196-A5FD-4C0D-A8C6-80B2E2A13635}" type="datetimeFigureOut">
              <a:rPr lang="en-US" smtClean="0">
                <a:solidFill>
                  <a:srgbClr val="1F497D"/>
                </a:solidFill>
              </a:rPr>
              <a:pPr/>
              <a:t>1/29/2026</a:t>
            </a:fld>
            <a:endParaRPr lang="en-US">
              <a:solidFill>
                <a:srgbClr val="1F497D"/>
              </a:solidFill>
            </a:endParaRPr>
          </a:p>
        </p:txBody>
      </p:sp>
      <p:sp>
        <p:nvSpPr>
          <p:cNvPr id="5" name="Footer Placeholder 21">
            <a:extLst>
              <a:ext uri="{FF2B5EF4-FFF2-40B4-BE49-F238E27FC236}">
                <a16:creationId xmlns="" xmlns:a16="http://schemas.microsoft.com/office/drawing/2014/main" id="{E65AF5BB-9BC8-0147-2675-43C409DF488F}"/>
              </a:ext>
            </a:extLst>
          </p:cNvPr>
          <p:cNvSpPr>
            <a:spLocks noGrp="1"/>
          </p:cNvSpPr>
          <p:nvPr>
            <p:ph type="ftr" sz="quarter" idx="11"/>
          </p:nvPr>
        </p:nvSpPr>
        <p:spPr/>
        <p:txBody>
          <a:bodyPr/>
          <a:lstStyle>
            <a:lvl1pPr>
              <a:defRPr/>
            </a:lvl1pPr>
          </a:lstStyle>
          <a:p>
            <a:endParaRPr lang="en-US">
              <a:solidFill>
                <a:srgbClr val="1F497D"/>
              </a:solidFill>
            </a:endParaRPr>
          </a:p>
        </p:txBody>
      </p:sp>
      <p:sp>
        <p:nvSpPr>
          <p:cNvPr id="6" name="Slide Number Placeholder 17">
            <a:extLst>
              <a:ext uri="{FF2B5EF4-FFF2-40B4-BE49-F238E27FC236}">
                <a16:creationId xmlns="" xmlns:a16="http://schemas.microsoft.com/office/drawing/2014/main" id="{B88A393B-71D2-1BD5-0119-826DBE4C93FE}"/>
              </a:ext>
            </a:extLst>
          </p:cNvPr>
          <p:cNvSpPr>
            <a:spLocks noGrp="1"/>
          </p:cNvSpPr>
          <p:nvPr>
            <p:ph type="sldNum" sz="quarter" idx="12"/>
          </p:nvPr>
        </p:nvSpPr>
        <p:spPr/>
        <p:txBody>
          <a:bodyPr/>
          <a:lstStyle>
            <a:lvl1pPr>
              <a:defRPr/>
            </a:lvl1pPr>
          </a:lstStyle>
          <a:p>
            <a:fld id="{0A508388-4FD4-457B-83B2-8FE3D9E40D08}" type="slidenum">
              <a:rPr lang="en-US" smtClean="0">
                <a:solidFill>
                  <a:srgbClr val="1F497D"/>
                </a:solidFill>
              </a:rPr>
              <a:pPr/>
              <a:t>‹#›</a:t>
            </a:fld>
            <a:endParaRPr lang="en-US">
              <a:solidFill>
                <a:srgbClr val="1F497D"/>
              </a:solidFill>
            </a:endParaRPr>
          </a:p>
        </p:txBody>
      </p:sp>
    </p:spTree>
    <p:extLst>
      <p:ext uri="{BB962C8B-B14F-4D97-AF65-F5344CB8AC3E}">
        <p14:creationId xmlns:p14="http://schemas.microsoft.com/office/powerpoint/2010/main" val="2538392705"/>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914402"/>
            <a:ext cx="2743200" cy="52117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914402"/>
            <a:ext cx="8026400" cy="52117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a:extLst>
              <a:ext uri="{FF2B5EF4-FFF2-40B4-BE49-F238E27FC236}">
                <a16:creationId xmlns="" xmlns:a16="http://schemas.microsoft.com/office/drawing/2014/main" id="{18529199-EE63-AFDD-84F1-426A9C9B2776}"/>
              </a:ext>
            </a:extLst>
          </p:cNvPr>
          <p:cNvSpPr>
            <a:spLocks noGrp="1"/>
          </p:cNvSpPr>
          <p:nvPr>
            <p:ph type="dt" sz="half" idx="10"/>
          </p:nvPr>
        </p:nvSpPr>
        <p:spPr/>
        <p:txBody>
          <a:bodyPr/>
          <a:lstStyle>
            <a:lvl1pPr>
              <a:defRPr/>
            </a:lvl1pPr>
          </a:lstStyle>
          <a:p>
            <a:fld id="{BCBCC196-A5FD-4C0D-A8C6-80B2E2A13635}" type="datetimeFigureOut">
              <a:rPr lang="en-US" smtClean="0">
                <a:solidFill>
                  <a:srgbClr val="1F497D"/>
                </a:solidFill>
              </a:rPr>
              <a:pPr/>
              <a:t>1/29/2026</a:t>
            </a:fld>
            <a:endParaRPr lang="en-US">
              <a:solidFill>
                <a:srgbClr val="1F497D"/>
              </a:solidFill>
            </a:endParaRPr>
          </a:p>
        </p:txBody>
      </p:sp>
      <p:sp>
        <p:nvSpPr>
          <p:cNvPr id="5" name="Footer Placeholder 21">
            <a:extLst>
              <a:ext uri="{FF2B5EF4-FFF2-40B4-BE49-F238E27FC236}">
                <a16:creationId xmlns="" xmlns:a16="http://schemas.microsoft.com/office/drawing/2014/main" id="{20E75482-F3F2-076B-3B18-6DF36B0E9801}"/>
              </a:ext>
            </a:extLst>
          </p:cNvPr>
          <p:cNvSpPr>
            <a:spLocks noGrp="1"/>
          </p:cNvSpPr>
          <p:nvPr>
            <p:ph type="ftr" sz="quarter" idx="11"/>
          </p:nvPr>
        </p:nvSpPr>
        <p:spPr/>
        <p:txBody>
          <a:bodyPr/>
          <a:lstStyle>
            <a:lvl1pPr>
              <a:defRPr/>
            </a:lvl1pPr>
          </a:lstStyle>
          <a:p>
            <a:endParaRPr lang="en-US">
              <a:solidFill>
                <a:srgbClr val="1F497D"/>
              </a:solidFill>
            </a:endParaRPr>
          </a:p>
        </p:txBody>
      </p:sp>
      <p:sp>
        <p:nvSpPr>
          <p:cNvPr id="6" name="Slide Number Placeholder 17">
            <a:extLst>
              <a:ext uri="{FF2B5EF4-FFF2-40B4-BE49-F238E27FC236}">
                <a16:creationId xmlns="" xmlns:a16="http://schemas.microsoft.com/office/drawing/2014/main" id="{5DF13457-6662-86CB-2F0A-44761BD70AA4}"/>
              </a:ext>
            </a:extLst>
          </p:cNvPr>
          <p:cNvSpPr>
            <a:spLocks noGrp="1"/>
          </p:cNvSpPr>
          <p:nvPr>
            <p:ph type="sldNum" sz="quarter" idx="12"/>
          </p:nvPr>
        </p:nvSpPr>
        <p:spPr/>
        <p:txBody>
          <a:bodyPr/>
          <a:lstStyle>
            <a:lvl1pPr>
              <a:defRPr/>
            </a:lvl1pPr>
          </a:lstStyle>
          <a:p>
            <a:fld id="{0A508388-4FD4-457B-83B2-8FE3D9E40D08}" type="slidenum">
              <a:rPr lang="en-US" smtClean="0">
                <a:solidFill>
                  <a:srgbClr val="1F497D"/>
                </a:solidFill>
              </a:rPr>
              <a:pPr/>
              <a:t>‹#›</a:t>
            </a:fld>
            <a:endParaRPr lang="en-US">
              <a:solidFill>
                <a:srgbClr val="1F497D"/>
              </a:solidFill>
            </a:endParaRPr>
          </a:p>
        </p:txBody>
      </p:sp>
    </p:spTree>
    <p:extLst>
      <p:ext uri="{BB962C8B-B14F-4D97-AF65-F5344CB8AC3E}">
        <p14:creationId xmlns:p14="http://schemas.microsoft.com/office/powerpoint/2010/main" val="3763668386"/>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9" name="Title 8"/>
          <p:cNvSpPr>
            <a:spLocks noGrp="1"/>
          </p:cNvSpPr>
          <p:nvPr>
            <p:ph type="ctrTitle"/>
          </p:nvPr>
        </p:nvSpPr>
        <p:spPr>
          <a:xfrm>
            <a:off x="711200" y="1371600"/>
            <a:ext cx="10468864" cy="182880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en-US"/>
              <a:t>Click to edit Master title style</a:t>
            </a:r>
          </a:p>
        </p:txBody>
      </p:sp>
      <p:sp>
        <p:nvSpPr>
          <p:cNvPr id="17" name="Subtitle 16"/>
          <p:cNvSpPr>
            <a:spLocks noGrp="1"/>
          </p:cNvSpPr>
          <p:nvPr>
            <p:ph type="subTitle" idx="1"/>
          </p:nvPr>
        </p:nvSpPr>
        <p:spPr>
          <a:xfrm>
            <a:off x="711200" y="3228536"/>
            <a:ext cx="10472928"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2" name="Date Placeholder 29">
            <a:extLst>
              <a:ext uri="{FF2B5EF4-FFF2-40B4-BE49-F238E27FC236}">
                <a16:creationId xmlns="" xmlns:a16="http://schemas.microsoft.com/office/drawing/2014/main" id="{EC2D0C4F-CE30-BC80-5192-46C63211D5AD}"/>
              </a:ext>
            </a:extLst>
          </p:cNvPr>
          <p:cNvSpPr>
            <a:spLocks noGrp="1"/>
          </p:cNvSpPr>
          <p:nvPr>
            <p:ph type="dt" sz="half" idx="10"/>
          </p:nvPr>
        </p:nvSpPr>
        <p:spPr/>
        <p:txBody>
          <a:bodyPr/>
          <a:lstStyle>
            <a:lvl1pPr>
              <a:defRPr/>
            </a:lvl1pPr>
          </a:lstStyle>
          <a:p>
            <a:fld id="{BCBCC196-A5FD-4C0D-A8C6-80B2E2A13635}" type="datetimeFigureOut">
              <a:rPr lang="en-US" smtClean="0">
                <a:solidFill>
                  <a:srgbClr val="1F497D"/>
                </a:solidFill>
              </a:rPr>
              <a:pPr/>
              <a:t>1/29/2026</a:t>
            </a:fld>
            <a:endParaRPr lang="en-US">
              <a:solidFill>
                <a:srgbClr val="1F497D"/>
              </a:solidFill>
            </a:endParaRPr>
          </a:p>
        </p:txBody>
      </p:sp>
      <p:sp>
        <p:nvSpPr>
          <p:cNvPr id="3" name="Footer Placeholder 18">
            <a:extLst>
              <a:ext uri="{FF2B5EF4-FFF2-40B4-BE49-F238E27FC236}">
                <a16:creationId xmlns="" xmlns:a16="http://schemas.microsoft.com/office/drawing/2014/main" id="{C6E335F0-C8E3-B1AA-5842-B8F37869786A}"/>
              </a:ext>
            </a:extLst>
          </p:cNvPr>
          <p:cNvSpPr>
            <a:spLocks noGrp="1"/>
          </p:cNvSpPr>
          <p:nvPr>
            <p:ph type="ftr" sz="quarter" idx="11"/>
          </p:nvPr>
        </p:nvSpPr>
        <p:spPr/>
        <p:txBody>
          <a:bodyPr/>
          <a:lstStyle>
            <a:lvl1pPr>
              <a:defRPr/>
            </a:lvl1pPr>
          </a:lstStyle>
          <a:p>
            <a:endParaRPr lang="en-US">
              <a:solidFill>
                <a:srgbClr val="1F497D"/>
              </a:solidFill>
            </a:endParaRPr>
          </a:p>
        </p:txBody>
      </p:sp>
      <p:sp>
        <p:nvSpPr>
          <p:cNvPr id="4" name="Slide Number Placeholder 26">
            <a:extLst>
              <a:ext uri="{FF2B5EF4-FFF2-40B4-BE49-F238E27FC236}">
                <a16:creationId xmlns="" xmlns:a16="http://schemas.microsoft.com/office/drawing/2014/main" id="{594B2326-90D1-CF1B-6852-F105E2616CAD}"/>
              </a:ext>
            </a:extLst>
          </p:cNvPr>
          <p:cNvSpPr>
            <a:spLocks noGrp="1"/>
          </p:cNvSpPr>
          <p:nvPr>
            <p:ph type="sldNum" sz="quarter" idx="12"/>
          </p:nvPr>
        </p:nvSpPr>
        <p:spPr/>
        <p:txBody>
          <a:bodyPr/>
          <a:lstStyle>
            <a:lvl1pPr>
              <a:defRPr>
                <a:solidFill>
                  <a:srgbClr val="D1EAEE"/>
                </a:solidFill>
              </a:defRPr>
            </a:lvl1pPr>
          </a:lstStyle>
          <a:p>
            <a:fld id="{0A508388-4FD4-457B-83B2-8FE3D9E40D08}" type="slidenum">
              <a:rPr lang="en-US" smtClean="0">
                <a:solidFill>
                  <a:srgbClr val="1F497D"/>
                </a:solidFill>
              </a:rPr>
              <a:pPr/>
              <a:t>‹#›</a:t>
            </a:fld>
            <a:endParaRPr lang="en-US">
              <a:solidFill>
                <a:srgbClr val="1F497D"/>
              </a:solidFill>
            </a:endParaRPr>
          </a:p>
        </p:txBody>
      </p:sp>
    </p:spTree>
    <p:extLst>
      <p:ext uri="{BB962C8B-B14F-4D97-AF65-F5344CB8AC3E}">
        <p14:creationId xmlns:p14="http://schemas.microsoft.com/office/powerpoint/2010/main" val="2111900215"/>
      </p:ext>
    </p:extLst>
  </p:cSld>
  <p:clrMapOvr>
    <a:overrideClrMapping bg1="dk1" tx1="lt1" bg2="dk2" tx2="lt2" accent1="accent1" accent2="accent2" accent3="accent3" accent4="accent4" accent5="accent5" accent6="accent6" hlink="hlink" folHlink="folHlink"/>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a:extLst>
              <a:ext uri="{FF2B5EF4-FFF2-40B4-BE49-F238E27FC236}">
                <a16:creationId xmlns="" xmlns:a16="http://schemas.microsoft.com/office/drawing/2014/main" id="{B7669D41-CBA5-5AA3-9DF7-5BBD1E5E4E13}"/>
              </a:ext>
            </a:extLst>
          </p:cNvPr>
          <p:cNvSpPr>
            <a:spLocks noGrp="1"/>
          </p:cNvSpPr>
          <p:nvPr>
            <p:ph type="dt" sz="half" idx="10"/>
          </p:nvPr>
        </p:nvSpPr>
        <p:spPr/>
        <p:txBody>
          <a:bodyPr/>
          <a:lstStyle>
            <a:lvl1pPr>
              <a:defRPr/>
            </a:lvl1pPr>
          </a:lstStyle>
          <a:p>
            <a:fld id="{BCBCC196-A5FD-4C0D-A8C6-80B2E2A13635}" type="datetimeFigureOut">
              <a:rPr lang="en-US" smtClean="0">
                <a:solidFill>
                  <a:srgbClr val="1F497D"/>
                </a:solidFill>
              </a:rPr>
              <a:pPr/>
              <a:t>1/29/2026</a:t>
            </a:fld>
            <a:endParaRPr lang="en-US">
              <a:solidFill>
                <a:srgbClr val="1F497D"/>
              </a:solidFill>
            </a:endParaRPr>
          </a:p>
        </p:txBody>
      </p:sp>
      <p:sp>
        <p:nvSpPr>
          <p:cNvPr id="5" name="Footer Placeholder 21">
            <a:extLst>
              <a:ext uri="{FF2B5EF4-FFF2-40B4-BE49-F238E27FC236}">
                <a16:creationId xmlns="" xmlns:a16="http://schemas.microsoft.com/office/drawing/2014/main" id="{1D6B72C4-450C-2C6E-82C2-C5A4B4502107}"/>
              </a:ext>
            </a:extLst>
          </p:cNvPr>
          <p:cNvSpPr>
            <a:spLocks noGrp="1"/>
          </p:cNvSpPr>
          <p:nvPr>
            <p:ph type="ftr" sz="quarter" idx="11"/>
          </p:nvPr>
        </p:nvSpPr>
        <p:spPr/>
        <p:txBody>
          <a:bodyPr/>
          <a:lstStyle>
            <a:lvl1pPr>
              <a:defRPr/>
            </a:lvl1pPr>
          </a:lstStyle>
          <a:p>
            <a:endParaRPr lang="en-US">
              <a:solidFill>
                <a:srgbClr val="1F497D"/>
              </a:solidFill>
            </a:endParaRPr>
          </a:p>
        </p:txBody>
      </p:sp>
      <p:sp>
        <p:nvSpPr>
          <p:cNvPr id="6" name="Slide Number Placeholder 17">
            <a:extLst>
              <a:ext uri="{FF2B5EF4-FFF2-40B4-BE49-F238E27FC236}">
                <a16:creationId xmlns="" xmlns:a16="http://schemas.microsoft.com/office/drawing/2014/main" id="{CDE0AB4F-B486-0433-D878-91A8B0DAD5CD}"/>
              </a:ext>
            </a:extLst>
          </p:cNvPr>
          <p:cNvSpPr>
            <a:spLocks noGrp="1"/>
          </p:cNvSpPr>
          <p:nvPr>
            <p:ph type="sldNum" sz="quarter" idx="12"/>
          </p:nvPr>
        </p:nvSpPr>
        <p:spPr/>
        <p:txBody>
          <a:bodyPr/>
          <a:lstStyle>
            <a:lvl1pPr>
              <a:defRPr/>
            </a:lvl1pPr>
          </a:lstStyle>
          <a:p>
            <a:fld id="{0A508388-4FD4-457B-83B2-8FE3D9E40D08}" type="slidenum">
              <a:rPr lang="en-US" smtClean="0">
                <a:solidFill>
                  <a:srgbClr val="1F497D"/>
                </a:solidFill>
              </a:rPr>
              <a:pPr/>
              <a:t>‹#›</a:t>
            </a:fld>
            <a:endParaRPr lang="en-US">
              <a:solidFill>
                <a:srgbClr val="1F497D"/>
              </a:solidFill>
            </a:endParaRPr>
          </a:p>
        </p:txBody>
      </p:sp>
    </p:spTree>
    <p:extLst>
      <p:ext uri="{BB962C8B-B14F-4D97-AF65-F5344CB8AC3E}">
        <p14:creationId xmlns:p14="http://schemas.microsoft.com/office/powerpoint/2010/main" val="1480085528"/>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07136" y="1316736"/>
            <a:ext cx="10363200" cy="1362456"/>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en-US"/>
              <a:t>Click to edit Master title style</a:t>
            </a:r>
          </a:p>
        </p:txBody>
      </p:sp>
      <p:sp>
        <p:nvSpPr>
          <p:cNvPr id="3" name="Text Placeholder 2"/>
          <p:cNvSpPr>
            <a:spLocks noGrp="1"/>
          </p:cNvSpPr>
          <p:nvPr>
            <p:ph type="body" idx="1"/>
          </p:nvPr>
        </p:nvSpPr>
        <p:spPr>
          <a:xfrm>
            <a:off x="707136" y="2704664"/>
            <a:ext cx="10363200" cy="1509712"/>
          </a:xfrm>
        </p:spPr>
        <p:txBody>
          <a:bodyPr lIns="45720" rIns="45720"/>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4" name="Date Placeholder 3">
            <a:extLst>
              <a:ext uri="{FF2B5EF4-FFF2-40B4-BE49-F238E27FC236}">
                <a16:creationId xmlns="" xmlns:a16="http://schemas.microsoft.com/office/drawing/2014/main" id="{42C1BA1F-C857-D912-9175-3BE57DCEC494}"/>
              </a:ext>
            </a:extLst>
          </p:cNvPr>
          <p:cNvSpPr>
            <a:spLocks noGrp="1"/>
          </p:cNvSpPr>
          <p:nvPr>
            <p:ph type="dt" sz="half" idx="10"/>
          </p:nvPr>
        </p:nvSpPr>
        <p:spPr/>
        <p:txBody>
          <a:bodyPr/>
          <a:lstStyle>
            <a:lvl1pPr>
              <a:defRPr/>
            </a:lvl1pPr>
          </a:lstStyle>
          <a:p>
            <a:fld id="{BCBCC196-A5FD-4C0D-A8C6-80B2E2A13635}" type="datetimeFigureOut">
              <a:rPr lang="en-US" smtClean="0">
                <a:solidFill>
                  <a:srgbClr val="EEECE1"/>
                </a:solidFill>
              </a:rPr>
              <a:pPr/>
              <a:t>1/29/2026</a:t>
            </a:fld>
            <a:endParaRPr lang="en-US">
              <a:solidFill>
                <a:srgbClr val="EEECE1"/>
              </a:solidFill>
            </a:endParaRPr>
          </a:p>
        </p:txBody>
      </p:sp>
      <p:sp>
        <p:nvSpPr>
          <p:cNvPr id="5" name="Footer Placeholder 4">
            <a:extLst>
              <a:ext uri="{FF2B5EF4-FFF2-40B4-BE49-F238E27FC236}">
                <a16:creationId xmlns="" xmlns:a16="http://schemas.microsoft.com/office/drawing/2014/main" id="{D28011C7-426D-3D6D-9643-1468821539F5}"/>
              </a:ext>
            </a:extLst>
          </p:cNvPr>
          <p:cNvSpPr>
            <a:spLocks noGrp="1"/>
          </p:cNvSpPr>
          <p:nvPr>
            <p:ph type="ftr" sz="quarter" idx="11"/>
          </p:nvPr>
        </p:nvSpPr>
        <p:spPr/>
        <p:txBody>
          <a:bodyPr/>
          <a:lstStyle>
            <a:lvl1pPr>
              <a:defRPr/>
            </a:lvl1pPr>
          </a:lstStyle>
          <a:p>
            <a:endParaRPr lang="en-US">
              <a:solidFill>
                <a:srgbClr val="EEECE1"/>
              </a:solidFill>
            </a:endParaRPr>
          </a:p>
        </p:txBody>
      </p:sp>
      <p:sp>
        <p:nvSpPr>
          <p:cNvPr id="6" name="Slide Number Placeholder 5">
            <a:extLst>
              <a:ext uri="{FF2B5EF4-FFF2-40B4-BE49-F238E27FC236}">
                <a16:creationId xmlns="" xmlns:a16="http://schemas.microsoft.com/office/drawing/2014/main" id="{5B9466EE-8CC9-1814-3063-9C3B418D623F}"/>
              </a:ext>
            </a:extLst>
          </p:cNvPr>
          <p:cNvSpPr>
            <a:spLocks noGrp="1"/>
          </p:cNvSpPr>
          <p:nvPr>
            <p:ph type="sldNum" sz="quarter" idx="12"/>
          </p:nvPr>
        </p:nvSpPr>
        <p:spPr/>
        <p:txBody>
          <a:bodyPr/>
          <a:lstStyle>
            <a:lvl1pPr>
              <a:defRPr>
                <a:solidFill>
                  <a:srgbClr val="D1EAEE"/>
                </a:solidFill>
              </a:defRPr>
            </a:lvl1pPr>
          </a:lstStyle>
          <a:p>
            <a:fld id="{0A508388-4FD4-457B-83B2-8FE3D9E40D08}" type="slidenum">
              <a:rPr lang="en-US" smtClean="0">
                <a:solidFill>
                  <a:srgbClr val="EEECE1"/>
                </a:solidFill>
              </a:rPr>
              <a:pPr/>
              <a:t>‹#›</a:t>
            </a:fld>
            <a:endParaRPr lang="en-US">
              <a:solidFill>
                <a:srgbClr val="EEECE1"/>
              </a:solidFill>
            </a:endParaRPr>
          </a:p>
        </p:txBody>
      </p:sp>
    </p:spTree>
    <p:extLst>
      <p:ext uri="{BB962C8B-B14F-4D97-AF65-F5344CB8AC3E}">
        <p14:creationId xmlns:p14="http://schemas.microsoft.com/office/powerpoint/2010/main" val="3518984900"/>
      </p:ext>
    </p:extLst>
  </p:cSld>
  <p:clrMapOvr>
    <a:overrideClrMapping bg1="dk1" tx1="lt1" bg2="dk2" tx2="lt2" accent1="accent1" accent2="accent2" accent3="accent3" accent4="accent4" accent5="accent5" accent6="accent6" hlink="hlink" folHlink="folHlink"/>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1143000"/>
          </a:xfrm>
        </p:spPr>
        <p:txBody>
          <a:bodyPr/>
          <a:lstStyle/>
          <a:p>
            <a:r>
              <a:rPr lang="en-US"/>
              <a:t>Click to edit Master title style</a:t>
            </a:r>
          </a:p>
        </p:txBody>
      </p:sp>
      <p:sp>
        <p:nvSpPr>
          <p:cNvPr id="3" name="Content Placeholder 2"/>
          <p:cNvSpPr>
            <a:spLocks noGrp="1"/>
          </p:cNvSpPr>
          <p:nvPr>
            <p:ph sz="half" idx="1"/>
          </p:nvPr>
        </p:nvSpPr>
        <p:spPr>
          <a:xfrm>
            <a:off x="609600" y="1920085"/>
            <a:ext cx="5384800" cy="4434840"/>
          </a:xfrm>
        </p:spPr>
        <p:txBody>
          <a:bodyPr/>
          <a:lstStyle>
            <a:lvl1pPr>
              <a:defRPr sz="26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920085"/>
            <a:ext cx="5384800" cy="4434840"/>
          </a:xfrm>
        </p:spPr>
        <p:txBody>
          <a:bodyPr/>
          <a:lstStyle>
            <a:lvl1pPr>
              <a:defRPr sz="26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9">
            <a:extLst>
              <a:ext uri="{FF2B5EF4-FFF2-40B4-BE49-F238E27FC236}">
                <a16:creationId xmlns="" xmlns:a16="http://schemas.microsoft.com/office/drawing/2014/main" id="{18D207DF-4F77-307E-9A13-332CBF4977B3}"/>
              </a:ext>
            </a:extLst>
          </p:cNvPr>
          <p:cNvSpPr>
            <a:spLocks noGrp="1"/>
          </p:cNvSpPr>
          <p:nvPr>
            <p:ph type="dt" sz="half" idx="10"/>
          </p:nvPr>
        </p:nvSpPr>
        <p:spPr/>
        <p:txBody>
          <a:bodyPr/>
          <a:lstStyle>
            <a:lvl1pPr>
              <a:defRPr/>
            </a:lvl1pPr>
          </a:lstStyle>
          <a:p>
            <a:fld id="{BCBCC196-A5FD-4C0D-A8C6-80B2E2A13635}" type="datetimeFigureOut">
              <a:rPr lang="en-US" smtClean="0">
                <a:solidFill>
                  <a:srgbClr val="1F497D"/>
                </a:solidFill>
              </a:rPr>
              <a:pPr/>
              <a:t>1/29/2026</a:t>
            </a:fld>
            <a:endParaRPr lang="en-US">
              <a:solidFill>
                <a:srgbClr val="1F497D"/>
              </a:solidFill>
            </a:endParaRPr>
          </a:p>
        </p:txBody>
      </p:sp>
      <p:sp>
        <p:nvSpPr>
          <p:cNvPr id="6" name="Footer Placeholder 21">
            <a:extLst>
              <a:ext uri="{FF2B5EF4-FFF2-40B4-BE49-F238E27FC236}">
                <a16:creationId xmlns="" xmlns:a16="http://schemas.microsoft.com/office/drawing/2014/main" id="{92626009-C6FA-994A-EDEF-6C6D492B6FBC}"/>
              </a:ext>
            </a:extLst>
          </p:cNvPr>
          <p:cNvSpPr>
            <a:spLocks noGrp="1"/>
          </p:cNvSpPr>
          <p:nvPr>
            <p:ph type="ftr" sz="quarter" idx="11"/>
          </p:nvPr>
        </p:nvSpPr>
        <p:spPr/>
        <p:txBody>
          <a:bodyPr/>
          <a:lstStyle>
            <a:lvl1pPr>
              <a:defRPr/>
            </a:lvl1pPr>
          </a:lstStyle>
          <a:p>
            <a:endParaRPr lang="en-US">
              <a:solidFill>
                <a:srgbClr val="1F497D"/>
              </a:solidFill>
            </a:endParaRPr>
          </a:p>
        </p:txBody>
      </p:sp>
      <p:sp>
        <p:nvSpPr>
          <p:cNvPr id="7" name="Slide Number Placeholder 17">
            <a:extLst>
              <a:ext uri="{FF2B5EF4-FFF2-40B4-BE49-F238E27FC236}">
                <a16:creationId xmlns="" xmlns:a16="http://schemas.microsoft.com/office/drawing/2014/main" id="{56C69C24-D85E-23F4-DAAD-A476A74789EE}"/>
              </a:ext>
            </a:extLst>
          </p:cNvPr>
          <p:cNvSpPr>
            <a:spLocks noGrp="1"/>
          </p:cNvSpPr>
          <p:nvPr>
            <p:ph type="sldNum" sz="quarter" idx="12"/>
          </p:nvPr>
        </p:nvSpPr>
        <p:spPr/>
        <p:txBody>
          <a:bodyPr/>
          <a:lstStyle>
            <a:lvl1pPr>
              <a:defRPr/>
            </a:lvl1pPr>
          </a:lstStyle>
          <a:p>
            <a:fld id="{0A508388-4FD4-457B-83B2-8FE3D9E40D08}" type="slidenum">
              <a:rPr lang="en-US" smtClean="0">
                <a:solidFill>
                  <a:srgbClr val="1F497D"/>
                </a:solidFill>
              </a:rPr>
              <a:pPr/>
              <a:t>‹#›</a:t>
            </a:fld>
            <a:endParaRPr lang="en-US">
              <a:solidFill>
                <a:srgbClr val="1F497D"/>
              </a:solidFill>
            </a:endParaRPr>
          </a:p>
        </p:txBody>
      </p:sp>
    </p:spTree>
    <p:extLst>
      <p:ext uri="{BB962C8B-B14F-4D97-AF65-F5344CB8AC3E}">
        <p14:creationId xmlns:p14="http://schemas.microsoft.com/office/powerpoint/2010/main" val="2951159797"/>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855248"/>
            <a:ext cx="5386917"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6193368" y="1859758"/>
            <a:ext cx="5389033"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5" name="Content Placeholder 4"/>
          <p:cNvSpPr>
            <a:spLocks noGrp="1"/>
          </p:cNvSpPr>
          <p:nvPr>
            <p:ph sz="quarter" idx="2"/>
          </p:nvPr>
        </p:nvSpPr>
        <p:spPr>
          <a:xfrm>
            <a:off x="609600" y="2514600"/>
            <a:ext cx="5386917" cy="3845720"/>
          </a:xfrm>
        </p:spPr>
        <p:txBody>
          <a:bodyPr tIns="0"/>
          <a:lstStyle>
            <a:lvl1pPr>
              <a:defRPr sz="22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68" y="2514600"/>
            <a:ext cx="5389033" cy="3845720"/>
          </a:xfrm>
        </p:spPr>
        <p:txBody>
          <a:bodyPr tIns="0"/>
          <a:lstStyle>
            <a:lvl1pPr>
              <a:defRPr sz="22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9">
            <a:extLst>
              <a:ext uri="{FF2B5EF4-FFF2-40B4-BE49-F238E27FC236}">
                <a16:creationId xmlns="" xmlns:a16="http://schemas.microsoft.com/office/drawing/2014/main" id="{66BE0CB3-941A-D9FB-2B80-24A9A2F8CA4F}"/>
              </a:ext>
            </a:extLst>
          </p:cNvPr>
          <p:cNvSpPr>
            <a:spLocks noGrp="1"/>
          </p:cNvSpPr>
          <p:nvPr>
            <p:ph type="dt" sz="half" idx="10"/>
          </p:nvPr>
        </p:nvSpPr>
        <p:spPr/>
        <p:txBody>
          <a:bodyPr/>
          <a:lstStyle>
            <a:lvl1pPr>
              <a:defRPr/>
            </a:lvl1pPr>
          </a:lstStyle>
          <a:p>
            <a:fld id="{BCBCC196-A5FD-4C0D-A8C6-80B2E2A13635}" type="datetimeFigureOut">
              <a:rPr lang="en-US" smtClean="0">
                <a:solidFill>
                  <a:srgbClr val="1F497D"/>
                </a:solidFill>
              </a:rPr>
              <a:pPr/>
              <a:t>1/29/2026</a:t>
            </a:fld>
            <a:endParaRPr lang="en-US">
              <a:solidFill>
                <a:srgbClr val="1F497D"/>
              </a:solidFill>
            </a:endParaRPr>
          </a:p>
        </p:txBody>
      </p:sp>
      <p:sp>
        <p:nvSpPr>
          <p:cNvPr id="8" name="Footer Placeholder 21">
            <a:extLst>
              <a:ext uri="{FF2B5EF4-FFF2-40B4-BE49-F238E27FC236}">
                <a16:creationId xmlns="" xmlns:a16="http://schemas.microsoft.com/office/drawing/2014/main" id="{6B98261C-30BA-738D-4D16-C7BBDF313553}"/>
              </a:ext>
            </a:extLst>
          </p:cNvPr>
          <p:cNvSpPr>
            <a:spLocks noGrp="1"/>
          </p:cNvSpPr>
          <p:nvPr>
            <p:ph type="ftr" sz="quarter" idx="11"/>
          </p:nvPr>
        </p:nvSpPr>
        <p:spPr/>
        <p:txBody>
          <a:bodyPr/>
          <a:lstStyle>
            <a:lvl1pPr>
              <a:defRPr/>
            </a:lvl1pPr>
          </a:lstStyle>
          <a:p>
            <a:endParaRPr lang="en-US">
              <a:solidFill>
                <a:srgbClr val="1F497D"/>
              </a:solidFill>
            </a:endParaRPr>
          </a:p>
        </p:txBody>
      </p:sp>
      <p:sp>
        <p:nvSpPr>
          <p:cNvPr id="9" name="Slide Number Placeholder 17">
            <a:extLst>
              <a:ext uri="{FF2B5EF4-FFF2-40B4-BE49-F238E27FC236}">
                <a16:creationId xmlns="" xmlns:a16="http://schemas.microsoft.com/office/drawing/2014/main" id="{92F6EA5B-3D11-6EF3-031A-743DE54276A6}"/>
              </a:ext>
            </a:extLst>
          </p:cNvPr>
          <p:cNvSpPr>
            <a:spLocks noGrp="1"/>
          </p:cNvSpPr>
          <p:nvPr>
            <p:ph type="sldNum" sz="quarter" idx="12"/>
          </p:nvPr>
        </p:nvSpPr>
        <p:spPr/>
        <p:txBody>
          <a:bodyPr/>
          <a:lstStyle>
            <a:lvl1pPr>
              <a:defRPr/>
            </a:lvl1pPr>
          </a:lstStyle>
          <a:p>
            <a:fld id="{0A508388-4FD4-457B-83B2-8FE3D9E40D08}" type="slidenum">
              <a:rPr lang="en-US" smtClean="0">
                <a:solidFill>
                  <a:srgbClr val="1F497D"/>
                </a:solidFill>
              </a:rPr>
              <a:pPr/>
              <a:t>‹#›</a:t>
            </a:fld>
            <a:endParaRPr lang="en-US">
              <a:solidFill>
                <a:srgbClr val="1F497D"/>
              </a:solidFill>
            </a:endParaRPr>
          </a:p>
        </p:txBody>
      </p:sp>
    </p:spTree>
    <p:extLst>
      <p:ext uri="{BB962C8B-B14F-4D97-AF65-F5344CB8AC3E}">
        <p14:creationId xmlns:p14="http://schemas.microsoft.com/office/powerpoint/2010/main" val="370420999"/>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1074400" cy="11430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en-US"/>
              <a:t>Click to edit Master title style</a:t>
            </a:r>
          </a:p>
        </p:txBody>
      </p:sp>
      <p:sp>
        <p:nvSpPr>
          <p:cNvPr id="3" name="Date Placeholder 9">
            <a:extLst>
              <a:ext uri="{FF2B5EF4-FFF2-40B4-BE49-F238E27FC236}">
                <a16:creationId xmlns="" xmlns:a16="http://schemas.microsoft.com/office/drawing/2014/main" id="{B37B7B22-0A11-15AB-E6A6-19519146F3F9}"/>
              </a:ext>
            </a:extLst>
          </p:cNvPr>
          <p:cNvSpPr>
            <a:spLocks noGrp="1"/>
          </p:cNvSpPr>
          <p:nvPr>
            <p:ph type="dt" sz="half" idx="10"/>
          </p:nvPr>
        </p:nvSpPr>
        <p:spPr/>
        <p:txBody>
          <a:bodyPr/>
          <a:lstStyle>
            <a:lvl1pPr>
              <a:defRPr/>
            </a:lvl1pPr>
          </a:lstStyle>
          <a:p>
            <a:fld id="{BCBCC196-A5FD-4C0D-A8C6-80B2E2A13635}" type="datetimeFigureOut">
              <a:rPr lang="en-US" smtClean="0">
                <a:solidFill>
                  <a:srgbClr val="1F497D"/>
                </a:solidFill>
              </a:rPr>
              <a:pPr/>
              <a:t>1/29/2026</a:t>
            </a:fld>
            <a:endParaRPr lang="en-US">
              <a:solidFill>
                <a:srgbClr val="1F497D"/>
              </a:solidFill>
            </a:endParaRPr>
          </a:p>
        </p:txBody>
      </p:sp>
      <p:sp>
        <p:nvSpPr>
          <p:cNvPr id="4" name="Footer Placeholder 21">
            <a:extLst>
              <a:ext uri="{FF2B5EF4-FFF2-40B4-BE49-F238E27FC236}">
                <a16:creationId xmlns="" xmlns:a16="http://schemas.microsoft.com/office/drawing/2014/main" id="{826E76A3-412A-3686-3091-881CF3A5D517}"/>
              </a:ext>
            </a:extLst>
          </p:cNvPr>
          <p:cNvSpPr>
            <a:spLocks noGrp="1"/>
          </p:cNvSpPr>
          <p:nvPr>
            <p:ph type="ftr" sz="quarter" idx="11"/>
          </p:nvPr>
        </p:nvSpPr>
        <p:spPr/>
        <p:txBody>
          <a:bodyPr/>
          <a:lstStyle>
            <a:lvl1pPr>
              <a:defRPr/>
            </a:lvl1pPr>
          </a:lstStyle>
          <a:p>
            <a:endParaRPr lang="en-US">
              <a:solidFill>
                <a:srgbClr val="1F497D"/>
              </a:solidFill>
            </a:endParaRPr>
          </a:p>
        </p:txBody>
      </p:sp>
      <p:sp>
        <p:nvSpPr>
          <p:cNvPr id="5" name="Slide Number Placeholder 17">
            <a:extLst>
              <a:ext uri="{FF2B5EF4-FFF2-40B4-BE49-F238E27FC236}">
                <a16:creationId xmlns="" xmlns:a16="http://schemas.microsoft.com/office/drawing/2014/main" id="{4A940A05-A920-74BC-57E3-9D0DCF04D016}"/>
              </a:ext>
            </a:extLst>
          </p:cNvPr>
          <p:cNvSpPr>
            <a:spLocks noGrp="1"/>
          </p:cNvSpPr>
          <p:nvPr>
            <p:ph type="sldNum" sz="quarter" idx="12"/>
          </p:nvPr>
        </p:nvSpPr>
        <p:spPr/>
        <p:txBody>
          <a:bodyPr/>
          <a:lstStyle>
            <a:lvl1pPr>
              <a:defRPr/>
            </a:lvl1pPr>
          </a:lstStyle>
          <a:p>
            <a:fld id="{0A508388-4FD4-457B-83B2-8FE3D9E40D08}" type="slidenum">
              <a:rPr lang="en-US" smtClean="0">
                <a:solidFill>
                  <a:srgbClr val="1F497D"/>
                </a:solidFill>
              </a:rPr>
              <a:pPr/>
              <a:t>‹#›</a:t>
            </a:fld>
            <a:endParaRPr lang="en-US">
              <a:solidFill>
                <a:srgbClr val="1F497D"/>
              </a:solidFill>
            </a:endParaRPr>
          </a:p>
        </p:txBody>
      </p:sp>
    </p:spTree>
    <p:extLst>
      <p:ext uri="{BB962C8B-B14F-4D97-AF65-F5344CB8AC3E}">
        <p14:creationId xmlns:p14="http://schemas.microsoft.com/office/powerpoint/2010/main" val="316281472"/>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a:extLst>
              <a:ext uri="{FF2B5EF4-FFF2-40B4-BE49-F238E27FC236}">
                <a16:creationId xmlns="" xmlns:a16="http://schemas.microsoft.com/office/drawing/2014/main" id="{AF4E3E08-844D-1CB7-AC90-8F0836452B84}"/>
              </a:ext>
            </a:extLst>
          </p:cNvPr>
          <p:cNvSpPr>
            <a:spLocks noGrp="1"/>
          </p:cNvSpPr>
          <p:nvPr>
            <p:ph type="dt" sz="half" idx="10"/>
          </p:nvPr>
        </p:nvSpPr>
        <p:spPr/>
        <p:txBody>
          <a:bodyPr/>
          <a:lstStyle>
            <a:lvl1pPr>
              <a:defRPr/>
            </a:lvl1pPr>
          </a:lstStyle>
          <a:p>
            <a:fld id="{BCBCC196-A5FD-4C0D-A8C6-80B2E2A13635}" type="datetimeFigureOut">
              <a:rPr lang="en-US" smtClean="0">
                <a:solidFill>
                  <a:srgbClr val="1F497D"/>
                </a:solidFill>
              </a:rPr>
              <a:pPr/>
              <a:t>1/29/2026</a:t>
            </a:fld>
            <a:endParaRPr lang="en-US">
              <a:solidFill>
                <a:srgbClr val="1F497D"/>
              </a:solidFill>
            </a:endParaRPr>
          </a:p>
        </p:txBody>
      </p:sp>
      <p:sp>
        <p:nvSpPr>
          <p:cNvPr id="3" name="Footer Placeholder 21">
            <a:extLst>
              <a:ext uri="{FF2B5EF4-FFF2-40B4-BE49-F238E27FC236}">
                <a16:creationId xmlns="" xmlns:a16="http://schemas.microsoft.com/office/drawing/2014/main" id="{777210AF-684E-F1BF-A27B-07DE8A2FEA84}"/>
              </a:ext>
            </a:extLst>
          </p:cNvPr>
          <p:cNvSpPr>
            <a:spLocks noGrp="1"/>
          </p:cNvSpPr>
          <p:nvPr>
            <p:ph type="ftr" sz="quarter" idx="11"/>
          </p:nvPr>
        </p:nvSpPr>
        <p:spPr/>
        <p:txBody>
          <a:bodyPr/>
          <a:lstStyle>
            <a:lvl1pPr>
              <a:defRPr/>
            </a:lvl1pPr>
          </a:lstStyle>
          <a:p>
            <a:endParaRPr lang="en-US">
              <a:solidFill>
                <a:srgbClr val="1F497D"/>
              </a:solidFill>
            </a:endParaRPr>
          </a:p>
        </p:txBody>
      </p:sp>
      <p:sp>
        <p:nvSpPr>
          <p:cNvPr id="4" name="Slide Number Placeholder 17">
            <a:extLst>
              <a:ext uri="{FF2B5EF4-FFF2-40B4-BE49-F238E27FC236}">
                <a16:creationId xmlns="" xmlns:a16="http://schemas.microsoft.com/office/drawing/2014/main" id="{864BA92F-4B20-8D2B-8674-518E29C22CEE}"/>
              </a:ext>
            </a:extLst>
          </p:cNvPr>
          <p:cNvSpPr>
            <a:spLocks noGrp="1"/>
          </p:cNvSpPr>
          <p:nvPr>
            <p:ph type="sldNum" sz="quarter" idx="12"/>
          </p:nvPr>
        </p:nvSpPr>
        <p:spPr/>
        <p:txBody>
          <a:bodyPr/>
          <a:lstStyle>
            <a:lvl1pPr>
              <a:defRPr/>
            </a:lvl1pPr>
          </a:lstStyle>
          <a:p>
            <a:fld id="{0A508388-4FD4-457B-83B2-8FE3D9E40D08}" type="slidenum">
              <a:rPr lang="en-US" smtClean="0">
                <a:solidFill>
                  <a:srgbClr val="1F497D"/>
                </a:solidFill>
              </a:rPr>
              <a:pPr/>
              <a:t>‹#›</a:t>
            </a:fld>
            <a:endParaRPr lang="en-US">
              <a:solidFill>
                <a:srgbClr val="1F497D"/>
              </a:solidFill>
            </a:endParaRPr>
          </a:p>
        </p:txBody>
      </p:sp>
    </p:spTree>
    <p:extLst>
      <p:ext uri="{BB962C8B-B14F-4D97-AF65-F5344CB8AC3E}">
        <p14:creationId xmlns:p14="http://schemas.microsoft.com/office/powerpoint/2010/main" val="1447331508"/>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514352"/>
            <a:ext cx="3657600" cy="1162050"/>
          </a:xfrm>
        </p:spPr>
        <p:txBody>
          <a:bodyPr>
            <a:noAutofit/>
          </a:bodyPr>
          <a:lstStyle>
            <a:lvl1pPr algn="l" rtl="0">
              <a:spcBef>
                <a:spcPct val="0"/>
              </a:spcBef>
              <a:buNone/>
              <a:defRPr sz="2600" b="0">
                <a:ln>
                  <a:noFill/>
                </a:ln>
                <a:solidFill>
                  <a:schemeClr val="tx2"/>
                </a:solidFill>
                <a:effectLst/>
                <a:latin typeface="+mj-lt"/>
                <a:ea typeface="+mj-ea"/>
                <a:cs typeface="+mj-cs"/>
              </a:defRPr>
            </a:lvl1pPr>
          </a:lstStyle>
          <a:p>
            <a:r>
              <a:rPr lang="en-US"/>
              <a:t>Click to edit Master title style</a:t>
            </a:r>
          </a:p>
        </p:txBody>
      </p:sp>
      <p:sp>
        <p:nvSpPr>
          <p:cNvPr id="3" name="Text Placeholder 2"/>
          <p:cNvSpPr>
            <a:spLocks noGrp="1"/>
          </p:cNvSpPr>
          <p:nvPr>
            <p:ph type="body" idx="2"/>
          </p:nvPr>
        </p:nvSpPr>
        <p:spPr>
          <a:xfrm>
            <a:off x="914400" y="1676400"/>
            <a:ext cx="36576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a:r>
              <a:rPr lang="en-US"/>
              <a:t>Click to edit Master text styles</a:t>
            </a:r>
          </a:p>
        </p:txBody>
      </p:sp>
      <p:sp>
        <p:nvSpPr>
          <p:cNvPr id="4" name="Content Placeholder 3"/>
          <p:cNvSpPr>
            <a:spLocks noGrp="1"/>
          </p:cNvSpPr>
          <p:nvPr>
            <p:ph sz="half" idx="1"/>
          </p:nvPr>
        </p:nvSpPr>
        <p:spPr>
          <a:xfrm>
            <a:off x="4766733" y="1676400"/>
            <a:ext cx="6815667" cy="4572000"/>
          </a:xfrm>
        </p:spPr>
        <p:txBody>
          <a:bodyPr tIns="0"/>
          <a:lstStyle>
            <a:lvl1pPr>
              <a:defRPr sz="2800"/>
            </a:lvl1pPr>
            <a:lvl2pPr>
              <a:defRPr sz="2600"/>
            </a:lvl2pPr>
            <a:lvl3pPr>
              <a:defRPr sz="2400"/>
            </a:lvl3pPr>
            <a:lvl4pPr>
              <a:defRPr sz="20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9">
            <a:extLst>
              <a:ext uri="{FF2B5EF4-FFF2-40B4-BE49-F238E27FC236}">
                <a16:creationId xmlns="" xmlns:a16="http://schemas.microsoft.com/office/drawing/2014/main" id="{8C24556C-6929-CF1E-898D-F88FA27BF427}"/>
              </a:ext>
            </a:extLst>
          </p:cNvPr>
          <p:cNvSpPr>
            <a:spLocks noGrp="1"/>
          </p:cNvSpPr>
          <p:nvPr>
            <p:ph type="dt" sz="half" idx="10"/>
          </p:nvPr>
        </p:nvSpPr>
        <p:spPr/>
        <p:txBody>
          <a:bodyPr/>
          <a:lstStyle>
            <a:lvl1pPr>
              <a:defRPr/>
            </a:lvl1pPr>
          </a:lstStyle>
          <a:p>
            <a:fld id="{BCBCC196-A5FD-4C0D-A8C6-80B2E2A13635}" type="datetimeFigureOut">
              <a:rPr lang="en-US" smtClean="0">
                <a:solidFill>
                  <a:srgbClr val="1F497D"/>
                </a:solidFill>
              </a:rPr>
              <a:pPr/>
              <a:t>1/29/2026</a:t>
            </a:fld>
            <a:endParaRPr lang="en-US">
              <a:solidFill>
                <a:srgbClr val="1F497D"/>
              </a:solidFill>
            </a:endParaRPr>
          </a:p>
        </p:txBody>
      </p:sp>
      <p:sp>
        <p:nvSpPr>
          <p:cNvPr id="6" name="Footer Placeholder 21">
            <a:extLst>
              <a:ext uri="{FF2B5EF4-FFF2-40B4-BE49-F238E27FC236}">
                <a16:creationId xmlns="" xmlns:a16="http://schemas.microsoft.com/office/drawing/2014/main" id="{740B5BEF-A631-2171-44ED-B2F87B640235}"/>
              </a:ext>
            </a:extLst>
          </p:cNvPr>
          <p:cNvSpPr>
            <a:spLocks noGrp="1"/>
          </p:cNvSpPr>
          <p:nvPr>
            <p:ph type="ftr" sz="quarter" idx="11"/>
          </p:nvPr>
        </p:nvSpPr>
        <p:spPr/>
        <p:txBody>
          <a:bodyPr/>
          <a:lstStyle>
            <a:lvl1pPr>
              <a:defRPr/>
            </a:lvl1pPr>
          </a:lstStyle>
          <a:p>
            <a:endParaRPr lang="en-US">
              <a:solidFill>
                <a:srgbClr val="1F497D"/>
              </a:solidFill>
            </a:endParaRPr>
          </a:p>
        </p:txBody>
      </p:sp>
      <p:sp>
        <p:nvSpPr>
          <p:cNvPr id="7" name="Slide Number Placeholder 17">
            <a:extLst>
              <a:ext uri="{FF2B5EF4-FFF2-40B4-BE49-F238E27FC236}">
                <a16:creationId xmlns="" xmlns:a16="http://schemas.microsoft.com/office/drawing/2014/main" id="{94137D53-FD1A-9229-0E54-AC84023B44B5}"/>
              </a:ext>
            </a:extLst>
          </p:cNvPr>
          <p:cNvSpPr>
            <a:spLocks noGrp="1"/>
          </p:cNvSpPr>
          <p:nvPr>
            <p:ph type="sldNum" sz="quarter" idx="12"/>
          </p:nvPr>
        </p:nvSpPr>
        <p:spPr/>
        <p:txBody>
          <a:bodyPr/>
          <a:lstStyle>
            <a:lvl1pPr>
              <a:defRPr/>
            </a:lvl1pPr>
          </a:lstStyle>
          <a:p>
            <a:fld id="{0A508388-4FD4-457B-83B2-8FE3D9E40D08}" type="slidenum">
              <a:rPr lang="en-US" smtClean="0">
                <a:solidFill>
                  <a:srgbClr val="1F497D"/>
                </a:solidFill>
              </a:rPr>
              <a:pPr/>
              <a:t>‹#›</a:t>
            </a:fld>
            <a:endParaRPr lang="en-US">
              <a:solidFill>
                <a:srgbClr val="1F497D"/>
              </a:solidFill>
            </a:endParaRPr>
          </a:p>
        </p:txBody>
      </p:sp>
    </p:spTree>
    <p:extLst>
      <p:ext uri="{BB962C8B-B14F-4D97-AF65-F5344CB8AC3E}">
        <p14:creationId xmlns:p14="http://schemas.microsoft.com/office/powerpoint/2010/main" val="553240769"/>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Snip and Round Single Corner Rectangle 13">
            <a:extLst>
              <a:ext uri="{FF2B5EF4-FFF2-40B4-BE49-F238E27FC236}">
                <a16:creationId xmlns="" xmlns:a16="http://schemas.microsoft.com/office/drawing/2014/main" id="{D93109B5-8F95-7E65-E5F9-117FEE5A64EB}"/>
              </a:ext>
            </a:extLst>
          </p:cNvPr>
          <p:cNvSpPr/>
          <p:nvPr/>
        </p:nvSpPr>
        <p:spPr>
          <a:xfrm rot="420000" flipV="1">
            <a:off x="4220633" y="1108075"/>
            <a:ext cx="70104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6" name="Right Triangle 5">
            <a:extLst>
              <a:ext uri="{FF2B5EF4-FFF2-40B4-BE49-F238E27FC236}">
                <a16:creationId xmlns="" xmlns:a16="http://schemas.microsoft.com/office/drawing/2014/main" id="{96C92426-906F-D443-30A2-5E80673566C3}"/>
              </a:ext>
            </a:extLst>
          </p:cNvPr>
          <p:cNvSpPr/>
          <p:nvPr/>
        </p:nvSpPr>
        <p:spPr>
          <a:xfrm rot="420000" flipV="1">
            <a:off x="10672234" y="5359401"/>
            <a:ext cx="207433" cy="1555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7" name="Freeform 15">
            <a:extLst>
              <a:ext uri="{FF2B5EF4-FFF2-40B4-BE49-F238E27FC236}">
                <a16:creationId xmlns="" xmlns:a16="http://schemas.microsoft.com/office/drawing/2014/main" id="{EFCFD484-8EBA-C3D7-FDA7-184DF0770F92}"/>
              </a:ext>
            </a:extLst>
          </p:cNvPr>
          <p:cNvSpPr>
            <a:spLocks/>
          </p:cNvSpPr>
          <p:nvPr/>
        </p:nvSpPr>
        <p:spPr bwMode="auto">
          <a:xfrm flipV="1">
            <a:off x="-12700" y="5816600"/>
            <a:ext cx="1221740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eaLnBrk="1" hangingPunct="1">
              <a:defRPr/>
            </a:pPr>
            <a:endParaRPr lang="en-US">
              <a:latin typeface="+mn-lt"/>
            </a:endParaRPr>
          </a:p>
        </p:txBody>
      </p:sp>
      <p:sp>
        <p:nvSpPr>
          <p:cNvPr id="8" name="Freeform 16">
            <a:extLst>
              <a:ext uri="{FF2B5EF4-FFF2-40B4-BE49-F238E27FC236}">
                <a16:creationId xmlns="" xmlns:a16="http://schemas.microsoft.com/office/drawing/2014/main" id="{A6CFE860-F372-F3AF-EA70-DE43594F603D}"/>
              </a:ext>
            </a:extLst>
          </p:cNvPr>
          <p:cNvSpPr>
            <a:spLocks/>
          </p:cNvSpPr>
          <p:nvPr/>
        </p:nvSpPr>
        <p:spPr bwMode="auto">
          <a:xfrm flipV="1">
            <a:off x="5842000" y="6219826"/>
            <a:ext cx="63500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eaLnBrk="1" hangingPunct="1">
              <a:defRPr/>
            </a:pPr>
            <a:endParaRPr lang="en-US">
              <a:latin typeface="+mn-lt"/>
            </a:endParaRPr>
          </a:p>
        </p:txBody>
      </p:sp>
      <p:sp>
        <p:nvSpPr>
          <p:cNvPr id="2" name="Title 1"/>
          <p:cNvSpPr>
            <a:spLocks noGrp="1"/>
          </p:cNvSpPr>
          <p:nvPr>
            <p:ph type="title"/>
          </p:nvPr>
        </p:nvSpPr>
        <p:spPr>
          <a:xfrm>
            <a:off x="812800" y="1176997"/>
            <a:ext cx="2950464" cy="1582621"/>
          </a:xfrm>
        </p:spPr>
        <p:txBody>
          <a:bodyPr lIns="45720" rIns="45720" bIns="45720"/>
          <a:lstStyle>
            <a:lvl1pPr algn="l">
              <a:buNone/>
              <a:defRPr sz="2000" b="1">
                <a:solidFill>
                  <a:schemeClr val="tx2"/>
                </a:solidFill>
              </a:defRPr>
            </a:lvl1pPr>
          </a:lstStyle>
          <a:p>
            <a:r>
              <a:rPr lang="en-US"/>
              <a:t>Click to edit Master title style</a:t>
            </a:r>
          </a:p>
        </p:txBody>
      </p:sp>
      <p:sp>
        <p:nvSpPr>
          <p:cNvPr id="4" name="Text Placeholder 3"/>
          <p:cNvSpPr>
            <a:spLocks noGrp="1"/>
          </p:cNvSpPr>
          <p:nvPr>
            <p:ph type="body" sz="half" idx="2"/>
          </p:nvPr>
        </p:nvSpPr>
        <p:spPr>
          <a:xfrm>
            <a:off x="812800" y="2828785"/>
            <a:ext cx="2946400" cy="2179320"/>
          </a:xfrm>
        </p:spPr>
        <p:txBody>
          <a:bodyPr lIns="64008" rIns="45720"/>
          <a:lstStyle>
            <a:lvl1pPr marL="0" indent="0" algn="l">
              <a:spcBef>
                <a:spcPts val="250"/>
              </a:spcBef>
              <a:buFontTx/>
              <a:buNone/>
              <a:defRPr sz="1300"/>
            </a:lvl1pPr>
            <a:lvl2pPr>
              <a:defRPr sz="1200"/>
            </a:lvl2pPr>
            <a:lvl3pPr>
              <a:defRPr sz="1000"/>
            </a:lvl3pPr>
            <a:lvl4pPr>
              <a:defRPr sz="900"/>
            </a:lvl4pPr>
            <a:lvl5pPr>
              <a:defRPr sz="900"/>
            </a:lvl5pPr>
          </a:lstStyle>
          <a:p>
            <a:pPr lvl="0"/>
            <a:r>
              <a:rPr lang="en-US"/>
              <a:t>Click to edit Master text styles</a:t>
            </a:r>
          </a:p>
        </p:txBody>
      </p:sp>
      <p:sp>
        <p:nvSpPr>
          <p:cNvPr id="3" name="Picture Placeholder 2"/>
          <p:cNvSpPr>
            <a:spLocks noGrp="1"/>
          </p:cNvSpPr>
          <p:nvPr>
            <p:ph type="pic" idx="1"/>
          </p:nvPr>
        </p:nvSpPr>
        <p:spPr>
          <a:xfrm rot="420000">
            <a:off x="4647724" y="1199517"/>
            <a:ext cx="6156960" cy="3931920"/>
          </a:xfrm>
          <a:prstGeom prst="rect">
            <a:avLst/>
          </a:prstGeom>
          <a:solidFill>
            <a:schemeClr val="bg2"/>
          </a:solidFill>
          <a:ln w="3000" cap="rnd">
            <a:solidFill>
              <a:srgbClr val="C0C0C0"/>
            </a:solidFill>
            <a:round/>
          </a:ln>
          <a:effectLst/>
        </p:spPr>
        <p:txBody>
          <a:bodyPr>
            <a:normAutofit/>
          </a:bodyPr>
          <a:lstStyle>
            <a:lvl1pPr marL="0" indent="0">
              <a:buNone/>
              <a:defRPr sz="3200"/>
            </a:lvl1pPr>
          </a:lstStyle>
          <a:p>
            <a:pPr lvl="0"/>
            <a:r>
              <a:rPr lang="en-US" noProof="0"/>
              <a:t>Click icon to add picture</a:t>
            </a:r>
            <a:endParaRPr lang="en-US" noProof="0" dirty="0"/>
          </a:p>
        </p:txBody>
      </p:sp>
      <p:sp>
        <p:nvSpPr>
          <p:cNvPr id="9" name="Date Placeholder 4">
            <a:extLst>
              <a:ext uri="{FF2B5EF4-FFF2-40B4-BE49-F238E27FC236}">
                <a16:creationId xmlns="" xmlns:a16="http://schemas.microsoft.com/office/drawing/2014/main" id="{BEB17C22-FF8E-CD81-1009-A93CC01D99AF}"/>
              </a:ext>
            </a:extLst>
          </p:cNvPr>
          <p:cNvSpPr>
            <a:spLocks noGrp="1"/>
          </p:cNvSpPr>
          <p:nvPr>
            <p:ph type="dt" sz="half" idx="10"/>
          </p:nvPr>
        </p:nvSpPr>
        <p:spPr/>
        <p:txBody>
          <a:bodyPr/>
          <a:lstStyle>
            <a:lvl1pPr>
              <a:defRPr/>
            </a:lvl1pPr>
          </a:lstStyle>
          <a:p>
            <a:fld id="{BCBCC196-A5FD-4C0D-A8C6-80B2E2A13635}" type="datetimeFigureOut">
              <a:rPr lang="en-US" smtClean="0">
                <a:solidFill>
                  <a:srgbClr val="1F497D"/>
                </a:solidFill>
              </a:rPr>
              <a:pPr/>
              <a:t>1/29/2026</a:t>
            </a:fld>
            <a:endParaRPr lang="en-US">
              <a:solidFill>
                <a:srgbClr val="1F497D"/>
              </a:solidFill>
            </a:endParaRPr>
          </a:p>
        </p:txBody>
      </p:sp>
      <p:sp>
        <p:nvSpPr>
          <p:cNvPr id="10" name="Footer Placeholder 5">
            <a:extLst>
              <a:ext uri="{FF2B5EF4-FFF2-40B4-BE49-F238E27FC236}">
                <a16:creationId xmlns="" xmlns:a16="http://schemas.microsoft.com/office/drawing/2014/main" id="{962E28DA-ED19-5DD0-ED93-87A11FF64043}"/>
              </a:ext>
            </a:extLst>
          </p:cNvPr>
          <p:cNvSpPr>
            <a:spLocks noGrp="1"/>
          </p:cNvSpPr>
          <p:nvPr>
            <p:ph type="ftr" sz="quarter" idx="11"/>
          </p:nvPr>
        </p:nvSpPr>
        <p:spPr/>
        <p:txBody>
          <a:bodyPr/>
          <a:lstStyle>
            <a:lvl1pPr>
              <a:defRPr/>
            </a:lvl1pPr>
          </a:lstStyle>
          <a:p>
            <a:endParaRPr lang="en-US">
              <a:solidFill>
                <a:srgbClr val="1F497D"/>
              </a:solidFill>
            </a:endParaRPr>
          </a:p>
        </p:txBody>
      </p:sp>
      <p:sp>
        <p:nvSpPr>
          <p:cNvPr id="11" name="Slide Number Placeholder 6">
            <a:extLst>
              <a:ext uri="{FF2B5EF4-FFF2-40B4-BE49-F238E27FC236}">
                <a16:creationId xmlns="" xmlns:a16="http://schemas.microsoft.com/office/drawing/2014/main" id="{796F5744-DED2-BE04-53F4-B6FCCCF67636}"/>
              </a:ext>
            </a:extLst>
          </p:cNvPr>
          <p:cNvSpPr>
            <a:spLocks noGrp="1"/>
          </p:cNvSpPr>
          <p:nvPr>
            <p:ph type="sldNum" sz="quarter" idx="12"/>
          </p:nvPr>
        </p:nvSpPr>
        <p:spPr>
          <a:xfrm>
            <a:off x="10769600" y="6356351"/>
            <a:ext cx="812800" cy="365125"/>
          </a:xfrm>
        </p:spPr>
        <p:txBody>
          <a:bodyPr/>
          <a:lstStyle>
            <a:lvl1pPr>
              <a:defRPr/>
            </a:lvl1pPr>
          </a:lstStyle>
          <a:p>
            <a:fld id="{0A508388-4FD4-457B-83B2-8FE3D9E40D08}" type="slidenum">
              <a:rPr lang="en-US" smtClean="0">
                <a:solidFill>
                  <a:srgbClr val="1F497D"/>
                </a:solidFill>
              </a:rPr>
              <a:pPr/>
              <a:t>‹#›</a:t>
            </a:fld>
            <a:endParaRPr lang="en-US">
              <a:solidFill>
                <a:srgbClr val="1F497D"/>
              </a:solidFill>
            </a:endParaRPr>
          </a:p>
        </p:txBody>
      </p:sp>
    </p:spTree>
    <p:extLst>
      <p:ext uri="{BB962C8B-B14F-4D97-AF65-F5344CB8AC3E}">
        <p14:creationId xmlns:p14="http://schemas.microsoft.com/office/powerpoint/2010/main" val="104259123"/>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a:extLst>
              <a:ext uri="{FF2B5EF4-FFF2-40B4-BE49-F238E27FC236}">
                <a16:creationId xmlns="" xmlns:a16="http://schemas.microsoft.com/office/drawing/2014/main" id="{15B035E5-5FED-9EDE-24C8-6831B2945FD7}"/>
              </a:ext>
            </a:extLst>
          </p:cNvPr>
          <p:cNvSpPr>
            <a:spLocks noGrp="1"/>
          </p:cNvSpPr>
          <p:nvPr>
            <p:ph type="dt" sz="half" idx="10"/>
          </p:nvPr>
        </p:nvSpPr>
        <p:spPr/>
        <p:txBody>
          <a:bodyPr/>
          <a:lstStyle>
            <a:lvl1pPr>
              <a:defRPr/>
            </a:lvl1pPr>
          </a:lstStyle>
          <a:p>
            <a:fld id="{BCBCC196-A5FD-4C0D-A8C6-80B2E2A13635}" type="datetimeFigureOut">
              <a:rPr lang="en-US" smtClean="0">
                <a:solidFill>
                  <a:srgbClr val="1F497D"/>
                </a:solidFill>
              </a:rPr>
              <a:pPr/>
              <a:t>1/29/2026</a:t>
            </a:fld>
            <a:endParaRPr lang="en-US">
              <a:solidFill>
                <a:srgbClr val="1F497D"/>
              </a:solidFill>
            </a:endParaRPr>
          </a:p>
        </p:txBody>
      </p:sp>
      <p:sp>
        <p:nvSpPr>
          <p:cNvPr id="5" name="Footer Placeholder 21">
            <a:extLst>
              <a:ext uri="{FF2B5EF4-FFF2-40B4-BE49-F238E27FC236}">
                <a16:creationId xmlns="" xmlns:a16="http://schemas.microsoft.com/office/drawing/2014/main" id="{E65AF5BB-9BC8-0147-2675-43C409DF488F}"/>
              </a:ext>
            </a:extLst>
          </p:cNvPr>
          <p:cNvSpPr>
            <a:spLocks noGrp="1"/>
          </p:cNvSpPr>
          <p:nvPr>
            <p:ph type="ftr" sz="quarter" idx="11"/>
          </p:nvPr>
        </p:nvSpPr>
        <p:spPr/>
        <p:txBody>
          <a:bodyPr/>
          <a:lstStyle>
            <a:lvl1pPr>
              <a:defRPr/>
            </a:lvl1pPr>
          </a:lstStyle>
          <a:p>
            <a:endParaRPr lang="en-US">
              <a:solidFill>
                <a:srgbClr val="1F497D"/>
              </a:solidFill>
            </a:endParaRPr>
          </a:p>
        </p:txBody>
      </p:sp>
      <p:sp>
        <p:nvSpPr>
          <p:cNvPr id="6" name="Slide Number Placeholder 17">
            <a:extLst>
              <a:ext uri="{FF2B5EF4-FFF2-40B4-BE49-F238E27FC236}">
                <a16:creationId xmlns="" xmlns:a16="http://schemas.microsoft.com/office/drawing/2014/main" id="{B88A393B-71D2-1BD5-0119-826DBE4C93FE}"/>
              </a:ext>
            </a:extLst>
          </p:cNvPr>
          <p:cNvSpPr>
            <a:spLocks noGrp="1"/>
          </p:cNvSpPr>
          <p:nvPr>
            <p:ph type="sldNum" sz="quarter" idx="12"/>
          </p:nvPr>
        </p:nvSpPr>
        <p:spPr/>
        <p:txBody>
          <a:bodyPr/>
          <a:lstStyle>
            <a:lvl1pPr>
              <a:defRPr/>
            </a:lvl1pPr>
          </a:lstStyle>
          <a:p>
            <a:fld id="{0A508388-4FD4-457B-83B2-8FE3D9E40D08}" type="slidenum">
              <a:rPr lang="en-US" smtClean="0">
                <a:solidFill>
                  <a:srgbClr val="1F497D"/>
                </a:solidFill>
              </a:rPr>
              <a:pPr/>
              <a:t>‹#›</a:t>
            </a:fld>
            <a:endParaRPr lang="en-US">
              <a:solidFill>
                <a:srgbClr val="1F497D"/>
              </a:solidFill>
            </a:endParaRPr>
          </a:p>
        </p:txBody>
      </p:sp>
    </p:spTree>
    <p:extLst>
      <p:ext uri="{BB962C8B-B14F-4D97-AF65-F5344CB8AC3E}">
        <p14:creationId xmlns:p14="http://schemas.microsoft.com/office/powerpoint/2010/main" val="4037004181"/>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914402"/>
            <a:ext cx="2743200" cy="52117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914402"/>
            <a:ext cx="8026400" cy="52117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a:extLst>
              <a:ext uri="{FF2B5EF4-FFF2-40B4-BE49-F238E27FC236}">
                <a16:creationId xmlns="" xmlns:a16="http://schemas.microsoft.com/office/drawing/2014/main" id="{18529199-EE63-AFDD-84F1-426A9C9B2776}"/>
              </a:ext>
            </a:extLst>
          </p:cNvPr>
          <p:cNvSpPr>
            <a:spLocks noGrp="1"/>
          </p:cNvSpPr>
          <p:nvPr>
            <p:ph type="dt" sz="half" idx="10"/>
          </p:nvPr>
        </p:nvSpPr>
        <p:spPr/>
        <p:txBody>
          <a:bodyPr/>
          <a:lstStyle>
            <a:lvl1pPr>
              <a:defRPr/>
            </a:lvl1pPr>
          </a:lstStyle>
          <a:p>
            <a:fld id="{BCBCC196-A5FD-4C0D-A8C6-80B2E2A13635}" type="datetimeFigureOut">
              <a:rPr lang="en-US" smtClean="0">
                <a:solidFill>
                  <a:srgbClr val="1F497D"/>
                </a:solidFill>
              </a:rPr>
              <a:pPr/>
              <a:t>1/29/2026</a:t>
            </a:fld>
            <a:endParaRPr lang="en-US">
              <a:solidFill>
                <a:srgbClr val="1F497D"/>
              </a:solidFill>
            </a:endParaRPr>
          </a:p>
        </p:txBody>
      </p:sp>
      <p:sp>
        <p:nvSpPr>
          <p:cNvPr id="5" name="Footer Placeholder 21">
            <a:extLst>
              <a:ext uri="{FF2B5EF4-FFF2-40B4-BE49-F238E27FC236}">
                <a16:creationId xmlns="" xmlns:a16="http://schemas.microsoft.com/office/drawing/2014/main" id="{20E75482-F3F2-076B-3B18-6DF36B0E9801}"/>
              </a:ext>
            </a:extLst>
          </p:cNvPr>
          <p:cNvSpPr>
            <a:spLocks noGrp="1"/>
          </p:cNvSpPr>
          <p:nvPr>
            <p:ph type="ftr" sz="quarter" idx="11"/>
          </p:nvPr>
        </p:nvSpPr>
        <p:spPr/>
        <p:txBody>
          <a:bodyPr/>
          <a:lstStyle>
            <a:lvl1pPr>
              <a:defRPr/>
            </a:lvl1pPr>
          </a:lstStyle>
          <a:p>
            <a:endParaRPr lang="en-US">
              <a:solidFill>
                <a:srgbClr val="1F497D"/>
              </a:solidFill>
            </a:endParaRPr>
          </a:p>
        </p:txBody>
      </p:sp>
      <p:sp>
        <p:nvSpPr>
          <p:cNvPr id="6" name="Slide Number Placeholder 17">
            <a:extLst>
              <a:ext uri="{FF2B5EF4-FFF2-40B4-BE49-F238E27FC236}">
                <a16:creationId xmlns="" xmlns:a16="http://schemas.microsoft.com/office/drawing/2014/main" id="{5DF13457-6662-86CB-2F0A-44761BD70AA4}"/>
              </a:ext>
            </a:extLst>
          </p:cNvPr>
          <p:cNvSpPr>
            <a:spLocks noGrp="1"/>
          </p:cNvSpPr>
          <p:nvPr>
            <p:ph type="sldNum" sz="quarter" idx="12"/>
          </p:nvPr>
        </p:nvSpPr>
        <p:spPr/>
        <p:txBody>
          <a:bodyPr/>
          <a:lstStyle>
            <a:lvl1pPr>
              <a:defRPr/>
            </a:lvl1pPr>
          </a:lstStyle>
          <a:p>
            <a:fld id="{0A508388-4FD4-457B-83B2-8FE3D9E40D08}" type="slidenum">
              <a:rPr lang="en-US" smtClean="0">
                <a:solidFill>
                  <a:srgbClr val="1F497D"/>
                </a:solidFill>
              </a:rPr>
              <a:pPr/>
              <a:t>‹#›</a:t>
            </a:fld>
            <a:endParaRPr lang="en-US">
              <a:solidFill>
                <a:srgbClr val="1F497D"/>
              </a:solidFill>
            </a:endParaRPr>
          </a:p>
        </p:txBody>
      </p:sp>
    </p:spTree>
    <p:extLst>
      <p:ext uri="{BB962C8B-B14F-4D97-AF65-F5344CB8AC3E}">
        <p14:creationId xmlns:p14="http://schemas.microsoft.com/office/powerpoint/2010/main" val="2977009727"/>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9" name="Title 8"/>
          <p:cNvSpPr>
            <a:spLocks noGrp="1"/>
          </p:cNvSpPr>
          <p:nvPr>
            <p:ph type="ctrTitle"/>
          </p:nvPr>
        </p:nvSpPr>
        <p:spPr>
          <a:xfrm>
            <a:off x="711200" y="1371600"/>
            <a:ext cx="10468864" cy="182880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en-US"/>
              <a:t>Click to edit Master title style</a:t>
            </a:r>
          </a:p>
        </p:txBody>
      </p:sp>
      <p:sp>
        <p:nvSpPr>
          <p:cNvPr id="17" name="Subtitle 16"/>
          <p:cNvSpPr>
            <a:spLocks noGrp="1"/>
          </p:cNvSpPr>
          <p:nvPr>
            <p:ph type="subTitle" idx="1"/>
          </p:nvPr>
        </p:nvSpPr>
        <p:spPr>
          <a:xfrm>
            <a:off x="711200" y="3228536"/>
            <a:ext cx="10472928"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2" name="Date Placeholder 29">
            <a:extLst>
              <a:ext uri="{FF2B5EF4-FFF2-40B4-BE49-F238E27FC236}">
                <a16:creationId xmlns="" xmlns:a16="http://schemas.microsoft.com/office/drawing/2014/main" id="{EC2D0C4F-CE30-BC80-5192-46C63211D5AD}"/>
              </a:ext>
            </a:extLst>
          </p:cNvPr>
          <p:cNvSpPr>
            <a:spLocks noGrp="1"/>
          </p:cNvSpPr>
          <p:nvPr>
            <p:ph type="dt" sz="half" idx="10"/>
          </p:nvPr>
        </p:nvSpPr>
        <p:spPr/>
        <p:txBody>
          <a:bodyPr/>
          <a:lstStyle>
            <a:lvl1pPr>
              <a:defRPr/>
            </a:lvl1pPr>
          </a:lstStyle>
          <a:p>
            <a:fld id="{BCBCC196-A5FD-4C0D-A8C6-80B2E2A13635}" type="datetimeFigureOut">
              <a:rPr lang="en-US" smtClean="0">
                <a:solidFill>
                  <a:srgbClr val="1F497D"/>
                </a:solidFill>
              </a:rPr>
              <a:pPr/>
              <a:t>1/29/2026</a:t>
            </a:fld>
            <a:endParaRPr lang="en-US">
              <a:solidFill>
                <a:srgbClr val="1F497D"/>
              </a:solidFill>
            </a:endParaRPr>
          </a:p>
        </p:txBody>
      </p:sp>
      <p:sp>
        <p:nvSpPr>
          <p:cNvPr id="3" name="Footer Placeholder 18">
            <a:extLst>
              <a:ext uri="{FF2B5EF4-FFF2-40B4-BE49-F238E27FC236}">
                <a16:creationId xmlns="" xmlns:a16="http://schemas.microsoft.com/office/drawing/2014/main" id="{C6E335F0-C8E3-B1AA-5842-B8F37869786A}"/>
              </a:ext>
            </a:extLst>
          </p:cNvPr>
          <p:cNvSpPr>
            <a:spLocks noGrp="1"/>
          </p:cNvSpPr>
          <p:nvPr>
            <p:ph type="ftr" sz="quarter" idx="11"/>
          </p:nvPr>
        </p:nvSpPr>
        <p:spPr/>
        <p:txBody>
          <a:bodyPr/>
          <a:lstStyle>
            <a:lvl1pPr>
              <a:defRPr/>
            </a:lvl1pPr>
          </a:lstStyle>
          <a:p>
            <a:endParaRPr lang="en-US">
              <a:solidFill>
                <a:srgbClr val="1F497D"/>
              </a:solidFill>
            </a:endParaRPr>
          </a:p>
        </p:txBody>
      </p:sp>
      <p:sp>
        <p:nvSpPr>
          <p:cNvPr id="4" name="Slide Number Placeholder 26">
            <a:extLst>
              <a:ext uri="{FF2B5EF4-FFF2-40B4-BE49-F238E27FC236}">
                <a16:creationId xmlns="" xmlns:a16="http://schemas.microsoft.com/office/drawing/2014/main" id="{594B2326-90D1-CF1B-6852-F105E2616CAD}"/>
              </a:ext>
            </a:extLst>
          </p:cNvPr>
          <p:cNvSpPr>
            <a:spLocks noGrp="1"/>
          </p:cNvSpPr>
          <p:nvPr>
            <p:ph type="sldNum" sz="quarter" idx="12"/>
          </p:nvPr>
        </p:nvSpPr>
        <p:spPr/>
        <p:txBody>
          <a:bodyPr/>
          <a:lstStyle>
            <a:lvl1pPr>
              <a:defRPr>
                <a:solidFill>
                  <a:srgbClr val="D1EAEE"/>
                </a:solidFill>
              </a:defRPr>
            </a:lvl1pPr>
          </a:lstStyle>
          <a:p>
            <a:fld id="{0A508388-4FD4-457B-83B2-8FE3D9E40D08}" type="slidenum">
              <a:rPr lang="en-US" smtClean="0">
                <a:solidFill>
                  <a:srgbClr val="1F497D"/>
                </a:solidFill>
              </a:rPr>
              <a:pPr/>
              <a:t>‹#›</a:t>
            </a:fld>
            <a:endParaRPr lang="en-US">
              <a:solidFill>
                <a:srgbClr val="1F497D"/>
              </a:solidFill>
            </a:endParaRPr>
          </a:p>
        </p:txBody>
      </p:sp>
    </p:spTree>
    <p:extLst>
      <p:ext uri="{BB962C8B-B14F-4D97-AF65-F5344CB8AC3E}">
        <p14:creationId xmlns:p14="http://schemas.microsoft.com/office/powerpoint/2010/main" val="3151557459"/>
      </p:ext>
    </p:extLst>
  </p:cSld>
  <p:clrMapOvr>
    <a:overrideClrMapping bg1="dk1" tx1="lt1" bg2="dk2" tx2="lt2" accent1="accent1" accent2="accent2" accent3="accent3" accent4="accent4" accent5="accent5" accent6="accent6" hlink="hlink" folHlink="folHlink"/>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a:extLst>
              <a:ext uri="{FF2B5EF4-FFF2-40B4-BE49-F238E27FC236}">
                <a16:creationId xmlns="" xmlns:a16="http://schemas.microsoft.com/office/drawing/2014/main" id="{B7669D41-CBA5-5AA3-9DF7-5BBD1E5E4E13}"/>
              </a:ext>
            </a:extLst>
          </p:cNvPr>
          <p:cNvSpPr>
            <a:spLocks noGrp="1"/>
          </p:cNvSpPr>
          <p:nvPr>
            <p:ph type="dt" sz="half" idx="10"/>
          </p:nvPr>
        </p:nvSpPr>
        <p:spPr/>
        <p:txBody>
          <a:bodyPr/>
          <a:lstStyle>
            <a:lvl1pPr>
              <a:defRPr/>
            </a:lvl1pPr>
          </a:lstStyle>
          <a:p>
            <a:fld id="{BCBCC196-A5FD-4C0D-A8C6-80B2E2A13635}" type="datetimeFigureOut">
              <a:rPr lang="en-US" smtClean="0">
                <a:solidFill>
                  <a:srgbClr val="1F497D"/>
                </a:solidFill>
              </a:rPr>
              <a:pPr/>
              <a:t>1/29/2026</a:t>
            </a:fld>
            <a:endParaRPr lang="en-US">
              <a:solidFill>
                <a:srgbClr val="1F497D"/>
              </a:solidFill>
            </a:endParaRPr>
          </a:p>
        </p:txBody>
      </p:sp>
      <p:sp>
        <p:nvSpPr>
          <p:cNvPr id="5" name="Footer Placeholder 21">
            <a:extLst>
              <a:ext uri="{FF2B5EF4-FFF2-40B4-BE49-F238E27FC236}">
                <a16:creationId xmlns="" xmlns:a16="http://schemas.microsoft.com/office/drawing/2014/main" id="{1D6B72C4-450C-2C6E-82C2-C5A4B4502107}"/>
              </a:ext>
            </a:extLst>
          </p:cNvPr>
          <p:cNvSpPr>
            <a:spLocks noGrp="1"/>
          </p:cNvSpPr>
          <p:nvPr>
            <p:ph type="ftr" sz="quarter" idx="11"/>
          </p:nvPr>
        </p:nvSpPr>
        <p:spPr/>
        <p:txBody>
          <a:bodyPr/>
          <a:lstStyle>
            <a:lvl1pPr>
              <a:defRPr/>
            </a:lvl1pPr>
          </a:lstStyle>
          <a:p>
            <a:endParaRPr lang="en-US">
              <a:solidFill>
                <a:srgbClr val="1F497D"/>
              </a:solidFill>
            </a:endParaRPr>
          </a:p>
        </p:txBody>
      </p:sp>
      <p:sp>
        <p:nvSpPr>
          <p:cNvPr id="6" name="Slide Number Placeholder 17">
            <a:extLst>
              <a:ext uri="{FF2B5EF4-FFF2-40B4-BE49-F238E27FC236}">
                <a16:creationId xmlns="" xmlns:a16="http://schemas.microsoft.com/office/drawing/2014/main" id="{CDE0AB4F-B486-0433-D878-91A8B0DAD5CD}"/>
              </a:ext>
            </a:extLst>
          </p:cNvPr>
          <p:cNvSpPr>
            <a:spLocks noGrp="1"/>
          </p:cNvSpPr>
          <p:nvPr>
            <p:ph type="sldNum" sz="quarter" idx="12"/>
          </p:nvPr>
        </p:nvSpPr>
        <p:spPr/>
        <p:txBody>
          <a:bodyPr/>
          <a:lstStyle>
            <a:lvl1pPr>
              <a:defRPr/>
            </a:lvl1pPr>
          </a:lstStyle>
          <a:p>
            <a:fld id="{0A508388-4FD4-457B-83B2-8FE3D9E40D08}" type="slidenum">
              <a:rPr lang="en-US" smtClean="0">
                <a:solidFill>
                  <a:srgbClr val="1F497D"/>
                </a:solidFill>
              </a:rPr>
              <a:pPr/>
              <a:t>‹#›</a:t>
            </a:fld>
            <a:endParaRPr lang="en-US">
              <a:solidFill>
                <a:srgbClr val="1F497D"/>
              </a:solidFill>
            </a:endParaRPr>
          </a:p>
        </p:txBody>
      </p:sp>
    </p:spTree>
    <p:extLst>
      <p:ext uri="{BB962C8B-B14F-4D97-AF65-F5344CB8AC3E}">
        <p14:creationId xmlns:p14="http://schemas.microsoft.com/office/powerpoint/2010/main" val="1971163133"/>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07136" y="1316736"/>
            <a:ext cx="10363200" cy="1362456"/>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en-US"/>
              <a:t>Click to edit Master title style</a:t>
            </a:r>
          </a:p>
        </p:txBody>
      </p:sp>
      <p:sp>
        <p:nvSpPr>
          <p:cNvPr id="3" name="Text Placeholder 2"/>
          <p:cNvSpPr>
            <a:spLocks noGrp="1"/>
          </p:cNvSpPr>
          <p:nvPr>
            <p:ph type="body" idx="1"/>
          </p:nvPr>
        </p:nvSpPr>
        <p:spPr>
          <a:xfrm>
            <a:off x="707136" y="2704664"/>
            <a:ext cx="10363200" cy="1509712"/>
          </a:xfrm>
        </p:spPr>
        <p:txBody>
          <a:bodyPr lIns="45720" rIns="45720"/>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4" name="Date Placeholder 3">
            <a:extLst>
              <a:ext uri="{FF2B5EF4-FFF2-40B4-BE49-F238E27FC236}">
                <a16:creationId xmlns="" xmlns:a16="http://schemas.microsoft.com/office/drawing/2014/main" id="{42C1BA1F-C857-D912-9175-3BE57DCEC494}"/>
              </a:ext>
            </a:extLst>
          </p:cNvPr>
          <p:cNvSpPr>
            <a:spLocks noGrp="1"/>
          </p:cNvSpPr>
          <p:nvPr>
            <p:ph type="dt" sz="half" idx="10"/>
          </p:nvPr>
        </p:nvSpPr>
        <p:spPr/>
        <p:txBody>
          <a:bodyPr/>
          <a:lstStyle>
            <a:lvl1pPr>
              <a:defRPr/>
            </a:lvl1pPr>
          </a:lstStyle>
          <a:p>
            <a:fld id="{BCBCC196-A5FD-4C0D-A8C6-80B2E2A13635}" type="datetimeFigureOut">
              <a:rPr lang="en-US" smtClean="0">
                <a:solidFill>
                  <a:srgbClr val="EEECE1"/>
                </a:solidFill>
              </a:rPr>
              <a:pPr/>
              <a:t>1/29/2026</a:t>
            </a:fld>
            <a:endParaRPr lang="en-US">
              <a:solidFill>
                <a:srgbClr val="EEECE1"/>
              </a:solidFill>
            </a:endParaRPr>
          </a:p>
        </p:txBody>
      </p:sp>
      <p:sp>
        <p:nvSpPr>
          <p:cNvPr id="5" name="Footer Placeholder 4">
            <a:extLst>
              <a:ext uri="{FF2B5EF4-FFF2-40B4-BE49-F238E27FC236}">
                <a16:creationId xmlns="" xmlns:a16="http://schemas.microsoft.com/office/drawing/2014/main" id="{D28011C7-426D-3D6D-9643-1468821539F5}"/>
              </a:ext>
            </a:extLst>
          </p:cNvPr>
          <p:cNvSpPr>
            <a:spLocks noGrp="1"/>
          </p:cNvSpPr>
          <p:nvPr>
            <p:ph type="ftr" sz="quarter" idx="11"/>
          </p:nvPr>
        </p:nvSpPr>
        <p:spPr/>
        <p:txBody>
          <a:bodyPr/>
          <a:lstStyle>
            <a:lvl1pPr>
              <a:defRPr/>
            </a:lvl1pPr>
          </a:lstStyle>
          <a:p>
            <a:endParaRPr lang="en-US">
              <a:solidFill>
                <a:srgbClr val="EEECE1"/>
              </a:solidFill>
            </a:endParaRPr>
          </a:p>
        </p:txBody>
      </p:sp>
      <p:sp>
        <p:nvSpPr>
          <p:cNvPr id="6" name="Slide Number Placeholder 5">
            <a:extLst>
              <a:ext uri="{FF2B5EF4-FFF2-40B4-BE49-F238E27FC236}">
                <a16:creationId xmlns="" xmlns:a16="http://schemas.microsoft.com/office/drawing/2014/main" id="{5B9466EE-8CC9-1814-3063-9C3B418D623F}"/>
              </a:ext>
            </a:extLst>
          </p:cNvPr>
          <p:cNvSpPr>
            <a:spLocks noGrp="1"/>
          </p:cNvSpPr>
          <p:nvPr>
            <p:ph type="sldNum" sz="quarter" idx="12"/>
          </p:nvPr>
        </p:nvSpPr>
        <p:spPr/>
        <p:txBody>
          <a:bodyPr/>
          <a:lstStyle>
            <a:lvl1pPr>
              <a:defRPr>
                <a:solidFill>
                  <a:srgbClr val="D1EAEE"/>
                </a:solidFill>
              </a:defRPr>
            </a:lvl1pPr>
          </a:lstStyle>
          <a:p>
            <a:fld id="{0A508388-4FD4-457B-83B2-8FE3D9E40D08}" type="slidenum">
              <a:rPr lang="en-US" smtClean="0">
                <a:solidFill>
                  <a:srgbClr val="EEECE1"/>
                </a:solidFill>
              </a:rPr>
              <a:pPr/>
              <a:t>‹#›</a:t>
            </a:fld>
            <a:endParaRPr lang="en-US">
              <a:solidFill>
                <a:srgbClr val="EEECE1"/>
              </a:solidFill>
            </a:endParaRPr>
          </a:p>
        </p:txBody>
      </p:sp>
    </p:spTree>
    <p:extLst>
      <p:ext uri="{BB962C8B-B14F-4D97-AF65-F5344CB8AC3E}">
        <p14:creationId xmlns:p14="http://schemas.microsoft.com/office/powerpoint/2010/main" val="4004158600"/>
      </p:ext>
    </p:extLst>
  </p:cSld>
  <p:clrMapOvr>
    <a:overrideClrMapping bg1="dk1" tx1="lt1" bg2="dk2" tx2="lt2" accent1="accent1" accent2="accent2" accent3="accent3" accent4="accent4" accent5="accent5" accent6="accent6" hlink="hlink" folHlink="folHlink"/>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1143000"/>
          </a:xfrm>
        </p:spPr>
        <p:txBody>
          <a:bodyPr/>
          <a:lstStyle/>
          <a:p>
            <a:r>
              <a:rPr lang="en-US"/>
              <a:t>Click to edit Master title style</a:t>
            </a:r>
          </a:p>
        </p:txBody>
      </p:sp>
      <p:sp>
        <p:nvSpPr>
          <p:cNvPr id="3" name="Content Placeholder 2"/>
          <p:cNvSpPr>
            <a:spLocks noGrp="1"/>
          </p:cNvSpPr>
          <p:nvPr>
            <p:ph sz="half" idx="1"/>
          </p:nvPr>
        </p:nvSpPr>
        <p:spPr>
          <a:xfrm>
            <a:off x="609600" y="1920085"/>
            <a:ext cx="5384800" cy="4434840"/>
          </a:xfrm>
        </p:spPr>
        <p:txBody>
          <a:bodyPr/>
          <a:lstStyle>
            <a:lvl1pPr>
              <a:defRPr sz="26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920085"/>
            <a:ext cx="5384800" cy="4434840"/>
          </a:xfrm>
        </p:spPr>
        <p:txBody>
          <a:bodyPr/>
          <a:lstStyle>
            <a:lvl1pPr>
              <a:defRPr sz="26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9">
            <a:extLst>
              <a:ext uri="{FF2B5EF4-FFF2-40B4-BE49-F238E27FC236}">
                <a16:creationId xmlns="" xmlns:a16="http://schemas.microsoft.com/office/drawing/2014/main" id="{18D207DF-4F77-307E-9A13-332CBF4977B3}"/>
              </a:ext>
            </a:extLst>
          </p:cNvPr>
          <p:cNvSpPr>
            <a:spLocks noGrp="1"/>
          </p:cNvSpPr>
          <p:nvPr>
            <p:ph type="dt" sz="half" idx="10"/>
          </p:nvPr>
        </p:nvSpPr>
        <p:spPr/>
        <p:txBody>
          <a:bodyPr/>
          <a:lstStyle>
            <a:lvl1pPr>
              <a:defRPr/>
            </a:lvl1pPr>
          </a:lstStyle>
          <a:p>
            <a:fld id="{BCBCC196-A5FD-4C0D-A8C6-80B2E2A13635}" type="datetimeFigureOut">
              <a:rPr lang="en-US" smtClean="0">
                <a:solidFill>
                  <a:srgbClr val="1F497D"/>
                </a:solidFill>
              </a:rPr>
              <a:pPr/>
              <a:t>1/29/2026</a:t>
            </a:fld>
            <a:endParaRPr lang="en-US">
              <a:solidFill>
                <a:srgbClr val="1F497D"/>
              </a:solidFill>
            </a:endParaRPr>
          </a:p>
        </p:txBody>
      </p:sp>
      <p:sp>
        <p:nvSpPr>
          <p:cNvPr id="6" name="Footer Placeholder 21">
            <a:extLst>
              <a:ext uri="{FF2B5EF4-FFF2-40B4-BE49-F238E27FC236}">
                <a16:creationId xmlns="" xmlns:a16="http://schemas.microsoft.com/office/drawing/2014/main" id="{92626009-C6FA-994A-EDEF-6C6D492B6FBC}"/>
              </a:ext>
            </a:extLst>
          </p:cNvPr>
          <p:cNvSpPr>
            <a:spLocks noGrp="1"/>
          </p:cNvSpPr>
          <p:nvPr>
            <p:ph type="ftr" sz="quarter" idx="11"/>
          </p:nvPr>
        </p:nvSpPr>
        <p:spPr/>
        <p:txBody>
          <a:bodyPr/>
          <a:lstStyle>
            <a:lvl1pPr>
              <a:defRPr/>
            </a:lvl1pPr>
          </a:lstStyle>
          <a:p>
            <a:endParaRPr lang="en-US">
              <a:solidFill>
                <a:srgbClr val="1F497D"/>
              </a:solidFill>
            </a:endParaRPr>
          </a:p>
        </p:txBody>
      </p:sp>
      <p:sp>
        <p:nvSpPr>
          <p:cNvPr id="7" name="Slide Number Placeholder 17">
            <a:extLst>
              <a:ext uri="{FF2B5EF4-FFF2-40B4-BE49-F238E27FC236}">
                <a16:creationId xmlns="" xmlns:a16="http://schemas.microsoft.com/office/drawing/2014/main" id="{56C69C24-D85E-23F4-DAAD-A476A74789EE}"/>
              </a:ext>
            </a:extLst>
          </p:cNvPr>
          <p:cNvSpPr>
            <a:spLocks noGrp="1"/>
          </p:cNvSpPr>
          <p:nvPr>
            <p:ph type="sldNum" sz="quarter" idx="12"/>
          </p:nvPr>
        </p:nvSpPr>
        <p:spPr/>
        <p:txBody>
          <a:bodyPr/>
          <a:lstStyle>
            <a:lvl1pPr>
              <a:defRPr/>
            </a:lvl1pPr>
          </a:lstStyle>
          <a:p>
            <a:fld id="{0A508388-4FD4-457B-83B2-8FE3D9E40D08}" type="slidenum">
              <a:rPr lang="en-US" smtClean="0">
                <a:solidFill>
                  <a:srgbClr val="1F497D"/>
                </a:solidFill>
              </a:rPr>
              <a:pPr/>
              <a:t>‹#›</a:t>
            </a:fld>
            <a:endParaRPr lang="en-US">
              <a:solidFill>
                <a:srgbClr val="1F497D"/>
              </a:solidFill>
            </a:endParaRPr>
          </a:p>
        </p:txBody>
      </p:sp>
    </p:spTree>
    <p:extLst>
      <p:ext uri="{BB962C8B-B14F-4D97-AF65-F5344CB8AC3E}">
        <p14:creationId xmlns:p14="http://schemas.microsoft.com/office/powerpoint/2010/main" val="3882894575"/>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855248"/>
            <a:ext cx="5386917"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6193368" y="1859758"/>
            <a:ext cx="5389033"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5" name="Content Placeholder 4"/>
          <p:cNvSpPr>
            <a:spLocks noGrp="1"/>
          </p:cNvSpPr>
          <p:nvPr>
            <p:ph sz="quarter" idx="2"/>
          </p:nvPr>
        </p:nvSpPr>
        <p:spPr>
          <a:xfrm>
            <a:off x="609600" y="2514600"/>
            <a:ext cx="5386917" cy="3845720"/>
          </a:xfrm>
        </p:spPr>
        <p:txBody>
          <a:bodyPr tIns="0"/>
          <a:lstStyle>
            <a:lvl1pPr>
              <a:defRPr sz="22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68" y="2514600"/>
            <a:ext cx="5389033" cy="3845720"/>
          </a:xfrm>
        </p:spPr>
        <p:txBody>
          <a:bodyPr tIns="0"/>
          <a:lstStyle>
            <a:lvl1pPr>
              <a:defRPr sz="22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9">
            <a:extLst>
              <a:ext uri="{FF2B5EF4-FFF2-40B4-BE49-F238E27FC236}">
                <a16:creationId xmlns="" xmlns:a16="http://schemas.microsoft.com/office/drawing/2014/main" id="{66BE0CB3-941A-D9FB-2B80-24A9A2F8CA4F}"/>
              </a:ext>
            </a:extLst>
          </p:cNvPr>
          <p:cNvSpPr>
            <a:spLocks noGrp="1"/>
          </p:cNvSpPr>
          <p:nvPr>
            <p:ph type="dt" sz="half" idx="10"/>
          </p:nvPr>
        </p:nvSpPr>
        <p:spPr/>
        <p:txBody>
          <a:bodyPr/>
          <a:lstStyle>
            <a:lvl1pPr>
              <a:defRPr/>
            </a:lvl1pPr>
          </a:lstStyle>
          <a:p>
            <a:fld id="{BCBCC196-A5FD-4C0D-A8C6-80B2E2A13635}" type="datetimeFigureOut">
              <a:rPr lang="en-US" smtClean="0">
                <a:solidFill>
                  <a:srgbClr val="1F497D"/>
                </a:solidFill>
              </a:rPr>
              <a:pPr/>
              <a:t>1/29/2026</a:t>
            </a:fld>
            <a:endParaRPr lang="en-US">
              <a:solidFill>
                <a:srgbClr val="1F497D"/>
              </a:solidFill>
            </a:endParaRPr>
          </a:p>
        </p:txBody>
      </p:sp>
      <p:sp>
        <p:nvSpPr>
          <p:cNvPr id="8" name="Footer Placeholder 21">
            <a:extLst>
              <a:ext uri="{FF2B5EF4-FFF2-40B4-BE49-F238E27FC236}">
                <a16:creationId xmlns="" xmlns:a16="http://schemas.microsoft.com/office/drawing/2014/main" id="{6B98261C-30BA-738D-4D16-C7BBDF313553}"/>
              </a:ext>
            </a:extLst>
          </p:cNvPr>
          <p:cNvSpPr>
            <a:spLocks noGrp="1"/>
          </p:cNvSpPr>
          <p:nvPr>
            <p:ph type="ftr" sz="quarter" idx="11"/>
          </p:nvPr>
        </p:nvSpPr>
        <p:spPr/>
        <p:txBody>
          <a:bodyPr/>
          <a:lstStyle>
            <a:lvl1pPr>
              <a:defRPr/>
            </a:lvl1pPr>
          </a:lstStyle>
          <a:p>
            <a:endParaRPr lang="en-US">
              <a:solidFill>
                <a:srgbClr val="1F497D"/>
              </a:solidFill>
            </a:endParaRPr>
          </a:p>
        </p:txBody>
      </p:sp>
      <p:sp>
        <p:nvSpPr>
          <p:cNvPr id="9" name="Slide Number Placeholder 17">
            <a:extLst>
              <a:ext uri="{FF2B5EF4-FFF2-40B4-BE49-F238E27FC236}">
                <a16:creationId xmlns="" xmlns:a16="http://schemas.microsoft.com/office/drawing/2014/main" id="{92F6EA5B-3D11-6EF3-031A-743DE54276A6}"/>
              </a:ext>
            </a:extLst>
          </p:cNvPr>
          <p:cNvSpPr>
            <a:spLocks noGrp="1"/>
          </p:cNvSpPr>
          <p:nvPr>
            <p:ph type="sldNum" sz="quarter" idx="12"/>
          </p:nvPr>
        </p:nvSpPr>
        <p:spPr/>
        <p:txBody>
          <a:bodyPr/>
          <a:lstStyle>
            <a:lvl1pPr>
              <a:defRPr/>
            </a:lvl1pPr>
          </a:lstStyle>
          <a:p>
            <a:fld id="{0A508388-4FD4-457B-83B2-8FE3D9E40D08}" type="slidenum">
              <a:rPr lang="en-US" smtClean="0">
                <a:solidFill>
                  <a:srgbClr val="1F497D"/>
                </a:solidFill>
              </a:rPr>
              <a:pPr/>
              <a:t>‹#›</a:t>
            </a:fld>
            <a:endParaRPr lang="en-US">
              <a:solidFill>
                <a:srgbClr val="1F497D"/>
              </a:solidFill>
            </a:endParaRPr>
          </a:p>
        </p:txBody>
      </p:sp>
    </p:spTree>
    <p:extLst>
      <p:ext uri="{BB962C8B-B14F-4D97-AF65-F5344CB8AC3E}">
        <p14:creationId xmlns:p14="http://schemas.microsoft.com/office/powerpoint/2010/main" val="5081319"/>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1074400" cy="11430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en-US"/>
              <a:t>Click to edit Master title style</a:t>
            </a:r>
          </a:p>
        </p:txBody>
      </p:sp>
      <p:sp>
        <p:nvSpPr>
          <p:cNvPr id="3" name="Date Placeholder 9">
            <a:extLst>
              <a:ext uri="{FF2B5EF4-FFF2-40B4-BE49-F238E27FC236}">
                <a16:creationId xmlns="" xmlns:a16="http://schemas.microsoft.com/office/drawing/2014/main" id="{B37B7B22-0A11-15AB-E6A6-19519146F3F9}"/>
              </a:ext>
            </a:extLst>
          </p:cNvPr>
          <p:cNvSpPr>
            <a:spLocks noGrp="1"/>
          </p:cNvSpPr>
          <p:nvPr>
            <p:ph type="dt" sz="half" idx="10"/>
          </p:nvPr>
        </p:nvSpPr>
        <p:spPr/>
        <p:txBody>
          <a:bodyPr/>
          <a:lstStyle>
            <a:lvl1pPr>
              <a:defRPr/>
            </a:lvl1pPr>
          </a:lstStyle>
          <a:p>
            <a:fld id="{BCBCC196-A5FD-4C0D-A8C6-80B2E2A13635}" type="datetimeFigureOut">
              <a:rPr lang="en-US" smtClean="0">
                <a:solidFill>
                  <a:srgbClr val="1F497D"/>
                </a:solidFill>
              </a:rPr>
              <a:pPr/>
              <a:t>1/29/2026</a:t>
            </a:fld>
            <a:endParaRPr lang="en-US">
              <a:solidFill>
                <a:srgbClr val="1F497D"/>
              </a:solidFill>
            </a:endParaRPr>
          </a:p>
        </p:txBody>
      </p:sp>
      <p:sp>
        <p:nvSpPr>
          <p:cNvPr id="4" name="Footer Placeholder 21">
            <a:extLst>
              <a:ext uri="{FF2B5EF4-FFF2-40B4-BE49-F238E27FC236}">
                <a16:creationId xmlns="" xmlns:a16="http://schemas.microsoft.com/office/drawing/2014/main" id="{826E76A3-412A-3686-3091-881CF3A5D517}"/>
              </a:ext>
            </a:extLst>
          </p:cNvPr>
          <p:cNvSpPr>
            <a:spLocks noGrp="1"/>
          </p:cNvSpPr>
          <p:nvPr>
            <p:ph type="ftr" sz="quarter" idx="11"/>
          </p:nvPr>
        </p:nvSpPr>
        <p:spPr/>
        <p:txBody>
          <a:bodyPr/>
          <a:lstStyle>
            <a:lvl1pPr>
              <a:defRPr/>
            </a:lvl1pPr>
          </a:lstStyle>
          <a:p>
            <a:endParaRPr lang="en-US">
              <a:solidFill>
                <a:srgbClr val="1F497D"/>
              </a:solidFill>
            </a:endParaRPr>
          </a:p>
        </p:txBody>
      </p:sp>
      <p:sp>
        <p:nvSpPr>
          <p:cNvPr id="5" name="Slide Number Placeholder 17">
            <a:extLst>
              <a:ext uri="{FF2B5EF4-FFF2-40B4-BE49-F238E27FC236}">
                <a16:creationId xmlns="" xmlns:a16="http://schemas.microsoft.com/office/drawing/2014/main" id="{4A940A05-A920-74BC-57E3-9D0DCF04D016}"/>
              </a:ext>
            </a:extLst>
          </p:cNvPr>
          <p:cNvSpPr>
            <a:spLocks noGrp="1"/>
          </p:cNvSpPr>
          <p:nvPr>
            <p:ph type="sldNum" sz="quarter" idx="12"/>
          </p:nvPr>
        </p:nvSpPr>
        <p:spPr/>
        <p:txBody>
          <a:bodyPr/>
          <a:lstStyle>
            <a:lvl1pPr>
              <a:defRPr/>
            </a:lvl1pPr>
          </a:lstStyle>
          <a:p>
            <a:fld id="{0A508388-4FD4-457B-83B2-8FE3D9E40D08}" type="slidenum">
              <a:rPr lang="en-US" smtClean="0">
                <a:solidFill>
                  <a:srgbClr val="1F497D"/>
                </a:solidFill>
              </a:rPr>
              <a:pPr/>
              <a:t>‹#›</a:t>
            </a:fld>
            <a:endParaRPr lang="en-US">
              <a:solidFill>
                <a:srgbClr val="1F497D"/>
              </a:solidFill>
            </a:endParaRPr>
          </a:p>
        </p:txBody>
      </p:sp>
    </p:spTree>
    <p:extLst>
      <p:ext uri="{BB962C8B-B14F-4D97-AF65-F5344CB8AC3E}">
        <p14:creationId xmlns:p14="http://schemas.microsoft.com/office/powerpoint/2010/main" val="1410538181"/>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a:extLst>
              <a:ext uri="{FF2B5EF4-FFF2-40B4-BE49-F238E27FC236}">
                <a16:creationId xmlns="" xmlns:a16="http://schemas.microsoft.com/office/drawing/2014/main" id="{AF4E3E08-844D-1CB7-AC90-8F0836452B84}"/>
              </a:ext>
            </a:extLst>
          </p:cNvPr>
          <p:cNvSpPr>
            <a:spLocks noGrp="1"/>
          </p:cNvSpPr>
          <p:nvPr>
            <p:ph type="dt" sz="half" idx="10"/>
          </p:nvPr>
        </p:nvSpPr>
        <p:spPr/>
        <p:txBody>
          <a:bodyPr/>
          <a:lstStyle>
            <a:lvl1pPr>
              <a:defRPr/>
            </a:lvl1pPr>
          </a:lstStyle>
          <a:p>
            <a:fld id="{BCBCC196-A5FD-4C0D-A8C6-80B2E2A13635}" type="datetimeFigureOut">
              <a:rPr lang="en-US" smtClean="0">
                <a:solidFill>
                  <a:srgbClr val="1F497D"/>
                </a:solidFill>
              </a:rPr>
              <a:pPr/>
              <a:t>1/29/2026</a:t>
            </a:fld>
            <a:endParaRPr lang="en-US">
              <a:solidFill>
                <a:srgbClr val="1F497D"/>
              </a:solidFill>
            </a:endParaRPr>
          </a:p>
        </p:txBody>
      </p:sp>
      <p:sp>
        <p:nvSpPr>
          <p:cNvPr id="3" name="Footer Placeholder 21">
            <a:extLst>
              <a:ext uri="{FF2B5EF4-FFF2-40B4-BE49-F238E27FC236}">
                <a16:creationId xmlns="" xmlns:a16="http://schemas.microsoft.com/office/drawing/2014/main" id="{777210AF-684E-F1BF-A27B-07DE8A2FEA84}"/>
              </a:ext>
            </a:extLst>
          </p:cNvPr>
          <p:cNvSpPr>
            <a:spLocks noGrp="1"/>
          </p:cNvSpPr>
          <p:nvPr>
            <p:ph type="ftr" sz="quarter" idx="11"/>
          </p:nvPr>
        </p:nvSpPr>
        <p:spPr/>
        <p:txBody>
          <a:bodyPr/>
          <a:lstStyle>
            <a:lvl1pPr>
              <a:defRPr/>
            </a:lvl1pPr>
          </a:lstStyle>
          <a:p>
            <a:endParaRPr lang="en-US">
              <a:solidFill>
                <a:srgbClr val="1F497D"/>
              </a:solidFill>
            </a:endParaRPr>
          </a:p>
        </p:txBody>
      </p:sp>
      <p:sp>
        <p:nvSpPr>
          <p:cNvPr id="4" name="Slide Number Placeholder 17">
            <a:extLst>
              <a:ext uri="{FF2B5EF4-FFF2-40B4-BE49-F238E27FC236}">
                <a16:creationId xmlns="" xmlns:a16="http://schemas.microsoft.com/office/drawing/2014/main" id="{864BA92F-4B20-8D2B-8674-518E29C22CEE}"/>
              </a:ext>
            </a:extLst>
          </p:cNvPr>
          <p:cNvSpPr>
            <a:spLocks noGrp="1"/>
          </p:cNvSpPr>
          <p:nvPr>
            <p:ph type="sldNum" sz="quarter" idx="12"/>
          </p:nvPr>
        </p:nvSpPr>
        <p:spPr/>
        <p:txBody>
          <a:bodyPr/>
          <a:lstStyle>
            <a:lvl1pPr>
              <a:defRPr/>
            </a:lvl1pPr>
          </a:lstStyle>
          <a:p>
            <a:fld id="{0A508388-4FD4-457B-83B2-8FE3D9E40D08}" type="slidenum">
              <a:rPr lang="en-US" smtClean="0">
                <a:solidFill>
                  <a:srgbClr val="1F497D"/>
                </a:solidFill>
              </a:rPr>
              <a:pPr/>
              <a:t>‹#›</a:t>
            </a:fld>
            <a:endParaRPr lang="en-US">
              <a:solidFill>
                <a:srgbClr val="1F497D"/>
              </a:solidFill>
            </a:endParaRPr>
          </a:p>
        </p:txBody>
      </p:sp>
    </p:spTree>
    <p:extLst>
      <p:ext uri="{BB962C8B-B14F-4D97-AF65-F5344CB8AC3E}">
        <p14:creationId xmlns:p14="http://schemas.microsoft.com/office/powerpoint/2010/main" val="3868725611"/>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514352"/>
            <a:ext cx="3657600" cy="1162050"/>
          </a:xfrm>
        </p:spPr>
        <p:txBody>
          <a:bodyPr>
            <a:noAutofit/>
          </a:bodyPr>
          <a:lstStyle>
            <a:lvl1pPr algn="l" rtl="0">
              <a:spcBef>
                <a:spcPct val="0"/>
              </a:spcBef>
              <a:buNone/>
              <a:defRPr sz="2600" b="0">
                <a:ln>
                  <a:noFill/>
                </a:ln>
                <a:solidFill>
                  <a:schemeClr val="tx2"/>
                </a:solidFill>
                <a:effectLst/>
                <a:latin typeface="+mj-lt"/>
                <a:ea typeface="+mj-ea"/>
                <a:cs typeface="+mj-cs"/>
              </a:defRPr>
            </a:lvl1pPr>
          </a:lstStyle>
          <a:p>
            <a:r>
              <a:rPr lang="en-US"/>
              <a:t>Click to edit Master title style</a:t>
            </a:r>
          </a:p>
        </p:txBody>
      </p:sp>
      <p:sp>
        <p:nvSpPr>
          <p:cNvPr id="3" name="Text Placeholder 2"/>
          <p:cNvSpPr>
            <a:spLocks noGrp="1"/>
          </p:cNvSpPr>
          <p:nvPr>
            <p:ph type="body" idx="2"/>
          </p:nvPr>
        </p:nvSpPr>
        <p:spPr>
          <a:xfrm>
            <a:off x="914400" y="1676400"/>
            <a:ext cx="36576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a:r>
              <a:rPr lang="en-US"/>
              <a:t>Click to edit Master text styles</a:t>
            </a:r>
          </a:p>
        </p:txBody>
      </p:sp>
      <p:sp>
        <p:nvSpPr>
          <p:cNvPr id="4" name="Content Placeholder 3"/>
          <p:cNvSpPr>
            <a:spLocks noGrp="1"/>
          </p:cNvSpPr>
          <p:nvPr>
            <p:ph sz="half" idx="1"/>
          </p:nvPr>
        </p:nvSpPr>
        <p:spPr>
          <a:xfrm>
            <a:off x="4766733" y="1676400"/>
            <a:ext cx="6815667" cy="4572000"/>
          </a:xfrm>
        </p:spPr>
        <p:txBody>
          <a:bodyPr tIns="0"/>
          <a:lstStyle>
            <a:lvl1pPr>
              <a:defRPr sz="2800"/>
            </a:lvl1pPr>
            <a:lvl2pPr>
              <a:defRPr sz="2600"/>
            </a:lvl2pPr>
            <a:lvl3pPr>
              <a:defRPr sz="2400"/>
            </a:lvl3pPr>
            <a:lvl4pPr>
              <a:defRPr sz="20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9">
            <a:extLst>
              <a:ext uri="{FF2B5EF4-FFF2-40B4-BE49-F238E27FC236}">
                <a16:creationId xmlns="" xmlns:a16="http://schemas.microsoft.com/office/drawing/2014/main" id="{8C24556C-6929-CF1E-898D-F88FA27BF427}"/>
              </a:ext>
            </a:extLst>
          </p:cNvPr>
          <p:cNvSpPr>
            <a:spLocks noGrp="1"/>
          </p:cNvSpPr>
          <p:nvPr>
            <p:ph type="dt" sz="half" idx="10"/>
          </p:nvPr>
        </p:nvSpPr>
        <p:spPr/>
        <p:txBody>
          <a:bodyPr/>
          <a:lstStyle>
            <a:lvl1pPr>
              <a:defRPr/>
            </a:lvl1pPr>
          </a:lstStyle>
          <a:p>
            <a:fld id="{BCBCC196-A5FD-4C0D-A8C6-80B2E2A13635}" type="datetimeFigureOut">
              <a:rPr lang="en-US" smtClean="0">
                <a:solidFill>
                  <a:srgbClr val="1F497D"/>
                </a:solidFill>
              </a:rPr>
              <a:pPr/>
              <a:t>1/29/2026</a:t>
            </a:fld>
            <a:endParaRPr lang="en-US">
              <a:solidFill>
                <a:srgbClr val="1F497D"/>
              </a:solidFill>
            </a:endParaRPr>
          </a:p>
        </p:txBody>
      </p:sp>
      <p:sp>
        <p:nvSpPr>
          <p:cNvPr id="6" name="Footer Placeholder 21">
            <a:extLst>
              <a:ext uri="{FF2B5EF4-FFF2-40B4-BE49-F238E27FC236}">
                <a16:creationId xmlns="" xmlns:a16="http://schemas.microsoft.com/office/drawing/2014/main" id="{740B5BEF-A631-2171-44ED-B2F87B640235}"/>
              </a:ext>
            </a:extLst>
          </p:cNvPr>
          <p:cNvSpPr>
            <a:spLocks noGrp="1"/>
          </p:cNvSpPr>
          <p:nvPr>
            <p:ph type="ftr" sz="quarter" idx="11"/>
          </p:nvPr>
        </p:nvSpPr>
        <p:spPr/>
        <p:txBody>
          <a:bodyPr/>
          <a:lstStyle>
            <a:lvl1pPr>
              <a:defRPr/>
            </a:lvl1pPr>
          </a:lstStyle>
          <a:p>
            <a:endParaRPr lang="en-US">
              <a:solidFill>
                <a:srgbClr val="1F497D"/>
              </a:solidFill>
            </a:endParaRPr>
          </a:p>
        </p:txBody>
      </p:sp>
      <p:sp>
        <p:nvSpPr>
          <p:cNvPr id="7" name="Slide Number Placeholder 17">
            <a:extLst>
              <a:ext uri="{FF2B5EF4-FFF2-40B4-BE49-F238E27FC236}">
                <a16:creationId xmlns="" xmlns:a16="http://schemas.microsoft.com/office/drawing/2014/main" id="{94137D53-FD1A-9229-0E54-AC84023B44B5}"/>
              </a:ext>
            </a:extLst>
          </p:cNvPr>
          <p:cNvSpPr>
            <a:spLocks noGrp="1"/>
          </p:cNvSpPr>
          <p:nvPr>
            <p:ph type="sldNum" sz="quarter" idx="12"/>
          </p:nvPr>
        </p:nvSpPr>
        <p:spPr/>
        <p:txBody>
          <a:bodyPr/>
          <a:lstStyle>
            <a:lvl1pPr>
              <a:defRPr/>
            </a:lvl1pPr>
          </a:lstStyle>
          <a:p>
            <a:fld id="{0A508388-4FD4-457B-83B2-8FE3D9E40D08}" type="slidenum">
              <a:rPr lang="en-US" smtClean="0">
                <a:solidFill>
                  <a:srgbClr val="1F497D"/>
                </a:solidFill>
              </a:rPr>
              <a:pPr/>
              <a:t>‹#›</a:t>
            </a:fld>
            <a:endParaRPr lang="en-US">
              <a:solidFill>
                <a:srgbClr val="1F497D"/>
              </a:solidFill>
            </a:endParaRPr>
          </a:p>
        </p:txBody>
      </p:sp>
    </p:spTree>
    <p:extLst>
      <p:ext uri="{BB962C8B-B14F-4D97-AF65-F5344CB8AC3E}">
        <p14:creationId xmlns:p14="http://schemas.microsoft.com/office/powerpoint/2010/main" val="1547588035"/>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Snip and Round Single Corner Rectangle 13">
            <a:extLst>
              <a:ext uri="{FF2B5EF4-FFF2-40B4-BE49-F238E27FC236}">
                <a16:creationId xmlns="" xmlns:a16="http://schemas.microsoft.com/office/drawing/2014/main" id="{D93109B5-8F95-7E65-E5F9-117FEE5A64EB}"/>
              </a:ext>
            </a:extLst>
          </p:cNvPr>
          <p:cNvSpPr/>
          <p:nvPr/>
        </p:nvSpPr>
        <p:spPr>
          <a:xfrm rot="420000" flipV="1">
            <a:off x="4220633" y="1108075"/>
            <a:ext cx="70104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6" name="Right Triangle 5">
            <a:extLst>
              <a:ext uri="{FF2B5EF4-FFF2-40B4-BE49-F238E27FC236}">
                <a16:creationId xmlns="" xmlns:a16="http://schemas.microsoft.com/office/drawing/2014/main" id="{96C92426-906F-D443-30A2-5E80673566C3}"/>
              </a:ext>
            </a:extLst>
          </p:cNvPr>
          <p:cNvSpPr/>
          <p:nvPr/>
        </p:nvSpPr>
        <p:spPr>
          <a:xfrm rot="420000" flipV="1">
            <a:off x="10672234" y="5359401"/>
            <a:ext cx="207433" cy="1555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7" name="Freeform 15">
            <a:extLst>
              <a:ext uri="{FF2B5EF4-FFF2-40B4-BE49-F238E27FC236}">
                <a16:creationId xmlns="" xmlns:a16="http://schemas.microsoft.com/office/drawing/2014/main" id="{EFCFD484-8EBA-C3D7-FDA7-184DF0770F92}"/>
              </a:ext>
            </a:extLst>
          </p:cNvPr>
          <p:cNvSpPr>
            <a:spLocks/>
          </p:cNvSpPr>
          <p:nvPr/>
        </p:nvSpPr>
        <p:spPr bwMode="auto">
          <a:xfrm flipV="1">
            <a:off x="-12700" y="5816600"/>
            <a:ext cx="1221740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eaLnBrk="1" hangingPunct="1">
              <a:defRPr/>
            </a:pPr>
            <a:endParaRPr lang="en-US">
              <a:latin typeface="+mn-lt"/>
            </a:endParaRPr>
          </a:p>
        </p:txBody>
      </p:sp>
      <p:sp>
        <p:nvSpPr>
          <p:cNvPr id="8" name="Freeform 16">
            <a:extLst>
              <a:ext uri="{FF2B5EF4-FFF2-40B4-BE49-F238E27FC236}">
                <a16:creationId xmlns="" xmlns:a16="http://schemas.microsoft.com/office/drawing/2014/main" id="{A6CFE860-F372-F3AF-EA70-DE43594F603D}"/>
              </a:ext>
            </a:extLst>
          </p:cNvPr>
          <p:cNvSpPr>
            <a:spLocks/>
          </p:cNvSpPr>
          <p:nvPr/>
        </p:nvSpPr>
        <p:spPr bwMode="auto">
          <a:xfrm flipV="1">
            <a:off x="5842000" y="6219826"/>
            <a:ext cx="63500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eaLnBrk="1" hangingPunct="1">
              <a:defRPr/>
            </a:pPr>
            <a:endParaRPr lang="en-US">
              <a:latin typeface="+mn-lt"/>
            </a:endParaRPr>
          </a:p>
        </p:txBody>
      </p:sp>
      <p:sp>
        <p:nvSpPr>
          <p:cNvPr id="2" name="Title 1"/>
          <p:cNvSpPr>
            <a:spLocks noGrp="1"/>
          </p:cNvSpPr>
          <p:nvPr>
            <p:ph type="title"/>
          </p:nvPr>
        </p:nvSpPr>
        <p:spPr>
          <a:xfrm>
            <a:off x="812800" y="1176997"/>
            <a:ext cx="2950464" cy="1582621"/>
          </a:xfrm>
        </p:spPr>
        <p:txBody>
          <a:bodyPr lIns="45720" rIns="45720" bIns="45720"/>
          <a:lstStyle>
            <a:lvl1pPr algn="l">
              <a:buNone/>
              <a:defRPr sz="2000" b="1">
                <a:solidFill>
                  <a:schemeClr val="tx2"/>
                </a:solidFill>
              </a:defRPr>
            </a:lvl1pPr>
          </a:lstStyle>
          <a:p>
            <a:r>
              <a:rPr lang="en-US"/>
              <a:t>Click to edit Master title style</a:t>
            </a:r>
          </a:p>
        </p:txBody>
      </p:sp>
      <p:sp>
        <p:nvSpPr>
          <p:cNvPr id="4" name="Text Placeholder 3"/>
          <p:cNvSpPr>
            <a:spLocks noGrp="1"/>
          </p:cNvSpPr>
          <p:nvPr>
            <p:ph type="body" sz="half" idx="2"/>
          </p:nvPr>
        </p:nvSpPr>
        <p:spPr>
          <a:xfrm>
            <a:off x="812800" y="2828785"/>
            <a:ext cx="2946400" cy="2179320"/>
          </a:xfrm>
        </p:spPr>
        <p:txBody>
          <a:bodyPr lIns="64008" rIns="45720"/>
          <a:lstStyle>
            <a:lvl1pPr marL="0" indent="0" algn="l">
              <a:spcBef>
                <a:spcPts val="250"/>
              </a:spcBef>
              <a:buFontTx/>
              <a:buNone/>
              <a:defRPr sz="1300"/>
            </a:lvl1pPr>
            <a:lvl2pPr>
              <a:defRPr sz="1200"/>
            </a:lvl2pPr>
            <a:lvl3pPr>
              <a:defRPr sz="1000"/>
            </a:lvl3pPr>
            <a:lvl4pPr>
              <a:defRPr sz="900"/>
            </a:lvl4pPr>
            <a:lvl5pPr>
              <a:defRPr sz="900"/>
            </a:lvl5pPr>
          </a:lstStyle>
          <a:p>
            <a:pPr lvl="0"/>
            <a:r>
              <a:rPr lang="en-US"/>
              <a:t>Click to edit Master text styles</a:t>
            </a:r>
          </a:p>
        </p:txBody>
      </p:sp>
      <p:sp>
        <p:nvSpPr>
          <p:cNvPr id="3" name="Picture Placeholder 2"/>
          <p:cNvSpPr>
            <a:spLocks noGrp="1"/>
          </p:cNvSpPr>
          <p:nvPr>
            <p:ph type="pic" idx="1"/>
          </p:nvPr>
        </p:nvSpPr>
        <p:spPr>
          <a:xfrm rot="420000">
            <a:off x="4647724" y="1199517"/>
            <a:ext cx="6156960" cy="3931920"/>
          </a:xfrm>
          <a:prstGeom prst="rect">
            <a:avLst/>
          </a:prstGeom>
          <a:solidFill>
            <a:schemeClr val="bg2"/>
          </a:solidFill>
          <a:ln w="3000" cap="rnd">
            <a:solidFill>
              <a:srgbClr val="C0C0C0"/>
            </a:solidFill>
            <a:round/>
          </a:ln>
          <a:effectLst/>
        </p:spPr>
        <p:txBody>
          <a:bodyPr>
            <a:normAutofit/>
          </a:bodyPr>
          <a:lstStyle>
            <a:lvl1pPr marL="0" indent="0">
              <a:buNone/>
              <a:defRPr sz="3200"/>
            </a:lvl1pPr>
          </a:lstStyle>
          <a:p>
            <a:pPr lvl="0"/>
            <a:r>
              <a:rPr lang="en-US" noProof="0"/>
              <a:t>Click icon to add picture</a:t>
            </a:r>
            <a:endParaRPr lang="en-US" noProof="0" dirty="0"/>
          </a:p>
        </p:txBody>
      </p:sp>
      <p:sp>
        <p:nvSpPr>
          <p:cNvPr id="9" name="Date Placeholder 4">
            <a:extLst>
              <a:ext uri="{FF2B5EF4-FFF2-40B4-BE49-F238E27FC236}">
                <a16:creationId xmlns="" xmlns:a16="http://schemas.microsoft.com/office/drawing/2014/main" id="{BEB17C22-FF8E-CD81-1009-A93CC01D99AF}"/>
              </a:ext>
            </a:extLst>
          </p:cNvPr>
          <p:cNvSpPr>
            <a:spLocks noGrp="1"/>
          </p:cNvSpPr>
          <p:nvPr>
            <p:ph type="dt" sz="half" idx="10"/>
          </p:nvPr>
        </p:nvSpPr>
        <p:spPr/>
        <p:txBody>
          <a:bodyPr/>
          <a:lstStyle>
            <a:lvl1pPr>
              <a:defRPr/>
            </a:lvl1pPr>
          </a:lstStyle>
          <a:p>
            <a:fld id="{BCBCC196-A5FD-4C0D-A8C6-80B2E2A13635}" type="datetimeFigureOut">
              <a:rPr lang="en-US" smtClean="0">
                <a:solidFill>
                  <a:srgbClr val="1F497D"/>
                </a:solidFill>
              </a:rPr>
              <a:pPr/>
              <a:t>1/29/2026</a:t>
            </a:fld>
            <a:endParaRPr lang="en-US">
              <a:solidFill>
                <a:srgbClr val="1F497D"/>
              </a:solidFill>
            </a:endParaRPr>
          </a:p>
        </p:txBody>
      </p:sp>
      <p:sp>
        <p:nvSpPr>
          <p:cNvPr id="10" name="Footer Placeholder 5">
            <a:extLst>
              <a:ext uri="{FF2B5EF4-FFF2-40B4-BE49-F238E27FC236}">
                <a16:creationId xmlns="" xmlns:a16="http://schemas.microsoft.com/office/drawing/2014/main" id="{962E28DA-ED19-5DD0-ED93-87A11FF64043}"/>
              </a:ext>
            </a:extLst>
          </p:cNvPr>
          <p:cNvSpPr>
            <a:spLocks noGrp="1"/>
          </p:cNvSpPr>
          <p:nvPr>
            <p:ph type="ftr" sz="quarter" idx="11"/>
          </p:nvPr>
        </p:nvSpPr>
        <p:spPr/>
        <p:txBody>
          <a:bodyPr/>
          <a:lstStyle>
            <a:lvl1pPr>
              <a:defRPr/>
            </a:lvl1pPr>
          </a:lstStyle>
          <a:p>
            <a:endParaRPr lang="en-US">
              <a:solidFill>
                <a:srgbClr val="1F497D"/>
              </a:solidFill>
            </a:endParaRPr>
          </a:p>
        </p:txBody>
      </p:sp>
      <p:sp>
        <p:nvSpPr>
          <p:cNvPr id="11" name="Slide Number Placeholder 6">
            <a:extLst>
              <a:ext uri="{FF2B5EF4-FFF2-40B4-BE49-F238E27FC236}">
                <a16:creationId xmlns="" xmlns:a16="http://schemas.microsoft.com/office/drawing/2014/main" id="{796F5744-DED2-BE04-53F4-B6FCCCF67636}"/>
              </a:ext>
            </a:extLst>
          </p:cNvPr>
          <p:cNvSpPr>
            <a:spLocks noGrp="1"/>
          </p:cNvSpPr>
          <p:nvPr>
            <p:ph type="sldNum" sz="quarter" idx="12"/>
          </p:nvPr>
        </p:nvSpPr>
        <p:spPr>
          <a:xfrm>
            <a:off x="10769600" y="6356351"/>
            <a:ext cx="812800" cy="365125"/>
          </a:xfrm>
        </p:spPr>
        <p:txBody>
          <a:bodyPr/>
          <a:lstStyle>
            <a:lvl1pPr>
              <a:defRPr/>
            </a:lvl1pPr>
          </a:lstStyle>
          <a:p>
            <a:fld id="{0A508388-4FD4-457B-83B2-8FE3D9E40D08}" type="slidenum">
              <a:rPr lang="en-US" smtClean="0">
                <a:solidFill>
                  <a:srgbClr val="1F497D"/>
                </a:solidFill>
              </a:rPr>
              <a:pPr/>
              <a:t>‹#›</a:t>
            </a:fld>
            <a:endParaRPr lang="en-US">
              <a:solidFill>
                <a:srgbClr val="1F497D"/>
              </a:solidFill>
            </a:endParaRPr>
          </a:p>
        </p:txBody>
      </p:sp>
    </p:spTree>
    <p:extLst>
      <p:ext uri="{BB962C8B-B14F-4D97-AF65-F5344CB8AC3E}">
        <p14:creationId xmlns:p14="http://schemas.microsoft.com/office/powerpoint/2010/main" val="2337845204"/>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a:extLst>
              <a:ext uri="{FF2B5EF4-FFF2-40B4-BE49-F238E27FC236}">
                <a16:creationId xmlns="" xmlns:a16="http://schemas.microsoft.com/office/drawing/2014/main" id="{15B035E5-5FED-9EDE-24C8-6831B2945FD7}"/>
              </a:ext>
            </a:extLst>
          </p:cNvPr>
          <p:cNvSpPr>
            <a:spLocks noGrp="1"/>
          </p:cNvSpPr>
          <p:nvPr>
            <p:ph type="dt" sz="half" idx="10"/>
          </p:nvPr>
        </p:nvSpPr>
        <p:spPr/>
        <p:txBody>
          <a:bodyPr/>
          <a:lstStyle>
            <a:lvl1pPr>
              <a:defRPr/>
            </a:lvl1pPr>
          </a:lstStyle>
          <a:p>
            <a:fld id="{BCBCC196-A5FD-4C0D-A8C6-80B2E2A13635}" type="datetimeFigureOut">
              <a:rPr lang="en-US" smtClean="0">
                <a:solidFill>
                  <a:srgbClr val="1F497D"/>
                </a:solidFill>
              </a:rPr>
              <a:pPr/>
              <a:t>1/29/2026</a:t>
            </a:fld>
            <a:endParaRPr lang="en-US">
              <a:solidFill>
                <a:srgbClr val="1F497D"/>
              </a:solidFill>
            </a:endParaRPr>
          </a:p>
        </p:txBody>
      </p:sp>
      <p:sp>
        <p:nvSpPr>
          <p:cNvPr id="5" name="Footer Placeholder 21">
            <a:extLst>
              <a:ext uri="{FF2B5EF4-FFF2-40B4-BE49-F238E27FC236}">
                <a16:creationId xmlns="" xmlns:a16="http://schemas.microsoft.com/office/drawing/2014/main" id="{E65AF5BB-9BC8-0147-2675-43C409DF488F}"/>
              </a:ext>
            </a:extLst>
          </p:cNvPr>
          <p:cNvSpPr>
            <a:spLocks noGrp="1"/>
          </p:cNvSpPr>
          <p:nvPr>
            <p:ph type="ftr" sz="quarter" idx="11"/>
          </p:nvPr>
        </p:nvSpPr>
        <p:spPr/>
        <p:txBody>
          <a:bodyPr/>
          <a:lstStyle>
            <a:lvl1pPr>
              <a:defRPr/>
            </a:lvl1pPr>
          </a:lstStyle>
          <a:p>
            <a:endParaRPr lang="en-US">
              <a:solidFill>
                <a:srgbClr val="1F497D"/>
              </a:solidFill>
            </a:endParaRPr>
          </a:p>
        </p:txBody>
      </p:sp>
      <p:sp>
        <p:nvSpPr>
          <p:cNvPr id="6" name="Slide Number Placeholder 17">
            <a:extLst>
              <a:ext uri="{FF2B5EF4-FFF2-40B4-BE49-F238E27FC236}">
                <a16:creationId xmlns="" xmlns:a16="http://schemas.microsoft.com/office/drawing/2014/main" id="{B88A393B-71D2-1BD5-0119-826DBE4C93FE}"/>
              </a:ext>
            </a:extLst>
          </p:cNvPr>
          <p:cNvSpPr>
            <a:spLocks noGrp="1"/>
          </p:cNvSpPr>
          <p:nvPr>
            <p:ph type="sldNum" sz="quarter" idx="12"/>
          </p:nvPr>
        </p:nvSpPr>
        <p:spPr/>
        <p:txBody>
          <a:bodyPr/>
          <a:lstStyle>
            <a:lvl1pPr>
              <a:defRPr/>
            </a:lvl1pPr>
          </a:lstStyle>
          <a:p>
            <a:fld id="{0A508388-4FD4-457B-83B2-8FE3D9E40D08}" type="slidenum">
              <a:rPr lang="en-US" smtClean="0">
                <a:solidFill>
                  <a:srgbClr val="1F497D"/>
                </a:solidFill>
              </a:rPr>
              <a:pPr/>
              <a:t>‹#›</a:t>
            </a:fld>
            <a:endParaRPr lang="en-US">
              <a:solidFill>
                <a:srgbClr val="1F497D"/>
              </a:solidFill>
            </a:endParaRPr>
          </a:p>
        </p:txBody>
      </p:sp>
    </p:spTree>
    <p:extLst>
      <p:ext uri="{BB962C8B-B14F-4D97-AF65-F5344CB8AC3E}">
        <p14:creationId xmlns:p14="http://schemas.microsoft.com/office/powerpoint/2010/main" val="2983422301"/>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914402"/>
            <a:ext cx="2743200" cy="52117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914402"/>
            <a:ext cx="8026400" cy="52117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a:extLst>
              <a:ext uri="{FF2B5EF4-FFF2-40B4-BE49-F238E27FC236}">
                <a16:creationId xmlns="" xmlns:a16="http://schemas.microsoft.com/office/drawing/2014/main" id="{18529199-EE63-AFDD-84F1-426A9C9B2776}"/>
              </a:ext>
            </a:extLst>
          </p:cNvPr>
          <p:cNvSpPr>
            <a:spLocks noGrp="1"/>
          </p:cNvSpPr>
          <p:nvPr>
            <p:ph type="dt" sz="half" idx="10"/>
          </p:nvPr>
        </p:nvSpPr>
        <p:spPr/>
        <p:txBody>
          <a:bodyPr/>
          <a:lstStyle>
            <a:lvl1pPr>
              <a:defRPr/>
            </a:lvl1pPr>
          </a:lstStyle>
          <a:p>
            <a:fld id="{BCBCC196-A5FD-4C0D-A8C6-80B2E2A13635}" type="datetimeFigureOut">
              <a:rPr lang="en-US" smtClean="0">
                <a:solidFill>
                  <a:srgbClr val="1F497D"/>
                </a:solidFill>
              </a:rPr>
              <a:pPr/>
              <a:t>1/29/2026</a:t>
            </a:fld>
            <a:endParaRPr lang="en-US">
              <a:solidFill>
                <a:srgbClr val="1F497D"/>
              </a:solidFill>
            </a:endParaRPr>
          </a:p>
        </p:txBody>
      </p:sp>
      <p:sp>
        <p:nvSpPr>
          <p:cNvPr id="5" name="Footer Placeholder 21">
            <a:extLst>
              <a:ext uri="{FF2B5EF4-FFF2-40B4-BE49-F238E27FC236}">
                <a16:creationId xmlns="" xmlns:a16="http://schemas.microsoft.com/office/drawing/2014/main" id="{20E75482-F3F2-076B-3B18-6DF36B0E9801}"/>
              </a:ext>
            </a:extLst>
          </p:cNvPr>
          <p:cNvSpPr>
            <a:spLocks noGrp="1"/>
          </p:cNvSpPr>
          <p:nvPr>
            <p:ph type="ftr" sz="quarter" idx="11"/>
          </p:nvPr>
        </p:nvSpPr>
        <p:spPr/>
        <p:txBody>
          <a:bodyPr/>
          <a:lstStyle>
            <a:lvl1pPr>
              <a:defRPr/>
            </a:lvl1pPr>
          </a:lstStyle>
          <a:p>
            <a:endParaRPr lang="en-US">
              <a:solidFill>
                <a:srgbClr val="1F497D"/>
              </a:solidFill>
            </a:endParaRPr>
          </a:p>
        </p:txBody>
      </p:sp>
      <p:sp>
        <p:nvSpPr>
          <p:cNvPr id="6" name="Slide Number Placeholder 17">
            <a:extLst>
              <a:ext uri="{FF2B5EF4-FFF2-40B4-BE49-F238E27FC236}">
                <a16:creationId xmlns="" xmlns:a16="http://schemas.microsoft.com/office/drawing/2014/main" id="{5DF13457-6662-86CB-2F0A-44761BD70AA4}"/>
              </a:ext>
            </a:extLst>
          </p:cNvPr>
          <p:cNvSpPr>
            <a:spLocks noGrp="1"/>
          </p:cNvSpPr>
          <p:nvPr>
            <p:ph type="sldNum" sz="quarter" idx="12"/>
          </p:nvPr>
        </p:nvSpPr>
        <p:spPr/>
        <p:txBody>
          <a:bodyPr/>
          <a:lstStyle>
            <a:lvl1pPr>
              <a:defRPr/>
            </a:lvl1pPr>
          </a:lstStyle>
          <a:p>
            <a:fld id="{0A508388-4FD4-457B-83B2-8FE3D9E40D08}" type="slidenum">
              <a:rPr lang="en-US" smtClean="0">
                <a:solidFill>
                  <a:srgbClr val="1F497D"/>
                </a:solidFill>
              </a:rPr>
              <a:pPr/>
              <a:t>‹#›</a:t>
            </a:fld>
            <a:endParaRPr lang="en-US">
              <a:solidFill>
                <a:srgbClr val="1F497D"/>
              </a:solidFill>
            </a:endParaRPr>
          </a:p>
        </p:txBody>
      </p:sp>
    </p:spTree>
    <p:extLst>
      <p:ext uri="{BB962C8B-B14F-4D97-AF65-F5344CB8AC3E}">
        <p14:creationId xmlns:p14="http://schemas.microsoft.com/office/powerpoint/2010/main" val="37440062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2.jpe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image" Target="../media/image2.jpeg"/><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image" Target="../media/image2.jpeg"/><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13" Type="http://schemas.openxmlformats.org/officeDocument/2006/relationships/image" Target="../media/image2.jpeg"/><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6.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4.xml"/><Relationship Id="rId13" Type="http://schemas.openxmlformats.org/officeDocument/2006/relationships/image" Target="../media/image2.jpeg"/><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theme" Target="../theme/theme7.xml"/><Relationship Id="rId2" Type="http://schemas.openxmlformats.org/officeDocument/2006/relationships/slideLayout" Target="../slideLayouts/slideLayout68.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5.xml"/><Relationship Id="rId13" Type="http://schemas.openxmlformats.org/officeDocument/2006/relationships/image" Target="../media/image2.jpeg"/><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theme" Target="../theme/theme8.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96.xml"/><Relationship Id="rId13" Type="http://schemas.openxmlformats.org/officeDocument/2006/relationships/image" Target="../media/image2.jpeg"/><Relationship Id="rId3" Type="http://schemas.openxmlformats.org/officeDocument/2006/relationships/slideLayout" Target="../slideLayouts/slideLayout91.xml"/><Relationship Id="rId7" Type="http://schemas.openxmlformats.org/officeDocument/2006/relationships/slideLayout" Target="../slideLayouts/slideLayout95.xml"/><Relationship Id="rId12" Type="http://schemas.openxmlformats.org/officeDocument/2006/relationships/theme" Target="../theme/theme9.xml"/><Relationship Id="rId2" Type="http://schemas.openxmlformats.org/officeDocument/2006/relationships/slideLayout" Target="../slideLayouts/slideLayout90.xml"/><Relationship Id="rId1" Type="http://schemas.openxmlformats.org/officeDocument/2006/relationships/slideLayout" Target="../slideLayouts/slideLayout89.xml"/><Relationship Id="rId6" Type="http://schemas.openxmlformats.org/officeDocument/2006/relationships/slideLayout" Target="../slideLayouts/slideLayout94.xml"/><Relationship Id="rId11" Type="http://schemas.openxmlformats.org/officeDocument/2006/relationships/slideLayout" Target="../slideLayouts/slideLayout99.xml"/><Relationship Id="rId5" Type="http://schemas.openxmlformats.org/officeDocument/2006/relationships/slideLayout" Target="../slideLayouts/slideLayout93.xml"/><Relationship Id="rId10" Type="http://schemas.openxmlformats.org/officeDocument/2006/relationships/slideLayout" Target="../slideLayouts/slideLayout98.xml"/><Relationship Id="rId4" Type="http://schemas.openxmlformats.org/officeDocument/2006/relationships/slideLayout" Target="../slideLayouts/slideLayout92.xml"/><Relationship Id="rId9" Type="http://schemas.openxmlformats.org/officeDocument/2006/relationships/slideLayout" Target="../slideLayouts/slideLayout9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7" name="Freeform 6">
            <a:extLst>
              <a:ext uri="{FF2B5EF4-FFF2-40B4-BE49-F238E27FC236}">
                <a16:creationId xmlns="" xmlns:a16="http://schemas.microsoft.com/office/drawing/2014/main" id="{E0BE69BE-70ED-2620-6CE2-B84B32EECFC5}"/>
              </a:ext>
            </a:extLst>
          </p:cNvPr>
          <p:cNvSpPr>
            <a:spLocks/>
          </p:cNvSpPr>
          <p:nvPr/>
        </p:nvSpPr>
        <p:spPr bwMode="auto">
          <a:xfrm>
            <a:off x="-12700" y="-7938"/>
            <a:ext cx="12217400" cy="1041401"/>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eaLnBrk="1" hangingPunct="1">
              <a:defRPr/>
            </a:pPr>
            <a:endParaRPr lang="en-US" sz="1800">
              <a:latin typeface="+mn-lt"/>
            </a:endParaRPr>
          </a:p>
        </p:txBody>
      </p:sp>
      <p:sp>
        <p:nvSpPr>
          <p:cNvPr id="8" name="Freeform 7">
            <a:extLst>
              <a:ext uri="{FF2B5EF4-FFF2-40B4-BE49-F238E27FC236}">
                <a16:creationId xmlns="" xmlns:a16="http://schemas.microsoft.com/office/drawing/2014/main" id="{2428F0C3-BC7A-E8E9-C0C3-222DD2C0C448}"/>
              </a:ext>
            </a:extLst>
          </p:cNvPr>
          <p:cNvSpPr>
            <a:spLocks/>
          </p:cNvSpPr>
          <p:nvPr/>
        </p:nvSpPr>
        <p:spPr bwMode="auto">
          <a:xfrm>
            <a:off x="5842000" y="-7938"/>
            <a:ext cx="6350000" cy="638176"/>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eaLnBrk="1" hangingPunct="1">
              <a:defRPr/>
            </a:pPr>
            <a:endParaRPr lang="en-US" sz="1800">
              <a:latin typeface="+mn-lt"/>
            </a:endParaRPr>
          </a:p>
        </p:txBody>
      </p:sp>
      <p:sp>
        <p:nvSpPr>
          <p:cNvPr id="1028" name="Title Placeholder 8">
            <a:extLst>
              <a:ext uri="{FF2B5EF4-FFF2-40B4-BE49-F238E27FC236}">
                <a16:creationId xmlns="" xmlns:a16="http://schemas.microsoft.com/office/drawing/2014/main" id="{F4EB1DA5-DBA2-7476-DC10-E5795D56F8AC}"/>
              </a:ext>
            </a:extLst>
          </p:cNvPr>
          <p:cNvSpPr>
            <a:spLocks noGrp="1"/>
          </p:cNvSpPr>
          <p:nvPr>
            <p:ph type="title"/>
          </p:nvPr>
        </p:nvSpPr>
        <p:spPr bwMode="auto">
          <a:xfrm>
            <a:off x="609600" y="704850"/>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0" numCol="1" anchor="b" anchorCtr="0" compatLnSpc="1">
            <a:prstTxWarp prst="textNoShape">
              <a:avLst/>
            </a:prstTxWarp>
          </a:bodyPr>
          <a:lstStyle/>
          <a:p>
            <a:pPr lvl="0"/>
            <a:r>
              <a:rPr lang="en-US" altLang="en-US"/>
              <a:t>Click to edit Master title style</a:t>
            </a:r>
          </a:p>
        </p:txBody>
      </p:sp>
      <p:sp>
        <p:nvSpPr>
          <p:cNvPr id="1029" name="Text Placeholder 29">
            <a:extLst>
              <a:ext uri="{FF2B5EF4-FFF2-40B4-BE49-F238E27FC236}">
                <a16:creationId xmlns="" xmlns:a16="http://schemas.microsoft.com/office/drawing/2014/main" id="{81F35648-60E7-31A5-3927-E94BBFEAD8A9}"/>
              </a:ext>
            </a:extLst>
          </p:cNvPr>
          <p:cNvSpPr>
            <a:spLocks noGrp="1"/>
          </p:cNvSpPr>
          <p:nvPr>
            <p:ph type="body" idx="1"/>
          </p:nvPr>
        </p:nvSpPr>
        <p:spPr bwMode="auto">
          <a:xfrm>
            <a:off x="609600" y="1935164"/>
            <a:ext cx="10972800" cy="438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 name="Date Placeholder 9">
            <a:extLst>
              <a:ext uri="{FF2B5EF4-FFF2-40B4-BE49-F238E27FC236}">
                <a16:creationId xmlns="" xmlns:a16="http://schemas.microsoft.com/office/drawing/2014/main" id="{837A6DED-481D-8783-A657-AC004238E4AA}"/>
              </a:ext>
            </a:extLst>
          </p:cNvPr>
          <p:cNvSpPr>
            <a:spLocks noGrp="1"/>
          </p:cNvSpPr>
          <p:nvPr>
            <p:ph type="dt" sz="half" idx="2"/>
          </p:nvPr>
        </p:nvSpPr>
        <p:spPr>
          <a:xfrm>
            <a:off x="609600" y="6356351"/>
            <a:ext cx="2844800" cy="365125"/>
          </a:xfrm>
          <a:prstGeom prst="rect">
            <a:avLst/>
          </a:prstGeom>
        </p:spPr>
        <p:txBody>
          <a:bodyPr vert="horz" lIns="0" tIns="0" rIns="0" bIns="0" anchor="b"/>
          <a:lstStyle>
            <a:lvl1pPr algn="l" eaLnBrk="1" latinLnBrk="0" hangingPunct="1">
              <a:defRPr kumimoji="0" sz="1200">
                <a:solidFill>
                  <a:schemeClr val="tx2">
                    <a:shade val="90000"/>
                  </a:schemeClr>
                </a:solidFill>
                <a:latin typeface="Arial" charset="0"/>
              </a:defRPr>
            </a:lvl1pPr>
          </a:lstStyle>
          <a:p>
            <a:fld id="{53E14F5A-04CB-404C-8174-6FCA72957328}" type="datetimeFigureOut">
              <a:rPr lang="en-US" smtClean="0"/>
              <a:t>1/29/2026</a:t>
            </a:fld>
            <a:endParaRPr lang="en-US"/>
          </a:p>
        </p:txBody>
      </p:sp>
      <p:sp>
        <p:nvSpPr>
          <p:cNvPr id="22" name="Footer Placeholder 21">
            <a:extLst>
              <a:ext uri="{FF2B5EF4-FFF2-40B4-BE49-F238E27FC236}">
                <a16:creationId xmlns="" xmlns:a16="http://schemas.microsoft.com/office/drawing/2014/main" id="{4F28A7A2-5889-5F7D-09B1-6302BB652B5B}"/>
              </a:ext>
            </a:extLst>
          </p:cNvPr>
          <p:cNvSpPr>
            <a:spLocks noGrp="1"/>
          </p:cNvSpPr>
          <p:nvPr>
            <p:ph type="ftr" sz="quarter" idx="3"/>
          </p:nvPr>
        </p:nvSpPr>
        <p:spPr>
          <a:xfrm>
            <a:off x="3556000" y="6356351"/>
            <a:ext cx="4470400" cy="365125"/>
          </a:xfrm>
          <a:prstGeom prst="rect">
            <a:avLst/>
          </a:prstGeom>
        </p:spPr>
        <p:txBody>
          <a:bodyPr vert="horz" lIns="0" tIns="0" rIns="0" bIns="0" anchor="b"/>
          <a:lstStyle>
            <a:lvl1pPr algn="l" eaLnBrk="1" latinLnBrk="0" hangingPunct="1">
              <a:defRPr kumimoji="0" sz="1200">
                <a:solidFill>
                  <a:schemeClr val="tx2">
                    <a:shade val="90000"/>
                  </a:schemeClr>
                </a:solidFill>
                <a:latin typeface="Arial" charset="0"/>
              </a:defRPr>
            </a:lvl1pPr>
          </a:lstStyle>
          <a:p>
            <a:endParaRPr lang="en-US"/>
          </a:p>
        </p:txBody>
      </p:sp>
      <p:sp>
        <p:nvSpPr>
          <p:cNvPr id="18" name="Slide Number Placeholder 17">
            <a:extLst>
              <a:ext uri="{FF2B5EF4-FFF2-40B4-BE49-F238E27FC236}">
                <a16:creationId xmlns="" xmlns:a16="http://schemas.microsoft.com/office/drawing/2014/main" id="{81E60D15-5150-FD33-BFAE-26C05BD001FD}"/>
              </a:ext>
            </a:extLst>
          </p:cNvPr>
          <p:cNvSpPr>
            <a:spLocks noGrp="1"/>
          </p:cNvSpPr>
          <p:nvPr>
            <p:ph type="sldNum" sz="quarter" idx="4"/>
          </p:nvPr>
        </p:nvSpPr>
        <p:spPr>
          <a:xfrm>
            <a:off x="10566400" y="6356351"/>
            <a:ext cx="1016000" cy="365125"/>
          </a:xfrm>
          <a:prstGeom prst="rect">
            <a:avLst/>
          </a:prstGeom>
        </p:spPr>
        <p:txBody>
          <a:bodyPr vert="horz" wrap="square" lIns="0" tIns="0" rIns="0" bIns="0" numCol="1" anchor="b" anchorCtr="0" compatLnSpc="1">
            <a:prstTxWarp prst="textNoShape">
              <a:avLst/>
            </a:prstTxWarp>
          </a:bodyPr>
          <a:lstStyle>
            <a:lvl1pPr algn="r" eaLnBrk="1" hangingPunct="1">
              <a:defRPr sz="1200">
                <a:solidFill>
                  <a:srgbClr val="045C75"/>
                </a:solidFill>
              </a:defRPr>
            </a:lvl1pPr>
          </a:lstStyle>
          <a:p>
            <a:fld id="{4494EA35-ED2E-494E-91CE-CDD6729B7A2F}" type="slidenum">
              <a:rPr lang="en-US" smtClean="0"/>
              <a:t>‹#›</a:t>
            </a:fld>
            <a:endParaRPr lang="en-US"/>
          </a:p>
        </p:txBody>
      </p:sp>
      <p:grpSp>
        <p:nvGrpSpPr>
          <p:cNvPr id="1033" name="Group 1">
            <a:extLst>
              <a:ext uri="{FF2B5EF4-FFF2-40B4-BE49-F238E27FC236}">
                <a16:creationId xmlns="" xmlns:a16="http://schemas.microsoft.com/office/drawing/2014/main" id="{0C0A9B03-F1FD-27C5-AA0F-90A6934011B5}"/>
              </a:ext>
            </a:extLst>
          </p:cNvPr>
          <p:cNvGrpSpPr>
            <a:grpSpLocks/>
          </p:cNvGrpSpPr>
          <p:nvPr/>
        </p:nvGrpSpPr>
        <p:grpSpPr bwMode="auto">
          <a:xfrm>
            <a:off x="-25399" y="203200"/>
            <a:ext cx="12240684" cy="647700"/>
            <a:chOff x="-19045" y="216550"/>
            <a:chExt cx="9180548" cy="649224"/>
          </a:xfrm>
        </p:grpSpPr>
        <p:sp>
          <p:nvSpPr>
            <p:cNvPr id="12" name="Freeform 11">
              <a:extLst>
                <a:ext uri="{FF2B5EF4-FFF2-40B4-BE49-F238E27FC236}">
                  <a16:creationId xmlns="" xmlns:a16="http://schemas.microsoft.com/office/drawing/2014/main" id="{0BAF7F2B-F87C-3EF6-157D-7A9D3E1B7C0C}"/>
                </a:ext>
              </a:extLst>
            </p:cNvPr>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eaLnBrk="1" hangingPunct="1">
                <a:defRPr/>
              </a:pPr>
              <a:endParaRPr lang="en-US" sz="1800">
                <a:latin typeface="Arial" charset="0"/>
              </a:endParaRPr>
            </a:p>
          </p:txBody>
        </p:sp>
        <p:sp>
          <p:nvSpPr>
            <p:cNvPr id="13" name="Freeform 12">
              <a:extLst>
                <a:ext uri="{FF2B5EF4-FFF2-40B4-BE49-F238E27FC236}">
                  <a16:creationId xmlns="" xmlns:a16="http://schemas.microsoft.com/office/drawing/2014/main" id="{7AA38E87-6548-ADA7-5EF2-2943E34B8DFE}"/>
                </a:ext>
              </a:extLst>
            </p:cNvPr>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eaLnBrk="1" hangingPunct="1">
                <a:defRPr/>
              </a:pPr>
              <a:endParaRPr lang="en-US" sz="1800">
                <a:latin typeface="Arial" charset="0"/>
              </a:endParaRPr>
            </a:p>
          </p:txBody>
        </p:sp>
      </p:grpSp>
    </p:spTree>
    <p:extLst>
      <p:ext uri="{BB962C8B-B14F-4D97-AF65-F5344CB8AC3E}">
        <p14:creationId xmlns:p14="http://schemas.microsoft.com/office/powerpoint/2010/main" val="128623099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fontAlgn="base" hangingPunct="1">
        <a:spcBef>
          <a:spcPct val="0"/>
        </a:spcBef>
        <a:spcAft>
          <a:spcPct val="0"/>
        </a:spcAft>
        <a:defRPr sz="5000" kern="1200">
          <a:solidFill>
            <a:schemeClr val="tx2"/>
          </a:solidFill>
          <a:latin typeface="+mj-lt"/>
          <a:ea typeface="+mj-ea"/>
          <a:cs typeface="+mj-cs"/>
        </a:defRPr>
      </a:lvl1pPr>
      <a:lvl2pPr algn="l" rtl="0" eaLnBrk="1" fontAlgn="base" hangingPunct="1">
        <a:spcBef>
          <a:spcPct val="0"/>
        </a:spcBef>
        <a:spcAft>
          <a:spcPct val="0"/>
        </a:spcAft>
        <a:defRPr sz="5000">
          <a:solidFill>
            <a:schemeClr val="tx2"/>
          </a:solidFill>
          <a:latin typeface="Calibri" pitchFamily="34" charset="0"/>
        </a:defRPr>
      </a:lvl2pPr>
      <a:lvl3pPr algn="l" rtl="0" eaLnBrk="1" fontAlgn="base" hangingPunct="1">
        <a:spcBef>
          <a:spcPct val="0"/>
        </a:spcBef>
        <a:spcAft>
          <a:spcPct val="0"/>
        </a:spcAft>
        <a:defRPr sz="5000">
          <a:solidFill>
            <a:schemeClr val="tx2"/>
          </a:solidFill>
          <a:latin typeface="Calibri" pitchFamily="34" charset="0"/>
        </a:defRPr>
      </a:lvl3pPr>
      <a:lvl4pPr algn="l" rtl="0" eaLnBrk="1" fontAlgn="base" hangingPunct="1">
        <a:spcBef>
          <a:spcPct val="0"/>
        </a:spcBef>
        <a:spcAft>
          <a:spcPct val="0"/>
        </a:spcAft>
        <a:defRPr sz="5000">
          <a:solidFill>
            <a:schemeClr val="tx2"/>
          </a:solidFill>
          <a:latin typeface="Calibri" pitchFamily="34" charset="0"/>
        </a:defRPr>
      </a:lvl4pPr>
      <a:lvl5pPr algn="l" rtl="0" eaLnBrk="1" fontAlgn="base" hangingPunct="1">
        <a:spcBef>
          <a:spcPct val="0"/>
        </a:spcBef>
        <a:spcAft>
          <a:spcPct val="0"/>
        </a:spcAft>
        <a:defRPr sz="5000">
          <a:solidFill>
            <a:schemeClr val="tx2"/>
          </a:solidFill>
          <a:latin typeface="Calibri" pitchFamily="34" charset="0"/>
        </a:defRPr>
      </a:lvl5pPr>
      <a:lvl6pPr marL="457200" algn="l" rtl="0" eaLnBrk="1" fontAlgn="base" hangingPunct="1">
        <a:spcBef>
          <a:spcPct val="0"/>
        </a:spcBef>
        <a:spcAft>
          <a:spcPct val="0"/>
        </a:spcAft>
        <a:defRPr sz="5000">
          <a:solidFill>
            <a:schemeClr val="tx2"/>
          </a:solidFill>
          <a:latin typeface="Calibri" pitchFamily="34" charset="0"/>
        </a:defRPr>
      </a:lvl6pPr>
      <a:lvl7pPr marL="914400" algn="l" rtl="0" eaLnBrk="1" fontAlgn="base" hangingPunct="1">
        <a:spcBef>
          <a:spcPct val="0"/>
        </a:spcBef>
        <a:spcAft>
          <a:spcPct val="0"/>
        </a:spcAft>
        <a:defRPr sz="5000">
          <a:solidFill>
            <a:schemeClr val="tx2"/>
          </a:solidFill>
          <a:latin typeface="Calibri" pitchFamily="34" charset="0"/>
        </a:defRPr>
      </a:lvl7pPr>
      <a:lvl8pPr marL="1371600" algn="l" rtl="0" eaLnBrk="1" fontAlgn="base" hangingPunct="1">
        <a:spcBef>
          <a:spcPct val="0"/>
        </a:spcBef>
        <a:spcAft>
          <a:spcPct val="0"/>
        </a:spcAft>
        <a:defRPr sz="5000">
          <a:solidFill>
            <a:schemeClr val="tx2"/>
          </a:solidFill>
          <a:latin typeface="Calibri" pitchFamily="34" charset="0"/>
        </a:defRPr>
      </a:lvl8pPr>
      <a:lvl9pPr marL="1828800" algn="l" rtl="0" eaLnBrk="1" fontAlgn="base" hangingPunct="1">
        <a:spcBef>
          <a:spcPct val="0"/>
        </a:spcBef>
        <a:spcAft>
          <a:spcPct val="0"/>
        </a:spcAft>
        <a:defRPr sz="5000">
          <a:solidFill>
            <a:schemeClr val="tx2"/>
          </a:solidFill>
          <a:latin typeface="Calibri" pitchFamily="34" charset="0"/>
        </a:defRPr>
      </a:lvl9pPr>
    </p:titleStyle>
    <p:bodyStyle>
      <a:lvl1pPr marL="273050" indent="-273050" algn="l" rtl="0" eaLnBrk="1" fontAlgn="base" hangingPunct="1">
        <a:spcBef>
          <a:spcPct val="20000"/>
        </a:spcBef>
        <a:spcAft>
          <a:spcPct val="0"/>
        </a:spcAft>
        <a:buClr>
          <a:srgbClr val="0BD0D9"/>
        </a:buClr>
        <a:buSzPct val="95000"/>
        <a:buFont typeface="Wingdings 2" panose="05020102010507070707" pitchFamily="18" charset="2"/>
        <a:buChar char=""/>
        <a:defRPr sz="2600" kern="1200">
          <a:solidFill>
            <a:schemeClr val="tx1"/>
          </a:solidFill>
          <a:latin typeface="+mn-lt"/>
          <a:ea typeface="+mn-ea"/>
          <a:cs typeface="+mn-cs"/>
        </a:defRPr>
      </a:lvl1pPr>
      <a:lvl2pPr marL="639763" indent="-246063" algn="l" rtl="0" eaLnBrk="1" fontAlgn="base" hangingPunct="1">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063" algn="l" rtl="0" eaLnBrk="1" fontAlgn="base" hangingPunct="1">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1" fontAlgn="base" hangingPunct="1">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088" indent="-209550" algn="l" rtl="0" eaLnBrk="1" fontAlgn="base" hangingPunct="1">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7" name="Freeform 6">
            <a:extLst>
              <a:ext uri="{FF2B5EF4-FFF2-40B4-BE49-F238E27FC236}">
                <a16:creationId xmlns="" xmlns:a16="http://schemas.microsoft.com/office/drawing/2014/main" id="{E0BE69BE-70ED-2620-6CE2-B84B32EECFC5}"/>
              </a:ext>
            </a:extLst>
          </p:cNvPr>
          <p:cNvSpPr>
            <a:spLocks/>
          </p:cNvSpPr>
          <p:nvPr/>
        </p:nvSpPr>
        <p:spPr bwMode="auto">
          <a:xfrm>
            <a:off x="-12700" y="-7938"/>
            <a:ext cx="12217400" cy="1041401"/>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eaLnBrk="1" hangingPunct="1">
              <a:defRPr/>
            </a:pPr>
            <a:endParaRPr lang="en-US">
              <a:latin typeface="+mn-lt"/>
            </a:endParaRPr>
          </a:p>
        </p:txBody>
      </p:sp>
      <p:sp>
        <p:nvSpPr>
          <p:cNvPr id="8" name="Freeform 7">
            <a:extLst>
              <a:ext uri="{FF2B5EF4-FFF2-40B4-BE49-F238E27FC236}">
                <a16:creationId xmlns="" xmlns:a16="http://schemas.microsoft.com/office/drawing/2014/main" id="{2428F0C3-BC7A-E8E9-C0C3-222DD2C0C448}"/>
              </a:ext>
            </a:extLst>
          </p:cNvPr>
          <p:cNvSpPr>
            <a:spLocks/>
          </p:cNvSpPr>
          <p:nvPr/>
        </p:nvSpPr>
        <p:spPr bwMode="auto">
          <a:xfrm>
            <a:off x="5842000" y="-7938"/>
            <a:ext cx="6350000" cy="638176"/>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eaLnBrk="1" hangingPunct="1">
              <a:defRPr/>
            </a:pPr>
            <a:endParaRPr lang="en-US">
              <a:latin typeface="+mn-lt"/>
            </a:endParaRPr>
          </a:p>
        </p:txBody>
      </p:sp>
      <p:sp>
        <p:nvSpPr>
          <p:cNvPr id="1028" name="Title Placeholder 8">
            <a:extLst>
              <a:ext uri="{FF2B5EF4-FFF2-40B4-BE49-F238E27FC236}">
                <a16:creationId xmlns="" xmlns:a16="http://schemas.microsoft.com/office/drawing/2014/main" id="{F4EB1DA5-DBA2-7476-DC10-E5795D56F8AC}"/>
              </a:ext>
            </a:extLst>
          </p:cNvPr>
          <p:cNvSpPr>
            <a:spLocks noGrp="1"/>
          </p:cNvSpPr>
          <p:nvPr>
            <p:ph type="title"/>
          </p:nvPr>
        </p:nvSpPr>
        <p:spPr bwMode="auto">
          <a:xfrm>
            <a:off x="609600" y="704850"/>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0" numCol="1" anchor="b" anchorCtr="0" compatLnSpc="1">
            <a:prstTxWarp prst="textNoShape">
              <a:avLst/>
            </a:prstTxWarp>
          </a:bodyPr>
          <a:lstStyle/>
          <a:p>
            <a:pPr lvl="0"/>
            <a:r>
              <a:rPr lang="en-US" altLang="en-US"/>
              <a:t>Click to edit Master title style</a:t>
            </a:r>
          </a:p>
        </p:txBody>
      </p:sp>
      <p:sp>
        <p:nvSpPr>
          <p:cNvPr id="1029" name="Text Placeholder 29">
            <a:extLst>
              <a:ext uri="{FF2B5EF4-FFF2-40B4-BE49-F238E27FC236}">
                <a16:creationId xmlns="" xmlns:a16="http://schemas.microsoft.com/office/drawing/2014/main" id="{81F35648-60E7-31A5-3927-E94BBFEAD8A9}"/>
              </a:ext>
            </a:extLst>
          </p:cNvPr>
          <p:cNvSpPr>
            <a:spLocks noGrp="1"/>
          </p:cNvSpPr>
          <p:nvPr>
            <p:ph type="body" idx="1"/>
          </p:nvPr>
        </p:nvSpPr>
        <p:spPr bwMode="auto">
          <a:xfrm>
            <a:off x="609600" y="1935164"/>
            <a:ext cx="10972800" cy="438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 name="Date Placeholder 9">
            <a:extLst>
              <a:ext uri="{FF2B5EF4-FFF2-40B4-BE49-F238E27FC236}">
                <a16:creationId xmlns="" xmlns:a16="http://schemas.microsoft.com/office/drawing/2014/main" id="{837A6DED-481D-8783-A657-AC004238E4AA}"/>
              </a:ext>
            </a:extLst>
          </p:cNvPr>
          <p:cNvSpPr>
            <a:spLocks noGrp="1"/>
          </p:cNvSpPr>
          <p:nvPr>
            <p:ph type="dt" sz="half" idx="2"/>
          </p:nvPr>
        </p:nvSpPr>
        <p:spPr>
          <a:xfrm>
            <a:off x="609600" y="6356351"/>
            <a:ext cx="2844800" cy="365125"/>
          </a:xfrm>
          <a:prstGeom prst="rect">
            <a:avLst/>
          </a:prstGeom>
        </p:spPr>
        <p:txBody>
          <a:bodyPr vert="horz" lIns="0" tIns="0" rIns="0" bIns="0" anchor="b"/>
          <a:lstStyle>
            <a:lvl1pPr algn="l" eaLnBrk="1" latinLnBrk="0" hangingPunct="1">
              <a:defRPr kumimoji="0" sz="1200">
                <a:solidFill>
                  <a:schemeClr val="tx2">
                    <a:shade val="90000"/>
                  </a:schemeClr>
                </a:solidFill>
                <a:latin typeface="Arial" charset="0"/>
              </a:defRPr>
            </a:lvl1pPr>
          </a:lstStyle>
          <a:p>
            <a:fld id="{53E14F5A-04CB-404C-8174-6FCA72957328}" type="datetimeFigureOut">
              <a:rPr lang="en-US" smtClean="0"/>
              <a:t>1/29/2026</a:t>
            </a:fld>
            <a:endParaRPr lang="en-US"/>
          </a:p>
        </p:txBody>
      </p:sp>
      <p:sp>
        <p:nvSpPr>
          <p:cNvPr id="22" name="Footer Placeholder 21">
            <a:extLst>
              <a:ext uri="{FF2B5EF4-FFF2-40B4-BE49-F238E27FC236}">
                <a16:creationId xmlns="" xmlns:a16="http://schemas.microsoft.com/office/drawing/2014/main" id="{4F28A7A2-5889-5F7D-09B1-6302BB652B5B}"/>
              </a:ext>
            </a:extLst>
          </p:cNvPr>
          <p:cNvSpPr>
            <a:spLocks noGrp="1"/>
          </p:cNvSpPr>
          <p:nvPr>
            <p:ph type="ftr" sz="quarter" idx="3"/>
          </p:nvPr>
        </p:nvSpPr>
        <p:spPr>
          <a:xfrm>
            <a:off x="3556000" y="6356351"/>
            <a:ext cx="4470400" cy="365125"/>
          </a:xfrm>
          <a:prstGeom prst="rect">
            <a:avLst/>
          </a:prstGeom>
        </p:spPr>
        <p:txBody>
          <a:bodyPr vert="horz" lIns="0" tIns="0" rIns="0" bIns="0" anchor="b"/>
          <a:lstStyle>
            <a:lvl1pPr algn="l" eaLnBrk="1" latinLnBrk="0" hangingPunct="1">
              <a:defRPr kumimoji="0" sz="1200">
                <a:solidFill>
                  <a:schemeClr val="tx2">
                    <a:shade val="90000"/>
                  </a:schemeClr>
                </a:solidFill>
                <a:latin typeface="Arial" charset="0"/>
              </a:defRPr>
            </a:lvl1pPr>
          </a:lstStyle>
          <a:p>
            <a:endParaRPr lang="en-US"/>
          </a:p>
        </p:txBody>
      </p:sp>
      <p:sp>
        <p:nvSpPr>
          <p:cNvPr id="18" name="Slide Number Placeholder 17">
            <a:extLst>
              <a:ext uri="{FF2B5EF4-FFF2-40B4-BE49-F238E27FC236}">
                <a16:creationId xmlns="" xmlns:a16="http://schemas.microsoft.com/office/drawing/2014/main" id="{81E60D15-5150-FD33-BFAE-26C05BD001FD}"/>
              </a:ext>
            </a:extLst>
          </p:cNvPr>
          <p:cNvSpPr>
            <a:spLocks noGrp="1"/>
          </p:cNvSpPr>
          <p:nvPr>
            <p:ph type="sldNum" sz="quarter" idx="4"/>
          </p:nvPr>
        </p:nvSpPr>
        <p:spPr>
          <a:xfrm>
            <a:off x="10566400" y="6356351"/>
            <a:ext cx="1016000" cy="365125"/>
          </a:xfrm>
          <a:prstGeom prst="rect">
            <a:avLst/>
          </a:prstGeom>
        </p:spPr>
        <p:txBody>
          <a:bodyPr vert="horz" wrap="square" lIns="0" tIns="0" rIns="0" bIns="0" numCol="1" anchor="b" anchorCtr="0" compatLnSpc="1">
            <a:prstTxWarp prst="textNoShape">
              <a:avLst/>
            </a:prstTxWarp>
          </a:bodyPr>
          <a:lstStyle>
            <a:lvl1pPr algn="r" eaLnBrk="1" hangingPunct="1">
              <a:defRPr sz="1200">
                <a:solidFill>
                  <a:srgbClr val="045C75"/>
                </a:solidFill>
              </a:defRPr>
            </a:lvl1pPr>
          </a:lstStyle>
          <a:p>
            <a:fld id="{4494EA35-ED2E-494E-91CE-CDD6729B7A2F}" type="slidenum">
              <a:rPr lang="en-US" smtClean="0"/>
              <a:t>‹#›</a:t>
            </a:fld>
            <a:endParaRPr lang="en-US"/>
          </a:p>
        </p:txBody>
      </p:sp>
      <p:grpSp>
        <p:nvGrpSpPr>
          <p:cNvPr id="1033" name="Group 1">
            <a:extLst>
              <a:ext uri="{FF2B5EF4-FFF2-40B4-BE49-F238E27FC236}">
                <a16:creationId xmlns="" xmlns:a16="http://schemas.microsoft.com/office/drawing/2014/main" id="{0C0A9B03-F1FD-27C5-AA0F-90A6934011B5}"/>
              </a:ext>
            </a:extLst>
          </p:cNvPr>
          <p:cNvGrpSpPr>
            <a:grpSpLocks/>
          </p:cNvGrpSpPr>
          <p:nvPr/>
        </p:nvGrpSpPr>
        <p:grpSpPr bwMode="auto">
          <a:xfrm>
            <a:off x="-25399" y="203200"/>
            <a:ext cx="12240684" cy="647700"/>
            <a:chOff x="-19045" y="216550"/>
            <a:chExt cx="9180548" cy="649224"/>
          </a:xfrm>
        </p:grpSpPr>
        <p:sp>
          <p:nvSpPr>
            <p:cNvPr id="12" name="Freeform 11">
              <a:extLst>
                <a:ext uri="{FF2B5EF4-FFF2-40B4-BE49-F238E27FC236}">
                  <a16:creationId xmlns="" xmlns:a16="http://schemas.microsoft.com/office/drawing/2014/main" id="{0BAF7F2B-F87C-3EF6-157D-7A9D3E1B7C0C}"/>
                </a:ext>
              </a:extLst>
            </p:cNvPr>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eaLnBrk="1" hangingPunct="1">
                <a:defRPr/>
              </a:pPr>
              <a:endParaRPr lang="en-US">
                <a:latin typeface="Arial" charset="0"/>
              </a:endParaRPr>
            </a:p>
          </p:txBody>
        </p:sp>
        <p:sp>
          <p:nvSpPr>
            <p:cNvPr id="13" name="Freeform 12">
              <a:extLst>
                <a:ext uri="{FF2B5EF4-FFF2-40B4-BE49-F238E27FC236}">
                  <a16:creationId xmlns="" xmlns:a16="http://schemas.microsoft.com/office/drawing/2014/main" id="{7AA38E87-6548-ADA7-5EF2-2943E34B8DFE}"/>
                </a:ext>
              </a:extLst>
            </p:cNvPr>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eaLnBrk="1" hangingPunct="1">
                <a:defRPr/>
              </a:pPr>
              <a:endParaRPr lang="en-US">
                <a:latin typeface="Arial" charset="0"/>
              </a:endParaRPr>
            </a:p>
          </p:txBody>
        </p:sp>
      </p:grpSp>
    </p:spTree>
    <p:extLst>
      <p:ext uri="{BB962C8B-B14F-4D97-AF65-F5344CB8AC3E}">
        <p14:creationId xmlns:p14="http://schemas.microsoft.com/office/powerpoint/2010/main" val="2544776087"/>
      </p:ext>
    </p:extLst>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txStyles>
    <p:titleStyle>
      <a:lvl1pPr algn="l" rtl="0" eaLnBrk="1" fontAlgn="base" hangingPunct="1">
        <a:spcBef>
          <a:spcPct val="0"/>
        </a:spcBef>
        <a:spcAft>
          <a:spcPct val="0"/>
        </a:spcAft>
        <a:defRPr sz="5000" kern="1200">
          <a:solidFill>
            <a:schemeClr val="tx2"/>
          </a:solidFill>
          <a:latin typeface="+mj-lt"/>
          <a:ea typeface="+mj-ea"/>
          <a:cs typeface="+mj-cs"/>
        </a:defRPr>
      </a:lvl1pPr>
      <a:lvl2pPr algn="l" rtl="0" eaLnBrk="1" fontAlgn="base" hangingPunct="1">
        <a:spcBef>
          <a:spcPct val="0"/>
        </a:spcBef>
        <a:spcAft>
          <a:spcPct val="0"/>
        </a:spcAft>
        <a:defRPr sz="5000">
          <a:solidFill>
            <a:schemeClr val="tx2"/>
          </a:solidFill>
          <a:latin typeface="Calibri" pitchFamily="34" charset="0"/>
        </a:defRPr>
      </a:lvl2pPr>
      <a:lvl3pPr algn="l" rtl="0" eaLnBrk="1" fontAlgn="base" hangingPunct="1">
        <a:spcBef>
          <a:spcPct val="0"/>
        </a:spcBef>
        <a:spcAft>
          <a:spcPct val="0"/>
        </a:spcAft>
        <a:defRPr sz="5000">
          <a:solidFill>
            <a:schemeClr val="tx2"/>
          </a:solidFill>
          <a:latin typeface="Calibri" pitchFamily="34" charset="0"/>
        </a:defRPr>
      </a:lvl3pPr>
      <a:lvl4pPr algn="l" rtl="0" eaLnBrk="1" fontAlgn="base" hangingPunct="1">
        <a:spcBef>
          <a:spcPct val="0"/>
        </a:spcBef>
        <a:spcAft>
          <a:spcPct val="0"/>
        </a:spcAft>
        <a:defRPr sz="5000">
          <a:solidFill>
            <a:schemeClr val="tx2"/>
          </a:solidFill>
          <a:latin typeface="Calibri" pitchFamily="34" charset="0"/>
        </a:defRPr>
      </a:lvl4pPr>
      <a:lvl5pPr algn="l" rtl="0" eaLnBrk="1" fontAlgn="base" hangingPunct="1">
        <a:spcBef>
          <a:spcPct val="0"/>
        </a:spcBef>
        <a:spcAft>
          <a:spcPct val="0"/>
        </a:spcAft>
        <a:defRPr sz="5000">
          <a:solidFill>
            <a:schemeClr val="tx2"/>
          </a:solidFill>
          <a:latin typeface="Calibri" pitchFamily="34" charset="0"/>
        </a:defRPr>
      </a:lvl5pPr>
      <a:lvl6pPr marL="457200" algn="l" rtl="0" eaLnBrk="1" fontAlgn="base" hangingPunct="1">
        <a:spcBef>
          <a:spcPct val="0"/>
        </a:spcBef>
        <a:spcAft>
          <a:spcPct val="0"/>
        </a:spcAft>
        <a:defRPr sz="5000">
          <a:solidFill>
            <a:schemeClr val="tx2"/>
          </a:solidFill>
          <a:latin typeface="Calibri" pitchFamily="34" charset="0"/>
        </a:defRPr>
      </a:lvl6pPr>
      <a:lvl7pPr marL="914400" algn="l" rtl="0" eaLnBrk="1" fontAlgn="base" hangingPunct="1">
        <a:spcBef>
          <a:spcPct val="0"/>
        </a:spcBef>
        <a:spcAft>
          <a:spcPct val="0"/>
        </a:spcAft>
        <a:defRPr sz="5000">
          <a:solidFill>
            <a:schemeClr val="tx2"/>
          </a:solidFill>
          <a:latin typeface="Calibri" pitchFamily="34" charset="0"/>
        </a:defRPr>
      </a:lvl7pPr>
      <a:lvl8pPr marL="1371600" algn="l" rtl="0" eaLnBrk="1" fontAlgn="base" hangingPunct="1">
        <a:spcBef>
          <a:spcPct val="0"/>
        </a:spcBef>
        <a:spcAft>
          <a:spcPct val="0"/>
        </a:spcAft>
        <a:defRPr sz="5000">
          <a:solidFill>
            <a:schemeClr val="tx2"/>
          </a:solidFill>
          <a:latin typeface="Calibri" pitchFamily="34" charset="0"/>
        </a:defRPr>
      </a:lvl8pPr>
      <a:lvl9pPr marL="1828800" algn="l" rtl="0" eaLnBrk="1" fontAlgn="base" hangingPunct="1">
        <a:spcBef>
          <a:spcPct val="0"/>
        </a:spcBef>
        <a:spcAft>
          <a:spcPct val="0"/>
        </a:spcAft>
        <a:defRPr sz="5000">
          <a:solidFill>
            <a:schemeClr val="tx2"/>
          </a:solidFill>
          <a:latin typeface="Calibri" pitchFamily="34" charset="0"/>
        </a:defRPr>
      </a:lvl9pPr>
    </p:titleStyle>
    <p:bodyStyle>
      <a:lvl1pPr marL="273050" indent="-273050" algn="l" rtl="0" eaLnBrk="1" fontAlgn="base" hangingPunct="1">
        <a:spcBef>
          <a:spcPct val="20000"/>
        </a:spcBef>
        <a:spcAft>
          <a:spcPct val="0"/>
        </a:spcAft>
        <a:buClr>
          <a:srgbClr val="0BD0D9"/>
        </a:buClr>
        <a:buSzPct val="95000"/>
        <a:buFont typeface="Wingdings 2" panose="05020102010507070707" pitchFamily="18" charset="2"/>
        <a:buChar char=""/>
        <a:defRPr sz="2600" kern="1200">
          <a:solidFill>
            <a:schemeClr val="tx1"/>
          </a:solidFill>
          <a:latin typeface="+mn-lt"/>
          <a:ea typeface="+mn-ea"/>
          <a:cs typeface="+mn-cs"/>
        </a:defRPr>
      </a:lvl1pPr>
      <a:lvl2pPr marL="639763" indent="-246063" algn="l" rtl="0" eaLnBrk="1" fontAlgn="base" hangingPunct="1">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063" algn="l" rtl="0" eaLnBrk="1" fontAlgn="base" hangingPunct="1">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1" fontAlgn="base" hangingPunct="1">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088" indent="-209550" algn="l" rtl="0" eaLnBrk="1" fontAlgn="base" hangingPunct="1">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7" name="Freeform 6">
            <a:extLst>
              <a:ext uri="{FF2B5EF4-FFF2-40B4-BE49-F238E27FC236}">
                <a16:creationId xmlns="" xmlns:a16="http://schemas.microsoft.com/office/drawing/2014/main" id="{E0BE69BE-70ED-2620-6CE2-B84B32EECFC5}"/>
              </a:ext>
            </a:extLst>
          </p:cNvPr>
          <p:cNvSpPr>
            <a:spLocks/>
          </p:cNvSpPr>
          <p:nvPr/>
        </p:nvSpPr>
        <p:spPr bwMode="auto">
          <a:xfrm>
            <a:off x="-12700" y="-7938"/>
            <a:ext cx="12217400" cy="1041401"/>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eaLnBrk="1" hangingPunct="1">
              <a:defRPr/>
            </a:pPr>
            <a:endParaRPr lang="en-US">
              <a:latin typeface="+mn-lt"/>
            </a:endParaRPr>
          </a:p>
        </p:txBody>
      </p:sp>
      <p:sp>
        <p:nvSpPr>
          <p:cNvPr id="8" name="Freeform 7">
            <a:extLst>
              <a:ext uri="{FF2B5EF4-FFF2-40B4-BE49-F238E27FC236}">
                <a16:creationId xmlns="" xmlns:a16="http://schemas.microsoft.com/office/drawing/2014/main" id="{2428F0C3-BC7A-E8E9-C0C3-222DD2C0C448}"/>
              </a:ext>
            </a:extLst>
          </p:cNvPr>
          <p:cNvSpPr>
            <a:spLocks/>
          </p:cNvSpPr>
          <p:nvPr/>
        </p:nvSpPr>
        <p:spPr bwMode="auto">
          <a:xfrm>
            <a:off x="5842000" y="-7938"/>
            <a:ext cx="6350000" cy="638176"/>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eaLnBrk="1" hangingPunct="1">
              <a:defRPr/>
            </a:pPr>
            <a:endParaRPr lang="en-US">
              <a:latin typeface="+mn-lt"/>
            </a:endParaRPr>
          </a:p>
        </p:txBody>
      </p:sp>
      <p:sp>
        <p:nvSpPr>
          <p:cNvPr id="1028" name="Title Placeholder 8">
            <a:extLst>
              <a:ext uri="{FF2B5EF4-FFF2-40B4-BE49-F238E27FC236}">
                <a16:creationId xmlns="" xmlns:a16="http://schemas.microsoft.com/office/drawing/2014/main" id="{F4EB1DA5-DBA2-7476-DC10-E5795D56F8AC}"/>
              </a:ext>
            </a:extLst>
          </p:cNvPr>
          <p:cNvSpPr>
            <a:spLocks noGrp="1"/>
          </p:cNvSpPr>
          <p:nvPr>
            <p:ph type="title"/>
          </p:nvPr>
        </p:nvSpPr>
        <p:spPr bwMode="auto">
          <a:xfrm>
            <a:off x="609600" y="704850"/>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0" numCol="1" anchor="b" anchorCtr="0" compatLnSpc="1">
            <a:prstTxWarp prst="textNoShape">
              <a:avLst/>
            </a:prstTxWarp>
          </a:bodyPr>
          <a:lstStyle/>
          <a:p>
            <a:pPr lvl="0"/>
            <a:r>
              <a:rPr lang="en-US" altLang="en-US"/>
              <a:t>Click to edit Master title style</a:t>
            </a:r>
          </a:p>
        </p:txBody>
      </p:sp>
      <p:sp>
        <p:nvSpPr>
          <p:cNvPr id="1029" name="Text Placeholder 29">
            <a:extLst>
              <a:ext uri="{FF2B5EF4-FFF2-40B4-BE49-F238E27FC236}">
                <a16:creationId xmlns="" xmlns:a16="http://schemas.microsoft.com/office/drawing/2014/main" id="{81F35648-60E7-31A5-3927-E94BBFEAD8A9}"/>
              </a:ext>
            </a:extLst>
          </p:cNvPr>
          <p:cNvSpPr>
            <a:spLocks noGrp="1"/>
          </p:cNvSpPr>
          <p:nvPr>
            <p:ph type="body" idx="1"/>
          </p:nvPr>
        </p:nvSpPr>
        <p:spPr bwMode="auto">
          <a:xfrm>
            <a:off x="609600" y="1935164"/>
            <a:ext cx="10972800" cy="438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 name="Date Placeholder 9">
            <a:extLst>
              <a:ext uri="{FF2B5EF4-FFF2-40B4-BE49-F238E27FC236}">
                <a16:creationId xmlns="" xmlns:a16="http://schemas.microsoft.com/office/drawing/2014/main" id="{837A6DED-481D-8783-A657-AC004238E4AA}"/>
              </a:ext>
            </a:extLst>
          </p:cNvPr>
          <p:cNvSpPr>
            <a:spLocks noGrp="1"/>
          </p:cNvSpPr>
          <p:nvPr>
            <p:ph type="dt" sz="half" idx="2"/>
          </p:nvPr>
        </p:nvSpPr>
        <p:spPr>
          <a:xfrm>
            <a:off x="609600" y="6356351"/>
            <a:ext cx="2844800" cy="365125"/>
          </a:xfrm>
          <a:prstGeom prst="rect">
            <a:avLst/>
          </a:prstGeom>
        </p:spPr>
        <p:txBody>
          <a:bodyPr vert="horz" lIns="0" tIns="0" rIns="0" bIns="0" anchor="b"/>
          <a:lstStyle>
            <a:lvl1pPr algn="l" eaLnBrk="1" latinLnBrk="0" hangingPunct="1">
              <a:defRPr kumimoji="0" sz="1200">
                <a:solidFill>
                  <a:schemeClr val="tx2">
                    <a:shade val="90000"/>
                  </a:schemeClr>
                </a:solidFill>
                <a:latin typeface="Arial" charset="0"/>
              </a:defRPr>
            </a:lvl1pPr>
          </a:lstStyle>
          <a:p>
            <a:fld id="{53E14F5A-04CB-404C-8174-6FCA72957328}" type="datetimeFigureOut">
              <a:rPr lang="en-US" smtClean="0"/>
              <a:t>1/29/2026</a:t>
            </a:fld>
            <a:endParaRPr lang="en-US"/>
          </a:p>
        </p:txBody>
      </p:sp>
      <p:sp>
        <p:nvSpPr>
          <p:cNvPr id="22" name="Footer Placeholder 21">
            <a:extLst>
              <a:ext uri="{FF2B5EF4-FFF2-40B4-BE49-F238E27FC236}">
                <a16:creationId xmlns="" xmlns:a16="http://schemas.microsoft.com/office/drawing/2014/main" id="{4F28A7A2-5889-5F7D-09B1-6302BB652B5B}"/>
              </a:ext>
            </a:extLst>
          </p:cNvPr>
          <p:cNvSpPr>
            <a:spLocks noGrp="1"/>
          </p:cNvSpPr>
          <p:nvPr>
            <p:ph type="ftr" sz="quarter" idx="3"/>
          </p:nvPr>
        </p:nvSpPr>
        <p:spPr>
          <a:xfrm>
            <a:off x="3556000" y="6356351"/>
            <a:ext cx="4470400" cy="365125"/>
          </a:xfrm>
          <a:prstGeom prst="rect">
            <a:avLst/>
          </a:prstGeom>
        </p:spPr>
        <p:txBody>
          <a:bodyPr vert="horz" lIns="0" tIns="0" rIns="0" bIns="0" anchor="b"/>
          <a:lstStyle>
            <a:lvl1pPr algn="l" eaLnBrk="1" latinLnBrk="0" hangingPunct="1">
              <a:defRPr kumimoji="0" sz="1200">
                <a:solidFill>
                  <a:schemeClr val="tx2">
                    <a:shade val="90000"/>
                  </a:schemeClr>
                </a:solidFill>
                <a:latin typeface="Arial" charset="0"/>
              </a:defRPr>
            </a:lvl1pPr>
          </a:lstStyle>
          <a:p>
            <a:endParaRPr lang="en-US"/>
          </a:p>
        </p:txBody>
      </p:sp>
      <p:sp>
        <p:nvSpPr>
          <p:cNvPr id="18" name="Slide Number Placeholder 17">
            <a:extLst>
              <a:ext uri="{FF2B5EF4-FFF2-40B4-BE49-F238E27FC236}">
                <a16:creationId xmlns="" xmlns:a16="http://schemas.microsoft.com/office/drawing/2014/main" id="{81E60D15-5150-FD33-BFAE-26C05BD001FD}"/>
              </a:ext>
            </a:extLst>
          </p:cNvPr>
          <p:cNvSpPr>
            <a:spLocks noGrp="1"/>
          </p:cNvSpPr>
          <p:nvPr>
            <p:ph type="sldNum" sz="quarter" idx="4"/>
          </p:nvPr>
        </p:nvSpPr>
        <p:spPr>
          <a:xfrm>
            <a:off x="10566400" y="6356351"/>
            <a:ext cx="1016000" cy="365125"/>
          </a:xfrm>
          <a:prstGeom prst="rect">
            <a:avLst/>
          </a:prstGeom>
        </p:spPr>
        <p:txBody>
          <a:bodyPr vert="horz" wrap="square" lIns="0" tIns="0" rIns="0" bIns="0" numCol="1" anchor="b" anchorCtr="0" compatLnSpc="1">
            <a:prstTxWarp prst="textNoShape">
              <a:avLst/>
            </a:prstTxWarp>
          </a:bodyPr>
          <a:lstStyle>
            <a:lvl1pPr algn="r" eaLnBrk="1" hangingPunct="1">
              <a:defRPr sz="1200">
                <a:solidFill>
                  <a:srgbClr val="045C75"/>
                </a:solidFill>
              </a:defRPr>
            </a:lvl1pPr>
          </a:lstStyle>
          <a:p>
            <a:fld id="{4494EA35-ED2E-494E-91CE-CDD6729B7A2F}" type="slidenum">
              <a:rPr lang="en-US" smtClean="0"/>
              <a:t>‹#›</a:t>
            </a:fld>
            <a:endParaRPr lang="en-US"/>
          </a:p>
        </p:txBody>
      </p:sp>
      <p:grpSp>
        <p:nvGrpSpPr>
          <p:cNvPr id="1033" name="Group 1">
            <a:extLst>
              <a:ext uri="{FF2B5EF4-FFF2-40B4-BE49-F238E27FC236}">
                <a16:creationId xmlns="" xmlns:a16="http://schemas.microsoft.com/office/drawing/2014/main" id="{0C0A9B03-F1FD-27C5-AA0F-90A6934011B5}"/>
              </a:ext>
            </a:extLst>
          </p:cNvPr>
          <p:cNvGrpSpPr>
            <a:grpSpLocks/>
          </p:cNvGrpSpPr>
          <p:nvPr/>
        </p:nvGrpSpPr>
        <p:grpSpPr bwMode="auto">
          <a:xfrm>
            <a:off x="-25399" y="203200"/>
            <a:ext cx="12240684" cy="647700"/>
            <a:chOff x="-19045" y="216550"/>
            <a:chExt cx="9180548" cy="649224"/>
          </a:xfrm>
        </p:grpSpPr>
        <p:sp>
          <p:nvSpPr>
            <p:cNvPr id="12" name="Freeform 11">
              <a:extLst>
                <a:ext uri="{FF2B5EF4-FFF2-40B4-BE49-F238E27FC236}">
                  <a16:creationId xmlns="" xmlns:a16="http://schemas.microsoft.com/office/drawing/2014/main" id="{0BAF7F2B-F87C-3EF6-157D-7A9D3E1B7C0C}"/>
                </a:ext>
              </a:extLst>
            </p:cNvPr>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eaLnBrk="1" hangingPunct="1">
                <a:defRPr/>
              </a:pPr>
              <a:endParaRPr lang="en-US">
                <a:latin typeface="Arial" charset="0"/>
              </a:endParaRPr>
            </a:p>
          </p:txBody>
        </p:sp>
        <p:sp>
          <p:nvSpPr>
            <p:cNvPr id="13" name="Freeform 12">
              <a:extLst>
                <a:ext uri="{FF2B5EF4-FFF2-40B4-BE49-F238E27FC236}">
                  <a16:creationId xmlns="" xmlns:a16="http://schemas.microsoft.com/office/drawing/2014/main" id="{7AA38E87-6548-ADA7-5EF2-2943E34B8DFE}"/>
                </a:ext>
              </a:extLst>
            </p:cNvPr>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eaLnBrk="1" hangingPunct="1">
                <a:defRPr/>
              </a:pPr>
              <a:endParaRPr lang="en-US">
                <a:latin typeface="Arial" charset="0"/>
              </a:endParaRPr>
            </a:p>
          </p:txBody>
        </p:sp>
      </p:grpSp>
    </p:spTree>
    <p:extLst>
      <p:ext uri="{BB962C8B-B14F-4D97-AF65-F5344CB8AC3E}">
        <p14:creationId xmlns:p14="http://schemas.microsoft.com/office/powerpoint/2010/main" val="3334796541"/>
      </p:ext>
    </p:extLst>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txStyles>
    <p:titleStyle>
      <a:lvl1pPr algn="l" rtl="0" eaLnBrk="1" fontAlgn="base" hangingPunct="1">
        <a:spcBef>
          <a:spcPct val="0"/>
        </a:spcBef>
        <a:spcAft>
          <a:spcPct val="0"/>
        </a:spcAft>
        <a:defRPr sz="5000" kern="1200">
          <a:solidFill>
            <a:schemeClr val="tx2"/>
          </a:solidFill>
          <a:latin typeface="+mj-lt"/>
          <a:ea typeface="+mj-ea"/>
          <a:cs typeface="+mj-cs"/>
        </a:defRPr>
      </a:lvl1pPr>
      <a:lvl2pPr algn="l" rtl="0" eaLnBrk="1" fontAlgn="base" hangingPunct="1">
        <a:spcBef>
          <a:spcPct val="0"/>
        </a:spcBef>
        <a:spcAft>
          <a:spcPct val="0"/>
        </a:spcAft>
        <a:defRPr sz="5000">
          <a:solidFill>
            <a:schemeClr val="tx2"/>
          </a:solidFill>
          <a:latin typeface="Calibri" pitchFamily="34" charset="0"/>
        </a:defRPr>
      </a:lvl2pPr>
      <a:lvl3pPr algn="l" rtl="0" eaLnBrk="1" fontAlgn="base" hangingPunct="1">
        <a:spcBef>
          <a:spcPct val="0"/>
        </a:spcBef>
        <a:spcAft>
          <a:spcPct val="0"/>
        </a:spcAft>
        <a:defRPr sz="5000">
          <a:solidFill>
            <a:schemeClr val="tx2"/>
          </a:solidFill>
          <a:latin typeface="Calibri" pitchFamily="34" charset="0"/>
        </a:defRPr>
      </a:lvl3pPr>
      <a:lvl4pPr algn="l" rtl="0" eaLnBrk="1" fontAlgn="base" hangingPunct="1">
        <a:spcBef>
          <a:spcPct val="0"/>
        </a:spcBef>
        <a:spcAft>
          <a:spcPct val="0"/>
        </a:spcAft>
        <a:defRPr sz="5000">
          <a:solidFill>
            <a:schemeClr val="tx2"/>
          </a:solidFill>
          <a:latin typeface="Calibri" pitchFamily="34" charset="0"/>
        </a:defRPr>
      </a:lvl4pPr>
      <a:lvl5pPr algn="l" rtl="0" eaLnBrk="1" fontAlgn="base" hangingPunct="1">
        <a:spcBef>
          <a:spcPct val="0"/>
        </a:spcBef>
        <a:spcAft>
          <a:spcPct val="0"/>
        </a:spcAft>
        <a:defRPr sz="5000">
          <a:solidFill>
            <a:schemeClr val="tx2"/>
          </a:solidFill>
          <a:latin typeface="Calibri" pitchFamily="34" charset="0"/>
        </a:defRPr>
      </a:lvl5pPr>
      <a:lvl6pPr marL="457200" algn="l" rtl="0" eaLnBrk="1" fontAlgn="base" hangingPunct="1">
        <a:spcBef>
          <a:spcPct val="0"/>
        </a:spcBef>
        <a:spcAft>
          <a:spcPct val="0"/>
        </a:spcAft>
        <a:defRPr sz="5000">
          <a:solidFill>
            <a:schemeClr val="tx2"/>
          </a:solidFill>
          <a:latin typeface="Calibri" pitchFamily="34" charset="0"/>
        </a:defRPr>
      </a:lvl6pPr>
      <a:lvl7pPr marL="914400" algn="l" rtl="0" eaLnBrk="1" fontAlgn="base" hangingPunct="1">
        <a:spcBef>
          <a:spcPct val="0"/>
        </a:spcBef>
        <a:spcAft>
          <a:spcPct val="0"/>
        </a:spcAft>
        <a:defRPr sz="5000">
          <a:solidFill>
            <a:schemeClr val="tx2"/>
          </a:solidFill>
          <a:latin typeface="Calibri" pitchFamily="34" charset="0"/>
        </a:defRPr>
      </a:lvl7pPr>
      <a:lvl8pPr marL="1371600" algn="l" rtl="0" eaLnBrk="1" fontAlgn="base" hangingPunct="1">
        <a:spcBef>
          <a:spcPct val="0"/>
        </a:spcBef>
        <a:spcAft>
          <a:spcPct val="0"/>
        </a:spcAft>
        <a:defRPr sz="5000">
          <a:solidFill>
            <a:schemeClr val="tx2"/>
          </a:solidFill>
          <a:latin typeface="Calibri" pitchFamily="34" charset="0"/>
        </a:defRPr>
      </a:lvl8pPr>
      <a:lvl9pPr marL="1828800" algn="l" rtl="0" eaLnBrk="1" fontAlgn="base" hangingPunct="1">
        <a:spcBef>
          <a:spcPct val="0"/>
        </a:spcBef>
        <a:spcAft>
          <a:spcPct val="0"/>
        </a:spcAft>
        <a:defRPr sz="5000">
          <a:solidFill>
            <a:schemeClr val="tx2"/>
          </a:solidFill>
          <a:latin typeface="Calibri" pitchFamily="34" charset="0"/>
        </a:defRPr>
      </a:lvl9pPr>
    </p:titleStyle>
    <p:bodyStyle>
      <a:lvl1pPr marL="273050" indent="-273050" algn="l" rtl="0" eaLnBrk="1" fontAlgn="base" hangingPunct="1">
        <a:spcBef>
          <a:spcPct val="20000"/>
        </a:spcBef>
        <a:spcAft>
          <a:spcPct val="0"/>
        </a:spcAft>
        <a:buClr>
          <a:srgbClr val="0BD0D9"/>
        </a:buClr>
        <a:buSzPct val="95000"/>
        <a:buFont typeface="Wingdings 2" panose="05020102010507070707" pitchFamily="18" charset="2"/>
        <a:buChar char=""/>
        <a:defRPr sz="2600" kern="1200">
          <a:solidFill>
            <a:schemeClr val="tx1"/>
          </a:solidFill>
          <a:latin typeface="+mn-lt"/>
          <a:ea typeface="+mn-ea"/>
          <a:cs typeface="+mn-cs"/>
        </a:defRPr>
      </a:lvl1pPr>
      <a:lvl2pPr marL="639763" indent="-246063" algn="l" rtl="0" eaLnBrk="1" fontAlgn="base" hangingPunct="1">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063" algn="l" rtl="0" eaLnBrk="1" fontAlgn="base" hangingPunct="1">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1" fontAlgn="base" hangingPunct="1">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088" indent="-209550" algn="l" rtl="0" eaLnBrk="1" fontAlgn="base" hangingPunct="1">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7" name="Freeform 6">
            <a:extLst>
              <a:ext uri="{FF2B5EF4-FFF2-40B4-BE49-F238E27FC236}">
                <a16:creationId xmlns="" xmlns:a16="http://schemas.microsoft.com/office/drawing/2014/main" id="{E0BE69BE-70ED-2620-6CE2-B84B32EECFC5}"/>
              </a:ext>
            </a:extLst>
          </p:cNvPr>
          <p:cNvSpPr>
            <a:spLocks/>
          </p:cNvSpPr>
          <p:nvPr/>
        </p:nvSpPr>
        <p:spPr bwMode="auto">
          <a:xfrm>
            <a:off x="-12700" y="-7938"/>
            <a:ext cx="12217400" cy="1041401"/>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eaLnBrk="1" hangingPunct="1">
              <a:defRPr/>
            </a:pPr>
            <a:endParaRPr lang="en-US">
              <a:latin typeface="+mn-lt"/>
            </a:endParaRPr>
          </a:p>
        </p:txBody>
      </p:sp>
      <p:sp>
        <p:nvSpPr>
          <p:cNvPr id="8" name="Freeform 7">
            <a:extLst>
              <a:ext uri="{FF2B5EF4-FFF2-40B4-BE49-F238E27FC236}">
                <a16:creationId xmlns="" xmlns:a16="http://schemas.microsoft.com/office/drawing/2014/main" id="{2428F0C3-BC7A-E8E9-C0C3-222DD2C0C448}"/>
              </a:ext>
            </a:extLst>
          </p:cNvPr>
          <p:cNvSpPr>
            <a:spLocks/>
          </p:cNvSpPr>
          <p:nvPr/>
        </p:nvSpPr>
        <p:spPr bwMode="auto">
          <a:xfrm>
            <a:off x="5842000" y="-7938"/>
            <a:ext cx="6350000" cy="638176"/>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eaLnBrk="1" hangingPunct="1">
              <a:defRPr/>
            </a:pPr>
            <a:endParaRPr lang="en-US">
              <a:latin typeface="+mn-lt"/>
            </a:endParaRPr>
          </a:p>
        </p:txBody>
      </p:sp>
      <p:sp>
        <p:nvSpPr>
          <p:cNvPr id="1028" name="Title Placeholder 8">
            <a:extLst>
              <a:ext uri="{FF2B5EF4-FFF2-40B4-BE49-F238E27FC236}">
                <a16:creationId xmlns="" xmlns:a16="http://schemas.microsoft.com/office/drawing/2014/main" id="{F4EB1DA5-DBA2-7476-DC10-E5795D56F8AC}"/>
              </a:ext>
            </a:extLst>
          </p:cNvPr>
          <p:cNvSpPr>
            <a:spLocks noGrp="1"/>
          </p:cNvSpPr>
          <p:nvPr>
            <p:ph type="title"/>
          </p:nvPr>
        </p:nvSpPr>
        <p:spPr bwMode="auto">
          <a:xfrm>
            <a:off x="609600" y="704850"/>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0" numCol="1" anchor="b" anchorCtr="0" compatLnSpc="1">
            <a:prstTxWarp prst="textNoShape">
              <a:avLst/>
            </a:prstTxWarp>
          </a:bodyPr>
          <a:lstStyle/>
          <a:p>
            <a:pPr lvl="0"/>
            <a:r>
              <a:rPr lang="en-US" altLang="en-US"/>
              <a:t>Click to edit Master title style</a:t>
            </a:r>
          </a:p>
        </p:txBody>
      </p:sp>
      <p:sp>
        <p:nvSpPr>
          <p:cNvPr id="1029" name="Text Placeholder 29">
            <a:extLst>
              <a:ext uri="{FF2B5EF4-FFF2-40B4-BE49-F238E27FC236}">
                <a16:creationId xmlns="" xmlns:a16="http://schemas.microsoft.com/office/drawing/2014/main" id="{81F35648-60E7-31A5-3927-E94BBFEAD8A9}"/>
              </a:ext>
            </a:extLst>
          </p:cNvPr>
          <p:cNvSpPr>
            <a:spLocks noGrp="1"/>
          </p:cNvSpPr>
          <p:nvPr>
            <p:ph type="body" idx="1"/>
          </p:nvPr>
        </p:nvSpPr>
        <p:spPr bwMode="auto">
          <a:xfrm>
            <a:off x="609600" y="1935164"/>
            <a:ext cx="10972800" cy="438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 name="Date Placeholder 9">
            <a:extLst>
              <a:ext uri="{FF2B5EF4-FFF2-40B4-BE49-F238E27FC236}">
                <a16:creationId xmlns="" xmlns:a16="http://schemas.microsoft.com/office/drawing/2014/main" id="{837A6DED-481D-8783-A657-AC004238E4AA}"/>
              </a:ext>
            </a:extLst>
          </p:cNvPr>
          <p:cNvSpPr>
            <a:spLocks noGrp="1"/>
          </p:cNvSpPr>
          <p:nvPr>
            <p:ph type="dt" sz="half" idx="2"/>
          </p:nvPr>
        </p:nvSpPr>
        <p:spPr>
          <a:xfrm>
            <a:off x="609600" y="6356351"/>
            <a:ext cx="2844800" cy="365125"/>
          </a:xfrm>
          <a:prstGeom prst="rect">
            <a:avLst/>
          </a:prstGeom>
        </p:spPr>
        <p:txBody>
          <a:bodyPr vert="horz" lIns="0" tIns="0" rIns="0" bIns="0" anchor="b"/>
          <a:lstStyle>
            <a:lvl1pPr algn="l" eaLnBrk="1" latinLnBrk="0" hangingPunct="1">
              <a:defRPr kumimoji="0" sz="1200">
                <a:solidFill>
                  <a:schemeClr val="tx2">
                    <a:shade val="90000"/>
                  </a:schemeClr>
                </a:solidFill>
                <a:latin typeface="Arial" charset="0"/>
              </a:defRPr>
            </a:lvl1pPr>
          </a:lstStyle>
          <a:p>
            <a:fld id="{53E14F5A-04CB-404C-8174-6FCA72957328}" type="datetimeFigureOut">
              <a:rPr lang="en-US" smtClean="0"/>
              <a:t>1/29/2026</a:t>
            </a:fld>
            <a:endParaRPr lang="en-US"/>
          </a:p>
        </p:txBody>
      </p:sp>
      <p:sp>
        <p:nvSpPr>
          <p:cNvPr id="22" name="Footer Placeholder 21">
            <a:extLst>
              <a:ext uri="{FF2B5EF4-FFF2-40B4-BE49-F238E27FC236}">
                <a16:creationId xmlns="" xmlns:a16="http://schemas.microsoft.com/office/drawing/2014/main" id="{4F28A7A2-5889-5F7D-09B1-6302BB652B5B}"/>
              </a:ext>
            </a:extLst>
          </p:cNvPr>
          <p:cNvSpPr>
            <a:spLocks noGrp="1"/>
          </p:cNvSpPr>
          <p:nvPr>
            <p:ph type="ftr" sz="quarter" idx="3"/>
          </p:nvPr>
        </p:nvSpPr>
        <p:spPr>
          <a:xfrm>
            <a:off x="3556000" y="6356351"/>
            <a:ext cx="4470400" cy="365125"/>
          </a:xfrm>
          <a:prstGeom prst="rect">
            <a:avLst/>
          </a:prstGeom>
        </p:spPr>
        <p:txBody>
          <a:bodyPr vert="horz" lIns="0" tIns="0" rIns="0" bIns="0" anchor="b"/>
          <a:lstStyle>
            <a:lvl1pPr algn="l" eaLnBrk="1" latinLnBrk="0" hangingPunct="1">
              <a:defRPr kumimoji="0" sz="1200">
                <a:solidFill>
                  <a:schemeClr val="tx2">
                    <a:shade val="90000"/>
                  </a:schemeClr>
                </a:solidFill>
                <a:latin typeface="Arial" charset="0"/>
              </a:defRPr>
            </a:lvl1pPr>
          </a:lstStyle>
          <a:p>
            <a:endParaRPr lang="en-US"/>
          </a:p>
        </p:txBody>
      </p:sp>
      <p:sp>
        <p:nvSpPr>
          <p:cNvPr id="18" name="Slide Number Placeholder 17">
            <a:extLst>
              <a:ext uri="{FF2B5EF4-FFF2-40B4-BE49-F238E27FC236}">
                <a16:creationId xmlns="" xmlns:a16="http://schemas.microsoft.com/office/drawing/2014/main" id="{81E60D15-5150-FD33-BFAE-26C05BD001FD}"/>
              </a:ext>
            </a:extLst>
          </p:cNvPr>
          <p:cNvSpPr>
            <a:spLocks noGrp="1"/>
          </p:cNvSpPr>
          <p:nvPr>
            <p:ph type="sldNum" sz="quarter" idx="4"/>
          </p:nvPr>
        </p:nvSpPr>
        <p:spPr>
          <a:xfrm>
            <a:off x="10566400" y="6356351"/>
            <a:ext cx="1016000" cy="365125"/>
          </a:xfrm>
          <a:prstGeom prst="rect">
            <a:avLst/>
          </a:prstGeom>
        </p:spPr>
        <p:txBody>
          <a:bodyPr vert="horz" wrap="square" lIns="0" tIns="0" rIns="0" bIns="0" numCol="1" anchor="b" anchorCtr="0" compatLnSpc="1">
            <a:prstTxWarp prst="textNoShape">
              <a:avLst/>
            </a:prstTxWarp>
          </a:bodyPr>
          <a:lstStyle>
            <a:lvl1pPr algn="r" eaLnBrk="1" hangingPunct="1">
              <a:defRPr sz="1200">
                <a:solidFill>
                  <a:srgbClr val="045C75"/>
                </a:solidFill>
              </a:defRPr>
            </a:lvl1pPr>
          </a:lstStyle>
          <a:p>
            <a:fld id="{4494EA35-ED2E-494E-91CE-CDD6729B7A2F}" type="slidenum">
              <a:rPr lang="en-US" smtClean="0"/>
              <a:t>‹#›</a:t>
            </a:fld>
            <a:endParaRPr lang="en-US"/>
          </a:p>
        </p:txBody>
      </p:sp>
      <p:grpSp>
        <p:nvGrpSpPr>
          <p:cNvPr id="1033" name="Group 1">
            <a:extLst>
              <a:ext uri="{FF2B5EF4-FFF2-40B4-BE49-F238E27FC236}">
                <a16:creationId xmlns="" xmlns:a16="http://schemas.microsoft.com/office/drawing/2014/main" id="{0C0A9B03-F1FD-27C5-AA0F-90A6934011B5}"/>
              </a:ext>
            </a:extLst>
          </p:cNvPr>
          <p:cNvGrpSpPr>
            <a:grpSpLocks/>
          </p:cNvGrpSpPr>
          <p:nvPr/>
        </p:nvGrpSpPr>
        <p:grpSpPr bwMode="auto">
          <a:xfrm>
            <a:off x="-25399" y="203200"/>
            <a:ext cx="12240684" cy="647700"/>
            <a:chOff x="-19045" y="216550"/>
            <a:chExt cx="9180548" cy="649224"/>
          </a:xfrm>
        </p:grpSpPr>
        <p:sp>
          <p:nvSpPr>
            <p:cNvPr id="12" name="Freeform 11">
              <a:extLst>
                <a:ext uri="{FF2B5EF4-FFF2-40B4-BE49-F238E27FC236}">
                  <a16:creationId xmlns="" xmlns:a16="http://schemas.microsoft.com/office/drawing/2014/main" id="{0BAF7F2B-F87C-3EF6-157D-7A9D3E1B7C0C}"/>
                </a:ext>
              </a:extLst>
            </p:cNvPr>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eaLnBrk="1" hangingPunct="1">
                <a:defRPr/>
              </a:pPr>
              <a:endParaRPr lang="en-US">
                <a:latin typeface="Arial" charset="0"/>
              </a:endParaRPr>
            </a:p>
          </p:txBody>
        </p:sp>
        <p:sp>
          <p:nvSpPr>
            <p:cNvPr id="13" name="Freeform 12">
              <a:extLst>
                <a:ext uri="{FF2B5EF4-FFF2-40B4-BE49-F238E27FC236}">
                  <a16:creationId xmlns="" xmlns:a16="http://schemas.microsoft.com/office/drawing/2014/main" id="{7AA38E87-6548-ADA7-5EF2-2943E34B8DFE}"/>
                </a:ext>
              </a:extLst>
            </p:cNvPr>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eaLnBrk="1" hangingPunct="1">
                <a:defRPr/>
              </a:pPr>
              <a:endParaRPr lang="en-US">
                <a:latin typeface="Arial" charset="0"/>
              </a:endParaRPr>
            </a:p>
          </p:txBody>
        </p:sp>
      </p:grpSp>
    </p:spTree>
    <p:extLst>
      <p:ext uri="{BB962C8B-B14F-4D97-AF65-F5344CB8AC3E}">
        <p14:creationId xmlns:p14="http://schemas.microsoft.com/office/powerpoint/2010/main" val="3762470850"/>
      </p:ext>
    </p:extLst>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Lst>
  <p:txStyles>
    <p:titleStyle>
      <a:lvl1pPr algn="l" rtl="0" eaLnBrk="1" fontAlgn="base" hangingPunct="1">
        <a:spcBef>
          <a:spcPct val="0"/>
        </a:spcBef>
        <a:spcAft>
          <a:spcPct val="0"/>
        </a:spcAft>
        <a:defRPr sz="5000" kern="1200">
          <a:solidFill>
            <a:schemeClr val="tx2"/>
          </a:solidFill>
          <a:latin typeface="+mj-lt"/>
          <a:ea typeface="+mj-ea"/>
          <a:cs typeface="+mj-cs"/>
        </a:defRPr>
      </a:lvl1pPr>
      <a:lvl2pPr algn="l" rtl="0" eaLnBrk="1" fontAlgn="base" hangingPunct="1">
        <a:spcBef>
          <a:spcPct val="0"/>
        </a:spcBef>
        <a:spcAft>
          <a:spcPct val="0"/>
        </a:spcAft>
        <a:defRPr sz="5000">
          <a:solidFill>
            <a:schemeClr val="tx2"/>
          </a:solidFill>
          <a:latin typeface="Calibri" pitchFamily="34" charset="0"/>
        </a:defRPr>
      </a:lvl2pPr>
      <a:lvl3pPr algn="l" rtl="0" eaLnBrk="1" fontAlgn="base" hangingPunct="1">
        <a:spcBef>
          <a:spcPct val="0"/>
        </a:spcBef>
        <a:spcAft>
          <a:spcPct val="0"/>
        </a:spcAft>
        <a:defRPr sz="5000">
          <a:solidFill>
            <a:schemeClr val="tx2"/>
          </a:solidFill>
          <a:latin typeface="Calibri" pitchFamily="34" charset="0"/>
        </a:defRPr>
      </a:lvl3pPr>
      <a:lvl4pPr algn="l" rtl="0" eaLnBrk="1" fontAlgn="base" hangingPunct="1">
        <a:spcBef>
          <a:spcPct val="0"/>
        </a:spcBef>
        <a:spcAft>
          <a:spcPct val="0"/>
        </a:spcAft>
        <a:defRPr sz="5000">
          <a:solidFill>
            <a:schemeClr val="tx2"/>
          </a:solidFill>
          <a:latin typeface="Calibri" pitchFamily="34" charset="0"/>
        </a:defRPr>
      </a:lvl4pPr>
      <a:lvl5pPr algn="l" rtl="0" eaLnBrk="1" fontAlgn="base" hangingPunct="1">
        <a:spcBef>
          <a:spcPct val="0"/>
        </a:spcBef>
        <a:spcAft>
          <a:spcPct val="0"/>
        </a:spcAft>
        <a:defRPr sz="5000">
          <a:solidFill>
            <a:schemeClr val="tx2"/>
          </a:solidFill>
          <a:latin typeface="Calibri" pitchFamily="34" charset="0"/>
        </a:defRPr>
      </a:lvl5pPr>
      <a:lvl6pPr marL="457200" algn="l" rtl="0" eaLnBrk="1" fontAlgn="base" hangingPunct="1">
        <a:spcBef>
          <a:spcPct val="0"/>
        </a:spcBef>
        <a:spcAft>
          <a:spcPct val="0"/>
        </a:spcAft>
        <a:defRPr sz="5000">
          <a:solidFill>
            <a:schemeClr val="tx2"/>
          </a:solidFill>
          <a:latin typeface="Calibri" pitchFamily="34" charset="0"/>
        </a:defRPr>
      </a:lvl6pPr>
      <a:lvl7pPr marL="914400" algn="l" rtl="0" eaLnBrk="1" fontAlgn="base" hangingPunct="1">
        <a:spcBef>
          <a:spcPct val="0"/>
        </a:spcBef>
        <a:spcAft>
          <a:spcPct val="0"/>
        </a:spcAft>
        <a:defRPr sz="5000">
          <a:solidFill>
            <a:schemeClr val="tx2"/>
          </a:solidFill>
          <a:latin typeface="Calibri" pitchFamily="34" charset="0"/>
        </a:defRPr>
      </a:lvl7pPr>
      <a:lvl8pPr marL="1371600" algn="l" rtl="0" eaLnBrk="1" fontAlgn="base" hangingPunct="1">
        <a:spcBef>
          <a:spcPct val="0"/>
        </a:spcBef>
        <a:spcAft>
          <a:spcPct val="0"/>
        </a:spcAft>
        <a:defRPr sz="5000">
          <a:solidFill>
            <a:schemeClr val="tx2"/>
          </a:solidFill>
          <a:latin typeface="Calibri" pitchFamily="34" charset="0"/>
        </a:defRPr>
      </a:lvl8pPr>
      <a:lvl9pPr marL="1828800" algn="l" rtl="0" eaLnBrk="1" fontAlgn="base" hangingPunct="1">
        <a:spcBef>
          <a:spcPct val="0"/>
        </a:spcBef>
        <a:spcAft>
          <a:spcPct val="0"/>
        </a:spcAft>
        <a:defRPr sz="5000">
          <a:solidFill>
            <a:schemeClr val="tx2"/>
          </a:solidFill>
          <a:latin typeface="Calibri" pitchFamily="34" charset="0"/>
        </a:defRPr>
      </a:lvl9pPr>
    </p:titleStyle>
    <p:bodyStyle>
      <a:lvl1pPr marL="273050" indent="-273050" algn="l" rtl="0" eaLnBrk="1" fontAlgn="base" hangingPunct="1">
        <a:spcBef>
          <a:spcPct val="20000"/>
        </a:spcBef>
        <a:spcAft>
          <a:spcPct val="0"/>
        </a:spcAft>
        <a:buClr>
          <a:srgbClr val="0BD0D9"/>
        </a:buClr>
        <a:buSzPct val="95000"/>
        <a:buFont typeface="Wingdings 2" panose="05020102010507070707" pitchFamily="18" charset="2"/>
        <a:buChar char=""/>
        <a:defRPr sz="2600" kern="1200">
          <a:solidFill>
            <a:schemeClr val="tx1"/>
          </a:solidFill>
          <a:latin typeface="+mn-lt"/>
          <a:ea typeface="+mn-ea"/>
          <a:cs typeface="+mn-cs"/>
        </a:defRPr>
      </a:lvl1pPr>
      <a:lvl2pPr marL="639763" indent="-246063" algn="l" rtl="0" eaLnBrk="1" fontAlgn="base" hangingPunct="1">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063" algn="l" rtl="0" eaLnBrk="1" fontAlgn="base" hangingPunct="1">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1" fontAlgn="base" hangingPunct="1">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088" indent="-209550" algn="l" rtl="0" eaLnBrk="1" fontAlgn="base" hangingPunct="1">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7" name="Freeform 6">
            <a:extLst>
              <a:ext uri="{FF2B5EF4-FFF2-40B4-BE49-F238E27FC236}">
                <a16:creationId xmlns="" xmlns:a16="http://schemas.microsoft.com/office/drawing/2014/main" id="{E0BE69BE-70ED-2620-6CE2-B84B32EECFC5}"/>
              </a:ext>
            </a:extLst>
          </p:cNvPr>
          <p:cNvSpPr>
            <a:spLocks/>
          </p:cNvSpPr>
          <p:nvPr/>
        </p:nvSpPr>
        <p:spPr bwMode="auto">
          <a:xfrm>
            <a:off x="-12700" y="-7938"/>
            <a:ext cx="12217400" cy="1041401"/>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eaLnBrk="1" hangingPunct="1">
              <a:defRPr/>
            </a:pPr>
            <a:endParaRPr lang="en-US">
              <a:latin typeface="+mn-lt"/>
            </a:endParaRPr>
          </a:p>
        </p:txBody>
      </p:sp>
      <p:sp>
        <p:nvSpPr>
          <p:cNvPr id="8" name="Freeform 7">
            <a:extLst>
              <a:ext uri="{FF2B5EF4-FFF2-40B4-BE49-F238E27FC236}">
                <a16:creationId xmlns="" xmlns:a16="http://schemas.microsoft.com/office/drawing/2014/main" id="{2428F0C3-BC7A-E8E9-C0C3-222DD2C0C448}"/>
              </a:ext>
            </a:extLst>
          </p:cNvPr>
          <p:cNvSpPr>
            <a:spLocks/>
          </p:cNvSpPr>
          <p:nvPr/>
        </p:nvSpPr>
        <p:spPr bwMode="auto">
          <a:xfrm>
            <a:off x="5842000" y="-7938"/>
            <a:ext cx="6350000" cy="638176"/>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eaLnBrk="1" hangingPunct="1">
              <a:defRPr/>
            </a:pPr>
            <a:endParaRPr lang="en-US">
              <a:latin typeface="+mn-lt"/>
            </a:endParaRPr>
          </a:p>
        </p:txBody>
      </p:sp>
      <p:sp>
        <p:nvSpPr>
          <p:cNvPr id="1028" name="Title Placeholder 8">
            <a:extLst>
              <a:ext uri="{FF2B5EF4-FFF2-40B4-BE49-F238E27FC236}">
                <a16:creationId xmlns="" xmlns:a16="http://schemas.microsoft.com/office/drawing/2014/main" id="{F4EB1DA5-DBA2-7476-DC10-E5795D56F8AC}"/>
              </a:ext>
            </a:extLst>
          </p:cNvPr>
          <p:cNvSpPr>
            <a:spLocks noGrp="1"/>
          </p:cNvSpPr>
          <p:nvPr>
            <p:ph type="title"/>
          </p:nvPr>
        </p:nvSpPr>
        <p:spPr bwMode="auto">
          <a:xfrm>
            <a:off x="609600" y="704850"/>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0" numCol="1" anchor="b" anchorCtr="0" compatLnSpc="1">
            <a:prstTxWarp prst="textNoShape">
              <a:avLst/>
            </a:prstTxWarp>
          </a:bodyPr>
          <a:lstStyle/>
          <a:p>
            <a:pPr lvl="0"/>
            <a:r>
              <a:rPr lang="en-US" altLang="en-US"/>
              <a:t>Click to edit Master title style</a:t>
            </a:r>
          </a:p>
        </p:txBody>
      </p:sp>
      <p:sp>
        <p:nvSpPr>
          <p:cNvPr id="1029" name="Text Placeholder 29">
            <a:extLst>
              <a:ext uri="{FF2B5EF4-FFF2-40B4-BE49-F238E27FC236}">
                <a16:creationId xmlns="" xmlns:a16="http://schemas.microsoft.com/office/drawing/2014/main" id="{81F35648-60E7-31A5-3927-E94BBFEAD8A9}"/>
              </a:ext>
            </a:extLst>
          </p:cNvPr>
          <p:cNvSpPr>
            <a:spLocks noGrp="1"/>
          </p:cNvSpPr>
          <p:nvPr>
            <p:ph type="body" idx="1"/>
          </p:nvPr>
        </p:nvSpPr>
        <p:spPr bwMode="auto">
          <a:xfrm>
            <a:off x="609600" y="1935164"/>
            <a:ext cx="10972800" cy="438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 name="Date Placeholder 9">
            <a:extLst>
              <a:ext uri="{FF2B5EF4-FFF2-40B4-BE49-F238E27FC236}">
                <a16:creationId xmlns="" xmlns:a16="http://schemas.microsoft.com/office/drawing/2014/main" id="{837A6DED-481D-8783-A657-AC004238E4AA}"/>
              </a:ext>
            </a:extLst>
          </p:cNvPr>
          <p:cNvSpPr>
            <a:spLocks noGrp="1"/>
          </p:cNvSpPr>
          <p:nvPr>
            <p:ph type="dt" sz="half" idx="2"/>
          </p:nvPr>
        </p:nvSpPr>
        <p:spPr>
          <a:xfrm>
            <a:off x="609600" y="6356351"/>
            <a:ext cx="2844800" cy="365125"/>
          </a:xfrm>
          <a:prstGeom prst="rect">
            <a:avLst/>
          </a:prstGeom>
        </p:spPr>
        <p:txBody>
          <a:bodyPr vert="horz" lIns="0" tIns="0" rIns="0" bIns="0" anchor="b"/>
          <a:lstStyle>
            <a:lvl1pPr algn="l" eaLnBrk="1" latinLnBrk="0" hangingPunct="1">
              <a:defRPr kumimoji="0" sz="1200">
                <a:solidFill>
                  <a:schemeClr val="tx2">
                    <a:shade val="90000"/>
                  </a:schemeClr>
                </a:solidFill>
                <a:latin typeface="Arial" charset="0"/>
              </a:defRPr>
            </a:lvl1pPr>
          </a:lstStyle>
          <a:p>
            <a:fld id="{53E14F5A-04CB-404C-8174-6FCA72957328}" type="datetimeFigureOut">
              <a:rPr lang="en-US" smtClean="0"/>
              <a:t>1/29/2026</a:t>
            </a:fld>
            <a:endParaRPr lang="en-US"/>
          </a:p>
        </p:txBody>
      </p:sp>
      <p:sp>
        <p:nvSpPr>
          <p:cNvPr id="22" name="Footer Placeholder 21">
            <a:extLst>
              <a:ext uri="{FF2B5EF4-FFF2-40B4-BE49-F238E27FC236}">
                <a16:creationId xmlns="" xmlns:a16="http://schemas.microsoft.com/office/drawing/2014/main" id="{4F28A7A2-5889-5F7D-09B1-6302BB652B5B}"/>
              </a:ext>
            </a:extLst>
          </p:cNvPr>
          <p:cNvSpPr>
            <a:spLocks noGrp="1"/>
          </p:cNvSpPr>
          <p:nvPr>
            <p:ph type="ftr" sz="quarter" idx="3"/>
          </p:nvPr>
        </p:nvSpPr>
        <p:spPr>
          <a:xfrm>
            <a:off x="3556000" y="6356351"/>
            <a:ext cx="4470400" cy="365125"/>
          </a:xfrm>
          <a:prstGeom prst="rect">
            <a:avLst/>
          </a:prstGeom>
        </p:spPr>
        <p:txBody>
          <a:bodyPr vert="horz" lIns="0" tIns="0" rIns="0" bIns="0" anchor="b"/>
          <a:lstStyle>
            <a:lvl1pPr algn="l" eaLnBrk="1" latinLnBrk="0" hangingPunct="1">
              <a:defRPr kumimoji="0" sz="1200">
                <a:solidFill>
                  <a:schemeClr val="tx2">
                    <a:shade val="90000"/>
                  </a:schemeClr>
                </a:solidFill>
                <a:latin typeface="Arial" charset="0"/>
              </a:defRPr>
            </a:lvl1pPr>
          </a:lstStyle>
          <a:p>
            <a:endParaRPr lang="en-US"/>
          </a:p>
        </p:txBody>
      </p:sp>
      <p:sp>
        <p:nvSpPr>
          <p:cNvPr id="18" name="Slide Number Placeholder 17">
            <a:extLst>
              <a:ext uri="{FF2B5EF4-FFF2-40B4-BE49-F238E27FC236}">
                <a16:creationId xmlns="" xmlns:a16="http://schemas.microsoft.com/office/drawing/2014/main" id="{81E60D15-5150-FD33-BFAE-26C05BD001FD}"/>
              </a:ext>
            </a:extLst>
          </p:cNvPr>
          <p:cNvSpPr>
            <a:spLocks noGrp="1"/>
          </p:cNvSpPr>
          <p:nvPr>
            <p:ph type="sldNum" sz="quarter" idx="4"/>
          </p:nvPr>
        </p:nvSpPr>
        <p:spPr>
          <a:xfrm>
            <a:off x="10566400" y="6356351"/>
            <a:ext cx="1016000" cy="365125"/>
          </a:xfrm>
          <a:prstGeom prst="rect">
            <a:avLst/>
          </a:prstGeom>
        </p:spPr>
        <p:txBody>
          <a:bodyPr vert="horz" wrap="square" lIns="0" tIns="0" rIns="0" bIns="0" numCol="1" anchor="b" anchorCtr="0" compatLnSpc="1">
            <a:prstTxWarp prst="textNoShape">
              <a:avLst/>
            </a:prstTxWarp>
          </a:bodyPr>
          <a:lstStyle>
            <a:lvl1pPr algn="r" eaLnBrk="1" hangingPunct="1">
              <a:defRPr sz="1200">
                <a:solidFill>
                  <a:srgbClr val="045C75"/>
                </a:solidFill>
              </a:defRPr>
            </a:lvl1pPr>
          </a:lstStyle>
          <a:p>
            <a:fld id="{4494EA35-ED2E-494E-91CE-CDD6729B7A2F}" type="slidenum">
              <a:rPr lang="en-US" smtClean="0"/>
              <a:t>‹#›</a:t>
            </a:fld>
            <a:endParaRPr lang="en-US"/>
          </a:p>
        </p:txBody>
      </p:sp>
      <p:grpSp>
        <p:nvGrpSpPr>
          <p:cNvPr id="1033" name="Group 1">
            <a:extLst>
              <a:ext uri="{FF2B5EF4-FFF2-40B4-BE49-F238E27FC236}">
                <a16:creationId xmlns="" xmlns:a16="http://schemas.microsoft.com/office/drawing/2014/main" id="{0C0A9B03-F1FD-27C5-AA0F-90A6934011B5}"/>
              </a:ext>
            </a:extLst>
          </p:cNvPr>
          <p:cNvGrpSpPr>
            <a:grpSpLocks/>
          </p:cNvGrpSpPr>
          <p:nvPr/>
        </p:nvGrpSpPr>
        <p:grpSpPr bwMode="auto">
          <a:xfrm>
            <a:off x="-25399" y="203200"/>
            <a:ext cx="12240684" cy="647700"/>
            <a:chOff x="-19045" y="216550"/>
            <a:chExt cx="9180548" cy="649224"/>
          </a:xfrm>
        </p:grpSpPr>
        <p:sp>
          <p:nvSpPr>
            <p:cNvPr id="12" name="Freeform 11">
              <a:extLst>
                <a:ext uri="{FF2B5EF4-FFF2-40B4-BE49-F238E27FC236}">
                  <a16:creationId xmlns="" xmlns:a16="http://schemas.microsoft.com/office/drawing/2014/main" id="{0BAF7F2B-F87C-3EF6-157D-7A9D3E1B7C0C}"/>
                </a:ext>
              </a:extLst>
            </p:cNvPr>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eaLnBrk="1" hangingPunct="1">
                <a:defRPr/>
              </a:pPr>
              <a:endParaRPr lang="en-US">
                <a:latin typeface="Arial" charset="0"/>
              </a:endParaRPr>
            </a:p>
          </p:txBody>
        </p:sp>
        <p:sp>
          <p:nvSpPr>
            <p:cNvPr id="13" name="Freeform 12">
              <a:extLst>
                <a:ext uri="{FF2B5EF4-FFF2-40B4-BE49-F238E27FC236}">
                  <a16:creationId xmlns="" xmlns:a16="http://schemas.microsoft.com/office/drawing/2014/main" id="{7AA38E87-6548-ADA7-5EF2-2943E34B8DFE}"/>
                </a:ext>
              </a:extLst>
            </p:cNvPr>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eaLnBrk="1" hangingPunct="1">
                <a:defRPr/>
              </a:pPr>
              <a:endParaRPr lang="en-US">
                <a:latin typeface="Arial" charset="0"/>
              </a:endParaRPr>
            </a:p>
          </p:txBody>
        </p:sp>
      </p:grpSp>
    </p:spTree>
    <p:extLst>
      <p:ext uri="{BB962C8B-B14F-4D97-AF65-F5344CB8AC3E}">
        <p14:creationId xmlns:p14="http://schemas.microsoft.com/office/powerpoint/2010/main" val="4191024082"/>
      </p:ext>
    </p:extLst>
  </p:cSld>
  <p:clrMap bg1="lt1" tx1="dk1" bg2="lt2" tx2="dk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Lst>
  <p:txStyles>
    <p:titleStyle>
      <a:lvl1pPr algn="l" rtl="0" eaLnBrk="1" fontAlgn="base" hangingPunct="1">
        <a:spcBef>
          <a:spcPct val="0"/>
        </a:spcBef>
        <a:spcAft>
          <a:spcPct val="0"/>
        </a:spcAft>
        <a:defRPr sz="5000" kern="1200">
          <a:solidFill>
            <a:schemeClr val="tx2"/>
          </a:solidFill>
          <a:latin typeface="+mj-lt"/>
          <a:ea typeface="+mj-ea"/>
          <a:cs typeface="+mj-cs"/>
        </a:defRPr>
      </a:lvl1pPr>
      <a:lvl2pPr algn="l" rtl="0" eaLnBrk="1" fontAlgn="base" hangingPunct="1">
        <a:spcBef>
          <a:spcPct val="0"/>
        </a:spcBef>
        <a:spcAft>
          <a:spcPct val="0"/>
        </a:spcAft>
        <a:defRPr sz="5000">
          <a:solidFill>
            <a:schemeClr val="tx2"/>
          </a:solidFill>
          <a:latin typeface="Calibri" pitchFamily="34" charset="0"/>
        </a:defRPr>
      </a:lvl2pPr>
      <a:lvl3pPr algn="l" rtl="0" eaLnBrk="1" fontAlgn="base" hangingPunct="1">
        <a:spcBef>
          <a:spcPct val="0"/>
        </a:spcBef>
        <a:spcAft>
          <a:spcPct val="0"/>
        </a:spcAft>
        <a:defRPr sz="5000">
          <a:solidFill>
            <a:schemeClr val="tx2"/>
          </a:solidFill>
          <a:latin typeface="Calibri" pitchFamily="34" charset="0"/>
        </a:defRPr>
      </a:lvl3pPr>
      <a:lvl4pPr algn="l" rtl="0" eaLnBrk="1" fontAlgn="base" hangingPunct="1">
        <a:spcBef>
          <a:spcPct val="0"/>
        </a:spcBef>
        <a:spcAft>
          <a:spcPct val="0"/>
        </a:spcAft>
        <a:defRPr sz="5000">
          <a:solidFill>
            <a:schemeClr val="tx2"/>
          </a:solidFill>
          <a:latin typeface="Calibri" pitchFamily="34" charset="0"/>
        </a:defRPr>
      </a:lvl4pPr>
      <a:lvl5pPr algn="l" rtl="0" eaLnBrk="1" fontAlgn="base" hangingPunct="1">
        <a:spcBef>
          <a:spcPct val="0"/>
        </a:spcBef>
        <a:spcAft>
          <a:spcPct val="0"/>
        </a:spcAft>
        <a:defRPr sz="5000">
          <a:solidFill>
            <a:schemeClr val="tx2"/>
          </a:solidFill>
          <a:latin typeface="Calibri" pitchFamily="34" charset="0"/>
        </a:defRPr>
      </a:lvl5pPr>
      <a:lvl6pPr marL="457200" algn="l" rtl="0" eaLnBrk="1" fontAlgn="base" hangingPunct="1">
        <a:spcBef>
          <a:spcPct val="0"/>
        </a:spcBef>
        <a:spcAft>
          <a:spcPct val="0"/>
        </a:spcAft>
        <a:defRPr sz="5000">
          <a:solidFill>
            <a:schemeClr val="tx2"/>
          </a:solidFill>
          <a:latin typeface="Calibri" pitchFamily="34" charset="0"/>
        </a:defRPr>
      </a:lvl6pPr>
      <a:lvl7pPr marL="914400" algn="l" rtl="0" eaLnBrk="1" fontAlgn="base" hangingPunct="1">
        <a:spcBef>
          <a:spcPct val="0"/>
        </a:spcBef>
        <a:spcAft>
          <a:spcPct val="0"/>
        </a:spcAft>
        <a:defRPr sz="5000">
          <a:solidFill>
            <a:schemeClr val="tx2"/>
          </a:solidFill>
          <a:latin typeface="Calibri" pitchFamily="34" charset="0"/>
        </a:defRPr>
      </a:lvl7pPr>
      <a:lvl8pPr marL="1371600" algn="l" rtl="0" eaLnBrk="1" fontAlgn="base" hangingPunct="1">
        <a:spcBef>
          <a:spcPct val="0"/>
        </a:spcBef>
        <a:spcAft>
          <a:spcPct val="0"/>
        </a:spcAft>
        <a:defRPr sz="5000">
          <a:solidFill>
            <a:schemeClr val="tx2"/>
          </a:solidFill>
          <a:latin typeface="Calibri" pitchFamily="34" charset="0"/>
        </a:defRPr>
      </a:lvl8pPr>
      <a:lvl9pPr marL="1828800" algn="l" rtl="0" eaLnBrk="1" fontAlgn="base" hangingPunct="1">
        <a:spcBef>
          <a:spcPct val="0"/>
        </a:spcBef>
        <a:spcAft>
          <a:spcPct val="0"/>
        </a:spcAft>
        <a:defRPr sz="5000">
          <a:solidFill>
            <a:schemeClr val="tx2"/>
          </a:solidFill>
          <a:latin typeface="Calibri" pitchFamily="34" charset="0"/>
        </a:defRPr>
      </a:lvl9pPr>
    </p:titleStyle>
    <p:bodyStyle>
      <a:lvl1pPr marL="273050" indent="-273050" algn="l" rtl="0" eaLnBrk="1" fontAlgn="base" hangingPunct="1">
        <a:spcBef>
          <a:spcPct val="20000"/>
        </a:spcBef>
        <a:spcAft>
          <a:spcPct val="0"/>
        </a:spcAft>
        <a:buClr>
          <a:srgbClr val="0BD0D9"/>
        </a:buClr>
        <a:buSzPct val="95000"/>
        <a:buFont typeface="Wingdings 2" panose="05020102010507070707" pitchFamily="18" charset="2"/>
        <a:buChar char=""/>
        <a:defRPr sz="2600" kern="1200">
          <a:solidFill>
            <a:schemeClr val="tx1"/>
          </a:solidFill>
          <a:latin typeface="+mn-lt"/>
          <a:ea typeface="+mn-ea"/>
          <a:cs typeface="+mn-cs"/>
        </a:defRPr>
      </a:lvl1pPr>
      <a:lvl2pPr marL="639763" indent="-246063" algn="l" rtl="0" eaLnBrk="1" fontAlgn="base" hangingPunct="1">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063" algn="l" rtl="0" eaLnBrk="1" fontAlgn="base" hangingPunct="1">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1" fontAlgn="base" hangingPunct="1">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088" indent="-209550" algn="l" rtl="0" eaLnBrk="1" fontAlgn="base" hangingPunct="1">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7" name="Freeform 6">
            <a:extLst>
              <a:ext uri="{FF2B5EF4-FFF2-40B4-BE49-F238E27FC236}">
                <a16:creationId xmlns="" xmlns:a16="http://schemas.microsoft.com/office/drawing/2014/main" id="{E0BE69BE-70ED-2620-6CE2-B84B32EECFC5}"/>
              </a:ext>
            </a:extLst>
          </p:cNvPr>
          <p:cNvSpPr>
            <a:spLocks/>
          </p:cNvSpPr>
          <p:nvPr/>
        </p:nvSpPr>
        <p:spPr bwMode="auto">
          <a:xfrm>
            <a:off x="-12700" y="-7938"/>
            <a:ext cx="12217400" cy="1041401"/>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eaLnBrk="1" hangingPunct="1">
              <a:defRPr/>
            </a:pPr>
            <a:endParaRPr lang="en-US">
              <a:latin typeface="+mn-lt"/>
            </a:endParaRPr>
          </a:p>
        </p:txBody>
      </p:sp>
      <p:sp>
        <p:nvSpPr>
          <p:cNvPr id="8" name="Freeform 7">
            <a:extLst>
              <a:ext uri="{FF2B5EF4-FFF2-40B4-BE49-F238E27FC236}">
                <a16:creationId xmlns="" xmlns:a16="http://schemas.microsoft.com/office/drawing/2014/main" id="{2428F0C3-BC7A-E8E9-C0C3-222DD2C0C448}"/>
              </a:ext>
            </a:extLst>
          </p:cNvPr>
          <p:cNvSpPr>
            <a:spLocks/>
          </p:cNvSpPr>
          <p:nvPr/>
        </p:nvSpPr>
        <p:spPr bwMode="auto">
          <a:xfrm>
            <a:off x="5842000" y="-7938"/>
            <a:ext cx="6350000" cy="638176"/>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eaLnBrk="1" hangingPunct="1">
              <a:defRPr/>
            </a:pPr>
            <a:endParaRPr lang="en-US">
              <a:latin typeface="+mn-lt"/>
            </a:endParaRPr>
          </a:p>
        </p:txBody>
      </p:sp>
      <p:sp>
        <p:nvSpPr>
          <p:cNvPr id="1028" name="Title Placeholder 8">
            <a:extLst>
              <a:ext uri="{FF2B5EF4-FFF2-40B4-BE49-F238E27FC236}">
                <a16:creationId xmlns="" xmlns:a16="http://schemas.microsoft.com/office/drawing/2014/main" id="{F4EB1DA5-DBA2-7476-DC10-E5795D56F8AC}"/>
              </a:ext>
            </a:extLst>
          </p:cNvPr>
          <p:cNvSpPr>
            <a:spLocks noGrp="1"/>
          </p:cNvSpPr>
          <p:nvPr>
            <p:ph type="title"/>
          </p:nvPr>
        </p:nvSpPr>
        <p:spPr bwMode="auto">
          <a:xfrm>
            <a:off x="609600" y="704850"/>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0" numCol="1" anchor="b" anchorCtr="0" compatLnSpc="1">
            <a:prstTxWarp prst="textNoShape">
              <a:avLst/>
            </a:prstTxWarp>
          </a:bodyPr>
          <a:lstStyle/>
          <a:p>
            <a:pPr lvl="0"/>
            <a:r>
              <a:rPr lang="en-US" altLang="en-US"/>
              <a:t>Click to edit Master title style</a:t>
            </a:r>
          </a:p>
        </p:txBody>
      </p:sp>
      <p:sp>
        <p:nvSpPr>
          <p:cNvPr id="1029" name="Text Placeholder 29">
            <a:extLst>
              <a:ext uri="{FF2B5EF4-FFF2-40B4-BE49-F238E27FC236}">
                <a16:creationId xmlns="" xmlns:a16="http://schemas.microsoft.com/office/drawing/2014/main" id="{81F35648-60E7-31A5-3927-E94BBFEAD8A9}"/>
              </a:ext>
            </a:extLst>
          </p:cNvPr>
          <p:cNvSpPr>
            <a:spLocks noGrp="1"/>
          </p:cNvSpPr>
          <p:nvPr>
            <p:ph type="body" idx="1"/>
          </p:nvPr>
        </p:nvSpPr>
        <p:spPr bwMode="auto">
          <a:xfrm>
            <a:off x="609600" y="1935164"/>
            <a:ext cx="10972800" cy="438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 name="Date Placeholder 9">
            <a:extLst>
              <a:ext uri="{FF2B5EF4-FFF2-40B4-BE49-F238E27FC236}">
                <a16:creationId xmlns="" xmlns:a16="http://schemas.microsoft.com/office/drawing/2014/main" id="{837A6DED-481D-8783-A657-AC004238E4AA}"/>
              </a:ext>
            </a:extLst>
          </p:cNvPr>
          <p:cNvSpPr>
            <a:spLocks noGrp="1"/>
          </p:cNvSpPr>
          <p:nvPr>
            <p:ph type="dt" sz="half" idx="2"/>
          </p:nvPr>
        </p:nvSpPr>
        <p:spPr>
          <a:xfrm>
            <a:off x="609600" y="6356351"/>
            <a:ext cx="2844800" cy="365125"/>
          </a:xfrm>
          <a:prstGeom prst="rect">
            <a:avLst/>
          </a:prstGeom>
        </p:spPr>
        <p:txBody>
          <a:bodyPr vert="horz" lIns="0" tIns="0" rIns="0" bIns="0" anchor="b"/>
          <a:lstStyle>
            <a:lvl1pPr algn="l" eaLnBrk="1" latinLnBrk="0" hangingPunct="1">
              <a:defRPr kumimoji="0" sz="1200">
                <a:solidFill>
                  <a:schemeClr val="tx2">
                    <a:shade val="90000"/>
                  </a:schemeClr>
                </a:solidFill>
                <a:latin typeface="Arial" charset="0"/>
              </a:defRPr>
            </a:lvl1pPr>
          </a:lstStyle>
          <a:p>
            <a:fld id="{53E14F5A-04CB-404C-8174-6FCA72957328}" type="datetimeFigureOut">
              <a:rPr lang="en-US" smtClean="0"/>
              <a:t>1/29/2026</a:t>
            </a:fld>
            <a:endParaRPr lang="en-US"/>
          </a:p>
        </p:txBody>
      </p:sp>
      <p:sp>
        <p:nvSpPr>
          <p:cNvPr id="22" name="Footer Placeholder 21">
            <a:extLst>
              <a:ext uri="{FF2B5EF4-FFF2-40B4-BE49-F238E27FC236}">
                <a16:creationId xmlns="" xmlns:a16="http://schemas.microsoft.com/office/drawing/2014/main" id="{4F28A7A2-5889-5F7D-09B1-6302BB652B5B}"/>
              </a:ext>
            </a:extLst>
          </p:cNvPr>
          <p:cNvSpPr>
            <a:spLocks noGrp="1"/>
          </p:cNvSpPr>
          <p:nvPr>
            <p:ph type="ftr" sz="quarter" idx="3"/>
          </p:nvPr>
        </p:nvSpPr>
        <p:spPr>
          <a:xfrm>
            <a:off x="3556000" y="6356351"/>
            <a:ext cx="4470400" cy="365125"/>
          </a:xfrm>
          <a:prstGeom prst="rect">
            <a:avLst/>
          </a:prstGeom>
        </p:spPr>
        <p:txBody>
          <a:bodyPr vert="horz" lIns="0" tIns="0" rIns="0" bIns="0" anchor="b"/>
          <a:lstStyle>
            <a:lvl1pPr algn="l" eaLnBrk="1" latinLnBrk="0" hangingPunct="1">
              <a:defRPr kumimoji="0" sz="1200">
                <a:solidFill>
                  <a:schemeClr val="tx2">
                    <a:shade val="90000"/>
                  </a:schemeClr>
                </a:solidFill>
                <a:latin typeface="Arial" charset="0"/>
              </a:defRPr>
            </a:lvl1pPr>
          </a:lstStyle>
          <a:p>
            <a:endParaRPr lang="en-US"/>
          </a:p>
        </p:txBody>
      </p:sp>
      <p:sp>
        <p:nvSpPr>
          <p:cNvPr id="18" name="Slide Number Placeholder 17">
            <a:extLst>
              <a:ext uri="{FF2B5EF4-FFF2-40B4-BE49-F238E27FC236}">
                <a16:creationId xmlns="" xmlns:a16="http://schemas.microsoft.com/office/drawing/2014/main" id="{81E60D15-5150-FD33-BFAE-26C05BD001FD}"/>
              </a:ext>
            </a:extLst>
          </p:cNvPr>
          <p:cNvSpPr>
            <a:spLocks noGrp="1"/>
          </p:cNvSpPr>
          <p:nvPr>
            <p:ph type="sldNum" sz="quarter" idx="4"/>
          </p:nvPr>
        </p:nvSpPr>
        <p:spPr>
          <a:xfrm>
            <a:off x="10566400" y="6356351"/>
            <a:ext cx="1016000" cy="365125"/>
          </a:xfrm>
          <a:prstGeom prst="rect">
            <a:avLst/>
          </a:prstGeom>
        </p:spPr>
        <p:txBody>
          <a:bodyPr vert="horz" wrap="square" lIns="0" tIns="0" rIns="0" bIns="0" numCol="1" anchor="b" anchorCtr="0" compatLnSpc="1">
            <a:prstTxWarp prst="textNoShape">
              <a:avLst/>
            </a:prstTxWarp>
          </a:bodyPr>
          <a:lstStyle>
            <a:lvl1pPr algn="r" eaLnBrk="1" hangingPunct="1">
              <a:defRPr sz="1200">
                <a:solidFill>
                  <a:srgbClr val="045C75"/>
                </a:solidFill>
              </a:defRPr>
            </a:lvl1pPr>
          </a:lstStyle>
          <a:p>
            <a:fld id="{4494EA35-ED2E-494E-91CE-CDD6729B7A2F}" type="slidenum">
              <a:rPr lang="en-US" smtClean="0"/>
              <a:t>‹#›</a:t>
            </a:fld>
            <a:endParaRPr lang="en-US"/>
          </a:p>
        </p:txBody>
      </p:sp>
      <p:grpSp>
        <p:nvGrpSpPr>
          <p:cNvPr id="1033" name="Group 1">
            <a:extLst>
              <a:ext uri="{FF2B5EF4-FFF2-40B4-BE49-F238E27FC236}">
                <a16:creationId xmlns="" xmlns:a16="http://schemas.microsoft.com/office/drawing/2014/main" id="{0C0A9B03-F1FD-27C5-AA0F-90A6934011B5}"/>
              </a:ext>
            </a:extLst>
          </p:cNvPr>
          <p:cNvGrpSpPr>
            <a:grpSpLocks/>
          </p:cNvGrpSpPr>
          <p:nvPr/>
        </p:nvGrpSpPr>
        <p:grpSpPr bwMode="auto">
          <a:xfrm>
            <a:off x="-25399" y="203200"/>
            <a:ext cx="12240684" cy="647700"/>
            <a:chOff x="-19045" y="216550"/>
            <a:chExt cx="9180548" cy="649224"/>
          </a:xfrm>
        </p:grpSpPr>
        <p:sp>
          <p:nvSpPr>
            <p:cNvPr id="12" name="Freeform 11">
              <a:extLst>
                <a:ext uri="{FF2B5EF4-FFF2-40B4-BE49-F238E27FC236}">
                  <a16:creationId xmlns="" xmlns:a16="http://schemas.microsoft.com/office/drawing/2014/main" id="{0BAF7F2B-F87C-3EF6-157D-7A9D3E1B7C0C}"/>
                </a:ext>
              </a:extLst>
            </p:cNvPr>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eaLnBrk="1" hangingPunct="1">
                <a:defRPr/>
              </a:pPr>
              <a:endParaRPr lang="en-US">
                <a:latin typeface="Arial" charset="0"/>
              </a:endParaRPr>
            </a:p>
          </p:txBody>
        </p:sp>
        <p:sp>
          <p:nvSpPr>
            <p:cNvPr id="13" name="Freeform 12">
              <a:extLst>
                <a:ext uri="{FF2B5EF4-FFF2-40B4-BE49-F238E27FC236}">
                  <a16:creationId xmlns="" xmlns:a16="http://schemas.microsoft.com/office/drawing/2014/main" id="{7AA38E87-6548-ADA7-5EF2-2943E34B8DFE}"/>
                </a:ext>
              </a:extLst>
            </p:cNvPr>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eaLnBrk="1" hangingPunct="1">
                <a:defRPr/>
              </a:pPr>
              <a:endParaRPr lang="en-US">
                <a:latin typeface="Arial" charset="0"/>
              </a:endParaRPr>
            </a:p>
          </p:txBody>
        </p:sp>
      </p:grpSp>
    </p:spTree>
    <p:extLst>
      <p:ext uri="{BB962C8B-B14F-4D97-AF65-F5344CB8AC3E}">
        <p14:creationId xmlns:p14="http://schemas.microsoft.com/office/powerpoint/2010/main" val="2101162161"/>
      </p:ext>
    </p:extLst>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txStyles>
    <p:titleStyle>
      <a:lvl1pPr algn="l" rtl="0" eaLnBrk="1" fontAlgn="base" hangingPunct="1">
        <a:spcBef>
          <a:spcPct val="0"/>
        </a:spcBef>
        <a:spcAft>
          <a:spcPct val="0"/>
        </a:spcAft>
        <a:defRPr sz="5000" kern="1200">
          <a:solidFill>
            <a:schemeClr val="tx2"/>
          </a:solidFill>
          <a:latin typeface="+mj-lt"/>
          <a:ea typeface="+mj-ea"/>
          <a:cs typeface="+mj-cs"/>
        </a:defRPr>
      </a:lvl1pPr>
      <a:lvl2pPr algn="l" rtl="0" eaLnBrk="1" fontAlgn="base" hangingPunct="1">
        <a:spcBef>
          <a:spcPct val="0"/>
        </a:spcBef>
        <a:spcAft>
          <a:spcPct val="0"/>
        </a:spcAft>
        <a:defRPr sz="5000">
          <a:solidFill>
            <a:schemeClr val="tx2"/>
          </a:solidFill>
          <a:latin typeface="Calibri" pitchFamily="34" charset="0"/>
        </a:defRPr>
      </a:lvl2pPr>
      <a:lvl3pPr algn="l" rtl="0" eaLnBrk="1" fontAlgn="base" hangingPunct="1">
        <a:spcBef>
          <a:spcPct val="0"/>
        </a:spcBef>
        <a:spcAft>
          <a:spcPct val="0"/>
        </a:spcAft>
        <a:defRPr sz="5000">
          <a:solidFill>
            <a:schemeClr val="tx2"/>
          </a:solidFill>
          <a:latin typeface="Calibri" pitchFamily="34" charset="0"/>
        </a:defRPr>
      </a:lvl3pPr>
      <a:lvl4pPr algn="l" rtl="0" eaLnBrk="1" fontAlgn="base" hangingPunct="1">
        <a:spcBef>
          <a:spcPct val="0"/>
        </a:spcBef>
        <a:spcAft>
          <a:spcPct val="0"/>
        </a:spcAft>
        <a:defRPr sz="5000">
          <a:solidFill>
            <a:schemeClr val="tx2"/>
          </a:solidFill>
          <a:latin typeface="Calibri" pitchFamily="34" charset="0"/>
        </a:defRPr>
      </a:lvl4pPr>
      <a:lvl5pPr algn="l" rtl="0" eaLnBrk="1" fontAlgn="base" hangingPunct="1">
        <a:spcBef>
          <a:spcPct val="0"/>
        </a:spcBef>
        <a:spcAft>
          <a:spcPct val="0"/>
        </a:spcAft>
        <a:defRPr sz="5000">
          <a:solidFill>
            <a:schemeClr val="tx2"/>
          </a:solidFill>
          <a:latin typeface="Calibri" pitchFamily="34" charset="0"/>
        </a:defRPr>
      </a:lvl5pPr>
      <a:lvl6pPr marL="457200" algn="l" rtl="0" eaLnBrk="1" fontAlgn="base" hangingPunct="1">
        <a:spcBef>
          <a:spcPct val="0"/>
        </a:spcBef>
        <a:spcAft>
          <a:spcPct val="0"/>
        </a:spcAft>
        <a:defRPr sz="5000">
          <a:solidFill>
            <a:schemeClr val="tx2"/>
          </a:solidFill>
          <a:latin typeface="Calibri" pitchFamily="34" charset="0"/>
        </a:defRPr>
      </a:lvl6pPr>
      <a:lvl7pPr marL="914400" algn="l" rtl="0" eaLnBrk="1" fontAlgn="base" hangingPunct="1">
        <a:spcBef>
          <a:spcPct val="0"/>
        </a:spcBef>
        <a:spcAft>
          <a:spcPct val="0"/>
        </a:spcAft>
        <a:defRPr sz="5000">
          <a:solidFill>
            <a:schemeClr val="tx2"/>
          </a:solidFill>
          <a:latin typeface="Calibri" pitchFamily="34" charset="0"/>
        </a:defRPr>
      </a:lvl7pPr>
      <a:lvl8pPr marL="1371600" algn="l" rtl="0" eaLnBrk="1" fontAlgn="base" hangingPunct="1">
        <a:spcBef>
          <a:spcPct val="0"/>
        </a:spcBef>
        <a:spcAft>
          <a:spcPct val="0"/>
        </a:spcAft>
        <a:defRPr sz="5000">
          <a:solidFill>
            <a:schemeClr val="tx2"/>
          </a:solidFill>
          <a:latin typeface="Calibri" pitchFamily="34" charset="0"/>
        </a:defRPr>
      </a:lvl8pPr>
      <a:lvl9pPr marL="1828800" algn="l" rtl="0" eaLnBrk="1" fontAlgn="base" hangingPunct="1">
        <a:spcBef>
          <a:spcPct val="0"/>
        </a:spcBef>
        <a:spcAft>
          <a:spcPct val="0"/>
        </a:spcAft>
        <a:defRPr sz="5000">
          <a:solidFill>
            <a:schemeClr val="tx2"/>
          </a:solidFill>
          <a:latin typeface="Calibri" pitchFamily="34" charset="0"/>
        </a:defRPr>
      </a:lvl9pPr>
    </p:titleStyle>
    <p:bodyStyle>
      <a:lvl1pPr marL="273050" indent="-273050" algn="l" rtl="0" eaLnBrk="1" fontAlgn="base" hangingPunct="1">
        <a:spcBef>
          <a:spcPct val="20000"/>
        </a:spcBef>
        <a:spcAft>
          <a:spcPct val="0"/>
        </a:spcAft>
        <a:buClr>
          <a:srgbClr val="0BD0D9"/>
        </a:buClr>
        <a:buSzPct val="95000"/>
        <a:buFont typeface="Wingdings 2" panose="05020102010507070707" pitchFamily="18" charset="2"/>
        <a:buChar char=""/>
        <a:defRPr sz="2600" kern="1200">
          <a:solidFill>
            <a:schemeClr val="tx1"/>
          </a:solidFill>
          <a:latin typeface="+mn-lt"/>
          <a:ea typeface="+mn-ea"/>
          <a:cs typeface="+mn-cs"/>
        </a:defRPr>
      </a:lvl1pPr>
      <a:lvl2pPr marL="639763" indent="-246063" algn="l" rtl="0" eaLnBrk="1" fontAlgn="base" hangingPunct="1">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063" algn="l" rtl="0" eaLnBrk="1" fontAlgn="base" hangingPunct="1">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1" fontAlgn="base" hangingPunct="1">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088" indent="-209550" algn="l" rtl="0" eaLnBrk="1" fontAlgn="base" hangingPunct="1">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7" name="Freeform 6">
            <a:extLst>
              <a:ext uri="{FF2B5EF4-FFF2-40B4-BE49-F238E27FC236}">
                <a16:creationId xmlns="" xmlns:a16="http://schemas.microsoft.com/office/drawing/2014/main" id="{E0BE69BE-70ED-2620-6CE2-B84B32EECFC5}"/>
              </a:ext>
            </a:extLst>
          </p:cNvPr>
          <p:cNvSpPr>
            <a:spLocks/>
          </p:cNvSpPr>
          <p:nvPr/>
        </p:nvSpPr>
        <p:spPr bwMode="auto">
          <a:xfrm>
            <a:off x="-12700" y="-7938"/>
            <a:ext cx="12217400" cy="1041401"/>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eaLnBrk="1" hangingPunct="1">
              <a:defRPr/>
            </a:pPr>
            <a:endParaRPr lang="en-US">
              <a:latin typeface="+mn-lt"/>
            </a:endParaRPr>
          </a:p>
        </p:txBody>
      </p:sp>
      <p:sp>
        <p:nvSpPr>
          <p:cNvPr id="8" name="Freeform 7">
            <a:extLst>
              <a:ext uri="{FF2B5EF4-FFF2-40B4-BE49-F238E27FC236}">
                <a16:creationId xmlns="" xmlns:a16="http://schemas.microsoft.com/office/drawing/2014/main" id="{2428F0C3-BC7A-E8E9-C0C3-222DD2C0C448}"/>
              </a:ext>
            </a:extLst>
          </p:cNvPr>
          <p:cNvSpPr>
            <a:spLocks/>
          </p:cNvSpPr>
          <p:nvPr/>
        </p:nvSpPr>
        <p:spPr bwMode="auto">
          <a:xfrm>
            <a:off x="5842000" y="-7938"/>
            <a:ext cx="6350000" cy="638176"/>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eaLnBrk="1" hangingPunct="1">
              <a:defRPr/>
            </a:pPr>
            <a:endParaRPr lang="en-US">
              <a:latin typeface="+mn-lt"/>
            </a:endParaRPr>
          </a:p>
        </p:txBody>
      </p:sp>
      <p:sp>
        <p:nvSpPr>
          <p:cNvPr id="1028" name="Title Placeholder 8">
            <a:extLst>
              <a:ext uri="{FF2B5EF4-FFF2-40B4-BE49-F238E27FC236}">
                <a16:creationId xmlns="" xmlns:a16="http://schemas.microsoft.com/office/drawing/2014/main" id="{F4EB1DA5-DBA2-7476-DC10-E5795D56F8AC}"/>
              </a:ext>
            </a:extLst>
          </p:cNvPr>
          <p:cNvSpPr>
            <a:spLocks noGrp="1"/>
          </p:cNvSpPr>
          <p:nvPr>
            <p:ph type="title"/>
          </p:nvPr>
        </p:nvSpPr>
        <p:spPr bwMode="auto">
          <a:xfrm>
            <a:off x="609600" y="704850"/>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0" numCol="1" anchor="b" anchorCtr="0" compatLnSpc="1">
            <a:prstTxWarp prst="textNoShape">
              <a:avLst/>
            </a:prstTxWarp>
          </a:bodyPr>
          <a:lstStyle/>
          <a:p>
            <a:pPr lvl="0"/>
            <a:r>
              <a:rPr lang="en-US" altLang="en-US"/>
              <a:t>Click to edit Master title style</a:t>
            </a:r>
          </a:p>
        </p:txBody>
      </p:sp>
      <p:sp>
        <p:nvSpPr>
          <p:cNvPr id="1029" name="Text Placeholder 29">
            <a:extLst>
              <a:ext uri="{FF2B5EF4-FFF2-40B4-BE49-F238E27FC236}">
                <a16:creationId xmlns="" xmlns:a16="http://schemas.microsoft.com/office/drawing/2014/main" id="{81F35648-60E7-31A5-3927-E94BBFEAD8A9}"/>
              </a:ext>
            </a:extLst>
          </p:cNvPr>
          <p:cNvSpPr>
            <a:spLocks noGrp="1"/>
          </p:cNvSpPr>
          <p:nvPr>
            <p:ph type="body" idx="1"/>
          </p:nvPr>
        </p:nvSpPr>
        <p:spPr bwMode="auto">
          <a:xfrm>
            <a:off x="609600" y="1935164"/>
            <a:ext cx="10972800" cy="438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 name="Date Placeholder 9">
            <a:extLst>
              <a:ext uri="{FF2B5EF4-FFF2-40B4-BE49-F238E27FC236}">
                <a16:creationId xmlns="" xmlns:a16="http://schemas.microsoft.com/office/drawing/2014/main" id="{837A6DED-481D-8783-A657-AC004238E4AA}"/>
              </a:ext>
            </a:extLst>
          </p:cNvPr>
          <p:cNvSpPr>
            <a:spLocks noGrp="1"/>
          </p:cNvSpPr>
          <p:nvPr>
            <p:ph type="dt" sz="half" idx="2"/>
          </p:nvPr>
        </p:nvSpPr>
        <p:spPr>
          <a:xfrm>
            <a:off x="609600" y="6356351"/>
            <a:ext cx="2844800" cy="365125"/>
          </a:xfrm>
          <a:prstGeom prst="rect">
            <a:avLst/>
          </a:prstGeom>
        </p:spPr>
        <p:txBody>
          <a:bodyPr vert="horz" lIns="0" tIns="0" rIns="0" bIns="0" anchor="b"/>
          <a:lstStyle>
            <a:lvl1pPr algn="l" eaLnBrk="1" latinLnBrk="0" hangingPunct="1">
              <a:defRPr kumimoji="0" sz="1200">
                <a:solidFill>
                  <a:schemeClr val="tx2">
                    <a:shade val="90000"/>
                  </a:schemeClr>
                </a:solidFill>
                <a:latin typeface="Arial" charset="0"/>
              </a:defRPr>
            </a:lvl1pPr>
          </a:lstStyle>
          <a:p>
            <a:fld id="{53E14F5A-04CB-404C-8174-6FCA72957328}" type="datetimeFigureOut">
              <a:rPr lang="en-US" smtClean="0"/>
              <a:t>1/29/2026</a:t>
            </a:fld>
            <a:endParaRPr lang="en-US"/>
          </a:p>
        </p:txBody>
      </p:sp>
      <p:sp>
        <p:nvSpPr>
          <p:cNvPr id="22" name="Footer Placeholder 21">
            <a:extLst>
              <a:ext uri="{FF2B5EF4-FFF2-40B4-BE49-F238E27FC236}">
                <a16:creationId xmlns="" xmlns:a16="http://schemas.microsoft.com/office/drawing/2014/main" id="{4F28A7A2-5889-5F7D-09B1-6302BB652B5B}"/>
              </a:ext>
            </a:extLst>
          </p:cNvPr>
          <p:cNvSpPr>
            <a:spLocks noGrp="1"/>
          </p:cNvSpPr>
          <p:nvPr>
            <p:ph type="ftr" sz="quarter" idx="3"/>
          </p:nvPr>
        </p:nvSpPr>
        <p:spPr>
          <a:xfrm>
            <a:off x="3556000" y="6356351"/>
            <a:ext cx="4470400" cy="365125"/>
          </a:xfrm>
          <a:prstGeom prst="rect">
            <a:avLst/>
          </a:prstGeom>
        </p:spPr>
        <p:txBody>
          <a:bodyPr vert="horz" lIns="0" tIns="0" rIns="0" bIns="0" anchor="b"/>
          <a:lstStyle>
            <a:lvl1pPr algn="l" eaLnBrk="1" latinLnBrk="0" hangingPunct="1">
              <a:defRPr kumimoji="0" sz="1200">
                <a:solidFill>
                  <a:schemeClr val="tx2">
                    <a:shade val="90000"/>
                  </a:schemeClr>
                </a:solidFill>
                <a:latin typeface="Arial" charset="0"/>
              </a:defRPr>
            </a:lvl1pPr>
          </a:lstStyle>
          <a:p>
            <a:endParaRPr lang="en-US"/>
          </a:p>
        </p:txBody>
      </p:sp>
      <p:sp>
        <p:nvSpPr>
          <p:cNvPr id="18" name="Slide Number Placeholder 17">
            <a:extLst>
              <a:ext uri="{FF2B5EF4-FFF2-40B4-BE49-F238E27FC236}">
                <a16:creationId xmlns="" xmlns:a16="http://schemas.microsoft.com/office/drawing/2014/main" id="{81E60D15-5150-FD33-BFAE-26C05BD001FD}"/>
              </a:ext>
            </a:extLst>
          </p:cNvPr>
          <p:cNvSpPr>
            <a:spLocks noGrp="1"/>
          </p:cNvSpPr>
          <p:nvPr>
            <p:ph type="sldNum" sz="quarter" idx="4"/>
          </p:nvPr>
        </p:nvSpPr>
        <p:spPr>
          <a:xfrm>
            <a:off x="10566400" y="6356351"/>
            <a:ext cx="1016000" cy="365125"/>
          </a:xfrm>
          <a:prstGeom prst="rect">
            <a:avLst/>
          </a:prstGeom>
        </p:spPr>
        <p:txBody>
          <a:bodyPr vert="horz" wrap="square" lIns="0" tIns="0" rIns="0" bIns="0" numCol="1" anchor="b" anchorCtr="0" compatLnSpc="1">
            <a:prstTxWarp prst="textNoShape">
              <a:avLst/>
            </a:prstTxWarp>
          </a:bodyPr>
          <a:lstStyle>
            <a:lvl1pPr algn="r" eaLnBrk="1" hangingPunct="1">
              <a:defRPr sz="1200">
                <a:solidFill>
                  <a:srgbClr val="045C75"/>
                </a:solidFill>
              </a:defRPr>
            </a:lvl1pPr>
          </a:lstStyle>
          <a:p>
            <a:fld id="{4494EA35-ED2E-494E-91CE-CDD6729B7A2F}" type="slidenum">
              <a:rPr lang="en-US" smtClean="0"/>
              <a:t>‹#›</a:t>
            </a:fld>
            <a:endParaRPr lang="en-US"/>
          </a:p>
        </p:txBody>
      </p:sp>
      <p:grpSp>
        <p:nvGrpSpPr>
          <p:cNvPr id="1033" name="Group 1">
            <a:extLst>
              <a:ext uri="{FF2B5EF4-FFF2-40B4-BE49-F238E27FC236}">
                <a16:creationId xmlns="" xmlns:a16="http://schemas.microsoft.com/office/drawing/2014/main" id="{0C0A9B03-F1FD-27C5-AA0F-90A6934011B5}"/>
              </a:ext>
            </a:extLst>
          </p:cNvPr>
          <p:cNvGrpSpPr>
            <a:grpSpLocks/>
          </p:cNvGrpSpPr>
          <p:nvPr/>
        </p:nvGrpSpPr>
        <p:grpSpPr bwMode="auto">
          <a:xfrm>
            <a:off x="-25399" y="203200"/>
            <a:ext cx="12240684" cy="647700"/>
            <a:chOff x="-19045" y="216550"/>
            <a:chExt cx="9180548" cy="649224"/>
          </a:xfrm>
        </p:grpSpPr>
        <p:sp>
          <p:nvSpPr>
            <p:cNvPr id="12" name="Freeform 11">
              <a:extLst>
                <a:ext uri="{FF2B5EF4-FFF2-40B4-BE49-F238E27FC236}">
                  <a16:creationId xmlns="" xmlns:a16="http://schemas.microsoft.com/office/drawing/2014/main" id="{0BAF7F2B-F87C-3EF6-157D-7A9D3E1B7C0C}"/>
                </a:ext>
              </a:extLst>
            </p:cNvPr>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eaLnBrk="1" hangingPunct="1">
                <a:defRPr/>
              </a:pPr>
              <a:endParaRPr lang="en-US">
                <a:latin typeface="Arial" charset="0"/>
              </a:endParaRPr>
            </a:p>
          </p:txBody>
        </p:sp>
        <p:sp>
          <p:nvSpPr>
            <p:cNvPr id="13" name="Freeform 12">
              <a:extLst>
                <a:ext uri="{FF2B5EF4-FFF2-40B4-BE49-F238E27FC236}">
                  <a16:creationId xmlns="" xmlns:a16="http://schemas.microsoft.com/office/drawing/2014/main" id="{7AA38E87-6548-ADA7-5EF2-2943E34B8DFE}"/>
                </a:ext>
              </a:extLst>
            </p:cNvPr>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eaLnBrk="1" hangingPunct="1">
                <a:defRPr/>
              </a:pPr>
              <a:endParaRPr lang="en-US">
                <a:latin typeface="Arial" charset="0"/>
              </a:endParaRPr>
            </a:p>
          </p:txBody>
        </p:sp>
      </p:grpSp>
    </p:spTree>
    <p:extLst>
      <p:ext uri="{BB962C8B-B14F-4D97-AF65-F5344CB8AC3E}">
        <p14:creationId xmlns:p14="http://schemas.microsoft.com/office/powerpoint/2010/main" val="745248542"/>
      </p:ext>
    </p:extLst>
  </p:cSld>
  <p:clrMap bg1="lt1" tx1="dk1" bg2="lt2" tx2="dk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 id="2147483859" r:id="rId7"/>
    <p:sldLayoutId id="2147483860" r:id="rId8"/>
    <p:sldLayoutId id="2147483861" r:id="rId9"/>
    <p:sldLayoutId id="2147483862" r:id="rId10"/>
    <p:sldLayoutId id="2147483863" r:id="rId11"/>
  </p:sldLayoutIdLst>
  <p:txStyles>
    <p:titleStyle>
      <a:lvl1pPr algn="l" rtl="0" eaLnBrk="1" fontAlgn="base" hangingPunct="1">
        <a:spcBef>
          <a:spcPct val="0"/>
        </a:spcBef>
        <a:spcAft>
          <a:spcPct val="0"/>
        </a:spcAft>
        <a:defRPr sz="5000" kern="1200">
          <a:solidFill>
            <a:schemeClr val="tx2"/>
          </a:solidFill>
          <a:latin typeface="+mj-lt"/>
          <a:ea typeface="+mj-ea"/>
          <a:cs typeface="+mj-cs"/>
        </a:defRPr>
      </a:lvl1pPr>
      <a:lvl2pPr algn="l" rtl="0" eaLnBrk="1" fontAlgn="base" hangingPunct="1">
        <a:spcBef>
          <a:spcPct val="0"/>
        </a:spcBef>
        <a:spcAft>
          <a:spcPct val="0"/>
        </a:spcAft>
        <a:defRPr sz="5000">
          <a:solidFill>
            <a:schemeClr val="tx2"/>
          </a:solidFill>
          <a:latin typeface="Calibri" pitchFamily="34" charset="0"/>
        </a:defRPr>
      </a:lvl2pPr>
      <a:lvl3pPr algn="l" rtl="0" eaLnBrk="1" fontAlgn="base" hangingPunct="1">
        <a:spcBef>
          <a:spcPct val="0"/>
        </a:spcBef>
        <a:spcAft>
          <a:spcPct val="0"/>
        </a:spcAft>
        <a:defRPr sz="5000">
          <a:solidFill>
            <a:schemeClr val="tx2"/>
          </a:solidFill>
          <a:latin typeface="Calibri" pitchFamily="34" charset="0"/>
        </a:defRPr>
      </a:lvl3pPr>
      <a:lvl4pPr algn="l" rtl="0" eaLnBrk="1" fontAlgn="base" hangingPunct="1">
        <a:spcBef>
          <a:spcPct val="0"/>
        </a:spcBef>
        <a:spcAft>
          <a:spcPct val="0"/>
        </a:spcAft>
        <a:defRPr sz="5000">
          <a:solidFill>
            <a:schemeClr val="tx2"/>
          </a:solidFill>
          <a:latin typeface="Calibri" pitchFamily="34" charset="0"/>
        </a:defRPr>
      </a:lvl4pPr>
      <a:lvl5pPr algn="l" rtl="0" eaLnBrk="1" fontAlgn="base" hangingPunct="1">
        <a:spcBef>
          <a:spcPct val="0"/>
        </a:spcBef>
        <a:spcAft>
          <a:spcPct val="0"/>
        </a:spcAft>
        <a:defRPr sz="5000">
          <a:solidFill>
            <a:schemeClr val="tx2"/>
          </a:solidFill>
          <a:latin typeface="Calibri" pitchFamily="34" charset="0"/>
        </a:defRPr>
      </a:lvl5pPr>
      <a:lvl6pPr marL="457200" algn="l" rtl="0" eaLnBrk="1" fontAlgn="base" hangingPunct="1">
        <a:spcBef>
          <a:spcPct val="0"/>
        </a:spcBef>
        <a:spcAft>
          <a:spcPct val="0"/>
        </a:spcAft>
        <a:defRPr sz="5000">
          <a:solidFill>
            <a:schemeClr val="tx2"/>
          </a:solidFill>
          <a:latin typeface="Calibri" pitchFamily="34" charset="0"/>
        </a:defRPr>
      </a:lvl6pPr>
      <a:lvl7pPr marL="914400" algn="l" rtl="0" eaLnBrk="1" fontAlgn="base" hangingPunct="1">
        <a:spcBef>
          <a:spcPct val="0"/>
        </a:spcBef>
        <a:spcAft>
          <a:spcPct val="0"/>
        </a:spcAft>
        <a:defRPr sz="5000">
          <a:solidFill>
            <a:schemeClr val="tx2"/>
          </a:solidFill>
          <a:latin typeface="Calibri" pitchFamily="34" charset="0"/>
        </a:defRPr>
      </a:lvl7pPr>
      <a:lvl8pPr marL="1371600" algn="l" rtl="0" eaLnBrk="1" fontAlgn="base" hangingPunct="1">
        <a:spcBef>
          <a:spcPct val="0"/>
        </a:spcBef>
        <a:spcAft>
          <a:spcPct val="0"/>
        </a:spcAft>
        <a:defRPr sz="5000">
          <a:solidFill>
            <a:schemeClr val="tx2"/>
          </a:solidFill>
          <a:latin typeface="Calibri" pitchFamily="34" charset="0"/>
        </a:defRPr>
      </a:lvl8pPr>
      <a:lvl9pPr marL="1828800" algn="l" rtl="0" eaLnBrk="1" fontAlgn="base" hangingPunct="1">
        <a:spcBef>
          <a:spcPct val="0"/>
        </a:spcBef>
        <a:spcAft>
          <a:spcPct val="0"/>
        </a:spcAft>
        <a:defRPr sz="5000">
          <a:solidFill>
            <a:schemeClr val="tx2"/>
          </a:solidFill>
          <a:latin typeface="Calibri" pitchFamily="34" charset="0"/>
        </a:defRPr>
      </a:lvl9pPr>
    </p:titleStyle>
    <p:bodyStyle>
      <a:lvl1pPr marL="273050" indent="-273050" algn="l" rtl="0" eaLnBrk="1" fontAlgn="base" hangingPunct="1">
        <a:spcBef>
          <a:spcPct val="20000"/>
        </a:spcBef>
        <a:spcAft>
          <a:spcPct val="0"/>
        </a:spcAft>
        <a:buClr>
          <a:srgbClr val="0BD0D9"/>
        </a:buClr>
        <a:buSzPct val="95000"/>
        <a:buFont typeface="Wingdings 2" panose="05020102010507070707" pitchFamily="18" charset="2"/>
        <a:buChar char=""/>
        <a:defRPr sz="2600" kern="1200">
          <a:solidFill>
            <a:schemeClr val="tx1"/>
          </a:solidFill>
          <a:latin typeface="+mn-lt"/>
          <a:ea typeface="+mn-ea"/>
          <a:cs typeface="+mn-cs"/>
        </a:defRPr>
      </a:lvl1pPr>
      <a:lvl2pPr marL="639763" indent="-246063" algn="l" rtl="0" eaLnBrk="1" fontAlgn="base" hangingPunct="1">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063" algn="l" rtl="0" eaLnBrk="1" fontAlgn="base" hangingPunct="1">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1" fontAlgn="base" hangingPunct="1">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088" indent="-209550" algn="l" rtl="0" eaLnBrk="1" fontAlgn="base" hangingPunct="1">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7" name="Freeform 6">
            <a:extLst>
              <a:ext uri="{FF2B5EF4-FFF2-40B4-BE49-F238E27FC236}">
                <a16:creationId xmlns="" xmlns:a16="http://schemas.microsoft.com/office/drawing/2014/main" id="{E0BE69BE-70ED-2620-6CE2-B84B32EECFC5}"/>
              </a:ext>
            </a:extLst>
          </p:cNvPr>
          <p:cNvSpPr>
            <a:spLocks/>
          </p:cNvSpPr>
          <p:nvPr/>
        </p:nvSpPr>
        <p:spPr bwMode="auto">
          <a:xfrm>
            <a:off x="-12700" y="-7938"/>
            <a:ext cx="12217400" cy="1041401"/>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eaLnBrk="1" hangingPunct="1">
              <a:defRPr/>
            </a:pPr>
            <a:endParaRPr lang="en-US">
              <a:latin typeface="+mn-lt"/>
            </a:endParaRPr>
          </a:p>
        </p:txBody>
      </p:sp>
      <p:sp>
        <p:nvSpPr>
          <p:cNvPr id="8" name="Freeform 7">
            <a:extLst>
              <a:ext uri="{FF2B5EF4-FFF2-40B4-BE49-F238E27FC236}">
                <a16:creationId xmlns="" xmlns:a16="http://schemas.microsoft.com/office/drawing/2014/main" id="{2428F0C3-BC7A-E8E9-C0C3-222DD2C0C448}"/>
              </a:ext>
            </a:extLst>
          </p:cNvPr>
          <p:cNvSpPr>
            <a:spLocks/>
          </p:cNvSpPr>
          <p:nvPr/>
        </p:nvSpPr>
        <p:spPr bwMode="auto">
          <a:xfrm>
            <a:off x="5842000" y="-7938"/>
            <a:ext cx="6350000" cy="638176"/>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eaLnBrk="1" hangingPunct="1">
              <a:defRPr/>
            </a:pPr>
            <a:endParaRPr lang="en-US">
              <a:latin typeface="+mn-lt"/>
            </a:endParaRPr>
          </a:p>
        </p:txBody>
      </p:sp>
      <p:sp>
        <p:nvSpPr>
          <p:cNvPr id="1028" name="Title Placeholder 8">
            <a:extLst>
              <a:ext uri="{FF2B5EF4-FFF2-40B4-BE49-F238E27FC236}">
                <a16:creationId xmlns="" xmlns:a16="http://schemas.microsoft.com/office/drawing/2014/main" id="{F4EB1DA5-DBA2-7476-DC10-E5795D56F8AC}"/>
              </a:ext>
            </a:extLst>
          </p:cNvPr>
          <p:cNvSpPr>
            <a:spLocks noGrp="1"/>
          </p:cNvSpPr>
          <p:nvPr>
            <p:ph type="title"/>
          </p:nvPr>
        </p:nvSpPr>
        <p:spPr bwMode="auto">
          <a:xfrm>
            <a:off x="609600" y="704850"/>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0" numCol="1" anchor="b" anchorCtr="0" compatLnSpc="1">
            <a:prstTxWarp prst="textNoShape">
              <a:avLst/>
            </a:prstTxWarp>
          </a:bodyPr>
          <a:lstStyle/>
          <a:p>
            <a:pPr lvl="0"/>
            <a:r>
              <a:rPr lang="en-US" altLang="en-US"/>
              <a:t>Click to edit Master title style</a:t>
            </a:r>
          </a:p>
        </p:txBody>
      </p:sp>
      <p:sp>
        <p:nvSpPr>
          <p:cNvPr id="1029" name="Text Placeholder 29">
            <a:extLst>
              <a:ext uri="{FF2B5EF4-FFF2-40B4-BE49-F238E27FC236}">
                <a16:creationId xmlns="" xmlns:a16="http://schemas.microsoft.com/office/drawing/2014/main" id="{81F35648-60E7-31A5-3927-E94BBFEAD8A9}"/>
              </a:ext>
            </a:extLst>
          </p:cNvPr>
          <p:cNvSpPr>
            <a:spLocks noGrp="1"/>
          </p:cNvSpPr>
          <p:nvPr>
            <p:ph type="body" idx="1"/>
          </p:nvPr>
        </p:nvSpPr>
        <p:spPr bwMode="auto">
          <a:xfrm>
            <a:off x="609600" y="1935164"/>
            <a:ext cx="10972800" cy="438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 name="Date Placeholder 9">
            <a:extLst>
              <a:ext uri="{FF2B5EF4-FFF2-40B4-BE49-F238E27FC236}">
                <a16:creationId xmlns="" xmlns:a16="http://schemas.microsoft.com/office/drawing/2014/main" id="{837A6DED-481D-8783-A657-AC004238E4AA}"/>
              </a:ext>
            </a:extLst>
          </p:cNvPr>
          <p:cNvSpPr>
            <a:spLocks noGrp="1"/>
          </p:cNvSpPr>
          <p:nvPr>
            <p:ph type="dt" sz="half" idx="2"/>
          </p:nvPr>
        </p:nvSpPr>
        <p:spPr>
          <a:xfrm>
            <a:off x="609600" y="6356351"/>
            <a:ext cx="2844800" cy="365125"/>
          </a:xfrm>
          <a:prstGeom prst="rect">
            <a:avLst/>
          </a:prstGeom>
        </p:spPr>
        <p:txBody>
          <a:bodyPr vert="horz" lIns="0" tIns="0" rIns="0" bIns="0" anchor="b"/>
          <a:lstStyle>
            <a:lvl1pPr algn="l" eaLnBrk="1" latinLnBrk="0" hangingPunct="1">
              <a:defRPr kumimoji="0" sz="1200">
                <a:solidFill>
                  <a:schemeClr val="tx2">
                    <a:shade val="90000"/>
                  </a:schemeClr>
                </a:solidFill>
                <a:latin typeface="Arial" charset="0"/>
              </a:defRPr>
            </a:lvl1pPr>
          </a:lstStyle>
          <a:p>
            <a:fld id="{53E14F5A-04CB-404C-8174-6FCA72957328}" type="datetimeFigureOut">
              <a:rPr lang="en-US" smtClean="0"/>
              <a:t>1/29/2026</a:t>
            </a:fld>
            <a:endParaRPr lang="en-US"/>
          </a:p>
        </p:txBody>
      </p:sp>
      <p:sp>
        <p:nvSpPr>
          <p:cNvPr id="22" name="Footer Placeholder 21">
            <a:extLst>
              <a:ext uri="{FF2B5EF4-FFF2-40B4-BE49-F238E27FC236}">
                <a16:creationId xmlns="" xmlns:a16="http://schemas.microsoft.com/office/drawing/2014/main" id="{4F28A7A2-5889-5F7D-09B1-6302BB652B5B}"/>
              </a:ext>
            </a:extLst>
          </p:cNvPr>
          <p:cNvSpPr>
            <a:spLocks noGrp="1"/>
          </p:cNvSpPr>
          <p:nvPr>
            <p:ph type="ftr" sz="quarter" idx="3"/>
          </p:nvPr>
        </p:nvSpPr>
        <p:spPr>
          <a:xfrm>
            <a:off x="3556000" y="6356351"/>
            <a:ext cx="4470400" cy="365125"/>
          </a:xfrm>
          <a:prstGeom prst="rect">
            <a:avLst/>
          </a:prstGeom>
        </p:spPr>
        <p:txBody>
          <a:bodyPr vert="horz" lIns="0" tIns="0" rIns="0" bIns="0" anchor="b"/>
          <a:lstStyle>
            <a:lvl1pPr algn="l" eaLnBrk="1" latinLnBrk="0" hangingPunct="1">
              <a:defRPr kumimoji="0" sz="1200">
                <a:solidFill>
                  <a:schemeClr val="tx2">
                    <a:shade val="90000"/>
                  </a:schemeClr>
                </a:solidFill>
                <a:latin typeface="Arial" charset="0"/>
              </a:defRPr>
            </a:lvl1pPr>
          </a:lstStyle>
          <a:p>
            <a:endParaRPr lang="en-US"/>
          </a:p>
        </p:txBody>
      </p:sp>
      <p:sp>
        <p:nvSpPr>
          <p:cNvPr id="18" name="Slide Number Placeholder 17">
            <a:extLst>
              <a:ext uri="{FF2B5EF4-FFF2-40B4-BE49-F238E27FC236}">
                <a16:creationId xmlns="" xmlns:a16="http://schemas.microsoft.com/office/drawing/2014/main" id="{81E60D15-5150-FD33-BFAE-26C05BD001FD}"/>
              </a:ext>
            </a:extLst>
          </p:cNvPr>
          <p:cNvSpPr>
            <a:spLocks noGrp="1"/>
          </p:cNvSpPr>
          <p:nvPr>
            <p:ph type="sldNum" sz="quarter" idx="4"/>
          </p:nvPr>
        </p:nvSpPr>
        <p:spPr>
          <a:xfrm>
            <a:off x="10566400" y="6356351"/>
            <a:ext cx="1016000" cy="365125"/>
          </a:xfrm>
          <a:prstGeom prst="rect">
            <a:avLst/>
          </a:prstGeom>
        </p:spPr>
        <p:txBody>
          <a:bodyPr vert="horz" wrap="square" lIns="0" tIns="0" rIns="0" bIns="0" numCol="1" anchor="b" anchorCtr="0" compatLnSpc="1">
            <a:prstTxWarp prst="textNoShape">
              <a:avLst/>
            </a:prstTxWarp>
          </a:bodyPr>
          <a:lstStyle>
            <a:lvl1pPr algn="r" eaLnBrk="1" hangingPunct="1">
              <a:defRPr sz="1200">
                <a:solidFill>
                  <a:srgbClr val="045C75"/>
                </a:solidFill>
              </a:defRPr>
            </a:lvl1pPr>
          </a:lstStyle>
          <a:p>
            <a:fld id="{4494EA35-ED2E-494E-91CE-CDD6729B7A2F}" type="slidenum">
              <a:rPr lang="en-US" smtClean="0"/>
              <a:t>‹#›</a:t>
            </a:fld>
            <a:endParaRPr lang="en-US"/>
          </a:p>
        </p:txBody>
      </p:sp>
      <p:grpSp>
        <p:nvGrpSpPr>
          <p:cNvPr id="1033" name="Group 1">
            <a:extLst>
              <a:ext uri="{FF2B5EF4-FFF2-40B4-BE49-F238E27FC236}">
                <a16:creationId xmlns="" xmlns:a16="http://schemas.microsoft.com/office/drawing/2014/main" id="{0C0A9B03-F1FD-27C5-AA0F-90A6934011B5}"/>
              </a:ext>
            </a:extLst>
          </p:cNvPr>
          <p:cNvGrpSpPr>
            <a:grpSpLocks/>
          </p:cNvGrpSpPr>
          <p:nvPr/>
        </p:nvGrpSpPr>
        <p:grpSpPr bwMode="auto">
          <a:xfrm>
            <a:off x="-25399" y="203200"/>
            <a:ext cx="12240684" cy="647700"/>
            <a:chOff x="-19045" y="216550"/>
            <a:chExt cx="9180548" cy="649224"/>
          </a:xfrm>
        </p:grpSpPr>
        <p:sp>
          <p:nvSpPr>
            <p:cNvPr id="12" name="Freeform 11">
              <a:extLst>
                <a:ext uri="{FF2B5EF4-FFF2-40B4-BE49-F238E27FC236}">
                  <a16:creationId xmlns="" xmlns:a16="http://schemas.microsoft.com/office/drawing/2014/main" id="{0BAF7F2B-F87C-3EF6-157D-7A9D3E1B7C0C}"/>
                </a:ext>
              </a:extLst>
            </p:cNvPr>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eaLnBrk="1" hangingPunct="1">
                <a:defRPr/>
              </a:pPr>
              <a:endParaRPr lang="en-US">
                <a:latin typeface="Arial" charset="0"/>
              </a:endParaRPr>
            </a:p>
          </p:txBody>
        </p:sp>
        <p:sp>
          <p:nvSpPr>
            <p:cNvPr id="13" name="Freeform 12">
              <a:extLst>
                <a:ext uri="{FF2B5EF4-FFF2-40B4-BE49-F238E27FC236}">
                  <a16:creationId xmlns="" xmlns:a16="http://schemas.microsoft.com/office/drawing/2014/main" id="{7AA38E87-6548-ADA7-5EF2-2943E34B8DFE}"/>
                </a:ext>
              </a:extLst>
            </p:cNvPr>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eaLnBrk="1" hangingPunct="1">
                <a:defRPr/>
              </a:pPr>
              <a:endParaRPr lang="en-US">
                <a:latin typeface="Arial" charset="0"/>
              </a:endParaRPr>
            </a:p>
          </p:txBody>
        </p:sp>
      </p:grpSp>
    </p:spTree>
    <p:extLst>
      <p:ext uri="{BB962C8B-B14F-4D97-AF65-F5344CB8AC3E}">
        <p14:creationId xmlns:p14="http://schemas.microsoft.com/office/powerpoint/2010/main" val="146370709"/>
      </p:ext>
    </p:extLst>
  </p:cSld>
  <p:clrMap bg1="lt1" tx1="dk1" bg2="lt2" tx2="dk2" accent1="accent1" accent2="accent2" accent3="accent3" accent4="accent4" accent5="accent5" accent6="accent6" hlink="hlink" folHlink="folHlink"/>
  <p:sldLayoutIdLst>
    <p:sldLayoutId id="2147483865" r:id="rId1"/>
    <p:sldLayoutId id="2147483866" r:id="rId2"/>
    <p:sldLayoutId id="2147483867" r:id="rId3"/>
    <p:sldLayoutId id="2147483868" r:id="rId4"/>
    <p:sldLayoutId id="2147483869" r:id="rId5"/>
    <p:sldLayoutId id="2147483870" r:id="rId6"/>
    <p:sldLayoutId id="2147483871" r:id="rId7"/>
    <p:sldLayoutId id="2147483872" r:id="rId8"/>
    <p:sldLayoutId id="2147483873" r:id="rId9"/>
    <p:sldLayoutId id="2147483874" r:id="rId10"/>
    <p:sldLayoutId id="2147483875" r:id="rId11"/>
  </p:sldLayoutIdLst>
  <p:txStyles>
    <p:titleStyle>
      <a:lvl1pPr algn="l" rtl="0" eaLnBrk="1" fontAlgn="base" hangingPunct="1">
        <a:spcBef>
          <a:spcPct val="0"/>
        </a:spcBef>
        <a:spcAft>
          <a:spcPct val="0"/>
        </a:spcAft>
        <a:defRPr sz="5000" kern="1200">
          <a:solidFill>
            <a:schemeClr val="tx2"/>
          </a:solidFill>
          <a:latin typeface="+mj-lt"/>
          <a:ea typeface="+mj-ea"/>
          <a:cs typeface="+mj-cs"/>
        </a:defRPr>
      </a:lvl1pPr>
      <a:lvl2pPr algn="l" rtl="0" eaLnBrk="1" fontAlgn="base" hangingPunct="1">
        <a:spcBef>
          <a:spcPct val="0"/>
        </a:spcBef>
        <a:spcAft>
          <a:spcPct val="0"/>
        </a:spcAft>
        <a:defRPr sz="5000">
          <a:solidFill>
            <a:schemeClr val="tx2"/>
          </a:solidFill>
          <a:latin typeface="Calibri" pitchFamily="34" charset="0"/>
        </a:defRPr>
      </a:lvl2pPr>
      <a:lvl3pPr algn="l" rtl="0" eaLnBrk="1" fontAlgn="base" hangingPunct="1">
        <a:spcBef>
          <a:spcPct val="0"/>
        </a:spcBef>
        <a:spcAft>
          <a:spcPct val="0"/>
        </a:spcAft>
        <a:defRPr sz="5000">
          <a:solidFill>
            <a:schemeClr val="tx2"/>
          </a:solidFill>
          <a:latin typeface="Calibri" pitchFamily="34" charset="0"/>
        </a:defRPr>
      </a:lvl3pPr>
      <a:lvl4pPr algn="l" rtl="0" eaLnBrk="1" fontAlgn="base" hangingPunct="1">
        <a:spcBef>
          <a:spcPct val="0"/>
        </a:spcBef>
        <a:spcAft>
          <a:spcPct val="0"/>
        </a:spcAft>
        <a:defRPr sz="5000">
          <a:solidFill>
            <a:schemeClr val="tx2"/>
          </a:solidFill>
          <a:latin typeface="Calibri" pitchFamily="34" charset="0"/>
        </a:defRPr>
      </a:lvl4pPr>
      <a:lvl5pPr algn="l" rtl="0" eaLnBrk="1" fontAlgn="base" hangingPunct="1">
        <a:spcBef>
          <a:spcPct val="0"/>
        </a:spcBef>
        <a:spcAft>
          <a:spcPct val="0"/>
        </a:spcAft>
        <a:defRPr sz="5000">
          <a:solidFill>
            <a:schemeClr val="tx2"/>
          </a:solidFill>
          <a:latin typeface="Calibri" pitchFamily="34" charset="0"/>
        </a:defRPr>
      </a:lvl5pPr>
      <a:lvl6pPr marL="457200" algn="l" rtl="0" eaLnBrk="1" fontAlgn="base" hangingPunct="1">
        <a:spcBef>
          <a:spcPct val="0"/>
        </a:spcBef>
        <a:spcAft>
          <a:spcPct val="0"/>
        </a:spcAft>
        <a:defRPr sz="5000">
          <a:solidFill>
            <a:schemeClr val="tx2"/>
          </a:solidFill>
          <a:latin typeface="Calibri" pitchFamily="34" charset="0"/>
        </a:defRPr>
      </a:lvl6pPr>
      <a:lvl7pPr marL="914400" algn="l" rtl="0" eaLnBrk="1" fontAlgn="base" hangingPunct="1">
        <a:spcBef>
          <a:spcPct val="0"/>
        </a:spcBef>
        <a:spcAft>
          <a:spcPct val="0"/>
        </a:spcAft>
        <a:defRPr sz="5000">
          <a:solidFill>
            <a:schemeClr val="tx2"/>
          </a:solidFill>
          <a:latin typeface="Calibri" pitchFamily="34" charset="0"/>
        </a:defRPr>
      </a:lvl7pPr>
      <a:lvl8pPr marL="1371600" algn="l" rtl="0" eaLnBrk="1" fontAlgn="base" hangingPunct="1">
        <a:spcBef>
          <a:spcPct val="0"/>
        </a:spcBef>
        <a:spcAft>
          <a:spcPct val="0"/>
        </a:spcAft>
        <a:defRPr sz="5000">
          <a:solidFill>
            <a:schemeClr val="tx2"/>
          </a:solidFill>
          <a:latin typeface="Calibri" pitchFamily="34" charset="0"/>
        </a:defRPr>
      </a:lvl8pPr>
      <a:lvl9pPr marL="1828800" algn="l" rtl="0" eaLnBrk="1" fontAlgn="base" hangingPunct="1">
        <a:spcBef>
          <a:spcPct val="0"/>
        </a:spcBef>
        <a:spcAft>
          <a:spcPct val="0"/>
        </a:spcAft>
        <a:defRPr sz="5000">
          <a:solidFill>
            <a:schemeClr val="tx2"/>
          </a:solidFill>
          <a:latin typeface="Calibri" pitchFamily="34" charset="0"/>
        </a:defRPr>
      </a:lvl9pPr>
    </p:titleStyle>
    <p:bodyStyle>
      <a:lvl1pPr marL="273050" indent="-273050" algn="l" rtl="0" eaLnBrk="1" fontAlgn="base" hangingPunct="1">
        <a:spcBef>
          <a:spcPct val="20000"/>
        </a:spcBef>
        <a:spcAft>
          <a:spcPct val="0"/>
        </a:spcAft>
        <a:buClr>
          <a:srgbClr val="0BD0D9"/>
        </a:buClr>
        <a:buSzPct val="95000"/>
        <a:buFont typeface="Wingdings 2" panose="05020102010507070707" pitchFamily="18" charset="2"/>
        <a:buChar char=""/>
        <a:defRPr sz="2600" kern="1200">
          <a:solidFill>
            <a:schemeClr val="tx1"/>
          </a:solidFill>
          <a:latin typeface="+mn-lt"/>
          <a:ea typeface="+mn-ea"/>
          <a:cs typeface="+mn-cs"/>
        </a:defRPr>
      </a:lvl1pPr>
      <a:lvl2pPr marL="639763" indent="-246063" algn="l" rtl="0" eaLnBrk="1" fontAlgn="base" hangingPunct="1">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063" algn="l" rtl="0" eaLnBrk="1" fontAlgn="base" hangingPunct="1">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1" fontAlgn="base" hangingPunct="1">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088" indent="-209550" algn="l" rtl="0" eaLnBrk="1" fontAlgn="base" hangingPunct="1">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7" name="Freeform 6">
            <a:extLst>
              <a:ext uri="{FF2B5EF4-FFF2-40B4-BE49-F238E27FC236}">
                <a16:creationId xmlns="" xmlns:a16="http://schemas.microsoft.com/office/drawing/2014/main" id="{E0BE69BE-70ED-2620-6CE2-B84B32EECFC5}"/>
              </a:ext>
            </a:extLst>
          </p:cNvPr>
          <p:cNvSpPr>
            <a:spLocks/>
          </p:cNvSpPr>
          <p:nvPr/>
        </p:nvSpPr>
        <p:spPr bwMode="auto">
          <a:xfrm>
            <a:off x="-12700" y="-7938"/>
            <a:ext cx="12217400" cy="1041401"/>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eaLnBrk="1" hangingPunct="1">
              <a:defRPr/>
            </a:pPr>
            <a:endParaRPr lang="en-US">
              <a:latin typeface="+mn-lt"/>
            </a:endParaRPr>
          </a:p>
        </p:txBody>
      </p:sp>
      <p:sp>
        <p:nvSpPr>
          <p:cNvPr id="8" name="Freeform 7">
            <a:extLst>
              <a:ext uri="{FF2B5EF4-FFF2-40B4-BE49-F238E27FC236}">
                <a16:creationId xmlns="" xmlns:a16="http://schemas.microsoft.com/office/drawing/2014/main" id="{2428F0C3-BC7A-E8E9-C0C3-222DD2C0C448}"/>
              </a:ext>
            </a:extLst>
          </p:cNvPr>
          <p:cNvSpPr>
            <a:spLocks/>
          </p:cNvSpPr>
          <p:nvPr/>
        </p:nvSpPr>
        <p:spPr bwMode="auto">
          <a:xfrm>
            <a:off x="5842000" y="-7938"/>
            <a:ext cx="6350000" cy="638176"/>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eaLnBrk="1" hangingPunct="1">
              <a:defRPr/>
            </a:pPr>
            <a:endParaRPr lang="en-US">
              <a:latin typeface="+mn-lt"/>
            </a:endParaRPr>
          </a:p>
        </p:txBody>
      </p:sp>
      <p:sp>
        <p:nvSpPr>
          <p:cNvPr id="1028" name="Title Placeholder 8">
            <a:extLst>
              <a:ext uri="{FF2B5EF4-FFF2-40B4-BE49-F238E27FC236}">
                <a16:creationId xmlns="" xmlns:a16="http://schemas.microsoft.com/office/drawing/2014/main" id="{F4EB1DA5-DBA2-7476-DC10-E5795D56F8AC}"/>
              </a:ext>
            </a:extLst>
          </p:cNvPr>
          <p:cNvSpPr>
            <a:spLocks noGrp="1"/>
          </p:cNvSpPr>
          <p:nvPr>
            <p:ph type="title"/>
          </p:nvPr>
        </p:nvSpPr>
        <p:spPr bwMode="auto">
          <a:xfrm>
            <a:off x="609600" y="704850"/>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0" numCol="1" anchor="b" anchorCtr="0" compatLnSpc="1">
            <a:prstTxWarp prst="textNoShape">
              <a:avLst/>
            </a:prstTxWarp>
          </a:bodyPr>
          <a:lstStyle/>
          <a:p>
            <a:pPr lvl="0"/>
            <a:r>
              <a:rPr lang="en-US" altLang="en-US"/>
              <a:t>Click to edit Master title style</a:t>
            </a:r>
          </a:p>
        </p:txBody>
      </p:sp>
      <p:sp>
        <p:nvSpPr>
          <p:cNvPr id="1029" name="Text Placeholder 29">
            <a:extLst>
              <a:ext uri="{FF2B5EF4-FFF2-40B4-BE49-F238E27FC236}">
                <a16:creationId xmlns="" xmlns:a16="http://schemas.microsoft.com/office/drawing/2014/main" id="{81F35648-60E7-31A5-3927-E94BBFEAD8A9}"/>
              </a:ext>
            </a:extLst>
          </p:cNvPr>
          <p:cNvSpPr>
            <a:spLocks noGrp="1"/>
          </p:cNvSpPr>
          <p:nvPr>
            <p:ph type="body" idx="1"/>
          </p:nvPr>
        </p:nvSpPr>
        <p:spPr bwMode="auto">
          <a:xfrm>
            <a:off x="609600" y="1935164"/>
            <a:ext cx="10972800" cy="438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 name="Date Placeholder 9">
            <a:extLst>
              <a:ext uri="{FF2B5EF4-FFF2-40B4-BE49-F238E27FC236}">
                <a16:creationId xmlns="" xmlns:a16="http://schemas.microsoft.com/office/drawing/2014/main" id="{837A6DED-481D-8783-A657-AC004238E4AA}"/>
              </a:ext>
            </a:extLst>
          </p:cNvPr>
          <p:cNvSpPr>
            <a:spLocks noGrp="1"/>
          </p:cNvSpPr>
          <p:nvPr>
            <p:ph type="dt" sz="half" idx="2"/>
          </p:nvPr>
        </p:nvSpPr>
        <p:spPr>
          <a:xfrm>
            <a:off x="609600" y="6356351"/>
            <a:ext cx="2844800" cy="365125"/>
          </a:xfrm>
          <a:prstGeom prst="rect">
            <a:avLst/>
          </a:prstGeom>
        </p:spPr>
        <p:txBody>
          <a:bodyPr vert="horz" lIns="0" tIns="0" rIns="0" bIns="0" anchor="b"/>
          <a:lstStyle>
            <a:lvl1pPr algn="l" eaLnBrk="1" latinLnBrk="0" hangingPunct="1">
              <a:defRPr kumimoji="0" sz="1200">
                <a:solidFill>
                  <a:schemeClr val="tx2">
                    <a:shade val="90000"/>
                  </a:schemeClr>
                </a:solidFill>
                <a:latin typeface="Arial" charset="0"/>
              </a:defRPr>
            </a:lvl1pPr>
          </a:lstStyle>
          <a:p>
            <a:fld id="{53E14F5A-04CB-404C-8174-6FCA72957328}" type="datetimeFigureOut">
              <a:rPr lang="en-US" smtClean="0"/>
              <a:t>1/29/2026</a:t>
            </a:fld>
            <a:endParaRPr lang="en-US"/>
          </a:p>
        </p:txBody>
      </p:sp>
      <p:sp>
        <p:nvSpPr>
          <p:cNvPr id="22" name="Footer Placeholder 21">
            <a:extLst>
              <a:ext uri="{FF2B5EF4-FFF2-40B4-BE49-F238E27FC236}">
                <a16:creationId xmlns="" xmlns:a16="http://schemas.microsoft.com/office/drawing/2014/main" id="{4F28A7A2-5889-5F7D-09B1-6302BB652B5B}"/>
              </a:ext>
            </a:extLst>
          </p:cNvPr>
          <p:cNvSpPr>
            <a:spLocks noGrp="1"/>
          </p:cNvSpPr>
          <p:nvPr>
            <p:ph type="ftr" sz="quarter" idx="3"/>
          </p:nvPr>
        </p:nvSpPr>
        <p:spPr>
          <a:xfrm>
            <a:off x="3556000" y="6356351"/>
            <a:ext cx="4470400" cy="365125"/>
          </a:xfrm>
          <a:prstGeom prst="rect">
            <a:avLst/>
          </a:prstGeom>
        </p:spPr>
        <p:txBody>
          <a:bodyPr vert="horz" lIns="0" tIns="0" rIns="0" bIns="0" anchor="b"/>
          <a:lstStyle>
            <a:lvl1pPr algn="l" eaLnBrk="1" latinLnBrk="0" hangingPunct="1">
              <a:defRPr kumimoji="0" sz="1200">
                <a:solidFill>
                  <a:schemeClr val="tx2">
                    <a:shade val="90000"/>
                  </a:schemeClr>
                </a:solidFill>
                <a:latin typeface="Arial" charset="0"/>
              </a:defRPr>
            </a:lvl1pPr>
          </a:lstStyle>
          <a:p>
            <a:endParaRPr lang="en-US"/>
          </a:p>
        </p:txBody>
      </p:sp>
      <p:sp>
        <p:nvSpPr>
          <p:cNvPr id="18" name="Slide Number Placeholder 17">
            <a:extLst>
              <a:ext uri="{FF2B5EF4-FFF2-40B4-BE49-F238E27FC236}">
                <a16:creationId xmlns="" xmlns:a16="http://schemas.microsoft.com/office/drawing/2014/main" id="{81E60D15-5150-FD33-BFAE-26C05BD001FD}"/>
              </a:ext>
            </a:extLst>
          </p:cNvPr>
          <p:cNvSpPr>
            <a:spLocks noGrp="1"/>
          </p:cNvSpPr>
          <p:nvPr>
            <p:ph type="sldNum" sz="quarter" idx="4"/>
          </p:nvPr>
        </p:nvSpPr>
        <p:spPr>
          <a:xfrm>
            <a:off x="10566400" y="6356351"/>
            <a:ext cx="1016000" cy="365125"/>
          </a:xfrm>
          <a:prstGeom prst="rect">
            <a:avLst/>
          </a:prstGeom>
        </p:spPr>
        <p:txBody>
          <a:bodyPr vert="horz" wrap="square" lIns="0" tIns="0" rIns="0" bIns="0" numCol="1" anchor="b" anchorCtr="0" compatLnSpc="1">
            <a:prstTxWarp prst="textNoShape">
              <a:avLst/>
            </a:prstTxWarp>
          </a:bodyPr>
          <a:lstStyle>
            <a:lvl1pPr algn="r" eaLnBrk="1" hangingPunct="1">
              <a:defRPr sz="1200">
                <a:solidFill>
                  <a:srgbClr val="045C75"/>
                </a:solidFill>
              </a:defRPr>
            </a:lvl1pPr>
          </a:lstStyle>
          <a:p>
            <a:fld id="{4494EA35-ED2E-494E-91CE-CDD6729B7A2F}" type="slidenum">
              <a:rPr lang="en-US" smtClean="0"/>
              <a:t>‹#›</a:t>
            </a:fld>
            <a:endParaRPr lang="en-US"/>
          </a:p>
        </p:txBody>
      </p:sp>
      <p:grpSp>
        <p:nvGrpSpPr>
          <p:cNvPr id="1033" name="Group 1">
            <a:extLst>
              <a:ext uri="{FF2B5EF4-FFF2-40B4-BE49-F238E27FC236}">
                <a16:creationId xmlns="" xmlns:a16="http://schemas.microsoft.com/office/drawing/2014/main" id="{0C0A9B03-F1FD-27C5-AA0F-90A6934011B5}"/>
              </a:ext>
            </a:extLst>
          </p:cNvPr>
          <p:cNvGrpSpPr>
            <a:grpSpLocks/>
          </p:cNvGrpSpPr>
          <p:nvPr/>
        </p:nvGrpSpPr>
        <p:grpSpPr bwMode="auto">
          <a:xfrm>
            <a:off x="-25399" y="203200"/>
            <a:ext cx="12240684" cy="647700"/>
            <a:chOff x="-19045" y="216550"/>
            <a:chExt cx="9180548" cy="649224"/>
          </a:xfrm>
        </p:grpSpPr>
        <p:sp>
          <p:nvSpPr>
            <p:cNvPr id="12" name="Freeform 11">
              <a:extLst>
                <a:ext uri="{FF2B5EF4-FFF2-40B4-BE49-F238E27FC236}">
                  <a16:creationId xmlns="" xmlns:a16="http://schemas.microsoft.com/office/drawing/2014/main" id="{0BAF7F2B-F87C-3EF6-157D-7A9D3E1B7C0C}"/>
                </a:ext>
              </a:extLst>
            </p:cNvPr>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eaLnBrk="1" hangingPunct="1">
                <a:defRPr/>
              </a:pPr>
              <a:endParaRPr lang="en-US">
                <a:latin typeface="Arial" charset="0"/>
              </a:endParaRPr>
            </a:p>
          </p:txBody>
        </p:sp>
        <p:sp>
          <p:nvSpPr>
            <p:cNvPr id="13" name="Freeform 12">
              <a:extLst>
                <a:ext uri="{FF2B5EF4-FFF2-40B4-BE49-F238E27FC236}">
                  <a16:creationId xmlns="" xmlns:a16="http://schemas.microsoft.com/office/drawing/2014/main" id="{7AA38E87-6548-ADA7-5EF2-2943E34B8DFE}"/>
                </a:ext>
              </a:extLst>
            </p:cNvPr>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eaLnBrk="1" hangingPunct="1">
                <a:defRPr/>
              </a:pPr>
              <a:endParaRPr lang="en-US">
                <a:latin typeface="Arial" charset="0"/>
              </a:endParaRPr>
            </a:p>
          </p:txBody>
        </p:sp>
      </p:grpSp>
    </p:spTree>
    <p:extLst>
      <p:ext uri="{BB962C8B-B14F-4D97-AF65-F5344CB8AC3E}">
        <p14:creationId xmlns:p14="http://schemas.microsoft.com/office/powerpoint/2010/main" val="4007202767"/>
      </p:ext>
    </p:extLst>
  </p:cSld>
  <p:clrMap bg1="lt1" tx1="dk1" bg2="lt2" tx2="dk2" accent1="accent1" accent2="accent2" accent3="accent3" accent4="accent4" accent5="accent5" accent6="accent6" hlink="hlink" folHlink="folHlink"/>
  <p:sldLayoutIdLst>
    <p:sldLayoutId id="2147483877" r:id="rId1"/>
    <p:sldLayoutId id="2147483878" r:id="rId2"/>
    <p:sldLayoutId id="2147483879" r:id="rId3"/>
    <p:sldLayoutId id="2147483880" r:id="rId4"/>
    <p:sldLayoutId id="2147483881" r:id="rId5"/>
    <p:sldLayoutId id="2147483882" r:id="rId6"/>
    <p:sldLayoutId id="2147483883" r:id="rId7"/>
    <p:sldLayoutId id="2147483884" r:id="rId8"/>
    <p:sldLayoutId id="2147483885" r:id="rId9"/>
    <p:sldLayoutId id="2147483886" r:id="rId10"/>
    <p:sldLayoutId id="2147483887" r:id="rId11"/>
  </p:sldLayoutIdLst>
  <p:txStyles>
    <p:titleStyle>
      <a:lvl1pPr algn="l" rtl="0" eaLnBrk="1" fontAlgn="base" hangingPunct="1">
        <a:spcBef>
          <a:spcPct val="0"/>
        </a:spcBef>
        <a:spcAft>
          <a:spcPct val="0"/>
        </a:spcAft>
        <a:defRPr sz="5000" kern="1200">
          <a:solidFill>
            <a:schemeClr val="tx2"/>
          </a:solidFill>
          <a:latin typeface="+mj-lt"/>
          <a:ea typeface="+mj-ea"/>
          <a:cs typeface="+mj-cs"/>
        </a:defRPr>
      </a:lvl1pPr>
      <a:lvl2pPr algn="l" rtl="0" eaLnBrk="1" fontAlgn="base" hangingPunct="1">
        <a:spcBef>
          <a:spcPct val="0"/>
        </a:spcBef>
        <a:spcAft>
          <a:spcPct val="0"/>
        </a:spcAft>
        <a:defRPr sz="5000">
          <a:solidFill>
            <a:schemeClr val="tx2"/>
          </a:solidFill>
          <a:latin typeface="Calibri" pitchFamily="34" charset="0"/>
        </a:defRPr>
      </a:lvl2pPr>
      <a:lvl3pPr algn="l" rtl="0" eaLnBrk="1" fontAlgn="base" hangingPunct="1">
        <a:spcBef>
          <a:spcPct val="0"/>
        </a:spcBef>
        <a:spcAft>
          <a:spcPct val="0"/>
        </a:spcAft>
        <a:defRPr sz="5000">
          <a:solidFill>
            <a:schemeClr val="tx2"/>
          </a:solidFill>
          <a:latin typeface="Calibri" pitchFamily="34" charset="0"/>
        </a:defRPr>
      </a:lvl3pPr>
      <a:lvl4pPr algn="l" rtl="0" eaLnBrk="1" fontAlgn="base" hangingPunct="1">
        <a:spcBef>
          <a:spcPct val="0"/>
        </a:spcBef>
        <a:spcAft>
          <a:spcPct val="0"/>
        </a:spcAft>
        <a:defRPr sz="5000">
          <a:solidFill>
            <a:schemeClr val="tx2"/>
          </a:solidFill>
          <a:latin typeface="Calibri" pitchFamily="34" charset="0"/>
        </a:defRPr>
      </a:lvl4pPr>
      <a:lvl5pPr algn="l" rtl="0" eaLnBrk="1" fontAlgn="base" hangingPunct="1">
        <a:spcBef>
          <a:spcPct val="0"/>
        </a:spcBef>
        <a:spcAft>
          <a:spcPct val="0"/>
        </a:spcAft>
        <a:defRPr sz="5000">
          <a:solidFill>
            <a:schemeClr val="tx2"/>
          </a:solidFill>
          <a:latin typeface="Calibri" pitchFamily="34" charset="0"/>
        </a:defRPr>
      </a:lvl5pPr>
      <a:lvl6pPr marL="457200" algn="l" rtl="0" eaLnBrk="1" fontAlgn="base" hangingPunct="1">
        <a:spcBef>
          <a:spcPct val="0"/>
        </a:spcBef>
        <a:spcAft>
          <a:spcPct val="0"/>
        </a:spcAft>
        <a:defRPr sz="5000">
          <a:solidFill>
            <a:schemeClr val="tx2"/>
          </a:solidFill>
          <a:latin typeface="Calibri" pitchFamily="34" charset="0"/>
        </a:defRPr>
      </a:lvl6pPr>
      <a:lvl7pPr marL="914400" algn="l" rtl="0" eaLnBrk="1" fontAlgn="base" hangingPunct="1">
        <a:spcBef>
          <a:spcPct val="0"/>
        </a:spcBef>
        <a:spcAft>
          <a:spcPct val="0"/>
        </a:spcAft>
        <a:defRPr sz="5000">
          <a:solidFill>
            <a:schemeClr val="tx2"/>
          </a:solidFill>
          <a:latin typeface="Calibri" pitchFamily="34" charset="0"/>
        </a:defRPr>
      </a:lvl7pPr>
      <a:lvl8pPr marL="1371600" algn="l" rtl="0" eaLnBrk="1" fontAlgn="base" hangingPunct="1">
        <a:spcBef>
          <a:spcPct val="0"/>
        </a:spcBef>
        <a:spcAft>
          <a:spcPct val="0"/>
        </a:spcAft>
        <a:defRPr sz="5000">
          <a:solidFill>
            <a:schemeClr val="tx2"/>
          </a:solidFill>
          <a:latin typeface="Calibri" pitchFamily="34" charset="0"/>
        </a:defRPr>
      </a:lvl8pPr>
      <a:lvl9pPr marL="1828800" algn="l" rtl="0" eaLnBrk="1" fontAlgn="base" hangingPunct="1">
        <a:spcBef>
          <a:spcPct val="0"/>
        </a:spcBef>
        <a:spcAft>
          <a:spcPct val="0"/>
        </a:spcAft>
        <a:defRPr sz="5000">
          <a:solidFill>
            <a:schemeClr val="tx2"/>
          </a:solidFill>
          <a:latin typeface="Calibri" pitchFamily="34" charset="0"/>
        </a:defRPr>
      </a:lvl9pPr>
    </p:titleStyle>
    <p:bodyStyle>
      <a:lvl1pPr marL="273050" indent="-273050" algn="l" rtl="0" eaLnBrk="1" fontAlgn="base" hangingPunct="1">
        <a:spcBef>
          <a:spcPct val="20000"/>
        </a:spcBef>
        <a:spcAft>
          <a:spcPct val="0"/>
        </a:spcAft>
        <a:buClr>
          <a:srgbClr val="0BD0D9"/>
        </a:buClr>
        <a:buSzPct val="95000"/>
        <a:buFont typeface="Wingdings 2" panose="05020102010507070707" pitchFamily="18" charset="2"/>
        <a:buChar char=""/>
        <a:defRPr sz="2600" kern="1200">
          <a:solidFill>
            <a:schemeClr val="tx1"/>
          </a:solidFill>
          <a:latin typeface="+mn-lt"/>
          <a:ea typeface="+mn-ea"/>
          <a:cs typeface="+mn-cs"/>
        </a:defRPr>
      </a:lvl1pPr>
      <a:lvl2pPr marL="639763" indent="-246063" algn="l" rtl="0" eaLnBrk="1" fontAlgn="base" hangingPunct="1">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063" algn="l" rtl="0" eaLnBrk="1" fontAlgn="base" hangingPunct="1">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1" fontAlgn="base" hangingPunct="1">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088" indent="-209550" algn="l" rtl="0" eaLnBrk="1" fontAlgn="base" hangingPunct="1">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en.wikipedia.org/wiki/Plead_guilty" TargetMode="External"/><Relationship Id="rId2" Type="http://schemas.openxmlformats.org/officeDocument/2006/relationships/hyperlink" Target="https://en.wikipedia.org/wiki/Criminal_law" TargetMode="External"/><Relationship Id="rId1" Type="http://schemas.openxmlformats.org/officeDocument/2006/relationships/slideLayout" Target="../slideLayouts/slideLayout2.xml"/><Relationship Id="rId6" Type="http://schemas.openxmlformats.org/officeDocument/2006/relationships/hyperlink" Target="https://en.wikipedia.org/wiki/Plea_bargain#:~:text=A%20plea%20bargain%2C%20also%20known,for%20concessions%20from%20the%20prosecutor." TargetMode="External"/><Relationship Id="rId5" Type="http://schemas.openxmlformats.org/officeDocument/2006/relationships/hyperlink" Target="https://en.wikipedia.org/wiki/Prosecutor" TargetMode="External"/><Relationship Id="rId4" Type="http://schemas.openxmlformats.org/officeDocument/2006/relationships/hyperlink" Target="https://en.wikipedia.org/wiki/No_contest" TargetMode="Externa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C082A0E-97E6-A3AF-6C15-0F14649F2BF7}"/>
              </a:ext>
            </a:extLst>
          </p:cNvPr>
          <p:cNvSpPr>
            <a:spLocks noGrp="1"/>
          </p:cNvSpPr>
          <p:nvPr>
            <p:ph type="title"/>
          </p:nvPr>
        </p:nvSpPr>
        <p:spPr>
          <a:xfrm>
            <a:off x="723900" y="836611"/>
            <a:ext cx="10515600" cy="4864101"/>
          </a:xfrm>
        </p:spPr>
        <p:txBody>
          <a:bodyPr/>
          <a:lstStyle/>
          <a:p>
            <a:pPr algn="ctr">
              <a:lnSpc>
                <a:spcPct val="120000"/>
              </a:lnSpc>
            </a:pPr>
            <a:r>
              <a:rPr lang="ne-NP" sz="4000" b="1" dirty="0">
                <a:solidFill>
                  <a:srgbClr val="FF0000"/>
                </a:solidFill>
                <a:effectLst>
                  <a:outerShdw blurRad="38100" dist="38100" dir="2700000" algn="tl">
                    <a:srgbClr val="000000">
                      <a:alpha val="43137"/>
                    </a:srgbClr>
                  </a:outerShdw>
                </a:effectLst>
                <a:latin typeface="+mn-lt"/>
                <a:cs typeface="Kalimati" panose="00000400000000000000" pitchFamily="2"/>
              </a:rPr>
              <a:t>दावीको सौदाबाजी </a:t>
            </a:r>
            <a:r>
              <a:rPr lang="en-US" sz="4000" b="1" dirty="0">
                <a:solidFill>
                  <a:srgbClr val="FF0000"/>
                </a:solidFill>
                <a:effectLst>
                  <a:outerShdw blurRad="38100" dist="38100" dir="2700000" algn="tl">
                    <a:srgbClr val="000000">
                      <a:alpha val="43137"/>
                    </a:srgbClr>
                  </a:outerShdw>
                </a:effectLst>
                <a:latin typeface="+mn-lt"/>
                <a:cs typeface="Kalimati" panose="00000400000000000000" pitchFamily="2"/>
              </a:rPr>
              <a:t>(Plea Bargaining) </a:t>
            </a:r>
            <a:r>
              <a:rPr lang="ne-NP" sz="4000" b="1" dirty="0">
                <a:solidFill>
                  <a:srgbClr val="FF0000"/>
                </a:solidFill>
                <a:effectLst>
                  <a:outerShdw blurRad="38100" dist="38100" dir="2700000" algn="tl">
                    <a:srgbClr val="000000">
                      <a:alpha val="43137"/>
                    </a:srgbClr>
                  </a:outerShdw>
                </a:effectLst>
                <a:latin typeface="+mn-lt"/>
                <a:cs typeface="Kalimati" panose="00000400000000000000" pitchFamily="2"/>
              </a:rPr>
              <a:t>सम्बन्धी</a:t>
            </a:r>
            <a:br>
              <a:rPr lang="ne-NP" sz="4000" b="1" dirty="0">
                <a:solidFill>
                  <a:srgbClr val="FF0000"/>
                </a:solidFill>
                <a:effectLst>
                  <a:outerShdw blurRad="38100" dist="38100" dir="2700000" algn="tl">
                    <a:srgbClr val="000000">
                      <a:alpha val="43137"/>
                    </a:srgbClr>
                  </a:outerShdw>
                </a:effectLst>
                <a:latin typeface="+mn-lt"/>
                <a:cs typeface="Kalimati" panose="00000400000000000000" pitchFamily="2"/>
              </a:rPr>
            </a:br>
            <a:r>
              <a:rPr lang="ne-NP" sz="4000" b="1" dirty="0">
                <a:solidFill>
                  <a:srgbClr val="FF0000"/>
                </a:solidFill>
                <a:effectLst>
                  <a:outerShdw blurRad="38100" dist="38100" dir="2700000" algn="tl">
                    <a:srgbClr val="000000">
                      <a:alpha val="43137"/>
                    </a:srgbClr>
                  </a:outerShdw>
                </a:effectLst>
                <a:latin typeface="+mn-lt"/>
                <a:cs typeface="Kalimati" panose="00000400000000000000" pitchFamily="2"/>
              </a:rPr>
              <a:t>कानुनी व्यवस्था र प्रयोग</a:t>
            </a:r>
            <a:r>
              <a:rPr lang="en-US" sz="4000" b="1" dirty="0">
                <a:effectLst>
                  <a:outerShdw blurRad="38100" dist="38100" dir="2700000" algn="tl">
                    <a:srgbClr val="000000">
                      <a:alpha val="43137"/>
                    </a:srgbClr>
                  </a:outerShdw>
                </a:effectLst>
                <a:latin typeface="+mn-lt"/>
                <a:cs typeface="Kalimati" panose="00000400000000000000" pitchFamily="2"/>
              </a:rPr>
              <a:t/>
            </a:r>
            <a:br>
              <a:rPr lang="en-US" sz="4000" b="1" dirty="0">
                <a:effectLst>
                  <a:outerShdw blurRad="38100" dist="38100" dir="2700000" algn="tl">
                    <a:srgbClr val="000000">
                      <a:alpha val="43137"/>
                    </a:srgbClr>
                  </a:outerShdw>
                </a:effectLst>
                <a:latin typeface="+mn-lt"/>
                <a:cs typeface="Kalimati" panose="00000400000000000000" pitchFamily="2"/>
              </a:rPr>
            </a:br>
            <a:r>
              <a:rPr lang="ne-NP" sz="4000" dirty="0">
                <a:effectLst>
                  <a:outerShdw blurRad="38100" dist="38100" dir="2700000" algn="tl">
                    <a:srgbClr val="000000">
                      <a:alpha val="43137"/>
                    </a:srgbClr>
                  </a:outerShdw>
                </a:effectLst>
              </a:rPr>
              <a:t/>
            </a:r>
            <a:br>
              <a:rPr lang="ne-NP" sz="4000" dirty="0">
                <a:effectLst>
                  <a:outerShdw blurRad="38100" dist="38100" dir="2700000" algn="tl">
                    <a:srgbClr val="000000">
                      <a:alpha val="43137"/>
                    </a:srgbClr>
                  </a:outerShdw>
                </a:effectLst>
              </a:rPr>
            </a:br>
            <a:r>
              <a:rPr lang="en-US" dirty="0"/>
              <a:t/>
            </a:r>
            <a:br>
              <a:rPr lang="en-US" dirty="0"/>
            </a:br>
            <a:endParaRPr lang="en-US" dirty="0"/>
          </a:p>
        </p:txBody>
      </p:sp>
      <p:sp>
        <p:nvSpPr>
          <p:cNvPr id="3" name="TextBox 2">
            <a:extLst>
              <a:ext uri="{FF2B5EF4-FFF2-40B4-BE49-F238E27FC236}">
                <a16:creationId xmlns="" xmlns:a16="http://schemas.microsoft.com/office/drawing/2014/main" id="{89823B83-33D6-9C66-1478-8242C41BED04}"/>
              </a:ext>
            </a:extLst>
          </p:cNvPr>
          <p:cNvSpPr txBox="1"/>
          <p:nvPr/>
        </p:nvSpPr>
        <p:spPr>
          <a:xfrm>
            <a:off x="6357025" y="3686175"/>
            <a:ext cx="5444449" cy="2160591"/>
          </a:xfrm>
          <a:prstGeom prst="rect">
            <a:avLst/>
          </a:prstGeom>
          <a:noFill/>
        </p:spPr>
        <p:txBody>
          <a:bodyPr wrap="square" rtlCol="0">
            <a:spAutoFit/>
          </a:bodyPr>
          <a:lstStyle/>
          <a:p>
            <a:pPr>
              <a:lnSpc>
                <a:spcPct val="120000"/>
              </a:lnSpc>
            </a:pPr>
            <a:endParaRPr lang="en-US" sz="2800" b="1" dirty="0">
              <a:solidFill>
                <a:srgbClr val="FF0000"/>
              </a:solidFill>
              <a:effectLst>
                <a:outerShdw blurRad="38100" dist="38100" dir="2700000" algn="tl">
                  <a:srgbClr val="000000">
                    <a:alpha val="43137"/>
                  </a:srgbClr>
                </a:outerShdw>
              </a:effectLst>
              <a:cs typeface="Kalimati" panose="00000400000000000000" pitchFamily="2"/>
            </a:endParaRPr>
          </a:p>
          <a:p>
            <a:pPr>
              <a:lnSpc>
                <a:spcPct val="120000"/>
              </a:lnSpc>
            </a:pPr>
            <a:endParaRPr lang="en-US" sz="2800" b="1" dirty="0">
              <a:solidFill>
                <a:srgbClr val="FF0000"/>
              </a:solidFill>
              <a:effectLst>
                <a:outerShdw blurRad="38100" dist="38100" dir="2700000" algn="tl">
                  <a:srgbClr val="000000">
                    <a:alpha val="43137"/>
                  </a:srgbClr>
                </a:outerShdw>
              </a:effectLst>
              <a:cs typeface="Kalimati" panose="00000400000000000000" pitchFamily="2"/>
            </a:endParaRPr>
          </a:p>
          <a:p>
            <a:pPr>
              <a:lnSpc>
                <a:spcPct val="120000"/>
              </a:lnSpc>
            </a:pPr>
            <a:r>
              <a:rPr lang="en-US" sz="2800" b="1" dirty="0">
                <a:solidFill>
                  <a:srgbClr val="FF0000"/>
                </a:solidFill>
                <a:effectLst>
                  <a:outerShdw blurRad="38100" dist="38100" dir="2700000" algn="tl">
                    <a:srgbClr val="000000">
                      <a:alpha val="43137"/>
                    </a:srgbClr>
                  </a:outerShdw>
                </a:effectLst>
                <a:cs typeface="Kalimati" panose="00000400000000000000" pitchFamily="2"/>
              </a:rPr>
              <a:t>-</a:t>
            </a:r>
            <a:r>
              <a:rPr lang="ne-NP" sz="2800" b="1" dirty="0">
                <a:solidFill>
                  <a:srgbClr val="FF0000"/>
                </a:solidFill>
                <a:effectLst>
                  <a:outerShdw blurRad="38100" dist="38100" dir="2700000" algn="tl">
                    <a:srgbClr val="000000">
                      <a:alpha val="43137"/>
                    </a:srgbClr>
                  </a:outerShdw>
                </a:effectLst>
                <a:cs typeface="Kalimati" panose="00000400000000000000" pitchFamily="2"/>
              </a:rPr>
              <a:t> नृपध्वज निरौला</a:t>
            </a:r>
            <a:endParaRPr lang="en-US" sz="2800" b="1" dirty="0">
              <a:solidFill>
                <a:srgbClr val="FF0000"/>
              </a:solidFill>
              <a:effectLst>
                <a:outerShdw blurRad="38100" dist="38100" dir="2700000" algn="tl">
                  <a:srgbClr val="000000">
                    <a:alpha val="43137"/>
                  </a:srgbClr>
                </a:outerShdw>
              </a:effectLst>
              <a:cs typeface="Kalimati" panose="00000400000000000000" pitchFamily="2"/>
            </a:endParaRPr>
          </a:p>
          <a:p>
            <a:pPr>
              <a:lnSpc>
                <a:spcPct val="120000"/>
              </a:lnSpc>
            </a:pPr>
            <a:r>
              <a:rPr lang="ne-NP" sz="2800" b="1" dirty="0">
                <a:solidFill>
                  <a:srgbClr val="FF0000"/>
                </a:solidFill>
                <a:effectLst>
                  <a:outerShdw blurRad="38100" dist="38100" dir="2700000" algn="tl">
                    <a:srgbClr val="000000">
                      <a:alpha val="43137"/>
                    </a:srgbClr>
                  </a:outerShdw>
                </a:effectLst>
                <a:cs typeface="Kalimati" panose="00000400000000000000" pitchFamily="2"/>
              </a:rPr>
              <a:t>न्यायाधीश</a:t>
            </a:r>
            <a:r>
              <a:rPr lang="en-US" sz="2800" b="1" dirty="0">
                <a:solidFill>
                  <a:srgbClr val="FF0000"/>
                </a:solidFill>
                <a:effectLst>
                  <a:outerShdw blurRad="38100" dist="38100" dir="2700000" algn="tl">
                    <a:srgbClr val="000000">
                      <a:alpha val="43137"/>
                    </a:srgbClr>
                  </a:outerShdw>
                </a:effectLst>
                <a:cs typeface="Kalimati" panose="00000400000000000000" pitchFamily="2"/>
              </a:rPr>
              <a:t>,</a:t>
            </a:r>
            <a:r>
              <a:rPr lang="ne-NP" sz="2800" b="1" dirty="0">
                <a:solidFill>
                  <a:srgbClr val="FF0000"/>
                </a:solidFill>
                <a:effectLst>
                  <a:outerShdw blurRad="38100" dist="38100" dir="2700000" algn="tl">
                    <a:srgbClr val="000000">
                      <a:alpha val="43137"/>
                    </a:srgbClr>
                  </a:outerShdw>
                </a:effectLst>
                <a:cs typeface="Kalimati" panose="00000400000000000000" pitchFamily="2"/>
              </a:rPr>
              <a:t> सर्वोच्च अदालत</a:t>
            </a:r>
            <a:r>
              <a:rPr lang="en-US" sz="2800" b="1" dirty="0">
                <a:solidFill>
                  <a:srgbClr val="FF0000"/>
                </a:solidFill>
                <a:effectLst>
                  <a:outerShdw blurRad="38100" dist="38100" dir="2700000" algn="tl">
                    <a:srgbClr val="000000">
                      <a:alpha val="43137"/>
                    </a:srgbClr>
                  </a:outerShdw>
                </a:effectLst>
                <a:cs typeface="Kalimati" panose="00000400000000000000" pitchFamily="2"/>
              </a:rPr>
              <a:t>, </a:t>
            </a:r>
            <a:r>
              <a:rPr lang="ne-NP" sz="2800" b="1" dirty="0">
                <a:solidFill>
                  <a:srgbClr val="FF0000"/>
                </a:solidFill>
                <a:effectLst>
                  <a:outerShdw blurRad="38100" dist="38100" dir="2700000" algn="tl">
                    <a:srgbClr val="000000">
                      <a:alpha val="43137"/>
                    </a:srgbClr>
                  </a:outerShdw>
                </a:effectLst>
                <a:cs typeface="Kalimati" panose="00000400000000000000" pitchFamily="2"/>
              </a:rPr>
              <a:t>काठमाडौँ</a:t>
            </a:r>
            <a:endParaRPr lang="en-US" sz="2800" dirty="0">
              <a:solidFill>
                <a:srgbClr val="FF0000"/>
              </a:solidFill>
            </a:endParaRPr>
          </a:p>
        </p:txBody>
      </p:sp>
    </p:spTree>
    <p:extLst>
      <p:ext uri="{BB962C8B-B14F-4D97-AF65-F5344CB8AC3E}">
        <p14:creationId xmlns:p14="http://schemas.microsoft.com/office/powerpoint/2010/main" val="41501161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A38B397-07D1-3D31-04EA-31DCF0904EAC}"/>
              </a:ext>
            </a:extLst>
          </p:cNvPr>
          <p:cNvSpPr>
            <a:spLocks noGrp="1"/>
          </p:cNvSpPr>
          <p:nvPr>
            <p:ph type="title"/>
          </p:nvPr>
        </p:nvSpPr>
        <p:spPr>
          <a:xfrm>
            <a:off x="609600" y="304800"/>
            <a:ext cx="10972800" cy="984115"/>
          </a:xfrm>
        </p:spPr>
        <p:txBody>
          <a:bodyPr/>
          <a:lstStyle/>
          <a:p>
            <a:pPr algn="ctr"/>
            <a:r>
              <a:rPr lang="ne-NP" sz="4400" b="1" dirty="0">
                <a:effectLst>
                  <a:outerShdw blurRad="38100" dist="38100" dir="2700000" algn="tl">
                    <a:srgbClr val="000000">
                      <a:alpha val="43137"/>
                    </a:srgbClr>
                  </a:outerShdw>
                </a:effectLst>
                <a:cs typeface="Kalimati" panose="00000400000000000000" pitchFamily="2"/>
              </a:rPr>
              <a:t>दावीको सौदाबाजी</a:t>
            </a:r>
            <a:r>
              <a:rPr lang="en-US" sz="4400" b="1" dirty="0">
                <a:effectLst>
                  <a:outerShdw blurRad="38100" dist="38100" dir="2700000" algn="tl">
                    <a:srgbClr val="000000">
                      <a:alpha val="43137"/>
                    </a:srgbClr>
                  </a:outerShdw>
                </a:effectLst>
                <a:cs typeface="Kalimati" panose="00000400000000000000" pitchFamily="2"/>
              </a:rPr>
              <a:t>: </a:t>
            </a:r>
            <a:r>
              <a:rPr lang="ne-NP" sz="4400" b="1" dirty="0">
                <a:effectLst>
                  <a:outerShdw blurRad="38100" dist="38100" dir="2700000" algn="tl">
                    <a:srgbClr val="000000">
                      <a:alpha val="43137"/>
                    </a:srgbClr>
                  </a:outerShdw>
                </a:effectLst>
                <a:cs typeface="Kalimati" panose="00000400000000000000" pitchFamily="2"/>
              </a:rPr>
              <a:t>सैद्धान्तिक अवधारणा</a:t>
            </a:r>
            <a:endParaRPr lang="en-US" sz="4400" dirty="0">
              <a:effectLst>
                <a:outerShdw blurRad="38100" dist="38100" dir="2700000" algn="tl">
                  <a:srgbClr val="000000">
                    <a:alpha val="43137"/>
                  </a:srgbClr>
                </a:outerShdw>
              </a:effectLst>
            </a:endParaRPr>
          </a:p>
        </p:txBody>
      </p:sp>
      <p:sp>
        <p:nvSpPr>
          <p:cNvPr id="3" name="Content Placeholder 2">
            <a:extLst>
              <a:ext uri="{FF2B5EF4-FFF2-40B4-BE49-F238E27FC236}">
                <a16:creationId xmlns="" xmlns:a16="http://schemas.microsoft.com/office/drawing/2014/main" id="{D6AA3C23-6438-C591-11F6-E650646CB39E}"/>
              </a:ext>
            </a:extLst>
          </p:cNvPr>
          <p:cNvSpPr>
            <a:spLocks noGrp="1"/>
          </p:cNvSpPr>
          <p:nvPr>
            <p:ph idx="1"/>
          </p:nvPr>
        </p:nvSpPr>
        <p:spPr>
          <a:xfrm>
            <a:off x="609599" y="1288914"/>
            <a:ext cx="11263313" cy="5264285"/>
          </a:xfrm>
        </p:spPr>
        <p:txBody>
          <a:bodyPr/>
          <a:lstStyle/>
          <a:p>
            <a:pPr marL="342900" lvl="0" indent="-342900" algn="just">
              <a:lnSpc>
                <a:spcPct val="120000"/>
              </a:lnSpc>
              <a:buFont typeface="Wingdings" panose="05000000000000000000" pitchFamily="2" charset="2"/>
              <a:buChar char="Ø"/>
            </a:pPr>
            <a:r>
              <a:rPr lang="ne-NP" sz="2800" b="1" dirty="0">
                <a:cs typeface="Kalimati" panose="00000400000000000000" pitchFamily="2"/>
              </a:rPr>
              <a:t>सरकारवादी फौजदारी मुद्दामा अभियोजनकर्ता र अभियुक्तवीच भएको सम्झौता, जसमा अभियुक्तले आफु उपरको कसुर स्वीकार गर्दछ र त्यसवापत निजले अभियोजनकर्ताबाट कुनै सहुलियत प्राप्त गर्दछ।</a:t>
            </a:r>
          </a:p>
          <a:p>
            <a:pPr marL="342900" lvl="0" indent="-342900" algn="just">
              <a:lnSpc>
                <a:spcPct val="120000"/>
              </a:lnSpc>
              <a:buFont typeface="Wingdings" panose="05000000000000000000" pitchFamily="2" charset="2"/>
              <a:buChar char="Ø"/>
            </a:pPr>
            <a:r>
              <a:rPr lang="ne-NP" sz="2800" b="1" dirty="0">
                <a:cs typeface="Kalimati" panose="00000400000000000000" pitchFamily="2"/>
              </a:rPr>
              <a:t>अभियुक्त र अभियोजनकर्ताबीचको सुनुवाई पूर्वको समझदारी, जसबाट अभियोजनमा कसुर स्वीकार वापत छुट प्राप्त हुने।</a:t>
            </a:r>
          </a:p>
          <a:p>
            <a:pPr marL="342900" lvl="0" indent="-342900" algn="just">
              <a:lnSpc>
                <a:spcPct val="120000"/>
              </a:lnSpc>
              <a:buFont typeface="Wingdings" panose="05000000000000000000" pitchFamily="2" charset="2"/>
              <a:buChar char="Ø"/>
            </a:pPr>
            <a:r>
              <a:rPr lang="ne-NP" sz="2800" b="1" dirty="0">
                <a:cs typeface="Kalimati" panose="00000400000000000000" pitchFamily="2"/>
              </a:rPr>
              <a:t>फौजदारी कानुनी प्रक्रिया</a:t>
            </a:r>
            <a:r>
              <a:rPr lang="en-US" sz="2800" b="1" dirty="0">
                <a:cs typeface="Kalimati" panose="00000400000000000000" pitchFamily="2"/>
              </a:rPr>
              <a:t>, </a:t>
            </a:r>
            <a:r>
              <a:rPr lang="ne-NP" sz="2800" b="1" dirty="0">
                <a:cs typeface="Kalimati" panose="00000400000000000000" pitchFamily="2"/>
              </a:rPr>
              <a:t>जसमा अभियुक्तले अभियोजनकर्तासंग कम सजायको वा सजाय छुटको सौदाबाजी गर्दछ</a:t>
            </a:r>
            <a:r>
              <a:rPr lang="ne-NP" sz="2800" b="1" dirty="0" smtClean="0">
                <a:cs typeface="Kalimati" panose="00000400000000000000" pitchFamily="2"/>
              </a:rPr>
              <a:t>।</a:t>
            </a:r>
            <a:endParaRPr lang="ne-NP" sz="2800" b="1" dirty="0">
              <a:cs typeface="Kalimati" panose="00000400000000000000" pitchFamily="2"/>
            </a:endParaRPr>
          </a:p>
        </p:txBody>
      </p:sp>
    </p:spTree>
    <p:extLst>
      <p:ext uri="{BB962C8B-B14F-4D97-AF65-F5344CB8AC3E}">
        <p14:creationId xmlns:p14="http://schemas.microsoft.com/office/powerpoint/2010/main" val="12426537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92024"/>
            <a:ext cx="10972800" cy="6437376"/>
          </a:xfrm>
        </p:spPr>
        <p:txBody>
          <a:bodyPr/>
          <a:lstStyle/>
          <a:p>
            <a:pPr marL="0" lvl="0" indent="0" algn="just">
              <a:lnSpc>
                <a:spcPct val="120000"/>
              </a:lnSpc>
              <a:buNone/>
            </a:pPr>
            <a:r>
              <a:rPr lang="en-US" sz="2800" b="1" dirty="0" err="1" smtClean="0">
                <a:solidFill>
                  <a:prstClr val="black"/>
                </a:solidFill>
                <a:cs typeface="Kalimati" panose="00000400000000000000" pitchFamily="2"/>
              </a:rPr>
              <a:t>contd</a:t>
            </a:r>
            <a:r>
              <a:rPr lang="en-US" sz="2800" b="1" dirty="0" smtClean="0">
                <a:solidFill>
                  <a:prstClr val="black"/>
                </a:solidFill>
                <a:cs typeface="Kalimati" panose="00000400000000000000" pitchFamily="2"/>
              </a:rPr>
              <a:t>,…</a:t>
            </a:r>
          </a:p>
          <a:p>
            <a:pPr marL="342900" lvl="0" indent="-342900" algn="just">
              <a:lnSpc>
                <a:spcPct val="120000"/>
              </a:lnSpc>
              <a:buFont typeface="Wingdings" panose="05000000000000000000" pitchFamily="2" charset="2"/>
              <a:buChar char="Ø"/>
            </a:pPr>
            <a:r>
              <a:rPr lang="en-US" sz="2800" b="1" dirty="0" smtClean="0">
                <a:solidFill>
                  <a:prstClr val="black"/>
                </a:solidFill>
                <a:cs typeface="Kalimati" panose="00000400000000000000" pitchFamily="2"/>
              </a:rPr>
              <a:t>Black's </a:t>
            </a:r>
            <a:r>
              <a:rPr lang="en-US" sz="2800" b="1" dirty="0">
                <a:solidFill>
                  <a:prstClr val="black"/>
                </a:solidFill>
                <a:cs typeface="Kalimati" panose="00000400000000000000" pitchFamily="2"/>
              </a:rPr>
              <a:t>Law Dictionary- An agreement set up between the plaintiff and the defendant to come to a resolution about a case, without ever taking it to trial</a:t>
            </a:r>
            <a:r>
              <a:rPr lang="en-US" sz="2800" b="1" dirty="0" smtClean="0">
                <a:solidFill>
                  <a:prstClr val="black"/>
                </a:solidFill>
                <a:cs typeface="Kalimati" panose="00000400000000000000" pitchFamily="2"/>
              </a:rPr>
              <a:t>.</a:t>
            </a:r>
          </a:p>
          <a:p>
            <a:pPr marL="0" lvl="0" indent="0" algn="just">
              <a:lnSpc>
                <a:spcPct val="120000"/>
              </a:lnSpc>
              <a:buNone/>
            </a:pPr>
            <a:endParaRPr lang="ne-NP" sz="2800" b="1" dirty="0">
              <a:solidFill>
                <a:prstClr val="black"/>
              </a:solidFill>
              <a:cs typeface="Kalimati" panose="00000400000000000000" pitchFamily="2"/>
            </a:endParaRPr>
          </a:p>
          <a:p>
            <a:r>
              <a:rPr lang="en-US" sz="2800" dirty="0">
                <a:solidFill>
                  <a:srgbClr val="202122"/>
                </a:solidFill>
                <a:latin typeface="Arial" panose="020B0604020202020204" pitchFamily="34" charset="0"/>
              </a:rPr>
              <a:t>A </a:t>
            </a:r>
            <a:r>
              <a:rPr lang="en-US" sz="2800" b="1" dirty="0">
                <a:solidFill>
                  <a:srgbClr val="202122"/>
                </a:solidFill>
                <a:latin typeface="Arial" panose="020B0604020202020204" pitchFamily="34" charset="0"/>
              </a:rPr>
              <a:t>plea bargain</a:t>
            </a:r>
            <a:r>
              <a:rPr lang="en-US" sz="2800" dirty="0">
                <a:solidFill>
                  <a:srgbClr val="202122"/>
                </a:solidFill>
                <a:latin typeface="Arial" panose="020B0604020202020204" pitchFamily="34" charset="0"/>
              </a:rPr>
              <a:t>, also known as a </a:t>
            </a:r>
            <a:r>
              <a:rPr lang="en-US" sz="2800" b="1" dirty="0">
                <a:solidFill>
                  <a:srgbClr val="202122"/>
                </a:solidFill>
                <a:latin typeface="Arial" panose="020B0604020202020204" pitchFamily="34" charset="0"/>
              </a:rPr>
              <a:t>plea agreement</a:t>
            </a:r>
            <a:r>
              <a:rPr lang="en-US" sz="2800" dirty="0">
                <a:solidFill>
                  <a:srgbClr val="202122"/>
                </a:solidFill>
                <a:latin typeface="Arial" panose="020B0604020202020204" pitchFamily="34" charset="0"/>
              </a:rPr>
              <a:t> or </a:t>
            </a:r>
            <a:r>
              <a:rPr lang="en-US" sz="2800" b="1" dirty="0">
                <a:solidFill>
                  <a:srgbClr val="202122"/>
                </a:solidFill>
                <a:latin typeface="Arial" panose="020B0604020202020204" pitchFamily="34" charset="0"/>
              </a:rPr>
              <a:t>plea deal</a:t>
            </a:r>
            <a:r>
              <a:rPr lang="en-US" sz="2800" dirty="0">
                <a:solidFill>
                  <a:srgbClr val="202122"/>
                </a:solidFill>
                <a:latin typeface="Arial" panose="020B0604020202020204" pitchFamily="34" charset="0"/>
              </a:rPr>
              <a:t>, is a legal arrangement in </a:t>
            </a:r>
            <a:r>
              <a:rPr lang="en-US" sz="2800" dirty="0">
                <a:solidFill>
                  <a:srgbClr val="3366CC"/>
                </a:solidFill>
                <a:latin typeface="Arial" panose="020B0604020202020204" pitchFamily="34" charset="0"/>
                <a:hlinkClick r:id="rId2" tooltip="Criminal law"/>
              </a:rPr>
              <a:t>criminal law</a:t>
            </a:r>
            <a:r>
              <a:rPr lang="en-US" sz="2800" dirty="0">
                <a:solidFill>
                  <a:srgbClr val="202122"/>
                </a:solidFill>
                <a:latin typeface="Arial" panose="020B0604020202020204" pitchFamily="34" charset="0"/>
              </a:rPr>
              <a:t> where the defendant agrees to </a:t>
            </a:r>
            <a:r>
              <a:rPr lang="en-US" sz="2800" dirty="0">
                <a:solidFill>
                  <a:srgbClr val="3366CC"/>
                </a:solidFill>
                <a:latin typeface="Arial" panose="020B0604020202020204" pitchFamily="34" charset="0"/>
                <a:hlinkClick r:id="rId3" tooltip="Plead guilty"/>
              </a:rPr>
              <a:t>plead guilty</a:t>
            </a:r>
            <a:r>
              <a:rPr lang="en-US" sz="2800" dirty="0">
                <a:solidFill>
                  <a:srgbClr val="202122"/>
                </a:solidFill>
                <a:latin typeface="Arial" panose="020B0604020202020204" pitchFamily="34" charset="0"/>
              </a:rPr>
              <a:t> or </a:t>
            </a:r>
            <a:r>
              <a:rPr lang="en-US" sz="2800" dirty="0">
                <a:solidFill>
                  <a:srgbClr val="3366CC"/>
                </a:solidFill>
                <a:latin typeface="Arial" panose="020B0604020202020204" pitchFamily="34" charset="0"/>
                <a:hlinkClick r:id="rId4" tooltip="No contest"/>
              </a:rPr>
              <a:t>no contest</a:t>
            </a:r>
            <a:r>
              <a:rPr lang="en-US" sz="2800" dirty="0">
                <a:solidFill>
                  <a:srgbClr val="202122"/>
                </a:solidFill>
                <a:latin typeface="Arial" panose="020B0604020202020204" pitchFamily="34" charset="0"/>
              </a:rPr>
              <a:t> to a charge in exchange for concessions from the </a:t>
            </a:r>
            <a:r>
              <a:rPr lang="en-US" sz="2800" dirty="0">
                <a:solidFill>
                  <a:srgbClr val="3366CC"/>
                </a:solidFill>
                <a:latin typeface="Arial" panose="020B0604020202020204" pitchFamily="34" charset="0"/>
                <a:hlinkClick r:id="rId5" tooltip="Prosecutor"/>
              </a:rPr>
              <a:t>prosecutor</a:t>
            </a:r>
            <a:r>
              <a:rPr lang="en-US" sz="2800" dirty="0">
                <a:solidFill>
                  <a:srgbClr val="202122"/>
                </a:solidFill>
                <a:latin typeface="Arial" panose="020B0604020202020204" pitchFamily="34" charset="0"/>
              </a:rPr>
              <a:t>. </a:t>
            </a:r>
            <a:r>
              <a:rPr lang="en-US" sz="2800" dirty="0"/>
              <a:t>(</a:t>
            </a:r>
            <a:r>
              <a:rPr lang="en-US" sz="2800" dirty="0" smtClean="0">
                <a:hlinkClick r:id="rId6"/>
              </a:rPr>
              <a:t>Wikipedia</a:t>
            </a:r>
            <a:r>
              <a:rPr lang="en-US" sz="2800" dirty="0" smtClean="0"/>
              <a:t>)</a:t>
            </a:r>
          </a:p>
          <a:p>
            <a:endParaRPr lang="en-US" sz="2800" dirty="0" smtClean="0">
              <a:solidFill>
                <a:srgbClr val="0A0A0A"/>
              </a:solidFill>
              <a:latin typeface="Google Sans"/>
            </a:endParaRPr>
          </a:p>
          <a:p>
            <a:r>
              <a:rPr lang="en-US" sz="2800" dirty="0" smtClean="0">
                <a:solidFill>
                  <a:srgbClr val="0A0A0A"/>
                </a:solidFill>
                <a:latin typeface="Google Sans"/>
              </a:rPr>
              <a:t>It </a:t>
            </a:r>
            <a:r>
              <a:rPr lang="en-US" sz="2800" dirty="0">
                <a:solidFill>
                  <a:srgbClr val="0A0A0A"/>
                </a:solidFill>
                <a:latin typeface="Google Sans"/>
              </a:rPr>
              <a:t>is a pre-trial procedure designed to avoid the time and expense of a trial, primarily used in the U.S. and other, mostly common-law, jurisdictions. </a:t>
            </a:r>
            <a:endParaRPr lang="en-US" sz="2800" dirty="0"/>
          </a:p>
        </p:txBody>
      </p:sp>
    </p:spTree>
    <p:extLst>
      <p:ext uri="{BB962C8B-B14F-4D97-AF65-F5344CB8AC3E}">
        <p14:creationId xmlns:p14="http://schemas.microsoft.com/office/powerpoint/2010/main" val="40518512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DD90CA6F-3395-638F-2D3B-D79102A38C49}"/>
              </a:ext>
            </a:extLst>
          </p:cNvPr>
          <p:cNvSpPr>
            <a:spLocks noGrp="1"/>
          </p:cNvSpPr>
          <p:nvPr>
            <p:ph idx="1"/>
          </p:nvPr>
        </p:nvSpPr>
        <p:spPr>
          <a:xfrm>
            <a:off x="138619" y="422849"/>
            <a:ext cx="11381361" cy="6726677"/>
          </a:xfrm>
        </p:spPr>
        <p:txBody>
          <a:bodyPr/>
          <a:lstStyle/>
          <a:p>
            <a:pPr algn="just">
              <a:lnSpc>
                <a:spcPct val="150000"/>
              </a:lnSpc>
              <a:buFont typeface="Wingdings" panose="05000000000000000000" pitchFamily="2" charset="2"/>
              <a:buChar char="Ø"/>
            </a:pPr>
            <a:r>
              <a:rPr lang="ne-NP" sz="2400" dirty="0">
                <a:effectLst>
                  <a:outerShdw blurRad="38100" dist="38100" dir="2700000" algn="tl">
                    <a:srgbClr val="000000">
                      <a:alpha val="43137"/>
                    </a:srgbClr>
                  </a:outerShdw>
                </a:effectLst>
                <a:cs typeface="Kalimati" panose="00000400000000000000" pitchFamily="2"/>
              </a:rPr>
              <a:t>जसले स्वेच्छाले कसुर स्वीकार गर्छ, त्यसप्रति नरम ब्यवहार गर्नुपर्छ भन्ने मान्यता । </a:t>
            </a:r>
            <a:endParaRPr lang="en-US" sz="2400" dirty="0">
              <a:effectLst>
                <a:outerShdw blurRad="38100" dist="38100" dir="2700000" algn="tl">
                  <a:srgbClr val="000000">
                    <a:alpha val="43137"/>
                  </a:srgbClr>
                </a:outerShdw>
              </a:effectLst>
              <a:cs typeface="Kalimati" panose="00000400000000000000" pitchFamily="2"/>
            </a:endParaRPr>
          </a:p>
          <a:p>
            <a:pPr marL="0" indent="0" algn="just">
              <a:lnSpc>
                <a:spcPct val="150000"/>
              </a:lnSpc>
              <a:buNone/>
            </a:pPr>
            <a:r>
              <a:rPr lang="en-US" sz="2400" dirty="0">
                <a:effectLst>
                  <a:outerShdw blurRad="38100" dist="38100" dir="2700000" algn="tl">
                    <a:srgbClr val="000000">
                      <a:alpha val="43137"/>
                    </a:srgbClr>
                  </a:outerShdw>
                </a:effectLst>
                <a:cs typeface="Kalimati" panose="00000400000000000000" pitchFamily="2"/>
              </a:rPr>
              <a:t>(</a:t>
            </a:r>
            <a:r>
              <a:rPr lang="en-US" sz="2400" i="1" dirty="0">
                <a:effectLst>
                  <a:outerShdw blurRad="38100" dist="38100" dir="2700000" algn="tl">
                    <a:srgbClr val="000000">
                      <a:alpha val="43137"/>
                    </a:srgbClr>
                  </a:outerShdw>
                </a:effectLst>
                <a:cs typeface="Kalimati" panose="00000400000000000000" pitchFamily="2"/>
              </a:rPr>
              <a:t>He who willingly confess should be dealt with more leniently. Confession to crime always operates in mitigation of punishment</a:t>
            </a:r>
            <a:r>
              <a:rPr lang="en-US" sz="2400" dirty="0">
                <a:effectLst>
                  <a:outerShdw blurRad="38100" dist="38100" dir="2700000" algn="tl">
                    <a:srgbClr val="000000">
                      <a:alpha val="43137"/>
                    </a:srgbClr>
                  </a:outerShdw>
                </a:effectLst>
                <a:cs typeface="Kalimati" panose="00000400000000000000" pitchFamily="2"/>
              </a:rPr>
              <a:t>.)</a:t>
            </a:r>
          </a:p>
          <a:p>
            <a:pPr algn="just">
              <a:lnSpc>
                <a:spcPct val="150000"/>
              </a:lnSpc>
              <a:buFont typeface="Wingdings" panose="05000000000000000000" pitchFamily="2" charset="2"/>
              <a:buChar char="Ø"/>
            </a:pPr>
            <a:r>
              <a:rPr lang="ne-NP" sz="2400" b="1" dirty="0">
                <a:cs typeface="Kalimati" panose="00000400000000000000" pitchFamily="2"/>
              </a:rPr>
              <a:t>दावीको सौदाबाजीमा अभियुक्तले कुनै वा सबै कसुर स्वीकार गर्ने</a:t>
            </a:r>
            <a:r>
              <a:rPr lang="en-US" sz="2400" b="1" dirty="0">
                <a:cs typeface="Kalimati" panose="00000400000000000000" pitchFamily="2"/>
              </a:rPr>
              <a:t>, </a:t>
            </a:r>
            <a:r>
              <a:rPr lang="ne-NP" sz="2400" b="1" dirty="0">
                <a:cs typeface="Kalimati" panose="00000400000000000000" pitchFamily="2"/>
              </a:rPr>
              <a:t>अन्य अभियुक्तको जानकारी दिने र अभियोजनकर्तालाई मुद्दाको अनुसन्धानमा कुनै किसिमले सहयोग गर्ने र अभियोजनकर्ताले सोबापत कुनै कसुरमा अभियोजन नगर्ने</a:t>
            </a:r>
            <a:r>
              <a:rPr lang="en-US" sz="2400" b="1" dirty="0">
                <a:cs typeface="Kalimati" panose="00000400000000000000" pitchFamily="2"/>
              </a:rPr>
              <a:t>, </a:t>
            </a:r>
            <a:r>
              <a:rPr lang="ne-NP" sz="2400" b="1" dirty="0">
                <a:cs typeface="Kalimati" panose="00000400000000000000" pitchFamily="2"/>
              </a:rPr>
              <a:t>सजाय कम दावी गर्ने</a:t>
            </a:r>
            <a:r>
              <a:rPr lang="en-US" sz="2400" b="1" dirty="0">
                <a:cs typeface="Kalimati" panose="00000400000000000000" pitchFamily="2"/>
              </a:rPr>
              <a:t>, </a:t>
            </a:r>
            <a:r>
              <a:rPr lang="ne-NP" sz="2400" b="1" dirty="0">
                <a:cs typeface="Kalimati" panose="00000400000000000000" pitchFamily="2"/>
              </a:rPr>
              <a:t>कसुरको गम्भीरता बढाउने आधार दावी नगर्ने हुन सक्छ।</a:t>
            </a:r>
          </a:p>
          <a:p>
            <a:pPr marL="342900" lvl="0" indent="-342900" algn="just">
              <a:lnSpc>
                <a:spcPct val="120000"/>
              </a:lnSpc>
              <a:buFont typeface="Wingdings" panose="05000000000000000000" pitchFamily="2" charset="2"/>
              <a:buChar char="Ø"/>
            </a:pPr>
            <a:r>
              <a:rPr lang="ne-NP" sz="2400" b="1" dirty="0">
                <a:solidFill>
                  <a:prstClr val="black"/>
                </a:solidFill>
                <a:cs typeface="Kalimati" panose="00000400000000000000" pitchFamily="2"/>
              </a:rPr>
              <a:t>दावीको सौदाबाजीमा अभियोजनमा छुट, तथ्यमा छुट र सजायमा छुटको दावी गरिन्छ। </a:t>
            </a:r>
            <a:endParaRPr lang="en-US" sz="2400" b="1" dirty="0">
              <a:solidFill>
                <a:prstClr val="black"/>
              </a:solidFill>
              <a:cs typeface="Kalimati" panose="00000400000000000000" pitchFamily="2"/>
            </a:endParaRPr>
          </a:p>
          <a:p>
            <a:pPr marL="0" indent="0" algn="just">
              <a:lnSpc>
                <a:spcPct val="150000"/>
              </a:lnSpc>
              <a:buNone/>
            </a:pPr>
            <a:endParaRPr lang="en-US" sz="2800" dirty="0">
              <a:effectLst>
                <a:outerShdw blurRad="38100" dist="38100" dir="2700000" algn="tl">
                  <a:srgbClr val="000000">
                    <a:alpha val="43137"/>
                  </a:srgbClr>
                </a:outerShdw>
              </a:effectLst>
              <a:cs typeface="Kalimati" panose="00000400000000000000" pitchFamily="2"/>
            </a:endParaRPr>
          </a:p>
          <a:p>
            <a:pPr marL="0" indent="0" algn="just">
              <a:lnSpc>
                <a:spcPct val="150000"/>
              </a:lnSpc>
              <a:buNone/>
            </a:pPr>
            <a:endParaRPr lang="en-US" sz="2800" dirty="0">
              <a:effectLst>
                <a:outerShdw blurRad="38100" dist="38100" dir="2700000" algn="tl">
                  <a:srgbClr val="000000">
                    <a:alpha val="43137"/>
                  </a:srgbClr>
                </a:outerShdw>
              </a:effectLst>
              <a:cs typeface="Kalimati" panose="00000400000000000000" pitchFamily="2"/>
            </a:endParaRPr>
          </a:p>
          <a:p>
            <a:endParaRPr lang="en-US" dirty="0"/>
          </a:p>
        </p:txBody>
      </p:sp>
      <p:pic>
        <p:nvPicPr>
          <p:cNvPr id="2050" name="Picture 2">
            <a:extLst>
              <a:ext uri="{FF2B5EF4-FFF2-40B4-BE49-F238E27FC236}">
                <a16:creationId xmlns="" xmlns:a16="http://schemas.microsoft.com/office/drawing/2014/main" id="{9DEC48BD-EA72-2D93-AADB-BADD82C102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71863" y="4965970"/>
            <a:ext cx="5572125" cy="189203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 xmlns:a16="http://schemas.microsoft.com/office/drawing/2014/main" id="{5C06DF98-0BB6-64EE-2549-EBCDBBC4F660}"/>
              </a:ext>
            </a:extLst>
          </p:cNvPr>
          <p:cNvSpPr>
            <a:spLocks noGrp="1"/>
          </p:cNvSpPr>
          <p:nvPr>
            <p:ph type="title"/>
          </p:nvPr>
        </p:nvSpPr>
        <p:spPr>
          <a:xfrm>
            <a:off x="138619" y="0"/>
            <a:ext cx="10972800" cy="462064"/>
          </a:xfrm>
        </p:spPr>
        <p:txBody>
          <a:bodyPr/>
          <a:lstStyle/>
          <a:p>
            <a:r>
              <a:rPr lang="ne-NP" sz="2800" b="1" dirty="0">
                <a:effectLst>
                  <a:outerShdw blurRad="38100" dist="38100" dir="2700000" algn="tl">
                    <a:srgbClr val="000000">
                      <a:alpha val="43137"/>
                    </a:srgbClr>
                  </a:outerShdw>
                </a:effectLst>
                <a:cs typeface="Kalimati" panose="00000400000000000000" pitchFamily="2"/>
              </a:rPr>
              <a:t>क्रमशः</a:t>
            </a:r>
            <a:endParaRPr lang="en-US" sz="2800" b="1" dirty="0">
              <a:effectLst>
                <a:outerShdw blurRad="38100" dist="38100" dir="2700000" algn="tl">
                  <a:srgbClr val="000000">
                    <a:alpha val="43137"/>
                  </a:srgbClr>
                </a:outerShdw>
              </a:effectLst>
              <a:cs typeface="Kalimati" panose="00000400000000000000" pitchFamily="2"/>
            </a:endParaRPr>
          </a:p>
        </p:txBody>
      </p:sp>
    </p:spTree>
    <p:extLst>
      <p:ext uri="{BB962C8B-B14F-4D97-AF65-F5344CB8AC3E}">
        <p14:creationId xmlns:p14="http://schemas.microsoft.com/office/powerpoint/2010/main" val="7981969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813816"/>
            <a:ext cx="10972800" cy="5510785"/>
          </a:xfrm>
        </p:spPr>
        <p:txBody>
          <a:bodyPr/>
          <a:lstStyle/>
          <a:p>
            <a:pPr marL="0" indent="0">
              <a:buNone/>
            </a:pPr>
            <a:endParaRPr lang="ne-NP" sz="4000" b="1" dirty="0" smtClean="0">
              <a:solidFill>
                <a:srgbClr val="04617B"/>
              </a:solidFill>
              <a:effectLst>
                <a:outerShdw blurRad="38100" dist="38100" dir="2700000" algn="tl">
                  <a:srgbClr val="000000">
                    <a:alpha val="43137"/>
                  </a:srgbClr>
                </a:outerShdw>
              </a:effectLst>
              <a:latin typeface="Calibri"/>
              <a:cs typeface="Kalimati" panose="00000400000000000000" pitchFamily="2"/>
            </a:endParaRPr>
          </a:p>
          <a:p>
            <a:pPr marL="0" indent="0">
              <a:buNone/>
            </a:pPr>
            <a:endParaRPr lang="ne-NP" sz="4000" b="1" dirty="0">
              <a:solidFill>
                <a:srgbClr val="04617B"/>
              </a:solidFill>
              <a:effectLst>
                <a:outerShdw blurRad="38100" dist="38100" dir="2700000" algn="tl">
                  <a:srgbClr val="000000">
                    <a:alpha val="43137"/>
                  </a:srgbClr>
                </a:outerShdw>
              </a:effectLst>
              <a:latin typeface="Calibri"/>
              <a:cs typeface="Kalimati" panose="00000400000000000000" pitchFamily="2"/>
            </a:endParaRPr>
          </a:p>
          <a:p>
            <a:pPr marL="0" indent="0">
              <a:buNone/>
            </a:pPr>
            <a:r>
              <a:rPr lang="ne-NP" sz="4000" b="1" dirty="0" smtClean="0">
                <a:solidFill>
                  <a:srgbClr val="04617B"/>
                </a:solidFill>
                <a:effectLst>
                  <a:outerShdw blurRad="38100" dist="38100" dir="2700000" algn="tl">
                    <a:srgbClr val="000000">
                      <a:alpha val="43137"/>
                    </a:srgbClr>
                  </a:outerShdw>
                </a:effectLst>
                <a:latin typeface="Calibri"/>
                <a:cs typeface="Kalimati" panose="00000400000000000000" pitchFamily="2"/>
              </a:rPr>
              <a:t>दावीको सौदाबाजी/सजायमा छुटको दावी: </a:t>
            </a:r>
            <a:r>
              <a:rPr lang="ne-NP" sz="4000" b="1" dirty="0">
                <a:solidFill>
                  <a:srgbClr val="04617B"/>
                </a:solidFill>
                <a:effectLst>
                  <a:outerShdw blurRad="38100" dist="38100" dir="2700000" algn="tl">
                    <a:srgbClr val="000000">
                      <a:alpha val="43137"/>
                    </a:srgbClr>
                  </a:outerShdw>
                </a:effectLst>
                <a:latin typeface="Calibri"/>
                <a:cs typeface="Kalimati" panose="00000400000000000000" pitchFamily="2"/>
              </a:rPr>
              <a:t>किन </a:t>
            </a:r>
            <a:r>
              <a:rPr lang="en-US" sz="4000" b="1" dirty="0">
                <a:solidFill>
                  <a:srgbClr val="04617B"/>
                </a:solidFill>
                <a:effectLst>
                  <a:outerShdw blurRad="38100" dist="38100" dir="2700000" algn="tl">
                    <a:srgbClr val="000000">
                      <a:alpha val="43137"/>
                    </a:srgbClr>
                  </a:outerShdw>
                </a:effectLst>
                <a:latin typeface="Calibri"/>
                <a:cs typeface="Kalimati" panose="00000400000000000000" pitchFamily="2"/>
              </a:rPr>
              <a:t>?</a:t>
            </a:r>
            <a:r>
              <a:rPr lang="en-US" sz="4500" dirty="0">
                <a:solidFill>
                  <a:srgbClr val="04617B"/>
                </a:solidFill>
                <a:latin typeface="Calibri"/>
              </a:rPr>
              <a:t/>
            </a:r>
            <a:br>
              <a:rPr lang="en-US" sz="4500" dirty="0">
                <a:solidFill>
                  <a:srgbClr val="04617B"/>
                </a:solidFill>
                <a:latin typeface="Calibri"/>
              </a:rPr>
            </a:br>
            <a:endParaRPr lang="en-US" dirty="0"/>
          </a:p>
        </p:txBody>
      </p:sp>
    </p:spTree>
    <p:extLst>
      <p:ext uri="{BB962C8B-B14F-4D97-AF65-F5344CB8AC3E}">
        <p14:creationId xmlns:p14="http://schemas.microsoft.com/office/powerpoint/2010/main" val="3794991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3A40EA6-55B7-8B26-2899-D88AA7EFD4D3}"/>
              </a:ext>
            </a:extLst>
          </p:cNvPr>
          <p:cNvSpPr>
            <a:spLocks noGrp="1"/>
          </p:cNvSpPr>
          <p:nvPr>
            <p:ph type="title"/>
          </p:nvPr>
        </p:nvSpPr>
        <p:spPr>
          <a:xfrm>
            <a:off x="640404" y="204281"/>
            <a:ext cx="10716638" cy="1468876"/>
          </a:xfrm>
        </p:spPr>
        <p:txBody>
          <a:bodyPr>
            <a:normAutofit fontScale="90000"/>
          </a:bodyPr>
          <a:lstStyle/>
          <a:p>
            <a:pPr algn="ctr"/>
            <a:r>
              <a:rPr lang="en-US" sz="4400" b="1" dirty="0">
                <a:effectLst>
                  <a:outerShdw blurRad="38100" dist="38100" dir="2700000" algn="tl">
                    <a:srgbClr val="000000">
                      <a:alpha val="43137"/>
                    </a:srgbClr>
                  </a:outerShdw>
                </a:effectLst>
                <a:cs typeface="Kalimati" panose="00000400000000000000" pitchFamily="2"/>
              </a:rPr>
              <a:t/>
            </a:r>
            <a:br>
              <a:rPr lang="en-US" sz="4400" b="1" dirty="0">
                <a:effectLst>
                  <a:outerShdw blurRad="38100" dist="38100" dir="2700000" algn="tl">
                    <a:srgbClr val="000000">
                      <a:alpha val="43137"/>
                    </a:srgbClr>
                  </a:outerShdw>
                </a:effectLst>
                <a:cs typeface="Kalimati" panose="00000400000000000000" pitchFamily="2"/>
              </a:rPr>
            </a:br>
            <a:r>
              <a:rPr lang="en-US" sz="4400" b="1" dirty="0">
                <a:effectLst>
                  <a:outerShdw blurRad="38100" dist="38100" dir="2700000" algn="tl">
                    <a:srgbClr val="000000">
                      <a:alpha val="43137"/>
                    </a:srgbClr>
                  </a:outerShdw>
                </a:effectLst>
                <a:cs typeface="Kalimati" panose="00000400000000000000" pitchFamily="2"/>
              </a:rPr>
              <a:t/>
            </a:r>
            <a:br>
              <a:rPr lang="en-US" sz="4400" b="1" dirty="0">
                <a:effectLst>
                  <a:outerShdw blurRad="38100" dist="38100" dir="2700000" algn="tl">
                    <a:srgbClr val="000000">
                      <a:alpha val="43137"/>
                    </a:srgbClr>
                  </a:outerShdw>
                </a:effectLst>
                <a:cs typeface="Kalimati" panose="00000400000000000000" pitchFamily="2"/>
              </a:rPr>
            </a:br>
            <a:r>
              <a:rPr lang="en-US" sz="4400" b="1" dirty="0">
                <a:effectLst>
                  <a:outerShdw blurRad="38100" dist="38100" dir="2700000" algn="tl">
                    <a:srgbClr val="000000">
                      <a:alpha val="43137"/>
                    </a:srgbClr>
                  </a:outerShdw>
                </a:effectLst>
                <a:cs typeface="Kalimati" panose="00000400000000000000" pitchFamily="2"/>
              </a:rPr>
              <a:t/>
            </a:r>
            <a:br>
              <a:rPr lang="en-US" sz="4400" b="1" dirty="0">
                <a:effectLst>
                  <a:outerShdw blurRad="38100" dist="38100" dir="2700000" algn="tl">
                    <a:srgbClr val="000000">
                      <a:alpha val="43137"/>
                    </a:srgbClr>
                  </a:outerShdw>
                </a:effectLst>
                <a:cs typeface="Kalimati" panose="00000400000000000000" pitchFamily="2"/>
              </a:rPr>
            </a:br>
            <a:r>
              <a:rPr lang="en-US" sz="4400" b="1" dirty="0">
                <a:effectLst>
                  <a:outerShdw blurRad="38100" dist="38100" dir="2700000" algn="tl">
                    <a:srgbClr val="000000">
                      <a:alpha val="43137"/>
                    </a:srgbClr>
                  </a:outerShdw>
                </a:effectLst>
                <a:cs typeface="Kalimati" panose="00000400000000000000" pitchFamily="2"/>
              </a:rPr>
              <a:t/>
            </a:r>
            <a:br>
              <a:rPr lang="en-US" sz="4400" b="1" dirty="0">
                <a:effectLst>
                  <a:outerShdw blurRad="38100" dist="38100" dir="2700000" algn="tl">
                    <a:srgbClr val="000000">
                      <a:alpha val="43137"/>
                    </a:srgbClr>
                  </a:outerShdw>
                </a:effectLst>
                <a:cs typeface="Kalimati" panose="00000400000000000000" pitchFamily="2"/>
              </a:rPr>
            </a:br>
            <a:r>
              <a:rPr lang="en-US" sz="4400" b="1" dirty="0">
                <a:effectLst>
                  <a:outerShdw blurRad="38100" dist="38100" dir="2700000" algn="tl">
                    <a:srgbClr val="000000">
                      <a:alpha val="43137"/>
                    </a:srgbClr>
                  </a:outerShdw>
                </a:effectLst>
                <a:cs typeface="Kalimati" panose="00000400000000000000" pitchFamily="2"/>
              </a:rPr>
              <a:t/>
            </a:r>
            <a:br>
              <a:rPr lang="en-US" sz="4400" b="1" dirty="0">
                <a:effectLst>
                  <a:outerShdw blurRad="38100" dist="38100" dir="2700000" algn="tl">
                    <a:srgbClr val="000000">
                      <a:alpha val="43137"/>
                    </a:srgbClr>
                  </a:outerShdw>
                </a:effectLst>
                <a:cs typeface="Kalimati" panose="00000400000000000000" pitchFamily="2"/>
              </a:rPr>
            </a:br>
            <a:r>
              <a:rPr lang="en-US" sz="4400" b="1" dirty="0">
                <a:effectLst>
                  <a:outerShdw blurRad="38100" dist="38100" dir="2700000" algn="tl">
                    <a:srgbClr val="000000">
                      <a:alpha val="43137"/>
                    </a:srgbClr>
                  </a:outerShdw>
                </a:effectLst>
                <a:cs typeface="Kalimati" panose="00000400000000000000" pitchFamily="2"/>
              </a:rPr>
              <a:t/>
            </a:r>
            <a:br>
              <a:rPr lang="en-US" sz="4400" b="1" dirty="0">
                <a:effectLst>
                  <a:outerShdw blurRad="38100" dist="38100" dir="2700000" algn="tl">
                    <a:srgbClr val="000000">
                      <a:alpha val="43137"/>
                    </a:srgbClr>
                  </a:outerShdw>
                </a:effectLst>
                <a:cs typeface="Kalimati" panose="00000400000000000000" pitchFamily="2"/>
              </a:rPr>
            </a:br>
            <a:r>
              <a:rPr lang="en-US" sz="4400" b="1" dirty="0">
                <a:effectLst>
                  <a:outerShdw blurRad="38100" dist="38100" dir="2700000" algn="tl">
                    <a:srgbClr val="000000">
                      <a:alpha val="43137"/>
                    </a:srgbClr>
                  </a:outerShdw>
                </a:effectLst>
                <a:cs typeface="Kalimati" panose="00000400000000000000" pitchFamily="2"/>
              </a:rPr>
              <a:t/>
            </a:r>
            <a:br>
              <a:rPr lang="en-US" sz="4400" b="1" dirty="0">
                <a:effectLst>
                  <a:outerShdw blurRad="38100" dist="38100" dir="2700000" algn="tl">
                    <a:srgbClr val="000000">
                      <a:alpha val="43137"/>
                    </a:srgbClr>
                  </a:outerShdw>
                </a:effectLst>
                <a:cs typeface="Kalimati" panose="00000400000000000000" pitchFamily="2"/>
              </a:rPr>
            </a:br>
            <a:r>
              <a:rPr lang="en-US" sz="4400" b="1" dirty="0">
                <a:effectLst>
                  <a:outerShdw blurRad="38100" dist="38100" dir="2700000" algn="tl">
                    <a:srgbClr val="000000">
                      <a:alpha val="43137"/>
                    </a:srgbClr>
                  </a:outerShdw>
                </a:effectLst>
                <a:cs typeface="Kalimati" panose="00000400000000000000" pitchFamily="2"/>
              </a:rPr>
              <a:t/>
            </a:r>
            <a:br>
              <a:rPr lang="en-US" sz="4400" b="1" dirty="0">
                <a:effectLst>
                  <a:outerShdw blurRad="38100" dist="38100" dir="2700000" algn="tl">
                    <a:srgbClr val="000000">
                      <a:alpha val="43137"/>
                    </a:srgbClr>
                  </a:outerShdw>
                </a:effectLst>
                <a:cs typeface="Kalimati" panose="00000400000000000000" pitchFamily="2"/>
              </a:rPr>
            </a:br>
            <a:r>
              <a:rPr lang="en-US" sz="4400" b="1" dirty="0">
                <a:effectLst>
                  <a:outerShdw blurRad="38100" dist="38100" dir="2700000" algn="tl">
                    <a:srgbClr val="000000">
                      <a:alpha val="43137"/>
                    </a:srgbClr>
                  </a:outerShdw>
                </a:effectLst>
                <a:cs typeface="Kalimati" panose="00000400000000000000" pitchFamily="2"/>
              </a:rPr>
              <a:t/>
            </a:r>
            <a:br>
              <a:rPr lang="en-US" sz="4400" b="1" dirty="0">
                <a:effectLst>
                  <a:outerShdw blurRad="38100" dist="38100" dir="2700000" algn="tl">
                    <a:srgbClr val="000000">
                      <a:alpha val="43137"/>
                    </a:srgbClr>
                  </a:outerShdw>
                </a:effectLst>
                <a:cs typeface="Kalimati" panose="00000400000000000000" pitchFamily="2"/>
              </a:rPr>
            </a:br>
            <a:r>
              <a:rPr lang="en-US" sz="4400" b="1" dirty="0">
                <a:effectLst>
                  <a:outerShdw blurRad="38100" dist="38100" dir="2700000" algn="tl">
                    <a:srgbClr val="000000">
                      <a:alpha val="43137"/>
                    </a:srgbClr>
                  </a:outerShdw>
                </a:effectLst>
                <a:cs typeface="Kalimati" panose="00000400000000000000" pitchFamily="2"/>
              </a:rPr>
              <a:t/>
            </a:r>
            <a:br>
              <a:rPr lang="en-US" sz="4400" b="1" dirty="0">
                <a:effectLst>
                  <a:outerShdw blurRad="38100" dist="38100" dir="2700000" algn="tl">
                    <a:srgbClr val="000000">
                      <a:alpha val="43137"/>
                    </a:srgbClr>
                  </a:outerShdw>
                </a:effectLst>
                <a:cs typeface="Kalimati" panose="00000400000000000000" pitchFamily="2"/>
              </a:rPr>
            </a:br>
            <a:r>
              <a:rPr lang="en-US" sz="4400" b="1" dirty="0">
                <a:effectLst>
                  <a:outerShdw blurRad="38100" dist="38100" dir="2700000" algn="tl">
                    <a:srgbClr val="000000">
                      <a:alpha val="43137"/>
                    </a:srgbClr>
                  </a:outerShdw>
                </a:effectLst>
                <a:cs typeface="Kalimati" panose="00000400000000000000" pitchFamily="2"/>
              </a:rPr>
              <a:t/>
            </a:r>
            <a:br>
              <a:rPr lang="en-US" sz="4400" b="1" dirty="0">
                <a:effectLst>
                  <a:outerShdw blurRad="38100" dist="38100" dir="2700000" algn="tl">
                    <a:srgbClr val="000000">
                      <a:alpha val="43137"/>
                    </a:srgbClr>
                  </a:outerShdw>
                </a:effectLst>
                <a:cs typeface="Kalimati" panose="00000400000000000000" pitchFamily="2"/>
              </a:rPr>
            </a:br>
            <a:r>
              <a:rPr lang="en-US" sz="4400" b="1" dirty="0">
                <a:effectLst>
                  <a:outerShdw blurRad="38100" dist="38100" dir="2700000" algn="tl">
                    <a:srgbClr val="000000">
                      <a:alpha val="43137"/>
                    </a:srgbClr>
                  </a:outerShdw>
                </a:effectLst>
                <a:cs typeface="Kalimati" panose="00000400000000000000" pitchFamily="2"/>
              </a:rPr>
              <a:t/>
            </a:r>
            <a:br>
              <a:rPr lang="en-US" sz="4400" b="1" dirty="0">
                <a:effectLst>
                  <a:outerShdw blurRad="38100" dist="38100" dir="2700000" algn="tl">
                    <a:srgbClr val="000000">
                      <a:alpha val="43137"/>
                    </a:srgbClr>
                  </a:outerShdw>
                </a:effectLst>
                <a:cs typeface="Kalimati" panose="00000400000000000000" pitchFamily="2"/>
              </a:rPr>
            </a:br>
            <a:r>
              <a:rPr lang="en-US" sz="4400" b="1" dirty="0">
                <a:effectLst>
                  <a:outerShdw blurRad="38100" dist="38100" dir="2700000" algn="tl">
                    <a:srgbClr val="000000">
                      <a:alpha val="43137"/>
                    </a:srgbClr>
                  </a:outerShdw>
                </a:effectLst>
                <a:cs typeface="Kalimati" panose="00000400000000000000" pitchFamily="2"/>
              </a:rPr>
              <a:t/>
            </a:r>
            <a:br>
              <a:rPr lang="en-US" sz="4400" b="1" dirty="0">
                <a:effectLst>
                  <a:outerShdw blurRad="38100" dist="38100" dir="2700000" algn="tl">
                    <a:srgbClr val="000000">
                      <a:alpha val="43137"/>
                    </a:srgbClr>
                  </a:outerShdw>
                </a:effectLst>
                <a:cs typeface="Kalimati" panose="00000400000000000000" pitchFamily="2"/>
              </a:rPr>
            </a:br>
            <a:r>
              <a:rPr lang="en-US" sz="4400" b="1" dirty="0">
                <a:effectLst>
                  <a:outerShdw blurRad="38100" dist="38100" dir="2700000" algn="tl">
                    <a:srgbClr val="000000">
                      <a:alpha val="43137"/>
                    </a:srgbClr>
                  </a:outerShdw>
                </a:effectLst>
                <a:cs typeface="Kalimati" panose="00000400000000000000" pitchFamily="2"/>
              </a:rPr>
              <a:t/>
            </a:r>
            <a:br>
              <a:rPr lang="en-US" sz="4400" b="1" dirty="0">
                <a:effectLst>
                  <a:outerShdw blurRad="38100" dist="38100" dir="2700000" algn="tl">
                    <a:srgbClr val="000000">
                      <a:alpha val="43137"/>
                    </a:srgbClr>
                  </a:outerShdw>
                </a:effectLst>
                <a:cs typeface="Kalimati" panose="00000400000000000000" pitchFamily="2"/>
              </a:rPr>
            </a:br>
            <a:r>
              <a:rPr lang="en-US" sz="4400" b="1" dirty="0">
                <a:effectLst>
                  <a:outerShdw blurRad="38100" dist="38100" dir="2700000" algn="tl">
                    <a:srgbClr val="000000">
                      <a:alpha val="43137"/>
                    </a:srgbClr>
                  </a:outerShdw>
                </a:effectLst>
                <a:cs typeface="Kalimati" panose="00000400000000000000" pitchFamily="2"/>
              </a:rPr>
              <a:t/>
            </a:r>
            <a:br>
              <a:rPr lang="en-US" sz="4400" b="1" dirty="0">
                <a:effectLst>
                  <a:outerShdw blurRad="38100" dist="38100" dir="2700000" algn="tl">
                    <a:srgbClr val="000000">
                      <a:alpha val="43137"/>
                    </a:srgbClr>
                  </a:outerShdw>
                </a:effectLst>
                <a:cs typeface="Kalimati" panose="00000400000000000000" pitchFamily="2"/>
              </a:rPr>
            </a:br>
            <a:r>
              <a:rPr lang="en-US" sz="4400" b="1" dirty="0">
                <a:effectLst>
                  <a:outerShdw blurRad="38100" dist="38100" dir="2700000" algn="tl">
                    <a:srgbClr val="000000">
                      <a:alpha val="43137"/>
                    </a:srgbClr>
                  </a:outerShdw>
                </a:effectLst>
                <a:cs typeface="Kalimati" panose="00000400000000000000" pitchFamily="2"/>
              </a:rPr>
              <a:t/>
            </a:r>
            <a:br>
              <a:rPr lang="en-US" sz="4400" b="1" dirty="0">
                <a:effectLst>
                  <a:outerShdw blurRad="38100" dist="38100" dir="2700000" algn="tl">
                    <a:srgbClr val="000000">
                      <a:alpha val="43137"/>
                    </a:srgbClr>
                  </a:outerShdw>
                </a:effectLst>
                <a:cs typeface="Kalimati" panose="00000400000000000000" pitchFamily="2"/>
              </a:rPr>
            </a:br>
            <a:r>
              <a:rPr lang="en-US" sz="4400" b="1" dirty="0">
                <a:effectLst>
                  <a:outerShdw blurRad="38100" dist="38100" dir="2700000" algn="tl">
                    <a:srgbClr val="000000">
                      <a:alpha val="43137"/>
                    </a:srgbClr>
                  </a:outerShdw>
                </a:effectLst>
                <a:cs typeface="Kalimati" panose="00000400000000000000" pitchFamily="2"/>
              </a:rPr>
              <a:t/>
            </a:r>
            <a:br>
              <a:rPr lang="en-US" sz="4400" b="1" dirty="0">
                <a:effectLst>
                  <a:outerShdw blurRad="38100" dist="38100" dir="2700000" algn="tl">
                    <a:srgbClr val="000000">
                      <a:alpha val="43137"/>
                    </a:srgbClr>
                  </a:outerShdw>
                </a:effectLst>
                <a:cs typeface="Kalimati" panose="00000400000000000000" pitchFamily="2"/>
              </a:rPr>
            </a:br>
            <a:r>
              <a:rPr lang="en-US" sz="4400" b="1" dirty="0">
                <a:effectLst>
                  <a:outerShdw blurRad="38100" dist="38100" dir="2700000" algn="tl">
                    <a:srgbClr val="000000">
                      <a:alpha val="43137"/>
                    </a:srgbClr>
                  </a:outerShdw>
                </a:effectLst>
                <a:cs typeface="Kalimati" panose="00000400000000000000" pitchFamily="2"/>
              </a:rPr>
              <a:t/>
            </a:r>
            <a:br>
              <a:rPr lang="en-US" sz="4400" b="1" dirty="0">
                <a:effectLst>
                  <a:outerShdw blurRad="38100" dist="38100" dir="2700000" algn="tl">
                    <a:srgbClr val="000000">
                      <a:alpha val="43137"/>
                    </a:srgbClr>
                  </a:outerShdw>
                </a:effectLst>
                <a:cs typeface="Kalimati" panose="00000400000000000000" pitchFamily="2"/>
              </a:rPr>
            </a:br>
            <a:r>
              <a:rPr lang="en-US" sz="4400" b="1" dirty="0">
                <a:effectLst>
                  <a:outerShdw blurRad="38100" dist="38100" dir="2700000" algn="tl">
                    <a:srgbClr val="000000">
                      <a:alpha val="43137"/>
                    </a:srgbClr>
                  </a:outerShdw>
                </a:effectLst>
                <a:cs typeface="Kalimati" panose="00000400000000000000" pitchFamily="2"/>
              </a:rPr>
              <a:t/>
            </a:r>
            <a:br>
              <a:rPr lang="en-US" sz="4400" b="1" dirty="0">
                <a:effectLst>
                  <a:outerShdw blurRad="38100" dist="38100" dir="2700000" algn="tl">
                    <a:srgbClr val="000000">
                      <a:alpha val="43137"/>
                    </a:srgbClr>
                  </a:outerShdw>
                </a:effectLst>
                <a:cs typeface="Kalimati" panose="00000400000000000000" pitchFamily="2"/>
              </a:rPr>
            </a:br>
            <a:r>
              <a:rPr lang="en-US" sz="4400" b="1" dirty="0">
                <a:effectLst>
                  <a:outerShdw blurRad="38100" dist="38100" dir="2700000" algn="tl">
                    <a:srgbClr val="000000">
                      <a:alpha val="43137"/>
                    </a:srgbClr>
                  </a:outerShdw>
                </a:effectLst>
                <a:cs typeface="Kalimati" panose="00000400000000000000" pitchFamily="2"/>
              </a:rPr>
              <a:t/>
            </a:r>
            <a:br>
              <a:rPr lang="en-US" sz="4400" b="1" dirty="0">
                <a:effectLst>
                  <a:outerShdw blurRad="38100" dist="38100" dir="2700000" algn="tl">
                    <a:srgbClr val="000000">
                      <a:alpha val="43137"/>
                    </a:srgbClr>
                  </a:outerShdw>
                </a:effectLst>
                <a:cs typeface="Kalimati" panose="00000400000000000000" pitchFamily="2"/>
              </a:rPr>
            </a:br>
            <a:r>
              <a:rPr lang="en-US" sz="4400" b="1" dirty="0">
                <a:effectLst>
                  <a:outerShdw blurRad="38100" dist="38100" dir="2700000" algn="tl">
                    <a:srgbClr val="000000">
                      <a:alpha val="43137"/>
                    </a:srgbClr>
                  </a:outerShdw>
                </a:effectLst>
                <a:cs typeface="Kalimati" panose="00000400000000000000" pitchFamily="2"/>
              </a:rPr>
              <a:t/>
            </a:r>
            <a:br>
              <a:rPr lang="en-US" sz="4400" b="1" dirty="0">
                <a:effectLst>
                  <a:outerShdw blurRad="38100" dist="38100" dir="2700000" algn="tl">
                    <a:srgbClr val="000000">
                      <a:alpha val="43137"/>
                    </a:srgbClr>
                  </a:outerShdw>
                </a:effectLst>
                <a:cs typeface="Kalimati" panose="00000400000000000000" pitchFamily="2"/>
              </a:rPr>
            </a:br>
            <a:r>
              <a:rPr lang="en-US" sz="4400" b="1" dirty="0">
                <a:effectLst>
                  <a:outerShdw blurRad="38100" dist="38100" dir="2700000" algn="tl">
                    <a:srgbClr val="000000">
                      <a:alpha val="43137"/>
                    </a:srgbClr>
                  </a:outerShdw>
                </a:effectLst>
                <a:cs typeface="Kalimati" panose="00000400000000000000" pitchFamily="2"/>
              </a:rPr>
              <a:t/>
            </a:r>
            <a:br>
              <a:rPr lang="en-US" sz="4400" b="1" dirty="0">
                <a:effectLst>
                  <a:outerShdw blurRad="38100" dist="38100" dir="2700000" algn="tl">
                    <a:srgbClr val="000000">
                      <a:alpha val="43137"/>
                    </a:srgbClr>
                  </a:outerShdw>
                </a:effectLst>
                <a:cs typeface="Kalimati" panose="00000400000000000000" pitchFamily="2"/>
              </a:rPr>
            </a:br>
            <a:r>
              <a:rPr lang="ne-NP" sz="4400" b="1" dirty="0">
                <a:solidFill>
                  <a:srgbClr val="04617B"/>
                </a:solidFill>
                <a:effectLst>
                  <a:outerShdw blurRad="38100" dist="38100" dir="2700000" algn="tl">
                    <a:srgbClr val="000000">
                      <a:alpha val="43137"/>
                    </a:srgbClr>
                  </a:outerShdw>
                </a:effectLst>
                <a:cs typeface="Kalimati" panose="00000400000000000000" pitchFamily="2"/>
              </a:rPr>
              <a:t>दावीको सौदाबाजी : किन </a:t>
            </a:r>
            <a:r>
              <a:rPr lang="en-US" sz="4400" b="1" dirty="0">
                <a:solidFill>
                  <a:srgbClr val="04617B"/>
                </a:solidFill>
                <a:effectLst>
                  <a:outerShdw blurRad="38100" dist="38100" dir="2700000" algn="tl">
                    <a:srgbClr val="000000">
                      <a:alpha val="43137"/>
                    </a:srgbClr>
                  </a:outerShdw>
                </a:effectLst>
                <a:cs typeface="Kalimati" panose="00000400000000000000" pitchFamily="2"/>
              </a:rPr>
              <a:t>?</a:t>
            </a:r>
            <a:r>
              <a:rPr lang="en-US" dirty="0">
                <a:solidFill>
                  <a:srgbClr val="04617B"/>
                </a:solidFill>
              </a:rPr>
              <a:t/>
            </a:r>
            <a:br>
              <a:rPr lang="en-US" dirty="0">
                <a:solidFill>
                  <a:srgbClr val="04617B"/>
                </a:solidFill>
              </a:rPr>
            </a:br>
            <a:endParaRPr lang="en-US" dirty="0"/>
          </a:p>
        </p:txBody>
      </p:sp>
      <p:sp>
        <p:nvSpPr>
          <p:cNvPr id="3" name="Content Placeholder 2">
            <a:extLst>
              <a:ext uri="{FF2B5EF4-FFF2-40B4-BE49-F238E27FC236}">
                <a16:creationId xmlns="" xmlns:a16="http://schemas.microsoft.com/office/drawing/2014/main" id="{7E10D594-B786-51DC-E614-E5CCD746F24C}"/>
              </a:ext>
            </a:extLst>
          </p:cNvPr>
          <p:cNvSpPr>
            <a:spLocks noGrp="1"/>
          </p:cNvSpPr>
          <p:nvPr>
            <p:ph idx="1"/>
          </p:nvPr>
        </p:nvSpPr>
        <p:spPr>
          <a:xfrm>
            <a:off x="428017" y="938719"/>
            <a:ext cx="11123579" cy="5919281"/>
          </a:xfrm>
        </p:spPr>
        <p:txBody>
          <a:bodyPr>
            <a:noAutofit/>
          </a:bodyPr>
          <a:lstStyle/>
          <a:p>
            <a:pPr algn="just">
              <a:buFont typeface="Wingdings" panose="05000000000000000000" pitchFamily="2" charset="2"/>
              <a:buChar char="Ø"/>
            </a:pPr>
            <a:r>
              <a:rPr lang="ne-NP" sz="2500" b="1" dirty="0">
                <a:solidFill>
                  <a:srgbClr val="000000"/>
                </a:solidFill>
                <a:latin typeface="Arial" panose="020B0604020202020204" pitchFamily="34" charset="0"/>
                <a:ea typeface="Calibri" panose="020F0502020204030204" pitchFamily="34" charset="0"/>
                <a:cs typeface="Kalimati" panose="00000400000000000000" pitchFamily="2"/>
              </a:rPr>
              <a:t>सत्य कुरा गरेरै फाइदा पाउन सकिन्छ भन्ने मान्यता स्थापित गर्न र झुट्टा अभिव्यक्तिलाई दुरूत्साहन गर्न,</a:t>
            </a:r>
            <a:r>
              <a:rPr lang="en-US" sz="2500" b="1" dirty="0">
                <a:solidFill>
                  <a:srgbClr val="000000"/>
                </a:solidFill>
                <a:latin typeface="Arial" panose="020B0604020202020204" pitchFamily="34" charset="0"/>
                <a:ea typeface="Calibri" panose="020F0502020204030204" pitchFamily="34" charset="0"/>
                <a:cs typeface="Kalimati" panose="00000400000000000000" pitchFamily="2"/>
              </a:rPr>
              <a:t> </a:t>
            </a:r>
            <a:r>
              <a:rPr lang="ne-NP" sz="2500" b="1" dirty="0">
                <a:solidFill>
                  <a:srgbClr val="000000"/>
                </a:solidFill>
                <a:latin typeface="Arial" panose="020B0604020202020204" pitchFamily="34" charset="0"/>
                <a:ea typeface="Calibri" panose="020F0502020204030204" pitchFamily="34" charset="0"/>
                <a:cs typeface="Kalimati" panose="00000400000000000000" pitchFamily="2"/>
              </a:rPr>
              <a:t>फौजदारी न्याय प्रणालीप्रति बिश्वास जगाउन</a:t>
            </a:r>
            <a:r>
              <a:rPr lang="en-US" sz="2500" b="1" dirty="0">
                <a:solidFill>
                  <a:srgbClr val="000000"/>
                </a:solidFill>
                <a:latin typeface="Arial" panose="020B0604020202020204" pitchFamily="34" charset="0"/>
                <a:ea typeface="Calibri" panose="020F0502020204030204" pitchFamily="34" charset="0"/>
                <a:cs typeface="Kalimati" panose="00000400000000000000" pitchFamily="2"/>
              </a:rPr>
              <a:t>;</a:t>
            </a:r>
            <a:r>
              <a:rPr lang="ne-NP" sz="2500" b="1" dirty="0">
                <a:solidFill>
                  <a:srgbClr val="000000"/>
                </a:solidFill>
                <a:latin typeface="Arial" panose="020B0604020202020204" pitchFamily="34" charset="0"/>
                <a:ea typeface="Calibri" panose="020F0502020204030204" pitchFamily="34" charset="0"/>
                <a:cs typeface="Kalimati" panose="00000400000000000000" pitchFamily="2"/>
              </a:rPr>
              <a:t> </a:t>
            </a:r>
            <a:endParaRPr lang="ne-NP" sz="2500" b="1" dirty="0">
              <a:cs typeface="Kalimati" panose="00000400000000000000" pitchFamily="2"/>
            </a:endParaRPr>
          </a:p>
          <a:p>
            <a:pPr algn="just">
              <a:buFont typeface="Wingdings" panose="05000000000000000000" pitchFamily="2" charset="2"/>
              <a:buChar char="Ø"/>
            </a:pPr>
            <a:r>
              <a:rPr lang="ne-NP" sz="2500" b="1" dirty="0">
                <a:cs typeface="Kalimati" panose="00000400000000000000" pitchFamily="2"/>
              </a:rPr>
              <a:t>मुद्दाको छिटो छरितो फर्छ्यौटका लागि</a:t>
            </a:r>
            <a:r>
              <a:rPr lang="en-US" sz="2500" b="1" dirty="0">
                <a:cs typeface="Kalimati" panose="00000400000000000000" pitchFamily="2"/>
              </a:rPr>
              <a:t>;</a:t>
            </a:r>
            <a:endParaRPr lang="ne-NP" sz="2500" b="1" dirty="0">
              <a:cs typeface="Kalimati" panose="00000400000000000000" pitchFamily="2"/>
            </a:endParaRPr>
          </a:p>
          <a:p>
            <a:pPr algn="just">
              <a:buFont typeface="Wingdings" panose="05000000000000000000" pitchFamily="2" charset="2"/>
              <a:buChar char="Ø"/>
            </a:pPr>
            <a:r>
              <a:rPr lang="ne-NP" sz="2500" b="1" dirty="0">
                <a:cs typeface="Kalimati" panose="00000400000000000000" pitchFamily="2"/>
              </a:rPr>
              <a:t>मुद्दामा कसुर ठहर भई सम्बन्धित कसुरदारले सजायमा छुट पाई मुद्दाको सफल किनारा हुने भएकोले; </a:t>
            </a:r>
          </a:p>
          <a:p>
            <a:pPr algn="just">
              <a:buFont typeface="Wingdings" panose="05000000000000000000" pitchFamily="2" charset="2"/>
              <a:buChar char="Ø"/>
            </a:pPr>
            <a:r>
              <a:rPr lang="ne-NP" sz="2500" b="1" dirty="0">
                <a:cs typeface="Kalimati" panose="00000400000000000000" pitchFamily="2"/>
              </a:rPr>
              <a:t>अपराध अनुसन्धानमा प्रभावकारी उपाय हुने, संगठित प्रकृतिका अपराधमा संलग्नलाई न्यायको दायरामा ल्याउन सकिने, कसुरमा संलग्न गिरोह सम्म पुग्न सकिने; </a:t>
            </a:r>
          </a:p>
          <a:p>
            <a:pPr algn="just">
              <a:buFont typeface="Wingdings" panose="05000000000000000000" pitchFamily="2" charset="2"/>
              <a:buChar char="Ø"/>
            </a:pPr>
            <a:r>
              <a:rPr lang="ne-NP" sz="2500" b="1" dirty="0">
                <a:cs typeface="Kalimati" panose="00000400000000000000" pitchFamily="2"/>
              </a:rPr>
              <a:t>अपराध अनुसन्धानमा हुने स्रोत (Source) अन्यत्र उपयोग हुन सक्ने; </a:t>
            </a:r>
          </a:p>
          <a:p>
            <a:pPr algn="just">
              <a:buFont typeface="Wingdings" panose="05000000000000000000" pitchFamily="2" charset="2"/>
              <a:buChar char="Ø"/>
            </a:pPr>
            <a:r>
              <a:rPr lang="ne-NP" sz="2500" b="1" dirty="0">
                <a:cs typeface="Kalimati" panose="00000400000000000000" pitchFamily="2"/>
              </a:rPr>
              <a:t>अदालतलाई कारवाहीमा सहज, कसुर ठहर गर्न धेरै समय खर्च गर्नु नपर्ने; </a:t>
            </a:r>
          </a:p>
          <a:p>
            <a:pPr algn="just">
              <a:buFont typeface="Wingdings" panose="05000000000000000000" pitchFamily="2" charset="2"/>
              <a:buChar char="Ø"/>
            </a:pPr>
            <a:r>
              <a:rPr lang="ne-NP" sz="2500" b="1" dirty="0">
                <a:cs typeface="Kalimati" panose="00000400000000000000" pitchFamily="2"/>
              </a:rPr>
              <a:t>(</a:t>
            </a:r>
            <a:r>
              <a:rPr lang="ne-NP" sz="2500" b="1" dirty="0" smtClean="0">
                <a:cs typeface="Kalimati" panose="00000400000000000000" pitchFamily="2"/>
              </a:rPr>
              <a:t>कानूनी वा कार्यबिधिगत </a:t>
            </a:r>
            <a:r>
              <a:rPr lang="ne-NP" sz="2500" b="1" dirty="0">
                <a:cs typeface="Kalimati" panose="00000400000000000000" pitchFamily="2"/>
              </a:rPr>
              <a:t>प्रश्न वाहेक)</a:t>
            </a:r>
            <a:r>
              <a:rPr lang="ne-NP" sz="2500" b="1" i="1" dirty="0">
                <a:cs typeface="Kalimati" panose="00000400000000000000" pitchFamily="2"/>
              </a:rPr>
              <a:t>सामान्यतया: </a:t>
            </a:r>
            <a:r>
              <a:rPr lang="ne-NP" sz="2500" b="1" dirty="0">
                <a:cs typeface="Kalimati" panose="00000400000000000000" pitchFamily="2"/>
              </a:rPr>
              <a:t>पुनरावेदन सान्दर्भिक नहुने भई कार्यबोझमा कमी हुने भएकोले;  </a:t>
            </a:r>
          </a:p>
          <a:p>
            <a:pPr algn="just">
              <a:buFont typeface="Wingdings" panose="05000000000000000000" pitchFamily="2" charset="2"/>
              <a:buChar char="Ø"/>
            </a:pPr>
            <a:r>
              <a:rPr lang="ne-NP" sz="2500" b="1" dirty="0">
                <a:cs typeface="Kalimati" panose="00000400000000000000" pitchFamily="2"/>
              </a:rPr>
              <a:t>अभियुक्तलाई कसुर स्वीकार गरी सुध्रिन र समाजमा पुन:स्थापना हुन सहयोग पुग्ने;</a:t>
            </a:r>
            <a:endParaRPr lang="en-US" sz="2500" b="1" dirty="0">
              <a:cs typeface="Kalimati" panose="00000400000000000000" pitchFamily="2"/>
            </a:endParaRPr>
          </a:p>
        </p:txBody>
      </p:sp>
    </p:spTree>
    <p:extLst>
      <p:ext uri="{BB962C8B-B14F-4D97-AF65-F5344CB8AC3E}">
        <p14:creationId xmlns:p14="http://schemas.microsoft.com/office/powerpoint/2010/main" val="40535439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987552"/>
            <a:ext cx="10972800" cy="5733288"/>
          </a:xfrm>
        </p:spPr>
        <p:txBody>
          <a:bodyPr/>
          <a:lstStyle/>
          <a:p>
            <a:r>
              <a:rPr lang="en-US" dirty="0"/>
              <a:t>ADVANTAGES OF PLEA BARGAINING </a:t>
            </a:r>
            <a:endParaRPr lang="en-US" dirty="0" smtClean="0"/>
          </a:p>
          <a:p>
            <a:r>
              <a:rPr lang="en-US" dirty="0" smtClean="0"/>
              <a:t>● </a:t>
            </a:r>
            <a:r>
              <a:rPr lang="en-US" dirty="0"/>
              <a:t>It helps in reducing the burden of the courts in the criminal cases. </a:t>
            </a:r>
            <a:r>
              <a:rPr lang="en-US" dirty="0" smtClean="0"/>
              <a:t> </a:t>
            </a:r>
          </a:p>
          <a:p>
            <a:r>
              <a:rPr lang="en-US" dirty="0" smtClean="0"/>
              <a:t>It </a:t>
            </a:r>
            <a:r>
              <a:rPr lang="en-US" dirty="0"/>
              <a:t>helps in getting speedy justice in criminal cases. </a:t>
            </a:r>
            <a:endParaRPr lang="en-US" dirty="0" smtClean="0"/>
          </a:p>
          <a:p>
            <a:r>
              <a:rPr lang="en-US" dirty="0" smtClean="0"/>
              <a:t> </a:t>
            </a:r>
            <a:r>
              <a:rPr lang="en-US" dirty="0"/>
              <a:t>It is less time consuming. ● It is less expensive</a:t>
            </a:r>
            <a:r>
              <a:rPr lang="en-US" dirty="0" smtClean="0"/>
              <a:t>.</a:t>
            </a:r>
          </a:p>
          <a:p>
            <a:r>
              <a:rPr lang="en-US" dirty="0" smtClean="0"/>
              <a:t>● </a:t>
            </a:r>
            <a:r>
              <a:rPr lang="en-US" dirty="0"/>
              <a:t>It provides protection from physical and mental health</a:t>
            </a:r>
          </a:p>
        </p:txBody>
      </p:sp>
    </p:spTree>
    <p:extLst>
      <p:ext uri="{BB962C8B-B14F-4D97-AF65-F5344CB8AC3E}">
        <p14:creationId xmlns:p14="http://schemas.microsoft.com/office/powerpoint/2010/main" val="17757871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A096BAF-C2E8-F661-82F1-99A8E0BD0234}"/>
              </a:ext>
            </a:extLst>
          </p:cNvPr>
          <p:cNvSpPr>
            <a:spLocks noGrp="1"/>
          </p:cNvSpPr>
          <p:nvPr>
            <p:ph type="title"/>
          </p:nvPr>
        </p:nvSpPr>
        <p:spPr>
          <a:xfrm>
            <a:off x="292893" y="0"/>
            <a:ext cx="10515600" cy="1113817"/>
          </a:xfrm>
        </p:spPr>
        <p:txBody>
          <a:bodyPr>
            <a:normAutofit/>
          </a:bodyPr>
          <a:lstStyle/>
          <a:p>
            <a:pPr algn="ctr"/>
            <a:r>
              <a:rPr lang="ne-NP" sz="3600" b="1" dirty="0">
                <a:effectLst>
                  <a:outerShdw blurRad="38100" dist="38100" dir="2700000" algn="tl">
                    <a:srgbClr val="000000">
                      <a:alpha val="43137"/>
                    </a:srgbClr>
                  </a:outerShdw>
                </a:effectLst>
                <a:cs typeface="Kalimati" panose="00000400000000000000" pitchFamily="2"/>
              </a:rPr>
              <a:t>दावीको सौदाबाजी: विभिन्न देशका अभ्यास</a:t>
            </a:r>
            <a:endParaRPr lang="en-US" dirty="0"/>
          </a:p>
        </p:txBody>
      </p:sp>
      <p:sp>
        <p:nvSpPr>
          <p:cNvPr id="3" name="Content Placeholder 2">
            <a:extLst>
              <a:ext uri="{FF2B5EF4-FFF2-40B4-BE49-F238E27FC236}">
                <a16:creationId xmlns="" xmlns:a16="http://schemas.microsoft.com/office/drawing/2014/main" id="{2A6D8199-A724-7287-43B9-D2A89C191F4D}"/>
              </a:ext>
            </a:extLst>
          </p:cNvPr>
          <p:cNvSpPr>
            <a:spLocks noGrp="1"/>
          </p:cNvSpPr>
          <p:nvPr>
            <p:ph idx="1"/>
          </p:nvPr>
        </p:nvSpPr>
        <p:spPr>
          <a:xfrm>
            <a:off x="292893" y="1442240"/>
            <a:ext cx="11606213" cy="5230023"/>
          </a:xfrm>
        </p:spPr>
        <p:txBody>
          <a:bodyPr>
            <a:normAutofit fontScale="25000" lnSpcReduction="20000"/>
          </a:bodyPr>
          <a:lstStyle/>
          <a:p>
            <a:pPr marL="0" indent="0">
              <a:lnSpc>
                <a:spcPct val="140000"/>
              </a:lnSpc>
              <a:buNone/>
            </a:pPr>
            <a:r>
              <a:rPr lang="ne-NP" sz="9600" b="1" dirty="0">
                <a:solidFill>
                  <a:srgbClr val="C00000"/>
                </a:solidFill>
                <a:effectLst>
                  <a:outerShdw blurRad="38100" dist="38100" dir="2700000" algn="tl">
                    <a:srgbClr val="000000">
                      <a:alpha val="43137"/>
                    </a:srgbClr>
                  </a:outerShdw>
                </a:effectLst>
                <a:cs typeface="Kalimati" panose="00000400000000000000" pitchFamily="2"/>
              </a:rPr>
              <a:t>क) संयुक्त राज्य अमेरिका</a:t>
            </a:r>
            <a:endParaRPr lang="en-US" sz="9600" dirty="0">
              <a:solidFill>
                <a:srgbClr val="C00000"/>
              </a:solidFill>
              <a:effectLst>
                <a:outerShdw blurRad="38100" dist="38100" dir="2700000" algn="tl">
                  <a:srgbClr val="000000">
                    <a:alpha val="43137"/>
                  </a:srgbClr>
                </a:outerShdw>
              </a:effectLst>
              <a:cs typeface="Kalimati" panose="00000400000000000000" pitchFamily="2"/>
            </a:endParaRPr>
          </a:p>
          <a:p>
            <a:pPr>
              <a:lnSpc>
                <a:spcPct val="140000"/>
              </a:lnSpc>
              <a:buFont typeface="Wingdings" panose="05000000000000000000" pitchFamily="2" charset="2"/>
              <a:buChar char="Ø"/>
            </a:pPr>
            <a:r>
              <a:rPr lang="en-US" sz="8400" dirty="0">
                <a:cs typeface="Kalimati" panose="00000400000000000000" pitchFamily="2"/>
              </a:rPr>
              <a:t>Plea Bargaining </a:t>
            </a:r>
            <a:r>
              <a:rPr lang="ne-NP" sz="8400" dirty="0">
                <a:cs typeface="Kalimati" panose="00000400000000000000" pitchFamily="2"/>
              </a:rPr>
              <a:t>को अवधाराणा अमेरिकी फौजदारी न्याय प्रणालीको उपलब्धी मानिएको ।</a:t>
            </a:r>
            <a:endParaRPr lang="en-US" sz="8400" dirty="0">
              <a:cs typeface="Kalimati" panose="00000400000000000000" pitchFamily="2"/>
            </a:endParaRPr>
          </a:p>
          <a:p>
            <a:pPr>
              <a:lnSpc>
                <a:spcPct val="140000"/>
              </a:lnSpc>
              <a:buFont typeface="Wingdings" panose="05000000000000000000" pitchFamily="2" charset="2"/>
              <a:buChar char="Ø"/>
            </a:pPr>
            <a:r>
              <a:rPr lang="ne-NP" sz="8400" dirty="0">
                <a:cs typeface="Kalimati" panose="00000400000000000000" pitchFamily="2"/>
              </a:rPr>
              <a:t>फौजदारी मुद्दाहरूको चाप घटाउन यस अवधारणाको सुरुवात गरिएको । </a:t>
            </a:r>
          </a:p>
          <a:p>
            <a:pPr lvl="0">
              <a:lnSpc>
                <a:spcPct val="140000"/>
              </a:lnSpc>
              <a:buFont typeface="Wingdings" panose="05000000000000000000" pitchFamily="2" charset="2"/>
              <a:buChar char="Ø"/>
            </a:pPr>
            <a:r>
              <a:rPr lang="ne-NP" sz="8400" dirty="0">
                <a:cs typeface="Kalimati" panose="00000400000000000000" pitchFamily="2"/>
              </a:rPr>
              <a:t>अमेरिकामा अधिकांश फौजदारी मुद्दाहरू </a:t>
            </a:r>
            <a:r>
              <a:rPr lang="ne-NP" sz="8400" b="1" dirty="0" smtClean="0">
                <a:solidFill>
                  <a:srgbClr val="FF0000"/>
                </a:solidFill>
                <a:cs typeface="Kalimati" panose="00000400000000000000" pitchFamily="2"/>
              </a:rPr>
              <a:t>(९०</a:t>
            </a:r>
            <a:r>
              <a:rPr lang="ne-NP" sz="8400" b="1" dirty="0">
                <a:solidFill>
                  <a:srgbClr val="FF0000"/>
                </a:solidFill>
                <a:cs typeface="Kalimati" panose="00000400000000000000" pitchFamily="2"/>
              </a:rPr>
              <a:t>%) </a:t>
            </a:r>
            <a:r>
              <a:rPr lang="en-US" sz="8400" dirty="0">
                <a:cs typeface="Kalimati" panose="00000400000000000000" pitchFamily="2"/>
              </a:rPr>
              <a:t>Plea Bargaining </a:t>
            </a:r>
            <a:r>
              <a:rPr lang="ne-NP" sz="8400" dirty="0">
                <a:cs typeface="Kalimati" panose="00000400000000000000" pitchFamily="2"/>
              </a:rPr>
              <a:t>को माध्यमबाट फर्छ्यौट हुने गरेको ।</a:t>
            </a:r>
          </a:p>
          <a:p>
            <a:pPr>
              <a:lnSpc>
                <a:spcPct val="140000"/>
              </a:lnSpc>
              <a:buFont typeface="Wingdings" panose="05000000000000000000" pitchFamily="2" charset="2"/>
              <a:buChar char="Ø"/>
            </a:pPr>
            <a:r>
              <a:rPr lang="ne-NP" sz="8400" dirty="0">
                <a:cs typeface="Kalimati" panose="00000400000000000000" pitchFamily="2"/>
              </a:rPr>
              <a:t>सन् १९२० को दशकतिर अमेरिकाको विभिन्न राज्यमा दावीको सौदाबाजीको प्रारम्भ भएको, तर राज्य-पिच्छे केही फरक अभ्यास रहेको । </a:t>
            </a:r>
            <a:endParaRPr lang="en-US" sz="8400" dirty="0">
              <a:cs typeface="Kalimati" panose="00000400000000000000" pitchFamily="2"/>
            </a:endParaRPr>
          </a:p>
          <a:p>
            <a:pPr lvl="0">
              <a:lnSpc>
                <a:spcPct val="140000"/>
              </a:lnSpc>
              <a:buFont typeface="Wingdings" panose="05000000000000000000" pitchFamily="2" charset="2"/>
              <a:buChar char="Ø"/>
            </a:pPr>
            <a:r>
              <a:rPr lang="ne-NP" sz="8400" dirty="0">
                <a:cs typeface="Kalimati" panose="00000400000000000000" pitchFamily="2"/>
              </a:rPr>
              <a:t>अश्वेत नेता जुनियर मार्टिन लुथर किङको सन् १९६९ मा भएको हत्यामा कसुरदार जेम्स अर्ल रे ले हत्याको आरोप स्वीकार गरी सौदाबाजी गरेकोले मृत्युदण्डको सट्टामा ९९ वर्षको कैदको सजाय पाएको,</a:t>
            </a:r>
          </a:p>
          <a:p>
            <a:pPr>
              <a:lnSpc>
                <a:spcPct val="140000"/>
              </a:lnSpc>
              <a:buFont typeface="Wingdings" panose="05000000000000000000" pitchFamily="2" charset="2"/>
              <a:buChar char="Ø"/>
            </a:pPr>
            <a:r>
              <a:rPr lang="en-US" sz="8400" b="1" dirty="0">
                <a:cs typeface="Kalimati" panose="00000400000000000000" pitchFamily="2"/>
              </a:rPr>
              <a:t>Brady v. United States (1970)</a:t>
            </a:r>
            <a:r>
              <a:rPr lang="en-US" sz="8400" dirty="0">
                <a:cs typeface="Kalimati" panose="00000400000000000000" pitchFamily="2"/>
              </a:rPr>
              <a:t> </a:t>
            </a:r>
            <a:r>
              <a:rPr lang="ne-NP" sz="8400" dirty="0">
                <a:cs typeface="Kalimati" panose="00000400000000000000" pitchFamily="2"/>
              </a:rPr>
              <a:t>को मुद्दामा </a:t>
            </a:r>
            <a:r>
              <a:rPr lang="en-US" sz="8400" dirty="0">
                <a:cs typeface="Kalimati" panose="00000400000000000000" pitchFamily="2"/>
              </a:rPr>
              <a:t>Plea Bargaining </a:t>
            </a:r>
            <a:r>
              <a:rPr lang="ne-NP" sz="8400" dirty="0">
                <a:cs typeface="Kalimati" panose="00000400000000000000" pitchFamily="2"/>
              </a:rPr>
              <a:t>लाई संवैधानिक मान्यता दिएको ।</a:t>
            </a:r>
          </a:p>
          <a:p>
            <a:pPr>
              <a:lnSpc>
                <a:spcPct val="140000"/>
              </a:lnSpc>
              <a:buFont typeface="Wingdings" panose="05000000000000000000" pitchFamily="2" charset="2"/>
              <a:buChar char="Ø"/>
            </a:pPr>
            <a:r>
              <a:rPr lang="en-US" sz="8400" b="1" dirty="0" err="1">
                <a:cs typeface="Kalimati" panose="00000400000000000000" pitchFamily="2"/>
              </a:rPr>
              <a:t>Santobello</a:t>
            </a:r>
            <a:r>
              <a:rPr lang="en-US" sz="8400" b="1" dirty="0">
                <a:cs typeface="Kalimati" panose="00000400000000000000" pitchFamily="2"/>
              </a:rPr>
              <a:t> v. New York</a:t>
            </a:r>
            <a:r>
              <a:rPr lang="en-US" sz="8400" dirty="0">
                <a:cs typeface="Kalimati" panose="00000400000000000000" pitchFamily="2"/>
              </a:rPr>
              <a:t> </a:t>
            </a:r>
            <a:r>
              <a:rPr lang="ne-NP" sz="8400" dirty="0">
                <a:cs typeface="Kalimati" panose="00000400000000000000" pitchFamily="2"/>
              </a:rPr>
              <a:t>को मुद्दामा </a:t>
            </a:r>
            <a:r>
              <a:rPr lang="en-US" sz="8400" dirty="0">
                <a:cs typeface="Kalimati" panose="00000400000000000000" pitchFamily="2"/>
              </a:rPr>
              <a:t>Plea Bargaining </a:t>
            </a:r>
            <a:r>
              <a:rPr lang="ne-NP" sz="8400" dirty="0">
                <a:cs typeface="Kalimati" panose="00000400000000000000" pitchFamily="2"/>
              </a:rPr>
              <a:t>लाई न्याय प्रशासनको अत्यावश्यक विषय भनी व्याख्या गरी </a:t>
            </a:r>
            <a:r>
              <a:rPr lang="en-US" sz="8400" dirty="0">
                <a:cs typeface="Kalimati" panose="00000400000000000000" pitchFamily="2"/>
              </a:rPr>
              <a:t>Plea Bargaining </a:t>
            </a:r>
            <a:r>
              <a:rPr lang="ne-NP" sz="8400" dirty="0">
                <a:cs typeface="Kalimati" panose="00000400000000000000" pitchFamily="2"/>
              </a:rPr>
              <a:t>को शर्त उल्लंघन भएमा कानुनी उपचार प्राप्त हुने भनी उल्लेख भएको ।</a:t>
            </a:r>
            <a:endParaRPr lang="en-US" sz="8400" dirty="0">
              <a:cs typeface="Kalimati" panose="00000400000000000000" pitchFamily="2"/>
            </a:endParaRPr>
          </a:p>
          <a:p>
            <a:endParaRPr lang="en-US" dirty="0"/>
          </a:p>
        </p:txBody>
      </p:sp>
    </p:spTree>
    <p:extLst>
      <p:ext uri="{BB962C8B-B14F-4D97-AF65-F5344CB8AC3E}">
        <p14:creationId xmlns:p14="http://schemas.microsoft.com/office/powerpoint/2010/main" val="12666152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DD6B418-EC35-A7C4-BD5F-27DCE9BA9384}"/>
            </a:ext>
          </a:extLst>
        </p:cNvPr>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A7FF4BE1-E7FE-08CB-43ED-CC8D8BA0EEED}"/>
              </a:ext>
            </a:extLst>
          </p:cNvPr>
          <p:cNvSpPr>
            <a:spLocks noGrp="1"/>
          </p:cNvSpPr>
          <p:nvPr>
            <p:ph idx="1"/>
          </p:nvPr>
        </p:nvSpPr>
        <p:spPr>
          <a:xfrm>
            <a:off x="340519" y="931728"/>
            <a:ext cx="11241881" cy="5926272"/>
          </a:xfrm>
        </p:spPr>
        <p:txBody>
          <a:bodyPr/>
          <a:lstStyle/>
          <a:p>
            <a:pPr lvl="0" algn="just">
              <a:buFont typeface="Wingdings" panose="05000000000000000000" pitchFamily="2" charset="2"/>
              <a:buChar char="Ø"/>
            </a:pPr>
            <a:r>
              <a:rPr lang="ne-NP" sz="2400" dirty="0">
                <a:cs typeface="Kalimati" panose="00000400000000000000" pitchFamily="2"/>
              </a:rPr>
              <a:t>अमेरिकी सङ्घीय फौजदारी कार्यविधि नियमावली</a:t>
            </a:r>
            <a:r>
              <a:rPr lang="en-US" sz="2400" dirty="0">
                <a:cs typeface="Kalimati" panose="00000400000000000000" pitchFamily="2"/>
              </a:rPr>
              <a:t>, (USA Federal Rules of Criminal Procedure) </a:t>
            </a:r>
            <a:r>
              <a:rPr lang="ne-NP" sz="2400" dirty="0">
                <a:cs typeface="Kalimati" panose="00000400000000000000" pitchFamily="2"/>
              </a:rPr>
              <a:t>को नियम ११ ले जिकिर सौदाबाजी </a:t>
            </a:r>
            <a:r>
              <a:rPr lang="ne-NP" sz="2400" dirty="0" smtClean="0">
                <a:cs typeface="Kalimati" panose="00000400000000000000" pitchFamily="2"/>
              </a:rPr>
              <a:t>सम्बन्धी </a:t>
            </a:r>
            <a:r>
              <a:rPr lang="ne-NP" sz="2400" dirty="0">
                <a:cs typeface="Kalimati" panose="00000400000000000000" pitchFamily="2"/>
              </a:rPr>
              <a:t>व्यवस्था गरेको पाईन्छ ।  </a:t>
            </a:r>
          </a:p>
          <a:p>
            <a:pPr marL="0" lvl="0" indent="0" algn="just">
              <a:buNone/>
            </a:pPr>
            <a:r>
              <a:rPr lang="ne-NP" sz="2400" b="1" dirty="0">
                <a:cs typeface="Kalimati" panose="00000400000000000000" pitchFamily="2"/>
              </a:rPr>
              <a:t>  नियम ११ </a:t>
            </a:r>
            <a:endParaRPr lang="en-US" sz="2400" dirty="0">
              <a:cs typeface="Kalimati" panose="00000400000000000000" pitchFamily="2"/>
            </a:endParaRPr>
          </a:p>
          <a:p>
            <a:pPr marL="366713" lvl="1" indent="0" algn="just">
              <a:buNone/>
            </a:pPr>
            <a:r>
              <a:rPr lang="en-US" b="1" dirty="0">
                <a:cs typeface="Kalimati" panose="00000400000000000000" pitchFamily="2"/>
              </a:rPr>
              <a:t>(</a:t>
            </a:r>
            <a:r>
              <a:rPr lang="ne-NP" b="1" dirty="0">
                <a:cs typeface="Kalimati" panose="00000400000000000000" pitchFamily="2"/>
              </a:rPr>
              <a:t>क) कसुर स्वीकार गर्ने प्रक्रिया (</a:t>
            </a:r>
            <a:r>
              <a:rPr lang="en-US" b="1" dirty="0">
                <a:cs typeface="Kalimati" panose="00000400000000000000" pitchFamily="2"/>
              </a:rPr>
              <a:t>Entering a Plea)</a:t>
            </a:r>
            <a:endParaRPr lang="en-US" dirty="0">
              <a:cs typeface="Kalimati" panose="00000400000000000000" pitchFamily="2"/>
            </a:endParaRPr>
          </a:p>
          <a:p>
            <a:pPr marL="641350" lvl="2" indent="0" algn="just">
              <a:buNone/>
            </a:pPr>
            <a:r>
              <a:rPr lang="ne-NP" sz="2400" b="1" dirty="0">
                <a:cs typeface="Kalimati" panose="00000400000000000000" pitchFamily="2"/>
              </a:rPr>
              <a:t>(१) सामान्यता: </a:t>
            </a:r>
            <a:r>
              <a:rPr lang="ne-NP" sz="2400" dirty="0">
                <a:cs typeface="Kalimati" panose="00000400000000000000" pitchFamily="2"/>
              </a:rPr>
              <a:t>प्रतिवादीले </a:t>
            </a:r>
            <a:r>
              <a:rPr lang="en-US" sz="2400" dirty="0">
                <a:cs typeface="Kalimati" panose="00000400000000000000" pitchFamily="2"/>
              </a:rPr>
              <a:t>'</a:t>
            </a:r>
            <a:r>
              <a:rPr lang="ne-NP" sz="2400" dirty="0">
                <a:cs typeface="Kalimati" panose="00000400000000000000" pitchFamily="2"/>
              </a:rPr>
              <a:t>कसुर अस्विकार</a:t>
            </a:r>
            <a:r>
              <a:rPr lang="en-US" sz="2400" dirty="0">
                <a:cs typeface="Kalimati" panose="00000400000000000000" pitchFamily="2"/>
              </a:rPr>
              <a:t>' (not guilty), '</a:t>
            </a:r>
            <a:r>
              <a:rPr lang="ne-NP" sz="2400" dirty="0">
                <a:cs typeface="Kalimati" panose="00000400000000000000" pitchFamily="2"/>
              </a:rPr>
              <a:t>कसुर स्वीकार</a:t>
            </a:r>
            <a:r>
              <a:rPr lang="en-US" sz="2400" dirty="0">
                <a:cs typeface="Kalimati" panose="00000400000000000000" pitchFamily="2"/>
              </a:rPr>
              <a:t>' (guilty), </a:t>
            </a:r>
            <a:r>
              <a:rPr lang="ne-NP" sz="2400" dirty="0">
                <a:cs typeface="Kalimati" panose="00000400000000000000" pitchFamily="2"/>
              </a:rPr>
              <a:t>वा </a:t>
            </a:r>
            <a:r>
              <a:rPr lang="en-US" sz="2400" dirty="0" smtClean="0">
                <a:cs typeface="Kalimati" panose="00000400000000000000" pitchFamily="2"/>
              </a:rPr>
              <a:t>'</a:t>
            </a:r>
            <a:r>
              <a:rPr lang="ne-NP" sz="2400" dirty="0">
                <a:cs typeface="Kalimati" panose="00000400000000000000" pitchFamily="2"/>
              </a:rPr>
              <a:t>दाबी विरोध नगर्ने</a:t>
            </a:r>
            <a:r>
              <a:rPr lang="en-US" sz="2400" dirty="0">
                <a:cs typeface="Kalimati" panose="00000400000000000000" pitchFamily="2"/>
              </a:rPr>
              <a:t>' (nolo contendere) </a:t>
            </a:r>
            <a:r>
              <a:rPr lang="ne-NP" sz="2400" dirty="0">
                <a:cs typeface="Kalimati" panose="00000400000000000000" pitchFamily="2"/>
              </a:rPr>
              <a:t>जिकिर लिन सक्नेछ।</a:t>
            </a:r>
            <a:endParaRPr lang="en-US" sz="2400" dirty="0">
              <a:cs typeface="Kalimati" panose="00000400000000000000" pitchFamily="2"/>
            </a:endParaRPr>
          </a:p>
          <a:p>
            <a:pPr marL="641350" lvl="2" indent="0" algn="just">
              <a:buNone/>
            </a:pPr>
            <a:r>
              <a:rPr lang="ne-NP" sz="2400" b="1" dirty="0">
                <a:cs typeface="Kalimati" panose="00000400000000000000" pitchFamily="2"/>
              </a:rPr>
              <a:t>(२) </a:t>
            </a:r>
            <a:r>
              <a:rPr lang="ne-NP" sz="2400" b="1" dirty="0" smtClean="0">
                <a:cs typeface="Kalimati" panose="00000400000000000000" pitchFamily="2"/>
              </a:rPr>
              <a:t>शर्तसहितको </a:t>
            </a:r>
            <a:r>
              <a:rPr lang="ne-NP" sz="2400" b="1" dirty="0">
                <a:cs typeface="Kalimati" panose="00000400000000000000" pitchFamily="2"/>
              </a:rPr>
              <a:t>कसुर स्वीकार (</a:t>
            </a:r>
            <a:r>
              <a:rPr lang="en-US" sz="2400" b="1" dirty="0">
                <a:cs typeface="Kalimati" panose="00000400000000000000" pitchFamily="2"/>
              </a:rPr>
              <a:t>Conditional Plea):</a:t>
            </a:r>
            <a:r>
              <a:rPr lang="en-US" sz="2400" dirty="0">
                <a:cs typeface="Kalimati" panose="00000400000000000000" pitchFamily="2"/>
              </a:rPr>
              <a:t> </a:t>
            </a:r>
            <a:r>
              <a:rPr lang="ne-NP" sz="2400" dirty="0">
                <a:cs typeface="Kalimati" panose="00000400000000000000" pitchFamily="2"/>
              </a:rPr>
              <a:t>अदालत र सरकारको सहमतिमा प्रतिवादीले लिखित रूपमा पहिलो तहको अदालतबाट भएको प्रतिकूल निर्णय उपर पुनरावेदन गर्न पाउने अधिकार सुरक्षित राख्दै शर्त सहितको कसुर स्वीकार</a:t>
            </a:r>
            <a:r>
              <a:rPr lang="ne-NP" sz="2400" b="1" dirty="0">
                <a:cs typeface="Kalimati" panose="00000400000000000000" pitchFamily="2"/>
              </a:rPr>
              <a:t> </a:t>
            </a:r>
            <a:r>
              <a:rPr lang="ne-NP" sz="2400" dirty="0">
                <a:cs typeface="Kalimati" panose="00000400000000000000" pitchFamily="2"/>
              </a:rPr>
              <a:t>गर्न सक्नेछ। पुनरावेदन तहमा प्रतिवादी सफल भएमा निजले आफ्नो कसुर स्वीकारोक्ति फिर्ता लिन पाउनेछ।</a:t>
            </a:r>
          </a:p>
          <a:p>
            <a:pPr marL="641350" lvl="2" indent="0" algn="just">
              <a:buNone/>
            </a:pPr>
            <a:r>
              <a:rPr lang="ne-NP" sz="2400" b="1" dirty="0">
                <a:cs typeface="Kalimati" panose="00000400000000000000" pitchFamily="2"/>
              </a:rPr>
              <a:t>(३)दाबी विरोध नगर्ने</a:t>
            </a:r>
            <a:r>
              <a:rPr lang="en-US" sz="2400" b="1" dirty="0">
                <a:cs typeface="Kalimati" panose="00000400000000000000" pitchFamily="2"/>
              </a:rPr>
              <a:t> (Nolo Contendere) </a:t>
            </a:r>
            <a:r>
              <a:rPr lang="ne-NP" sz="2400" b="1" dirty="0">
                <a:cs typeface="Kalimati" panose="00000400000000000000" pitchFamily="2"/>
              </a:rPr>
              <a:t>जिकिर: </a:t>
            </a:r>
            <a:r>
              <a:rPr lang="ne-NP" sz="2400" dirty="0">
                <a:cs typeface="Kalimati" panose="00000400000000000000" pitchFamily="2"/>
              </a:rPr>
              <a:t>प्रतिवादीले </a:t>
            </a:r>
            <a:r>
              <a:rPr lang="en-US" sz="2400" dirty="0">
                <a:cs typeface="Kalimati" panose="00000400000000000000" pitchFamily="2"/>
              </a:rPr>
              <a:t>'</a:t>
            </a:r>
            <a:r>
              <a:rPr lang="ne-NP" sz="2400" dirty="0">
                <a:cs typeface="Kalimati" panose="00000400000000000000" pitchFamily="2"/>
              </a:rPr>
              <a:t>दाबी विरोध नगर्ने</a:t>
            </a:r>
            <a:r>
              <a:rPr lang="en-US" sz="2400" dirty="0">
                <a:cs typeface="Kalimati" panose="00000400000000000000" pitchFamily="2"/>
              </a:rPr>
              <a:t>' </a:t>
            </a:r>
            <a:r>
              <a:rPr lang="ne-NP" sz="2400" dirty="0">
                <a:cs typeface="Kalimati" panose="00000400000000000000" pitchFamily="2"/>
              </a:rPr>
              <a:t>जिकिर लिएमा</a:t>
            </a:r>
            <a:r>
              <a:rPr lang="en-US" sz="2400" dirty="0">
                <a:cs typeface="Kalimati" panose="00000400000000000000" pitchFamily="2"/>
              </a:rPr>
              <a:t>, </a:t>
            </a:r>
            <a:r>
              <a:rPr lang="ne-NP" sz="2400" dirty="0">
                <a:cs typeface="Kalimati" panose="00000400000000000000" pitchFamily="2"/>
              </a:rPr>
              <a:t>त्यस्तो जिकिरलाई स्वीकार गर्नुअघि अदालतले न्यायको प्रशासनमा प्रभावकारिताको लागी </a:t>
            </a:r>
            <a:r>
              <a:rPr lang="ne-NP" sz="2400" dirty="0">
                <a:solidFill>
                  <a:srgbClr val="C00000"/>
                </a:solidFill>
                <a:effectLst>
                  <a:outerShdw blurRad="38100" dist="38100" dir="2700000" algn="tl">
                    <a:srgbClr val="000000">
                      <a:alpha val="43137"/>
                    </a:srgbClr>
                  </a:outerShdw>
                </a:effectLst>
                <a:cs typeface="Kalimati" panose="00000400000000000000" pitchFamily="2"/>
              </a:rPr>
              <a:t>पक्षहरूको धारणा (</a:t>
            </a:r>
            <a:r>
              <a:rPr lang="en-US" sz="2400" dirty="0">
                <a:solidFill>
                  <a:srgbClr val="C00000"/>
                </a:solidFill>
                <a:effectLst>
                  <a:outerShdw blurRad="38100" dist="38100" dir="2700000" algn="tl">
                    <a:srgbClr val="000000">
                      <a:alpha val="43137"/>
                    </a:srgbClr>
                  </a:outerShdw>
                </a:effectLst>
                <a:cs typeface="Kalimati" panose="00000400000000000000" pitchFamily="2"/>
              </a:rPr>
              <a:t>Views)</a:t>
            </a:r>
            <a:r>
              <a:rPr lang="ne-NP" sz="2400" dirty="0">
                <a:solidFill>
                  <a:srgbClr val="C00000"/>
                </a:solidFill>
                <a:effectLst>
                  <a:outerShdw blurRad="38100" dist="38100" dir="2700000" algn="tl">
                    <a:srgbClr val="000000">
                      <a:alpha val="43137"/>
                    </a:srgbClr>
                  </a:outerShdw>
                </a:effectLst>
                <a:cs typeface="Kalimati" panose="00000400000000000000" pitchFamily="2"/>
              </a:rPr>
              <a:t> </a:t>
            </a:r>
            <a:r>
              <a:rPr lang="ne-NP" sz="2400" dirty="0">
                <a:cs typeface="Kalimati" panose="00000400000000000000" pitchFamily="2"/>
              </a:rPr>
              <a:t>तथा </a:t>
            </a:r>
            <a:r>
              <a:rPr lang="ne-NP" sz="2400" dirty="0">
                <a:solidFill>
                  <a:srgbClr val="C00000"/>
                </a:solidFill>
                <a:effectLst>
                  <a:outerShdw blurRad="38100" dist="38100" dir="2700000" algn="tl">
                    <a:srgbClr val="000000">
                      <a:alpha val="43137"/>
                    </a:srgbClr>
                  </a:outerShdw>
                </a:effectLst>
                <a:cs typeface="Kalimati" panose="00000400000000000000" pitchFamily="2"/>
              </a:rPr>
              <a:t>सार्वजनिक हित (</a:t>
            </a:r>
            <a:r>
              <a:rPr lang="en-US" sz="2400" dirty="0">
                <a:solidFill>
                  <a:srgbClr val="C00000"/>
                </a:solidFill>
                <a:effectLst>
                  <a:outerShdw blurRad="38100" dist="38100" dir="2700000" algn="tl">
                    <a:srgbClr val="000000">
                      <a:alpha val="43137"/>
                    </a:srgbClr>
                  </a:outerShdw>
                </a:effectLst>
                <a:cs typeface="Kalimati" panose="00000400000000000000" pitchFamily="2"/>
              </a:rPr>
              <a:t>Public Interest) </a:t>
            </a:r>
            <a:r>
              <a:rPr lang="ne-NP" sz="2400" dirty="0">
                <a:cs typeface="Kalimati" panose="00000400000000000000" pitchFamily="2"/>
              </a:rPr>
              <a:t>लाई समेत विचार गर्नुपर्नेछ।</a:t>
            </a:r>
            <a:endParaRPr lang="en-US" sz="2400" dirty="0">
              <a:cs typeface="Kalimati" panose="00000400000000000000" pitchFamily="2"/>
            </a:endParaRPr>
          </a:p>
          <a:p>
            <a:pPr marL="0" indent="0">
              <a:buNone/>
            </a:pPr>
            <a:endParaRPr lang="en-US" dirty="0"/>
          </a:p>
        </p:txBody>
      </p:sp>
      <p:sp>
        <p:nvSpPr>
          <p:cNvPr id="5" name="Title 1">
            <a:extLst>
              <a:ext uri="{FF2B5EF4-FFF2-40B4-BE49-F238E27FC236}">
                <a16:creationId xmlns="" xmlns:a16="http://schemas.microsoft.com/office/drawing/2014/main" id="{EE768676-8868-76DA-C62E-84BA027A64C9}"/>
              </a:ext>
            </a:extLst>
          </p:cNvPr>
          <p:cNvSpPr>
            <a:spLocks noGrp="1"/>
          </p:cNvSpPr>
          <p:nvPr>
            <p:ph type="title"/>
          </p:nvPr>
        </p:nvSpPr>
        <p:spPr>
          <a:xfrm>
            <a:off x="609600" y="469664"/>
            <a:ext cx="10972800" cy="462064"/>
          </a:xfrm>
        </p:spPr>
        <p:txBody>
          <a:bodyPr/>
          <a:lstStyle/>
          <a:p>
            <a:r>
              <a:rPr lang="ne-NP" sz="2800" b="1" dirty="0">
                <a:effectLst>
                  <a:outerShdw blurRad="38100" dist="38100" dir="2700000" algn="tl">
                    <a:srgbClr val="000000">
                      <a:alpha val="43137"/>
                    </a:srgbClr>
                  </a:outerShdw>
                </a:effectLst>
                <a:cs typeface="Kalimati" panose="00000400000000000000" pitchFamily="2"/>
              </a:rPr>
              <a:t>क्रमशः</a:t>
            </a:r>
            <a:endParaRPr lang="en-US" sz="2800" b="1" dirty="0">
              <a:effectLst>
                <a:outerShdw blurRad="38100" dist="38100" dir="2700000" algn="tl">
                  <a:srgbClr val="000000">
                    <a:alpha val="43137"/>
                  </a:srgbClr>
                </a:outerShdw>
              </a:effectLst>
              <a:cs typeface="Kalimati" panose="00000400000000000000" pitchFamily="2"/>
            </a:endParaRPr>
          </a:p>
        </p:txBody>
      </p:sp>
    </p:spTree>
    <p:extLst>
      <p:ext uri="{BB962C8B-B14F-4D97-AF65-F5344CB8AC3E}">
        <p14:creationId xmlns:p14="http://schemas.microsoft.com/office/powerpoint/2010/main" val="22771365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902A6D4-E003-4461-9312-EDFE0A17002E}"/>
            </a:ext>
          </a:extLst>
        </p:cNvPr>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8ED21D9F-547C-9AEB-99A2-A217FF87E95D}"/>
              </a:ext>
            </a:extLst>
          </p:cNvPr>
          <p:cNvSpPr>
            <a:spLocks noGrp="1"/>
          </p:cNvSpPr>
          <p:nvPr>
            <p:ph idx="1"/>
          </p:nvPr>
        </p:nvSpPr>
        <p:spPr>
          <a:xfrm>
            <a:off x="333375" y="1314451"/>
            <a:ext cx="11249025" cy="4357688"/>
          </a:xfrm>
        </p:spPr>
        <p:txBody>
          <a:bodyPr/>
          <a:lstStyle/>
          <a:p>
            <a:pPr marL="366713" lvl="1" indent="0" algn="just">
              <a:buNone/>
            </a:pPr>
            <a:r>
              <a:rPr lang="ne-NP" sz="2300" b="1" dirty="0">
                <a:cs typeface="Kalimati" panose="00000400000000000000" pitchFamily="2"/>
              </a:rPr>
              <a:t>(२) स्वेच्छिक स्वीकारोक्ति सुनिश्चित गर्ने:</a:t>
            </a:r>
            <a:r>
              <a:rPr lang="ne-NP" sz="2300" dirty="0">
                <a:cs typeface="Kalimati" panose="00000400000000000000" pitchFamily="2"/>
              </a:rPr>
              <a:t> अदालतले प्रतिवादीको कसुर स्वीकारोक्ति कुनै बल प्रयोग</a:t>
            </a:r>
            <a:r>
              <a:rPr lang="en-US" sz="2300" dirty="0">
                <a:cs typeface="Kalimati" panose="00000400000000000000" pitchFamily="2"/>
              </a:rPr>
              <a:t>, </a:t>
            </a:r>
            <a:r>
              <a:rPr lang="ne-NP" sz="2300" dirty="0">
                <a:cs typeface="Kalimati" panose="00000400000000000000" pitchFamily="2"/>
              </a:rPr>
              <a:t>धम्की</a:t>
            </a:r>
            <a:r>
              <a:rPr lang="en-US" sz="2300" dirty="0">
                <a:cs typeface="Kalimati" panose="00000400000000000000" pitchFamily="2"/>
              </a:rPr>
              <a:t>, </a:t>
            </a:r>
            <a:r>
              <a:rPr lang="ne-NP" sz="2300" dirty="0">
                <a:cs typeface="Kalimati" panose="00000400000000000000" pitchFamily="2"/>
              </a:rPr>
              <a:t>वा दावी सौदाबाजीको प्रतिज्ञा भन्दा बाहेकको प्रतिज्ञाबाट नभई पूर्णतः स्वेच्छिक रहेको सुनिश्चित गर्नुपर्नेछ।</a:t>
            </a:r>
          </a:p>
          <a:p>
            <a:pPr marL="366713" lvl="1" indent="0" algn="just">
              <a:buNone/>
            </a:pPr>
            <a:endParaRPr lang="ne-NP" sz="2300" dirty="0">
              <a:cs typeface="Kalimati" panose="00000400000000000000" pitchFamily="2"/>
            </a:endParaRPr>
          </a:p>
          <a:p>
            <a:pPr marL="366713" lvl="1" indent="0" algn="just">
              <a:buNone/>
            </a:pPr>
            <a:r>
              <a:rPr lang="ne-NP" sz="2300" b="1" dirty="0">
                <a:cs typeface="Kalimati" panose="00000400000000000000" pitchFamily="2"/>
              </a:rPr>
              <a:t>(३) </a:t>
            </a:r>
            <a:r>
              <a:rPr lang="ne-NP" sz="2300" b="1" dirty="0" smtClean="0">
                <a:cs typeface="Kalimati" panose="00000400000000000000" pitchFamily="2"/>
              </a:rPr>
              <a:t>तथ्यगत </a:t>
            </a:r>
            <a:r>
              <a:rPr lang="ne-NP" sz="2300" b="1" dirty="0">
                <a:cs typeface="Kalimati" panose="00000400000000000000" pitchFamily="2"/>
              </a:rPr>
              <a:t>आधार (</a:t>
            </a:r>
            <a:r>
              <a:rPr lang="en-US" sz="2300" b="1" dirty="0">
                <a:cs typeface="Kalimati" panose="00000400000000000000" pitchFamily="2"/>
              </a:rPr>
              <a:t>Factual Basis):</a:t>
            </a:r>
            <a:r>
              <a:rPr lang="en-US" sz="2300" dirty="0">
                <a:cs typeface="Kalimati" panose="00000400000000000000" pitchFamily="2"/>
              </a:rPr>
              <a:t> </a:t>
            </a:r>
            <a:r>
              <a:rPr lang="ne-NP" sz="2300" dirty="0">
                <a:cs typeface="Kalimati" panose="00000400000000000000" pitchFamily="2"/>
              </a:rPr>
              <a:t>प्रतिवादीले कसुर स्वीकार गरेको मुद्दामा फैसला गर्नुअघि अदालतले उक्त स्वीकारोक्तिलाई पुष्टि गर्ने पर्याप्त तथ्यगत आधार विद्यमान रहेको यकिन गर्नुपर्नेछ।</a:t>
            </a:r>
            <a:endParaRPr lang="en-US" sz="2300" dirty="0">
              <a:cs typeface="Kalimati" panose="00000400000000000000" pitchFamily="2"/>
            </a:endParaRPr>
          </a:p>
          <a:p>
            <a:pPr marL="0" indent="0">
              <a:buNone/>
            </a:pPr>
            <a:endParaRPr lang="en-US" dirty="0"/>
          </a:p>
        </p:txBody>
      </p:sp>
      <p:sp>
        <p:nvSpPr>
          <p:cNvPr id="2" name="Title 1">
            <a:extLst>
              <a:ext uri="{FF2B5EF4-FFF2-40B4-BE49-F238E27FC236}">
                <a16:creationId xmlns="" xmlns:a16="http://schemas.microsoft.com/office/drawing/2014/main" id="{EC873CB9-1034-16EC-8C1E-E6B8394A5FFD}"/>
              </a:ext>
            </a:extLst>
          </p:cNvPr>
          <p:cNvSpPr>
            <a:spLocks noGrp="1"/>
          </p:cNvSpPr>
          <p:nvPr>
            <p:ph type="title"/>
          </p:nvPr>
        </p:nvSpPr>
        <p:spPr>
          <a:xfrm>
            <a:off x="609600" y="512526"/>
            <a:ext cx="10972800" cy="462064"/>
          </a:xfrm>
        </p:spPr>
        <p:txBody>
          <a:bodyPr/>
          <a:lstStyle/>
          <a:p>
            <a:r>
              <a:rPr lang="ne-NP" sz="2800" b="1" dirty="0">
                <a:effectLst>
                  <a:outerShdw blurRad="38100" dist="38100" dir="2700000" algn="tl">
                    <a:srgbClr val="000000">
                      <a:alpha val="43137"/>
                    </a:srgbClr>
                  </a:outerShdw>
                </a:effectLst>
                <a:cs typeface="Kalimati" panose="00000400000000000000" pitchFamily="2"/>
              </a:rPr>
              <a:t>क्रमशः</a:t>
            </a:r>
            <a:endParaRPr lang="en-US" sz="2800" b="1" dirty="0">
              <a:effectLst>
                <a:outerShdw blurRad="38100" dist="38100" dir="2700000" algn="tl">
                  <a:srgbClr val="000000">
                    <a:alpha val="43137"/>
                  </a:srgbClr>
                </a:outerShdw>
              </a:effectLst>
              <a:cs typeface="Kalimati" panose="00000400000000000000" pitchFamily="2"/>
            </a:endParaRPr>
          </a:p>
        </p:txBody>
      </p:sp>
    </p:spTree>
    <p:extLst>
      <p:ext uri="{BB962C8B-B14F-4D97-AF65-F5344CB8AC3E}">
        <p14:creationId xmlns:p14="http://schemas.microsoft.com/office/powerpoint/2010/main" val="10717428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F35B74A8-5030-D4EE-CC93-8C2594B18504}"/>
              </a:ext>
            </a:extLst>
          </p:cNvPr>
          <p:cNvSpPr>
            <a:spLocks noGrp="1"/>
          </p:cNvSpPr>
          <p:nvPr>
            <p:ph idx="1"/>
          </p:nvPr>
        </p:nvSpPr>
        <p:spPr>
          <a:xfrm>
            <a:off x="528637" y="842961"/>
            <a:ext cx="10810875" cy="7415213"/>
          </a:xfrm>
        </p:spPr>
        <p:txBody>
          <a:bodyPr>
            <a:normAutofit/>
          </a:bodyPr>
          <a:lstStyle/>
          <a:p>
            <a:pPr marL="0" indent="0" algn="just">
              <a:buNone/>
            </a:pPr>
            <a:r>
              <a:rPr lang="ne-NP" sz="2800" b="1" dirty="0">
                <a:solidFill>
                  <a:srgbClr val="C00000"/>
                </a:solidFill>
                <a:effectLst>
                  <a:outerShdw blurRad="38100" dist="38100" dir="2700000" algn="tl">
                    <a:srgbClr val="000000">
                      <a:alpha val="43137"/>
                    </a:srgbClr>
                  </a:outerShdw>
                </a:effectLst>
                <a:cs typeface="Kalimati" panose="00000400000000000000" pitchFamily="2"/>
              </a:rPr>
              <a:t>ख) बेलायत </a:t>
            </a:r>
            <a:endParaRPr lang="en-US" sz="2800" b="1" dirty="0">
              <a:solidFill>
                <a:srgbClr val="C00000"/>
              </a:solidFill>
              <a:effectLst>
                <a:outerShdw blurRad="38100" dist="38100" dir="2700000" algn="tl">
                  <a:srgbClr val="000000">
                    <a:alpha val="43137"/>
                  </a:srgbClr>
                </a:outerShdw>
              </a:effectLst>
              <a:cs typeface="Kalimati" panose="00000400000000000000" pitchFamily="2"/>
            </a:endParaRPr>
          </a:p>
          <a:p>
            <a:pPr lvl="1" algn="just">
              <a:lnSpc>
                <a:spcPct val="130000"/>
              </a:lnSpc>
              <a:buFont typeface="Wingdings" panose="05000000000000000000" pitchFamily="2" charset="2"/>
              <a:buChar char="Ø"/>
            </a:pPr>
            <a:r>
              <a:rPr lang="ne-NP" dirty="0">
                <a:cs typeface="Kalimati" panose="00000400000000000000" pitchFamily="2"/>
              </a:rPr>
              <a:t>दावीको सौदाबाजीलाई </a:t>
            </a:r>
            <a:r>
              <a:rPr lang="en-US" b="1" dirty="0">
                <a:cs typeface="Kalimati" panose="00000400000000000000" pitchFamily="2"/>
              </a:rPr>
              <a:t>Sentencing Code, 2020 </a:t>
            </a:r>
            <a:r>
              <a:rPr lang="ne-NP" dirty="0">
                <a:cs typeface="Kalimati" panose="00000400000000000000" pitchFamily="2"/>
              </a:rPr>
              <a:t>मार्फत</a:t>
            </a:r>
            <a:r>
              <a:rPr lang="ne-NP" b="1" dirty="0">
                <a:cs typeface="Kalimati" panose="00000400000000000000" pitchFamily="2"/>
              </a:rPr>
              <a:t> </a:t>
            </a:r>
            <a:r>
              <a:rPr lang="ne-NP" dirty="0">
                <a:cs typeface="Kalimati" panose="00000400000000000000" pitchFamily="2"/>
              </a:rPr>
              <a:t>मान्यता दिइएको।</a:t>
            </a:r>
            <a:endParaRPr lang="en-US" dirty="0">
              <a:cs typeface="Kalimati" panose="00000400000000000000" pitchFamily="2"/>
            </a:endParaRPr>
          </a:p>
          <a:p>
            <a:pPr lvl="1" algn="just">
              <a:lnSpc>
                <a:spcPct val="130000"/>
              </a:lnSpc>
              <a:buFont typeface="Wingdings" panose="05000000000000000000" pitchFamily="2" charset="2"/>
              <a:buChar char="Ø"/>
            </a:pPr>
            <a:r>
              <a:rPr lang="en-US" b="1" dirty="0">
                <a:cs typeface="Kalimati" panose="00000400000000000000" pitchFamily="2"/>
              </a:rPr>
              <a:t> </a:t>
            </a:r>
            <a:r>
              <a:rPr lang="ne-NP" dirty="0">
                <a:cs typeface="Kalimati" panose="00000400000000000000" pitchFamily="2"/>
              </a:rPr>
              <a:t>सोही कानुनमा आधारित भई </a:t>
            </a:r>
            <a:r>
              <a:rPr lang="en-US" b="1" dirty="0">
                <a:cs typeface="Kalimati" panose="00000400000000000000" pitchFamily="2"/>
              </a:rPr>
              <a:t>Sentencing guidelines for use in Crown Court</a:t>
            </a:r>
            <a:r>
              <a:rPr lang="ne-NP" b="1" dirty="0">
                <a:cs typeface="Kalimati" panose="00000400000000000000" pitchFamily="2"/>
              </a:rPr>
              <a:t> </a:t>
            </a:r>
            <a:r>
              <a:rPr lang="ne-NP" dirty="0">
                <a:cs typeface="Kalimati" panose="00000400000000000000" pitchFamily="2"/>
              </a:rPr>
              <a:t>र</a:t>
            </a:r>
            <a:r>
              <a:rPr lang="ne-NP" b="1" dirty="0">
                <a:cs typeface="Kalimati" panose="00000400000000000000" pitchFamily="2"/>
              </a:rPr>
              <a:t> </a:t>
            </a:r>
            <a:r>
              <a:rPr lang="en-US" b="1" dirty="0">
                <a:cs typeface="Kalimati" panose="00000400000000000000" pitchFamily="2"/>
              </a:rPr>
              <a:t>Sentencing guidelines for use in Magistrate Court</a:t>
            </a:r>
            <a:r>
              <a:rPr lang="ne-NP" b="1" dirty="0">
                <a:cs typeface="Kalimati" panose="00000400000000000000" pitchFamily="2"/>
              </a:rPr>
              <a:t> </a:t>
            </a:r>
            <a:r>
              <a:rPr lang="ne-NP" dirty="0" smtClean="0">
                <a:cs typeface="Kalimati" panose="00000400000000000000" pitchFamily="2"/>
              </a:rPr>
              <a:t>जारी </a:t>
            </a:r>
            <a:r>
              <a:rPr lang="ne-NP" dirty="0">
                <a:cs typeface="Kalimati" panose="00000400000000000000" pitchFamily="2"/>
              </a:rPr>
              <a:t>भएको। </a:t>
            </a:r>
            <a:endParaRPr lang="en-US" dirty="0">
              <a:cs typeface="Kalimati" panose="00000400000000000000" pitchFamily="2"/>
            </a:endParaRPr>
          </a:p>
          <a:p>
            <a:pPr lvl="1" algn="just">
              <a:lnSpc>
                <a:spcPct val="130000"/>
              </a:lnSpc>
              <a:buFont typeface="Wingdings" panose="05000000000000000000" pitchFamily="2" charset="2"/>
              <a:buChar char="Ø"/>
            </a:pPr>
            <a:r>
              <a:rPr lang="ne-NP" dirty="0">
                <a:cs typeface="Kalimati" panose="00000400000000000000" pitchFamily="2"/>
              </a:rPr>
              <a:t>बेलायतमा अभियुक्तले कुनै कसुर स्वीकार गरेमा </a:t>
            </a:r>
            <a:r>
              <a:rPr lang="ne-NP" i="1" dirty="0">
                <a:cs typeface="Kalimati" panose="00000400000000000000" pitchFamily="2"/>
              </a:rPr>
              <a:t>सामान्य </a:t>
            </a:r>
            <a:r>
              <a:rPr lang="ne-NP" dirty="0">
                <a:cs typeface="Kalimati" panose="00000400000000000000" pitchFamily="2"/>
              </a:rPr>
              <a:t>किसिमको अपराधको हकमा</a:t>
            </a:r>
            <a:r>
              <a:rPr lang="ne-NP" i="1" dirty="0">
                <a:cs typeface="Kalimati" panose="00000400000000000000" pitchFamily="2"/>
              </a:rPr>
              <a:t>, </a:t>
            </a:r>
            <a:r>
              <a:rPr lang="ne-NP" dirty="0" smtClean="0">
                <a:cs typeface="Kalimati" panose="00000400000000000000" pitchFamily="2"/>
              </a:rPr>
              <a:t>सो </a:t>
            </a:r>
            <a:r>
              <a:rPr lang="ne-NP" dirty="0">
                <a:cs typeface="Kalimati" panose="00000400000000000000" pitchFamily="2"/>
              </a:rPr>
              <a:t>सजायमा एक तिहाई </a:t>
            </a:r>
            <a:r>
              <a:rPr lang="ne-NP" b="1" dirty="0">
                <a:solidFill>
                  <a:srgbClr val="FF0000"/>
                </a:solidFill>
                <a:cs typeface="Kalimati" panose="00000400000000000000" pitchFamily="2"/>
              </a:rPr>
              <a:t>(३०%) </a:t>
            </a:r>
            <a:r>
              <a:rPr lang="ne-NP" dirty="0">
                <a:cs typeface="Kalimati" panose="00000400000000000000" pitchFamily="2"/>
              </a:rPr>
              <a:t>सम्म छुट पाउने व्यवस्था रहेको छ।तर </a:t>
            </a:r>
            <a:r>
              <a:rPr lang="en-US" dirty="0">
                <a:cs typeface="Kalimati" panose="00000400000000000000" pitchFamily="2"/>
              </a:rPr>
              <a:t>Sentencing Code, 2020 </a:t>
            </a:r>
            <a:r>
              <a:rPr lang="ne-NP" dirty="0">
                <a:cs typeface="Kalimati" panose="00000400000000000000" pitchFamily="2"/>
              </a:rPr>
              <a:t>को दफा ७३(४) मा उल्लेख भएको विशेष किसिमको अपराधको हकमा, सो सजायमा ५ खण्डको १ खण्ड </a:t>
            </a:r>
            <a:r>
              <a:rPr lang="ne-NP" b="1" dirty="0">
                <a:solidFill>
                  <a:srgbClr val="FF0000"/>
                </a:solidFill>
                <a:cs typeface="Kalimati" panose="00000400000000000000" pitchFamily="2"/>
              </a:rPr>
              <a:t>(२०%) </a:t>
            </a:r>
            <a:r>
              <a:rPr lang="ne-NP" dirty="0">
                <a:cs typeface="Kalimati" panose="00000400000000000000" pitchFamily="2"/>
              </a:rPr>
              <a:t>सम्म छुट पाउने व्यवस्था रहेको।</a:t>
            </a:r>
            <a:endParaRPr lang="en-US" dirty="0">
              <a:cs typeface="Kalimati" panose="00000400000000000000" pitchFamily="2"/>
            </a:endParaRPr>
          </a:p>
        </p:txBody>
      </p:sp>
    </p:spTree>
    <p:extLst>
      <p:ext uri="{BB962C8B-B14F-4D97-AF65-F5344CB8AC3E}">
        <p14:creationId xmlns:p14="http://schemas.microsoft.com/office/powerpoint/2010/main" val="34571117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F876640B-B661-AB13-037E-3BFE4A762580}"/>
            </a:ext>
          </a:extLst>
        </p:cNvPr>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30DD5CAF-AD68-D6B3-A51C-3FA9FCBABDBD}"/>
              </a:ext>
            </a:extLst>
          </p:cNvPr>
          <p:cNvSpPr>
            <a:spLocks noGrp="1"/>
          </p:cNvSpPr>
          <p:nvPr>
            <p:ph idx="1"/>
          </p:nvPr>
        </p:nvSpPr>
        <p:spPr>
          <a:xfrm>
            <a:off x="-242888" y="500062"/>
            <a:ext cx="11853864" cy="7322343"/>
          </a:xfrm>
        </p:spPr>
        <p:txBody>
          <a:bodyPr/>
          <a:lstStyle/>
          <a:p>
            <a:pPr marL="393700" lvl="1" indent="0" algn="just">
              <a:lnSpc>
                <a:spcPct val="130000"/>
              </a:lnSpc>
              <a:buNone/>
            </a:pPr>
            <a:r>
              <a:rPr lang="en-US" sz="3200" b="1" u="sng" dirty="0">
                <a:solidFill>
                  <a:srgbClr val="FF0000"/>
                </a:solidFill>
                <a:effectLst>
                  <a:outerShdw blurRad="38100" dist="38100" dir="2700000" algn="tl">
                    <a:srgbClr val="000000">
                      <a:alpha val="43137"/>
                    </a:srgbClr>
                  </a:outerShdw>
                </a:effectLst>
                <a:cs typeface="Kalimati" panose="00000400000000000000" pitchFamily="2"/>
              </a:rPr>
              <a:t>Sentencing Guidelines for Crown and Magistrate Court, UK</a:t>
            </a:r>
          </a:p>
          <a:p>
            <a:pPr marL="393700" lvl="1" indent="0" algn="just">
              <a:lnSpc>
                <a:spcPct val="130000"/>
              </a:lnSpc>
              <a:buNone/>
            </a:pPr>
            <a:endParaRPr lang="en-US" sz="1000" dirty="0">
              <a:cs typeface="Kalimati" panose="00000400000000000000" pitchFamily="2"/>
            </a:endParaRPr>
          </a:p>
          <a:p>
            <a:pPr marL="393700" lvl="1" indent="0" algn="just">
              <a:lnSpc>
                <a:spcPct val="130000"/>
              </a:lnSpc>
              <a:buNone/>
            </a:pPr>
            <a:r>
              <a:rPr lang="ne-NP" dirty="0">
                <a:cs typeface="Kalimati" panose="00000400000000000000" pitchFamily="2"/>
              </a:rPr>
              <a:t>सामान्य किसिमको अपराध अर्थात जसमा अधिकतम ३०% छुट दिन सकिन्छ, </a:t>
            </a:r>
          </a:p>
          <a:p>
            <a:pPr lvl="2" algn="just">
              <a:lnSpc>
                <a:spcPct val="130000"/>
              </a:lnSpc>
              <a:buFont typeface="Wingdings" panose="05000000000000000000" pitchFamily="2" charset="2"/>
              <a:buChar char="Ø"/>
            </a:pPr>
            <a:r>
              <a:rPr lang="ne-NP" sz="2400" dirty="0">
                <a:cs typeface="Kalimati" panose="00000400000000000000" pitchFamily="2"/>
              </a:rPr>
              <a:t>सो अपराधको </a:t>
            </a:r>
            <a:r>
              <a:rPr lang="ne-NP" sz="2400" b="1" dirty="0">
                <a:cs typeface="Kalimati" panose="00000400000000000000" pitchFamily="2"/>
              </a:rPr>
              <a:t>अभियुक्तले कसुर स्वीकार गर्ने विषयमा भएको पहिलो सुनुवाइमा (</a:t>
            </a:r>
            <a:r>
              <a:rPr lang="ne-NP" sz="2400" dirty="0">
                <a:cs typeface="Kalimati" panose="00000400000000000000" pitchFamily="2"/>
              </a:rPr>
              <a:t>F</a:t>
            </a:r>
            <a:r>
              <a:rPr lang="en-US" sz="2400" dirty="0" err="1"/>
              <a:t>irst</a:t>
            </a:r>
            <a:r>
              <a:rPr lang="en-US" sz="2400" dirty="0"/>
              <a:t> hearing at which a plea or indication of plea is sought</a:t>
            </a:r>
            <a:r>
              <a:rPr lang="ne-NP" sz="2400" dirty="0"/>
              <a:t>)</a:t>
            </a:r>
            <a:r>
              <a:rPr lang="ne-NP" sz="2400" dirty="0">
                <a:cs typeface="Kalimati" panose="00000400000000000000" pitchFamily="2"/>
              </a:rPr>
              <a:t> कसुर स्वीकार गरेमा एक तिहाई </a:t>
            </a:r>
            <a:r>
              <a:rPr lang="ne-NP" sz="2400" b="1" dirty="0">
                <a:solidFill>
                  <a:srgbClr val="FF0000"/>
                </a:solidFill>
                <a:cs typeface="Kalimati" panose="00000400000000000000" pitchFamily="2"/>
              </a:rPr>
              <a:t>(३०%) </a:t>
            </a:r>
            <a:r>
              <a:rPr lang="ne-NP" sz="2400" dirty="0">
                <a:cs typeface="Kalimati" panose="00000400000000000000" pitchFamily="2"/>
              </a:rPr>
              <a:t>सजाय छुट हुन सक्ने।</a:t>
            </a:r>
          </a:p>
          <a:p>
            <a:pPr lvl="2" algn="just">
              <a:lnSpc>
                <a:spcPct val="130000"/>
              </a:lnSpc>
              <a:buFont typeface="Wingdings" panose="05000000000000000000" pitchFamily="2" charset="2"/>
              <a:buChar char="Ø"/>
            </a:pPr>
            <a:r>
              <a:rPr lang="ne-NP" sz="2400" dirty="0">
                <a:cs typeface="Kalimati" panose="00000400000000000000" pitchFamily="2"/>
              </a:rPr>
              <a:t>सो अपराधको </a:t>
            </a:r>
            <a:r>
              <a:rPr lang="ne-NP" sz="2400" b="1" dirty="0">
                <a:cs typeface="Kalimati" panose="00000400000000000000" pitchFamily="2"/>
              </a:rPr>
              <a:t>अभियुक्तले कसुर स्वीकार गर्ने विषयमा भएको पहिलो सुनुवाइ पश्चात  </a:t>
            </a:r>
            <a:r>
              <a:rPr lang="ne-NP" sz="2400" dirty="0">
                <a:cs typeface="Kalimati" panose="00000400000000000000" pitchFamily="2"/>
              </a:rPr>
              <a:t>(</a:t>
            </a:r>
            <a:r>
              <a:rPr lang="en-US" sz="2400" dirty="0">
                <a:cs typeface="Kalimati" panose="00000400000000000000" pitchFamily="2"/>
              </a:rPr>
              <a:t>After the f</a:t>
            </a:r>
            <a:r>
              <a:rPr lang="en-US" sz="2400" dirty="0"/>
              <a:t>irst hearing at which a plea or indication of plea is sought</a:t>
            </a:r>
            <a:r>
              <a:rPr lang="ne-NP" sz="2400" dirty="0"/>
              <a:t>)</a:t>
            </a:r>
            <a:r>
              <a:rPr lang="ne-NP" sz="2400" dirty="0">
                <a:cs typeface="Kalimati" panose="00000400000000000000" pitchFamily="2"/>
              </a:rPr>
              <a:t> कसुर स्वीकार गरेमा एक चौथाइ </a:t>
            </a:r>
            <a:r>
              <a:rPr lang="ne-NP" sz="2400" b="1" dirty="0">
                <a:solidFill>
                  <a:srgbClr val="FF0000"/>
                </a:solidFill>
                <a:cs typeface="Kalimati" panose="00000400000000000000" pitchFamily="2"/>
              </a:rPr>
              <a:t>(२५%)</a:t>
            </a:r>
            <a:r>
              <a:rPr lang="ne-NP" sz="2400" dirty="0">
                <a:cs typeface="Kalimati" panose="00000400000000000000" pitchFamily="2"/>
              </a:rPr>
              <a:t> सजाय छुट हुन सक्ने।</a:t>
            </a:r>
            <a:endParaRPr lang="en-US" sz="2400" dirty="0">
              <a:cs typeface="Kalimati" panose="00000400000000000000" pitchFamily="2"/>
            </a:endParaRPr>
          </a:p>
          <a:p>
            <a:pPr lvl="2" algn="just">
              <a:lnSpc>
                <a:spcPct val="130000"/>
              </a:lnSpc>
              <a:buFont typeface="Wingdings" panose="05000000000000000000" pitchFamily="2" charset="2"/>
              <a:buChar char="Ø"/>
            </a:pPr>
            <a:r>
              <a:rPr lang="ne-NP" sz="2400" dirty="0">
                <a:cs typeface="Kalimati" panose="00000400000000000000" pitchFamily="2"/>
              </a:rPr>
              <a:t>तर </a:t>
            </a:r>
            <a:r>
              <a:rPr lang="ne-NP" sz="2400" b="1" dirty="0">
                <a:cs typeface="Kalimati" panose="00000400000000000000" pitchFamily="2"/>
              </a:rPr>
              <a:t>पूर्पक्षको पहिलो दिनमा </a:t>
            </a:r>
            <a:r>
              <a:rPr lang="en-US" sz="2400" dirty="0">
                <a:cs typeface="Kalimati" panose="00000400000000000000" pitchFamily="2"/>
              </a:rPr>
              <a:t>(O</a:t>
            </a:r>
            <a:r>
              <a:rPr lang="en-US" sz="2400" dirty="0"/>
              <a:t>n the first day of trial) </a:t>
            </a:r>
            <a:r>
              <a:rPr lang="ne-NP" sz="2400" dirty="0">
                <a:cs typeface="Kalimati" panose="00000400000000000000" pitchFamily="2"/>
              </a:rPr>
              <a:t>कसुर स्वीकार गरेकोमा कम्तिमा दश खण्डको एक खण्ड </a:t>
            </a:r>
            <a:r>
              <a:rPr lang="ne-NP" sz="2400" b="1" dirty="0">
                <a:solidFill>
                  <a:srgbClr val="FF0000"/>
                </a:solidFill>
                <a:cs typeface="Kalimati" panose="00000400000000000000" pitchFamily="2"/>
              </a:rPr>
              <a:t>(१०%) </a:t>
            </a:r>
            <a:r>
              <a:rPr lang="ne-NP" sz="2400" dirty="0">
                <a:cs typeface="Kalimati" panose="00000400000000000000" pitchFamily="2"/>
              </a:rPr>
              <a:t>सजाय छुट हुन सक्ने ।</a:t>
            </a:r>
          </a:p>
          <a:p>
            <a:pPr marL="366713" lvl="1" indent="0" algn="just">
              <a:buNone/>
            </a:pPr>
            <a:endParaRPr lang="ne-NP" sz="2100" dirty="0">
              <a:latin typeface="+mj-lt"/>
              <a:cs typeface="Kalimati" panose="00000400000000000000" pitchFamily="2"/>
            </a:endParaRPr>
          </a:p>
          <a:p>
            <a:pPr marL="0" indent="0" algn="just">
              <a:buNone/>
            </a:pPr>
            <a:endParaRPr lang="ne-NP" sz="2300" dirty="0">
              <a:latin typeface="+mj-lt"/>
              <a:cs typeface="Kalimati" panose="00000400000000000000" pitchFamily="2"/>
            </a:endParaRPr>
          </a:p>
        </p:txBody>
      </p:sp>
    </p:spTree>
    <p:extLst>
      <p:ext uri="{BB962C8B-B14F-4D97-AF65-F5344CB8AC3E}">
        <p14:creationId xmlns:p14="http://schemas.microsoft.com/office/powerpoint/2010/main" val="38881348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77ADD3D0-7523-27C4-F50F-EA1854B2CFC0}"/>
              </a:ext>
            </a:extLst>
          </p:cNvPr>
          <p:cNvSpPr>
            <a:spLocks noGrp="1"/>
          </p:cNvSpPr>
          <p:nvPr>
            <p:ph idx="1"/>
          </p:nvPr>
        </p:nvSpPr>
        <p:spPr>
          <a:xfrm>
            <a:off x="338137" y="695323"/>
            <a:ext cx="11515725" cy="6162677"/>
          </a:xfrm>
        </p:spPr>
        <p:txBody>
          <a:bodyPr/>
          <a:lstStyle/>
          <a:p>
            <a:pPr marL="0" indent="0" algn="just">
              <a:buNone/>
            </a:pPr>
            <a:r>
              <a:rPr lang="en-US" sz="2800" b="1" u="sng" dirty="0">
                <a:solidFill>
                  <a:srgbClr val="FF0000"/>
                </a:solidFill>
                <a:effectLst>
                  <a:outerShdw blurRad="38100" dist="38100" dir="2700000" algn="tl">
                    <a:srgbClr val="000000">
                      <a:alpha val="43137"/>
                    </a:srgbClr>
                  </a:outerShdw>
                </a:effectLst>
                <a:cs typeface="Kalimati" panose="00000400000000000000" pitchFamily="2"/>
              </a:rPr>
              <a:t>Sentencing Act</a:t>
            </a:r>
            <a:r>
              <a:rPr lang="ne-NP" sz="2800" b="1" u="sng" dirty="0">
                <a:solidFill>
                  <a:srgbClr val="FF0000"/>
                </a:solidFill>
                <a:effectLst>
                  <a:outerShdw blurRad="38100" dist="38100" dir="2700000" algn="tl">
                    <a:srgbClr val="000000">
                      <a:alpha val="43137"/>
                    </a:srgbClr>
                  </a:outerShdw>
                </a:effectLst>
                <a:cs typeface="Kalimati" panose="00000400000000000000" pitchFamily="2"/>
              </a:rPr>
              <a:t>, </a:t>
            </a:r>
            <a:r>
              <a:rPr lang="en-US" sz="2800" b="1" u="sng" dirty="0">
                <a:solidFill>
                  <a:srgbClr val="FF0000"/>
                </a:solidFill>
                <a:effectLst>
                  <a:outerShdw blurRad="38100" dist="38100" dir="2700000" algn="tl">
                    <a:srgbClr val="000000">
                      <a:alpha val="43137"/>
                    </a:srgbClr>
                  </a:outerShdw>
                </a:effectLst>
                <a:cs typeface="Kalimati" panose="00000400000000000000" pitchFamily="2"/>
              </a:rPr>
              <a:t>2020 </a:t>
            </a:r>
            <a:r>
              <a:rPr lang="ne-NP" sz="2800" b="1" u="sng" dirty="0">
                <a:solidFill>
                  <a:srgbClr val="FF0000"/>
                </a:solidFill>
                <a:effectLst>
                  <a:outerShdw blurRad="38100" dist="38100" dir="2700000" algn="tl">
                    <a:srgbClr val="000000">
                      <a:alpha val="43137"/>
                    </a:srgbClr>
                  </a:outerShdw>
                </a:effectLst>
                <a:cs typeface="Kalimati" panose="00000400000000000000" pitchFamily="2"/>
              </a:rPr>
              <a:t>को दफा ७३:</a:t>
            </a:r>
            <a:r>
              <a:rPr lang="en-US" sz="2800" b="1" u="sng" dirty="0">
                <a:solidFill>
                  <a:srgbClr val="FF0000"/>
                </a:solidFill>
                <a:effectLst>
                  <a:outerShdw blurRad="38100" dist="38100" dir="2700000" algn="tl">
                    <a:srgbClr val="000000">
                      <a:alpha val="43137"/>
                    </a:srgbClr>
                  </a:outerShdw>
                </a:effectLst>
                <a:cs typeface="Kalimati" panose="00000400000000000000" pitchFamily="2"/>
              </a:rPr>
              <a:t> </a:t>
            </a:r>
            <a:r>
              <a:rPr lang="ne-NP" sz="2000" b="1" dirty="0">
                <a:cs typeface="Kalimati" panose="00000400000000000000" pitchFamily="2"/>
              </a:rPr>
              <a:t>कसुर स्वीकार गरेबापत सजायमा हुने कटौती</a:t>
            </a:r>
            <a:endParaRPr lang="en-US" sz="2000" dirty="0">
              <a:cs typeface="Kalimati" panose="00000400000000000000" pitchFamily="2"/>
            </a:endParaRPr>
          </a:p>
          <a:p>
            <a:pPr marL="366713" lvl="1" indent="0" algn="just">
              <a:buNone/>
            </a:pPr>
            <a:r>
              <a:rPr lang="en-US" sz="2000" dirty="0">
                <a:cs typeface="Kalimati" panose="00000400000000000000" pitchFamily="2"/>
              </a:rPr>
              <a:t>(</a:t>
            </a:r>
            <a:r>
              <a:rPr lang="ne-NP" sz="2000" dirty="0">
                <a:cs typeface="Kalimati" panose="00000400000000000000" pitchFamily="2"/>
              </a:rPr>
              <a:t>२)</a:t>
            </a:r>
            <a:r>
              <a:rPr lang="ne-NP" sz="2000" b="1" dirty="0">
                <a:cs typeface="Kalimati" panose="00000400000000000000" pitchFamily="2"/>
              </a:rPr>
              <a:t> </a:t>
            </a:r>
            <a:r>
              <a:rPr lang="ne-NP" sz="2000" dirty="0">
                <a:cs typeface="Kalimati" panose="00000400000000000000" pitchFamily="2"/>
              </a:rPr>
              <a:t>सजाय निर्धारण गर्दा अदालतले देहायका कुराहरूलाई ध्यानमा राख्नुपर्नेछ:</a:t>
            </a:r>
            <a:endParaRPr lang="en-US" sz="2000" dirty="0">
              <a:cs typeface="Kalimati" panose="00000400000000000000" pitchFamily="2"/>
            </a:endParaRPr>
          </a:p>
          <a:p>
            <a:pPr marL="641350" lvl="2" indent="0" algn="just">
              <a:buNone/>
            </a:pPr>
            <a:r>
              <a:rPr lang="en-US" sz="2000" dirty="0">
                <a:cs typeface="Kalimati" panose="00000400000000000000" pitchFamily="2"/>
              </a:rPr>
              <a:t>(</a:t>
            </a:r>
            <a:r>
              <a:rPr lang="ne-NP" sz="2000" dirty="0">
                <a:cs typeface="Kalimati" panose="00000400000000000000" pitchFamily="2"/>
              </a:rPr>
              <a:t>क) अभियुक्तले कारबाहीको कुन चरणमा कसुर स्वीकार गर्ने मनसाय व्यक्त गरेको थियो</a:t>
            </a:r>
            <a:r>
              <a:rPr lang="en-US" sz="2000" dirty="0">
                <a:cs typeface="Kalimati" panose="00000400000000000000" pitchFamily="2"/>
              </a:rPr>
              <a:t>; </a:t>
            </a:r>
            <a:r>
              <a:rPr lang="ne-NP" sz="2000" dirty="0">
                <a:cs typeface="Kalimati" panose="00000400000000000000" pitchFamily="2"/>
              </a:rPr>
              <a:t>र </a:t>
            </a:r>
            <a:endParaRPr lang="en-US" sz="2000" dirty="0">
              <a:cs typeface="Kalimati" panose="00000400000000000000" pitchFamily="2"/>
            </a:endParaRPr>
          </a:p>
          <a:p>
            <a:pPr marL="641350" lvl="2" indent="0" algn="just">
              <a:buNone/>
            </a:pPr>
            <a:r>
              <a:rPr lang="en-US" sz="2000" dirty="0">
                <a:cs typeface="Kalimati" panose="00000400000000000000" pitchFamily="2"/>
              </a:rPr>
              <a:t>(</a:t>
            </a:r>
            <a:r>
              <a:rPr lang="ne-NP" sz="2000" dirty="0">
                <a:cs typeface="Kalimati" panose="00000400000000000000" pitchFamily="2"/>
              </a:rPr>
              <a:t>ख) कुन परिस्थितिमा त्यस्तो मनसाय व्यक्त गरिएको थियो।</a:t>
            </a:r>
            <a:endParaRPr lang="en-US" sz="2000" dirty="0">
              <a:cs typeface="Kalimati" panose="00000400000000000000" pitchFamily="2"/>
            </a:endParaRPr>
          </a:p>
          <a:p>
            <a:pPr marL="0" indent="0" algn="just">
              <a:buNone/>
            </a:pPr>
            <a:r>
              <a:rPr lang="ne-NP" sz="2200" b="1" dirty="0" smtClean="0">
                <a:cs typeface="Kalimati" panose="00000400000000000000" pitchFamily="2"/>
              </a:rPr>
              <a:t>(</a:t>
            </a:r>
            <a:r>
              <a:rPr lang="ne-NP" sz="2200" b="1" dirty="0">
                <a:cs typeface="Kalimati" panose="00000400000000000000" pitchFamily="2"/>
              </a:rPr>
              <a:t>४) निम्न कसुरहरुमा </a:t>
            </a:r>
            <a:r>
              <a:rPr lang="ne-NP" sz="2200" b="1" dirty="0" smtClean="0">
                <a:cs typeface="Kalimati" panose="00000400000000000000" pitchFamily="2"/>
              </a:rPr>
              <a:t>सजाय छुट सुविधा </a:t>
            </a:r>
            <a:r>
              <a:rPr lang="ne-NP" sz="2200" b="1" dirty="0">
                <a:cs typeface="Kalimati" panose="00000400000000000000" pitchFamily="2"/>
              </a:rPr>
              <a:t>प्राप्त नहुने: </a:t>
            </a:r>
            <a:endParaRPr lang="en-US" sz="2200" b="1" dirty="0">
              <a:cs typeface="Kalimati" panose="00000400000000000000" pitchFamily="2"/>
            </a:endParaRPr>
          </a:p>
          <a:p>
            <a:pPr lvl="1" algn="just"/>
            <a:r>
              <a:rPr lang="ne-NP" sz="2000" dirty="0">
                <a:cs typeface="Kalimati" panose="00000400000000000000" pitchFamily="2"/>
              </a:rPr>
              <a:t>हतियार वा घातक पदार्थ वा धारिलो वस्तु देखाई धम्काएको</a:t>
            </a:r>
            <a:endParaRPr lang="en-US" sz="2000" dirty="0">
              <a:cs typeface="Kalimati" panose="00000400000000000000" pitchFamily="2"/>
            </a:endParaRPr>
          </a:p>
          <a:p>
            <a:pPr lvl="1" algn="just"/>
            <a:r>
              <a:rPr lang="ne-NP" sz="2000" dirty="0">
                <a:cs typeface="Kalimati" panose="00000400000000000000" pitchFamily="2"/>
              </a:rPr>
              <a:t>दफा ३१३ बमोजिमको तेस्रो पटक </a:t>
            </a:r>
            <a:r>
              <a:rPr lang="en-US" sz="2000" dirty="0">
                <a:cs typeface="Kalimati" panose="00000400000000000000" pitchFamily="2"/>
              </a:rPr>
              <a:t>'</a:t>
            </a:r>
            <a:r>
              <a:rPr lang="ne-NP" sz="2000" dirty="0">
                <a:cs typeface="Kalimati" panose="00000400000000000000" pitchFamily="2"/>
              </a:rPr>
              <a:t>क</a:t>
            </a:r>
            <a:r>
              <a:rPr lang="en-US" sz="2000" dirty="0">
                <a:cs typeface="Kalimati" panose="00000400000000000000" pitchFamily="2"/>
              </a:rPr>
              <a:t>' </a:t>
            </a:r>
            <a:r>
              <a:rPr lang="ne-NP" sz="2000" dirty="0">
                <a:cs typeface="Kalimati" panose="00000400000000000000" pitchFamily="2"/>
              </a:rPr>
              <a:t>वर्गको लागुऔषध ओसारपसार (</a:t>
            </a:r>
            <a:r>
              <a:rPr lang="en-US" sz="2000" dirty="0">
                <a:cs typeface="Kalimati" panose="00000400000000000000" pitchFamily="2"/>
              </a:rPr>
              <a:t>Trafficking) </a:t>
            </a:r>
            <a:r>
              <a:rPr lang="ne-NP" sz="2000" dirty="0">
                <a:cs typeface="Kalimati" panose="00000400000000000000" pitchFamily="2"/>
              </a:rPr>
              <a:t>गरेकोमा न्यूनतम ७ वर्षको </a:t>
            </a:r>
            <a:r>
              <a:rPr lang="ne-NP" sz="2000" dirty="0" smtClean="0">
                <a:cs typeface="Kalimati" panose="00000400000000000000" pitchFamily="2"/>
              </a:rPr>
              <a:t>सजाय हुनेमा</a:t>
            </a:r>
            <a:endParaRPr lang="en-US" sz="2000" dirty="0">
              <a:cs typeface="Kalimati" panose="00000400000000000000" pitchFamily="2"/>
            </a:endParaRPr>
          </a:p>
          <a:p>
            <a:pPr lvl="1" algn="just"/>
            <a:r>
              <a:rPr lang="ne-NP" sz="2000" dirty="0">
                <a:cs typeface="Kalimati" panose="00000400000000000000" pitchFamily="2"/>
              </a:rPr>
              <a:t>तेस्रो पटक आवासीय घरचोरी (</a:t>
            </a:r>
            <a:r>
              <a:rPr lang="en-US" sz="2000" dirty="0">
                <a:cs typeface="Kalimati" panose="00000400000000000000" pitchFamily="2"/>
              </a:rPr>
              <a:t>Domestic Burglary) </a:t>
            </a:r>
            <a:r>
              <a:rPr lang="ne-NP" sz="2000" dirty="0">
                <a:cs typeface="Kalimati" panose="00000400000000000000" pitchFamily="2"/>
              </a:rPr>
              <a:t>गरेकोमा न्यूनतम ३ वर्षको सजाय</a:t>
            </a:r>
            <a:endParaRPr lang="en-US" sz="2000" dirty="0">
              <a:cs typeface="Kalimati" panose="00000400000000000000" pitchFamily="2"/>
            </a:endParaRPr>
          </a:p>
          <a:p>
            <a:pPr lvl="1" algn="just"/>
            <a:r>
              <a:rPr lang="ne-NP" sz="2000" dirty="0">
                <a:cs typeface="Kalimati" panose="00000400000000000000" pitchFamily="2"/>
              </a:rPr>
              <a:t>हतियार वा घातक पदार्थ वा धारिलो वस्तु प्रयोग सम्बन्धी कसूर दोहोर्याएकोमा न्यूनतम सजाय</a:t>
            </a:r>
            <a:endParaRPr lang="en-US" sz="2000" dirty="0">
              <a:cs typeface="Kalimati" panose="00000400000000000000" pitchFamily="2"/>
            </a:endParaRPr>
          </a:p>
          <a:p>
            <a:pPr marL="366713" lvl="1" indent="0" algn="just">
              <a:buNone/>
            </a:pPr>
            <a:endParaRPr lang="en-US" sz="2000" dirty="0">
              <a:cs typeface="Kalimati" panose="00000400000000000000" pitchFamily="2"/>
            </a:endParaRPr>
          </a:p>
          <a:p>
            <a:endParaRPr lang="en-US" sz="2000" dirty="0"/>
          </a:p>
        </p:txBody>
      </p:sp>
    </p:spTree>
    <p:extLst>
      <p:ext uri="{BB962C8B-B14F-4D97-AF65-F5344CB8AC3E}">
        <p14:creationId xmlns:p14="http://schemas.microsoft.com/office/powerpoint/2010/main" val="2796265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ED8B683A-876F-18B0-DA72-996E3D9605AE}"/>
              </a:ext>
            </a:extLst>
          </p:cNvPr>
          <p:cNvSpPr>
            <a:spLocks noGrp="1"/>
          </p:cNvSpPr>
          <p:nvPr>
            <p:ph idx="1"/>
          </p:nvPr>
        </p:nvSpPr>
        <p:spPr>
          <a:xfrm>
            <a:off x="609600" y="823912"/>
            <a:ext cx="10515600" cy="5805488"/>
          </a:xfrm>
        </p:spPr>
        <p:txBody>
          <a:bodyPr>
            <a:normAutofit/>
          </a:bodyPr>
          <a:lstStyle/>
          <a:p>
            <a:pPr marL="0" indent="0" algn="just">
              <a:buNone/>
            </a:pPr>
            <a:r>
              <a:rPr lang="ne-NP" b="1" dirty="0">
                <a:solidFill>
                  <a:srgbClr val="C00000"/>
                </a:solidFill>
                <a:effectLst>
                  <a:outerShdw blurRad="38100" dist="38100" dir="2700000" algn="tl">
                    <a:srgbClr val="000000">
                      <a:alpha val="43137"/>
                    </a:srgbClr>
                  </a:outerShdw>
                </a:effectLst>
                <a:cs typeface="Kalimati" panose="00000400000000000000" pitchFamily="2"/>
              </a:rPr>
              <a:t>ग) भारतको अभ्यास</a:t>
            </a:r>
            <a:endParaRPr lang="en-US" b="1" dirty="0">
              <a:solidFill>
                <a:srgbClr val="C00000"/>
              </a:solidFill>
              <a:effectLst>
                <a:outerShdw blurRad="38100" dist="38100" dir="2700000" algn="tl">
                  <a:srgbClr val="000000">
                    <a:alpha val="43137"/>
                  </a:srgbClr>
                </a:outerShdw>
              </a:effectLst>
              <a:cs typeface="Kalimati" panose="00000400000000000000" pitchFamily="2"/>
            </a:endParaRPr>
          </a:p>
          <a:p>
            <a:pPr algn="just">
              <a:buFont typeface="Wingdings" panose="05000000000000000000" pitchFamily="2" charset="2"/>
              <a:buChar char="Ø"/>
            </a:pPr>
            <a:r>
              <a:rPr lang="ne-NP" dirty="0">
                <a:cs typeface="Kalimati" panose="00000400000000000000" pitchFamily="2"/>
              </a:rPr>
              <a:t> भारतीय कानून आयोगले आफ्नो १४२ औं प्रतिवेदन (सन् १९९१) मा दावीको सौदाबाजी लागू गर्न सिफारिस गरेको</a:t>
            </a:r>
            <a:r>
              <a:rPr lang="en-US" dirty="0">
                <a:cs typeface="Kalimati" panose="00000400000000000000" pitchFamily="2"/>
              </a:rPr>
              <a:t>, </a:t>
            </a:r>
            <a:r>
              <a:rPr lang="ne-NP" dirty="0">
                <a:cs typeface="Kalimati" panose="00000400000000000000" pitchFamily="2"/>
              </a:rPr>
              <a:t>तत्पश्चातका प्रतिवेदनहरु (सन् १९९६</a:t>
            </a:r>
            <a:r>
              <a:rPr lang="en-US" dirty="0">
                <a:cs typeface="Kalimati" panose="00000400000000000000" pitchFamily="2"/>
              </a:rPr>
              <a:t>, </a:t>
            </a:r>
            <a:r>
              <a:rPr lang="ne-NP" dirty="0">
                <a:cs typeface="Kalimati" panose="00000400000000000000" pitchFamily="2"/>
              </a:rPr>
              <a:t>२००१) मा पनि यस सम्बन्धमा सिफारिस गरेको</a:t>
            </a:r>
            <a:r>
              <a:rPr lang="en-US" dirty="0">
                <a:cs typeface="Kalimati" panose="00000400000000000000" pitchFamily="2"/>
              </a:rPr>
              <a:t>, </a:t>
            </a:r>
            <a:r>
              <a:rPr lang="ne-NP" dirty="0">
                <a:cs typeface="Kalimati" panose="00000400000000000000" pitchFamily="2"/>
              </a:rPr>
              <a:t>अन्तत: </a:t>
            </a:r>
            <a:r>
              <a:rPr lang="en-US" dirty="0" err="1">
                <a:cs typeface="Kalimati" panose="00000400000000000000" pitchFamily="2"/>
              </a:rPr>
              <a:t>Malimath</a:t>
            </a:r>
            <a:r>
              <a:rPr lang="en-US" dirty="0">
                <a:cs typeface="Kalimati" panose="00000400000000000000" pitchFamily="2"/>
              </a:rPr>
              <a:t> Committee </a:t>
            </a:r>
            <a:r>
              <a:rPr lang="ne-NP" dirty="0">
                <a:cs typeface="Kalimati" panose="00000400000000000000" pitchFamily="2"/>
              </a:rPr>
              <a:t>को समिति गठन भई प्रतिवेदनसमेत पेश भएको ।</a:t>
            </a:r>
          </a:p>
          <a:p>
            <a:pPr algn="just">
              <a:buFont typeface="Wingdings" panose="05000000000000000000" pitchFamily="2" charset="2"/>
              <a:buChar char="Ø"/>
            </a:pPr>
            <a:r>
              <a:rPr lang="ne-NP" dirty="0">
                <a:cs typeface="Kalimati" panose="00000400000000000000" pitchFamily="2"/>
              </a:rPr>
              <a:t>यसको उद्देश्य असँख्य फौजदारी बक्यौता</a:t>
            </a:r>
            <a:r>
              <a:rPr lang="ne-NP" b="1" dirty="0"/>
              <a:t> </a:t>
            </a:r>
            <a:r>
              <a:rPr lang="ne-NP" dirty="0">
                <a:cs typeface="Kalimati" panose="00000400000000000000" pitchFamily="2"/>
              </a:rPr>
              <a:t>मुद्दा</a:t>
            </a:r>
            <a:r>
              <a:rPr lang="ne-NP" dirty="0">
                <a:latin typeface="KaiTi" panose="02010609060101010101" pitchFamily="49" charset="-122"/>
                <a:ea typeface="KaiTi" panose="02010609060101010101" pitchFamily="49" charset="-122"/>
                <a:cs typeface="Kalimati" panose="00000400000000000000" pitchFamily="2"/>
              </a:rPr>
              <a:t> फर्छ्यौट </a:t>
            </a:r>
            <a:r>
              <a:rPr lang="ne-NP" dirty="0">
                <a:cs typeface="Kalimati" panose="00000400000000000000" pitchFamily="2"/>
              </a:rPr>
              <a:t>गर्ने उपाय हुने भनी उल्लेख भएको ।</a:t>
            </a:r>
          </a:p>
          <a:p>
            <a:pPr algn="just">
              <a:buFont typeface="Wingdings" panose="05000000000000000000" pitchFamily="2" charset="2"/>
              <a:buChar char="Ø"/>
            </a:pPr>
            <a:r>
              <a:rPr lang="en-US" dirty="0">
                <a:cs typeface="Kalimati" panose="00000400000000000000" pitchFamily="2"/>
              </a:rPr>
              <a:t>Criminal Law (Amendment) Bill, 2005 </a:t>
            </a:r>
            <a:r>
              <a:rPr lang="ne-NP" dirty="0">
                <a:cs typeface="Kalimati" panose="00000400000000000000" pitchFamily="2"/>
              </a:rPr>
              <a:t>मार्फत </a:t>
            </a:r>
            <a:r>
              <a:rPr lang="en-US" dirty="0">
                <a:cs typeface="Kalimati" panose="00000400000000000000" pitchFamily="2"/>
              </a:rPr>
              <a:t>The Indian Penal Code 1860 (IPC), The Code of Criminal Procedure 1973 (CrPC), The Indian Evidence Act, 1872 </a:t>
            </a:r>
            <a:r>
              <a:rPr lang="ne-NP" dirty="0">
                <a:cs typeface="Kalimati" panose="00000400000000000000" pitchFamily="2"/>
              </a:rPr>
              <a:t>मा आवश्यक संशोधन गरी </a:t>
            </a:r>
            <a:r>
              <a:rPr lang="en-US" dirty="0">
                <a:cs typeface="Kalimati" panose="00000400000000000000" pitchFamily="2"/>
              </a:rPr>
              <a:t>July 5, 2006 </a:t>
            </a:r>
            <a:r>
              <a:rPr lang="ne-NP" dirty="0">
                <a:cs typeface="Kalimati" panose="00000400000000000000" pitchFamily="2"/>
              </a:rPr>
              <a:t>बाट प्रारम्भ भएपछि दावीको सौदाबाजीले भारतीय न्याय प्रणालीमा प्रवेश पाएको ।</a:t>
            </a:r>
            <a:endParaRPr lang="en-US" dirty="0">
              <a:cs typeface="Kalimati" panose="00000400000000000000" pitchFamily="2"/>
            </a:endParaRPr>
          </a:p>
        </p:txBody>
      </p:sp>
    </p:spTree>
    <p:extLst>
      <p:ext uri="{BB962C8B-B14F-4D97-AF65-F5344CB8AC3E}">
        <p14:creationId xmlns:p14="http://schemas.microsoft.com/office/powerpoint/2010/main" val="21700548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A5871705-2BAA-86C3-747F-DC5BCB60F7B3}"/>
              </a:ext>
            </a:extLst>
          </p:cNvPr>
          <p:cNvSpPr>
            <a:spLocks noGrp="1"/>
          </p:cNvSpPr>
          <p:nvPr>
            <p:ph idx="1"/>
          </p:nvPr>
        </p:nvSpPr>
        <p:spPr>
          <a:xfrm>
            <a:off x="838200" y="571500"/>
            <a:ext cx="10515600" cy="6286500"/>
          </a:xfrm>
        </p:spPr>
        <p:txBody>
          <a:bodyPr>
            <a:normAutofit fontScale="92500"/>
          </a:bodyPr>
          <a:lstStyle/>
          <a:p>
            <a:pPr marL="0" indent="0" algn="just">
              <a:buNone/>
            </a:pPr>
            <a:r>
              <a:rPr lang="ne-NP" b="1" u="sng" dirty="0">
                <a:cs typeface="Kalimati" panose="00000400000000000000" pitchFamily="2"/>
              </a:rPr>
              <a:t>भारतमा दावीको सौदाबाजी अन्तर्गत:</a:t>
            </a:r>
            <a:endParaRPr lang="en-US" b="1" u="sng" dirty="0">
              <a:cs typeface="Kalimati" panose="00000400000000000000" pitchFamily="2"/>
            </a:endParaRPr>
          </a:p>
          <a:p>
            <a:pPr marL="0" indent="0" algn="just">
              <a:buNone/>
            </a:pPr>
            <a:r>
              <a:rPr lang="ne-NP" dirty="0">
                <a:cs typeface="Kalimati" panose="00000400000000000000" pitchFamily="2"/>
              </a:rPr>
              <a:t>भारतीय फौजदारी कार्यविधि संहिता (</a:t>
            </a:r>
            <a:r>
              <a:rPr lang="en-US" dirty="0">
                <a:cs typeface="Kalimati" panose="00000400000000000000" pitchFamily="2"/>
              </a:rPr>
              <a:t>CrPC) </a:t>
            </a:r>
            <a:r>
              <a:rPr lang="ne-NP" dirty="0">
                <a:cs typeface="Kalimati" panose="00000400000000000000" pitchFamily="2"/>
              </a:rPr>
              <a:t>को </a:t>
            </a:r>
            <a:r>
              <a:rPr lang="ne-NP" b="1" dirty="0">
                <a:solidFill>
                  <a:srgbClr val="FF0000"/>
                </a:solidFill>
                <a:effectLst>
                  <a:outerShdw blurRad="38100" dist="38100" dir="2700000" algn="tl">
                    <a:srgbClr val="000000">
                      <a:alpha val="43137"/>
                    </a:srgbClr>
                  </a:outerShdw>
                </a:effectLst>
                <a:cs typeface="Kalimati" panose="00000400000000000000" pitchFamily="2"/>
              </a:rPr>
              <a:t>दफा २६५क र २६५ख</a:t>
            </a:r>
            <a:r>
              <a:rPr lang="ne-NP" dirty="0">
                <a:cs typeface="Kalimati" panose="00000400000000000000" pitchFamily="2"/>
              </a:rPr>
              <a:t>  ले जिकिरको सौदाबाजी सम्बन्धि व्यवस्था</a:t>
            </a:r>
            <a:r>
              <a:rPr lang="en-US" dirty="0">
                <a:cs typeface="Kalimati" panose="00000400000000000000" pitchFamily="2"/>
              </a:rPr>
              <a:t> </a:t>
            </a:r>
            <a:r>
              <a:rPr lang="ne-NP" dirty="0">
                <a:cs typeface="Kalimati" panose="00000400000000000000" pitchFamily="2"/>
              </a:rPr>
              <a:t>गरेको:</a:t>
            </a:r>
            <a:endParaRPr lang="en-US" sz="2200" b="1" u="sng" dirty="0">
              <a:cs typeface="Kalimati" panose="00000400000000000000" pitchFamily="2"/>
            </a:endParaRPr>
          </a:p>
          <a:p>
            <a:pPr lvl="1" algn="just">
              <a:buFont typeface="Wingdings" panose="05000000000000000000" pitchFamily="2" charset="2"/>
              <a:buChar char="Ø"/>
            </a:pPr>
            <a:r>
              <a:rPr lang="ne-NP" dirty="0">
                <a:cs typeface="Kalimati" panose="00000400000000000000" pitchFamily="2"/>
              </a:rPr>
              <a:t>यो सात वर्ष भन्दा कम सजाय हुने मुद्दामा मात्र लागू हुने।</a:t>
            </a:r>
            <a:endParaRPr lang="en-US" dirty="0">
              <a:cs typeface="Kalimati" panose="00000400000000000000" pitchFamily="2"/>
            </a:endParaRPr>
          </a:p>
          <a:p>
            <a:pPr lvl="1" algn="just">
              <a:buFont typeface="Wingdings" panose="05000000000000000000" pitchFamily="2" charset="2"/>
              <a:buChar char="Ø"/>
            </a:pPr>
            <a:r>
              <a:rPr lang="ne-NP" dirty="0">
                <a:cs typeface="Kalimati" panose="00000400000000000000" pitchFamily="2"/>
              </a:rPr>
              <a:t>मृत्युदण्ड</a:t>
            </a:r>
            <a:r>
              <a:rPr lang="en-US" dirty="0">
                <a:cs typeface="Kalimati" panose="00000400000000000000" pitchFamily="2"/>
              </a:rPr>
              <a:t>, </a:t>
            </a:r>
            <a:r>
              <a:rPr lang="ne-NP" dirty="0">
                <a:cs typeface="Kalimati" panose="00000400000000000000" pitchFamily="2"/>
              </a:rPr>
              <a:t>जन्मकैद वा सात वर्ष भन्दा बढी सजाय हुने कसुरमा लागू नहुने।</a:t>
            </a:r>
            <a:endParaRPr lang="en-US" dirty="0">
              <a:cs typeface="Kalimati" panose="00000400000000000000" pitchFamily="2"/>
            </a:endParaRPr>
          </a:p>
          <a:p>
            <a:pPr lvl="1" algn="just">
              <a:buFont typeface="Wingdings" panose="05000000000000000000" pitchFamily="2" charset="2"/>
              <a:buChar char="Ø"/>
            </a:pPr>
            <a:r>
              <a:rPr lang="ne-NP" dirty="0">
                <a:cs typeface="Kalimati" panose="00000400000000000000" pitchFamily="2"/>
              </a:rPr>
              <a:t>महिला वा चौध वर्ष भन्दा कम उमेरका बालबालिका विरुद्ध भएका कसुरमा लागू नहुने।</a:t>
            </a:r>
            <a:endParaRPr lang="en-US" dirty="0">
              <a:cs typeface="Kalimati" panose="00000400000000000000" pitchFamily="2"/>
            </a:endParaRPr>
          </a:p>
          <a:p>
            <a:pPr lvl="1" algn="just">
              <a:buFont typeface="Wingdings" panose="05000000000000000000" pitchFamily="2" charset="2"/>
              <a:buChar char="Ø"/>
            </a:pPr>
            <a:r>
              <a:rPr lang="ne-NP" dirty="0">
                <a:cs typeface="Kalimati" panose="00000400000000000000" pitchFamily="2"/>
              </a:rPr>
              <a:t>सरकारले राजपत्रमा प्रकाशित सूचनामा तोकेका सामाजिक-आर्थिक(</a:t>
            </a:r>
            <a:r>
              <a:rPr lang="en-US" dirty="0">
                <a:cs typeface="Kalimati" panose="00000400000000000000" pitchFamily="2"/>
              </a:rPr>
              <a:t>Socio-economic offences) </a:t>
            </a:r>
            <a:r>
              <a:rPr lang="ne-NP" dirty="0">
                <a:cs typeface="Kalimati" panose="00000400000000000000" pitchFamily="2"/>
              </a:rPr>
              <a:t>अपराधमा लागू नहुने।</a:t>
            </a:r>
            <a:endParaRPr lang="en-US" dirty="0">
              <a:cs typeface="Kalimati" panose="00000400000000000000" pitchFamily="2"/>
            </a:endParaRPr>
          </a:p>
          <a:p>
            <a:pPr lvl="1" algn="just">
              <a:buFont typeface="Wingdings" panose="05000000000000000000" pitchFamily="2" charset="2"/>
              <a:buChar char="Ø"/>
            </a:pPr>
            <a:r>
              <a:rPr lang="en-US" dirty="0">
                <a:cs typeface="Kalimati" panose="00000400000000000000" pitchFamily="2"/>
              </a:rPr>
              <a:t>Plea Bargaining </a:t>
            </a:r>
            <a:r>
              <a:rPr lang="ne-NP" dirty="0">
                <a:cs typeface="Kalimati" panose="00000400000000000000" pitchFamily="2"/>
              </a:rPr>
              <a:t>का आधारमा अदालतले मुद्दा किनारा गरी सजाय निर्धारण गरेको विषयमा पुनरावेदन नलाग्ने।</a:t>
            </a:r>
            <a:endParaRPr lang="en-US" dirty="0">
              <a:cs typeface="Kalimati" panose="00000400000000000000" pitchFamily="2"/>
            </a:endParaRPr>
          </a:p>
          <a:p>
            <a:pPr lvl="1" algn="just">
              <a:buFont typeface="Wingdings" panose="05000000000000000000" pitchFamily="2" charset="2"/>
              <a:buChar char="Ø"/>
            </a:pPr>
            <a:r>
              <a:rPr lang="en-US" dirty="0">
                <a:cs typeface="Kalimati" panose="00000400000000000000" pitchFamily="2"/>
              </a:rPr>
              <a:t>Plea Bargaining </a:t>
            </a:r>
            <a:r>
              <a:rPr lang="ne-NP" dirty="0">
                <a:cs typeface="Kalimati" panose="00000400000000000000" pitchFamily="2"/>
              </a:rPr>
              <a:t>का लागि अभियुक्तले सम्बन्धित अदालतमा निवेदन दिनुपर्ने</a:t>
            </a:r>
            <a:r>
              <a:rPr lang="en-US" dirty="0">
                <a:cs typeface="Kalimati" panose="00000400000000000000" pitchFamily="2"/>
              </a:rPr>
              <a:t>, </a:t>
            </a:r>
            <a:r>
              <a:rPr lang="ne-NP" dirty="0">
                <a:cs typeface="Kalimati" panose="00000400000000000000" pitchFamily="2"/>
              </a:rPr>
              <a:t>सो पश्चात अभियोजनकर्ता</a:t>
            </a:r>
            <a:r>
              <a:rPr lang="en-US" dirty="0">
                <a:cs typeface="Kalimati" panose="00000400000000000000" pitchFamily="2"/>
              </a:rPr>
              <a:t>, </a:t>
            </a:r>
            <a:r>
              <a:rPr lang="ne-NP" dirty="0">
                <a:cs typeface="Kalimati" panose="00000400000000000000" pitchFamily="2"/>
              </a:rPr>
              <a:t>जाहेरवाला र अभियुक्तलाई अदालतमा सुनवाईमा उपस्थित हुन सूचना दिइने, अभियुक्तको बयान लिइने र तिनै पक्षको सहमतिमा अदालतले सजायमा छुट दिने गरी फैसला गर्ने । </a:t>
            </a:r>
          </a:p>
          <a:p>
            <a:pPr lvl="1" algn="just">
              <a:buFont typeface="Wingdings" panose="05000000000000000000" pitchFamily="2" charset="2"/>
              <a:buChar char="Ø"/>
            </a:pPr>
            <a:r>
              <a:rPr lang="ne-NP" dirty="0">
                <a:cs typeface="Kalimati" panose="00000400000000000000" pitchFamily="2"/>
              </a:rPr>
              <a:t>पुनरावेदनको अनुमति दिइएको अवस्थामा वाहेक सो फैसला अन्तिम हुने, पुनरावेदन नलाग्ने।</a:t>
            </a:r>
          </a:p>
          <a:p>
            <a:pPr algn="just">
              <a:buFont typeface="Wingdings" panose="05000000000000000000" pitchFamily="2" charset="2"/>
              <a:buChar char="Ø"/>
            </a:pPr>
            <a:endParaRPr lang="en-US" sz="2400" dirty="0">
              <a:cs typeface="Kalimati" panose="00000400000000000000" pitchFamily="2"/>
            </a:endParaRPr>
          </a:p>
        </p:txBody>
      </p:sp>
    </p:spTree>
    <p:extLst>
      <p:ext uri="{BB962C8B-B14F-4D97-AF65-F5344CB8AC3E}">
        <p14:creationId xmlns:p14="http://schemas.microsoft.com/office/powerpoint/2010/main" val="31164404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484632"/>
            <a:ext cx="10972800" cy="5839969"/>
          </a:xfrm>
        </p:spPr>
        <p:txBody>
          <a:bodyPr/>
          <a:lstStyle/>
          <a:p>
            <a:pPr marL="0" indent="0">
              <a:buNone/>
            </a:pPr>
            <a:endParaRPr lang="ne-NP" sz="2800" b="1" dirty="0" smtClean="0">
              <a:solidFill>
                <a:srgbClr val="04617B"/>
              </a:solidFill>
              <a:latin typeface="Calibri"/>
              <a:cs typeface="Kalimati" panose="00000400000000000000" pitchFamily="2"/>
            </a:endParaRPr>
          </a:p>
          <a:p>
            <a:pPr marL="0" indent="0">
              <a:buNone/>
            </a:pPr>
            <a:endParaRPr lang="ne-NP" sz="2800" b="1" dirty="0">
              <a:solidFill>
                <a:srgbClr val="04617B"/>
              </a:solidFill>
              <a:latin typeface="Calibri"/>
              <a:cs typeface="Kalimati" panose="00000400000000000000" pitchFamily="2"/>
            </a:endParaRPr>
          </a:p>
          <a:p>
            <a:pPr marL="0" indent="0">
              <a:buNone/>
            </a:pPr>
            <a:endParaRPr lang="ne-NP" sz="2800" b="1" dirty="0" smtClean="0">
              <a:solidFill>
                <a:srgbClr val="04617B"/>
              </a:solidFill>
              <a:latin typeface="Calibri"/>
              <a:cs typeface="Kalimati" panose="00000400000000000000" pitchFamily="2"/>
            </a:endParaRPr>
          </a:p>
          <a:p>
            <a:pPr marL="0" indent="0">
              <a:buNone/>
            </a:pPr>
            <a:endParaRPr lang="ne-NP" sz="2800" b="1" dirty="0">
              <a:solidFill>
                <a:srgbClr val="04617B"/>
              </a:solidFill>
              <a:latin typeface="Calibri"/>
              <a:cs typeface="Kalimati" panose="00000400000000000000" pitchFamily="2"/>
            </a:endParaRPr>
          </a:p>
          <a:p>
            <a:pPr marL="0" indent="0">
              <a:buNone/>
            </a:pPr>
            <a:r>
              <a:rPr lang="ne-NP" sz="3600" dirty="0" smtClean="0">
                <a:solidFill>
                  <a:srgbClr val="04617B"/>
                </a:solidFill>
                <a:latin typeface="Calibri"/>
                <a:cs typeface="Kalimati" panose="00000400000000000000" pitchFamily="2"/>
              </a:rPr>
              <a:t>दावीको सौदाबाजी</a:t>
            </a:r>
            <a:r>
              <a:rPr lang="ne-NP" sz="3600" dirty="0" smtClean="0">
                <a:solidFill>
                  <a:srgbClr val="04617B"/>
                </a:solidFill>
                <a:latin typeface="Lucida Sans Unicode" panose="020B0602030504020204" pitchFamily="34" charset="0"/>
                <a:cs typeface="Kalimati" panose="00000400000000000000" pitchFamily="2"/>
              </a:rPr>
              <a:t>/सजायमा छुटको दावी</a:t>
            </a:r>
            <a:r>
              <a:rPr lang="ne-NP" sz="3600" dirty="0" smtClean="0">
                <a:solidFill>
                  <a:srgbClr val="04617B"/>
                </a:solidFill>
                <a:latin typeface="Calibri"/>
                <a:cs typeface="Kalimati" panose="00000400000000000000" pitchFamily="2"/>
              </a:rPr>
              <a:t> </a:t>
            </a:r>
            <a:r>
              <a:rPr lang="ne-NP" sz="3600" dirty="0">
                <a:solidFill>
                  <a:srgbClr val="04617B"/>
                </a:solidFill>
                <a:latin typeface="Calibri"/>
                <a:cs typeface="Kalimati" panose="00000400000000000000" pitchFamily="2"/>
              </a:rPr>
              <a:t>: नेपालको सन्दर्भ </a:t>
            </a:r>
            <a:endParaRPr lang="en-US" sz="3600" dirty="0"/>
          </a:p>
        </p:txBody>
      </p:sp>
    </p:spTree>
    <p:extLst>
      <p:ext uri="{BB962C8B-B14F-4D97-AF65-F5344CB8AC3E}">
        <p14:creationId xmlns:p14="http://schemas.microsoft.com/office/powerpoint/2010/main" val="9071355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0312" y="822960"/>
            <a:ext cx="11768328" cy="6035040"/>
          </a:xfrm>
        </p:spPr>
        <p:txBody>
          <a:bodyPr/>
          <a:lstStyle/>
          <a:p>
            <a:pPr marL="0" indent="0" algn="just">
              <a:lnSpc>
                <a:spcPct val="107000"/>
              </a:lnSpc>
              <a:spcBef>
                <a:spcPts val="0"/>
              </a:spcBef>
              <a:spcAft>
                <a:spcPts val="800"/>
              </a:spcAft>
              <a:buNone/>
            </a:pPr>
            <a:r>
              <a:rPr lang="ne-NP" sz="2800" b="1" dirty="0">
                <a:latin typeface="Calibri" panose="020F0502020204030204" pitchFamily="34" charset="0"/>
                <a:ea typeface="Calibri" panose="020F0502020204030204" pitchFamily="34" charset="0"/>
                <a:cs typeface="Kalimati" panose="00000400000000000000" pitchFamily="2"/>
              </a:rPr>
              <a:t>सुनसरीमा पहिलो पटक सजाय छुटको प्रस्ताव सहितको </a:t>
            </a:r>
            <a:r>
              <a:rPr lang="ne-NP" sz="2800" b="1" dirty="0" smtClean="0">
                <a:latin typeface="Calibri" panose="020F0502020204030204" pitchFamily="34" charset="0"/>
                <a:ea typeface="Calibri" panose="020F0502020204030204" pitchFamily="34" charset="0"/>
                <a:cs typeface="Kalimati" panose="00000400000000000000" pitchFamily="2"/>
              </a:rPr>
              <a:t>अभियोजन, </a:t>
            </a:r>
            <a:r>
              <a:rPr lang="en-US" sz="1600" dirty="0" smtClean="0">
                <a:latin typeface="Calibri" panose="020F0502020204030204" pitchFamily="34" charset="0"/>
                <a:ea typeface="Calibri" panose="020F0502020204030204" pitchFamily="34" charset="0"/>
                <a:cs typeface="Kalimati" panose="00000400000000000000" pitchFamily="2"/>
              </a:rPr>
              <a:t>2076-4-14</a:t>
            </a:r>
            <a:endParaRPr lang="en-US" sz="1600" dirty="0">
              <a:latin typeface="Calibri" panose="020F0502020204030204" pitchFamily="34" charset="0"/>
              <a:ea typeface="Calibri" panose="020F0502020204030204" pitchFamily="34" charset="0"/>
              <a:cs typeface="Mangal" panose="02040503050203030202" pitchFamily="18" charset="0"/>
            </a:endParaRPr>
          </a:p>
          <a:p>
            <a:pPr marL="0" marR="0" indent="0" algn="just">
              <a:lnSpc>
                <a:spcPct val="107000"/>
              </a:lnSpc>
              <a:spcBef>
                <a:spcPts val="0"/>
              </a:spcBef>
              <a:spcAft>
                <a:spcPts val="800"/>
              </a:spcAft>
              <a:buNone/>
            </a:pPr>
            <a:r>
              <a:rPr lang="ne-NP" sz="1800" dirty="0" smtClean="0">
                <a:latin typeface="Calibri" panose="020F0502020204030204" pitchFamily="34" charset="0"/>
                <a:ea typeface="Calibri" panose="020F0502020204030204" pitchFamily="34" charset="0"/>
                <a:cs typeface="Kalimati" panose="00000400000000000000" pitchFamily="2"/>
              </a:rPr>
              <a:t>जिल्ला </a:t>
            </a:r>
            <a:r>
              <a:rPr lang="ne-NP" sz="1800" dirty="0">
                <a:latin typeface="Calibri" panose="020F0502020204030204" pitchFamily="34" charset="0"/>
                <a:ea typeface="Calibri" panose="020F0502020204030204" pitchFamily="34" charset="0"/>
                <a:cs typeface="Kalimati" panose="00000400000000000000" pitchFamily="2"/>
              </a:rPr>
              <a:t>सरकारी वकील कार्यालय सुनसरीबाट पहिलो पटक प्रतिवादीलाई सजाय छुटको प्रस्ताव सहित अभियोजन गरिएको छ । कर्तव्य ज्यान मुद्दाको प्रतिवादी विमल भन्ने विमला रिषिदेवले आफ्नै पतिको हत्या गरी भारत गई वस्दा अपराधवोध भई पिडा भएकोले नेपाल घर आई कसुरको तथ्य </a:t>
            </a:r>
            <a:r>
              <a:rPr lang="ne-NP" sz="1800" dirty="0">
                <a:latin typeface="Calibri" panose="020F0502020204030204" pitchFamily="34" charset="0"/>
                <a:ea typeface="Calibri" panose="020F0502020204030204" pitchFamily="34" charset="0"/>
                <a:cs typeface="Cambria" panose="02040503050406030204" pitchFamily="18" charset="0"/>
              </a:rPr>
              <a:t> </a:t>
            </a:r>
            <a:r>
              <a:rPr lang="ne-NP" sz="1800" dirty="0">
                <a:latin typeface="Calibri" panose="020F0502020204030204" pitchFamily="34" charset="0"/>
                <a:ea typeface="Calibri" panose="020F0502020204030204" pitchFamily="34" charset="0"/>
                <a:cs typeface="Kalimati" panose="00000400000000000000" pitchFamily="2"/>
              </a:rPr>
              <a:t>पूर्ण रुपमा खुलाई अधिकारप्राप्त अधिकारी समक्ष बयान गरी आफुले गरेको कसुरमा पूर्ण साविति भएर अनुसन्धानमा समेत सहयोग गरेको तथा अनुसन्धान अधिकृतले समेत निजलाई सजाय छुट हुन सिफारिस भई आए वाट संहिताले गरेको सजाय छुटको पृथक व्यवस्था सुनसरीमा पहिलो पटक प्रयोगमा आएको हो । निज विमल भन्ने विमला रिषिदेवलाई मुलुकी अपराध संहिता</a:t>
            </a:r>
            <a:r>
              <a:rPr lang="en-US" sz="1800" dirty="0">
                <a:latin typeface="Calibri" panose="020F0502020204030204" pitchFamily="34" charset="0"/>
                <a:ea typeface="Calibri" panose="020F0502020204030204" pitchFamily="34" charset="0"/>
                <a:cs typeface="Kalimati" panose="00000400000000000000" pitchFamily="2"/>
              </a:rPr>
              <a:t>, </a:t>
            </a:r>
            <a:r>
              <a:rPr lang="ne-NP" sz="1800" dirty="0">
                <a:latin typeface="Calibri" panose="020F0502020204030204" pitchFamily="34" charset="0"/>
                <a:ea typeface="Calibri" panose="020F0502020204030204" pitchFamily="34" charset="0"/>
                <a:cs typeface="Kalimati" panose="00000400000000000000" pitchFamily="2"/>
              </a:rPr>
              <a:t>२०७४ को दफा १७७ को उपदफा (१) विपरीतको कसुरमा ऐ.संहिताको दफा १७७ को उपदफा (२) वमोजिम हुने सजायमा मुलुकी फौजदारी कार्यविधि संहिता</a:t>
            </a:r>
            <a:r>
              <a:rPr lang="en-US" sz="1800" dirty="0">
                <a:latin typeface="Calibri" panose="020F0502020204030204" pitchFamily="34" charset="0"/>
                <a:ea typeface="Calibri" panose="020F0502020204030204" pitchFamily="34" charset="0"/>
                <a:cs typeface="Kalimati" panose="00000400000000000000" pitchFamily="2"/>
              </a:rPr>
              <a:t>, </a:t>
            </a:r>
            <a:r>
              <a:rPr lang="ne-NP" sz="1800" dirty="0">
                <a:latin typeface="Calibri" panose="020F0502020204030204" pitchFamily="34" charset="0"/>
                <a:ea typeface="Calibri" panose="020F0502020204030204" pitchFamily="34" charset="0"/>
                <a:cs typeface="Kalimati" panose="00000400000000000000" pitchFamily="2"/>
              </a:rPr>
              <a:t>२०७४ को दफा ३३(३) को देहाय (क) वमोजिम २० प्रतिशत छुट गरी सजाय कम गर्ने र निज प्रतिवादीवाट अपराध पिडित संरक्षण ऐन</a:t>
            </a:r>
            <a:r>
              <a:rPr lang="en-US" sz="1800" dirty="0">
                <a:latin typeface="Calibri" panose="020F0502020204030204" pitchFamily="34" charset="0"/>
                <a:ea typeface="Calibri" panose="020F0502020204030204" pitchFamily="34" charset="0"/>
                <a:cs typeface="Kalimati" panose="00000400000000000000" pitchFamily="2"/>
              </a:rPr>
              <a:t>, </a:t>
            </a:r>
            <a:r>
              <a:rPr lang="ne-NP" sz="1800" dirty="0">
                <a:latin typeface="Calibri" panose="020F0502020204030204" pitchFamily="34" charset="0"/>
                <a:ea typeface="Calibri" panose="020F0502020204030204" pitchFamily="34" charset="0"/>
                <a:cs typeface="Kalimati" panose="00000400000000000000" pitchFamily="2"/>
              </a:rPr>
              <a:t>२०७५ को दफा ४१ वमोजिम क्षतिपुर्ति शुल्क निर्धारण गरी उक्त क्षतिपुर्ति वापतको रकम क्षतिपुर्ति शुल्क कोषमा जम्मा हुने व्यवस्था गरिपाउन मागदावी सहित जिल्ला </a:t>
            </a:r>
            <a:r>
              <a:rPr lang="ne-NP" sz="1800" dirty="0" smtClean="0">
                <a:latin typeface="Calibri" panose="020F0502020204030204" pitchFamily="34" charset="0"/>
                <a:ea typeface="Calibri" panose="020F0502020204030204" pitchFamily="34" charset="0"/>
                <a:cs typeface="Kalimati" panose="00000400000000000000" pitchFamily="2"/>
              </a:rPr>
              <a:t>न्यायाधिवक्ताले </a:t>
            </a:r>
            <a:r>
              <a:rPr lang="ne-NP" sz="1800" dirty="0">
                <a:latin typeface="Calibri" panose="020F0502020204030204" pitchFamily="34" charset="0"/>
                <a:ea typeface="Calibri" panose="020F0502020204030204" pitchFamily="34" charset="0"/>
                <a:cs typeface="Kalimati" panose="00000400000000000000" pitchFamily="2"/>
              </a:rPr>
              <a:t>मिति २०७६।०४।१३ गते सुनसरी जिल्ला अदालतमा अभियोग दायर </a:t>
            </a:r>
            <a:r>
              <a:rPr lang="ne-NP" sz="1800" dirty="0" smtClean="0">
                <a:latin typeface="Calibri" panose="020F0502020204030204" pitchFamily="34" charset="0"/>
                <a:ea typeface="Calibri" panose="020F0502020204030204" pitchFamily="34" charset="0"/>
                <a:cs typeface="Kalimati" panose="00000400000000000000" pitchFamily="2"/>
              </a:rPr>
              <a:t>गर्नुभयो </a:t>
            </a:r>
            <a:r>
              <a:rPr lang="ne-NP" sz="1800" dirty="0">
                <a:latin typeface="Calibri" panose="020F0502020204030204" pitchFamily="34" charset="0"/>
                <a:ea typeface="Calibri" panose="020F0502020204030204" pitchFamily="34" charset="0"/>
                <a:cs typeface="Kalimati" panose="00000400000000000000" pitchFamily="2"/>
              </a:rPr>
              <a:t>।</a:t>
            </a:r>
            <a:endParaRPr lang="en-US" sz="1800" dirty="0">
              <a:latin typeface="Calibri" panose="020F0502020204030204" pitchFamily="34" charset="0"/>
              <a:ea typeface="Calibri" panose="020F0502020204030204" pitchFamily="34" charset="0"/>
              <a:cs typeface="Mangal" panose="02040503050203030202" pitchFamily="18" charset="0"/>
            </a:endParaRPr>
          </a:p>
          <a:p>
            <a:pPr marL="0" indent="0">
              <a:buNone/>
            </a:pPr>
            <a:r>
              <a:rPr lang="ne-NP" sz="1800" dirty="0" smtClean="0">
                <a:latin typeface="Calibri" panose="020F0502020204030204" pitchFamily="34" charset="0"/>
                <a:ea typeface="Calibri" panose="020F0502020204030204" pitchFamily="34" charset="0"/>
                <a:cs typeface="Kalimati" panose="00000400000000000000" pitchFamily="2"/>
              </a:rPr>
              <a:t>कानुनमा </a:t>
            </a:r>
            <a:r>
              <a:rPr lang="ne-NP" sz="1800" dirty="0">
                <a:latin typeface="Calibri" panose="020F0502020204030204" pitchFamily="34" charset="0"/>
                <a:ea typeface="Calibri" panose="020F0502020204030204" pitchFamily="34" charset="0"/>
                <a:cs typeface="Kalimati" panose="00000400000000000000" pitchFamily="2"/>
              </a:rPr>
              <a:t>कसैले कसैको नियतपूर्वक ज्यान मार्ने वा मराउने काम गरे जन्मकैद(२५ वर्ष)को सजाय हुने व्यवस्था रहेवाट प्रस्तुत मुद्दामा विमला रिषिदेवलाई अदालतले अभियोग दावी वमोजिम दोषी ठहर्याई सजाय छुटको सुविधा दिए </a:t>
            </a:r>
            <a:r>
              <a:rPr lang="ne-NP" sz="1800" dirty="0">
                <a:ea typeface="Calibri" panose="020F0502020204030204" pitchFamily="34" charset="0"/>
                <a:cs typeface="Cambria" panose="02040503050406030204" pitchFamily="18" charset="0"/>
              </a:rPr>
              <a:t> </a:t>
            </a:r>
            <a:r>
              <a:rPr lang="ne-NP" sz="1800" dirty="0">
                <a:latin typeface="Calibri" panose="020F0502020204030204" pitchFamily="34" charset="0"/>
                <a:ea typeface="Calibri" panose="020F0502020204030204" pitchFamily="34" charset="0"/>
                <a:cs typeface="Kalimati" panose="00000400000000000000" pitchFamily="2"/>
              </a:rPr>
              <a:t>२५ वर्षको कैद सजायमा ५ वर्षको कैद सजाय छुट हुने अवस्था रहन्छ । प्रतिवादीले अदालतमा वयान गर्दा अधिकारप्राप्त अधिकारी समक्ष दिएको भन्दा फरक वयान दिई कसुरमा इन्कार गरेमा प्रस्ताव गरिएको छुट रद्द गरी थप सजायको माग गरी मुलुकी फौजदारी कार्यविधी संहिता</a:t>
            </a:r>
            <a:r>
              <a:rPr lang="en-US" sz="1800" dirty="0">
                <a:latin typeface="Calibri" panose="020F0502020204030204" pitchFamily="34" charset="0"/>
                <a:ea typeface="Calibri" panose="020F0502020204030204" pitchFamily="34" charset="0"/>
                <a:cs typeface="Kalimati" panose="00000400000000000000" pitchFamily="2"/>
              </a:rPr>
              <a:t>, </a:t>
            </a:r>
            <a:r>
              <a:rPr lang="ne-NP" sz="1800" dirty="0">
                <a:latin typeface="Calibri" panose="020F0502020204030204" pitchFamily="34" charset="0"/>
                <a:ea typeface="Calibri" panose="020F0502020204030204" pitchFamily="34" charset="0"/>
                <a:cs typeface="Kalimati" panose="00000400000000000000" pitchFamily="2"/>
              </a:rPr>
              <a:t>२०७४ को दफा ३३(७) वमोजिम निवेदन पेश गरिने व्यहोरा समेत अभियोग मागदावीमा उल्लेख </a:t>
            </a:r>
            <a:r>
              <a:rPr lang="ne-NP" sz="1800" dirty="0" smtClean="0">
                <a:latin typeface="Calibri" panose="020F0502020204030204" pitchFamily="34" charset="0"/>
                <a:ea typeface="Calibri" panose="020F0502020204030204" pitchFamily="34" charset="0"/>
                <a:cs typeface="Kalimati" panose="00000400000000000000" pitchFamily="2"/>
              </a:rPr>
              <a:t>छ। </a:t>
            </a:r>
            <a:r>
              <a:rPr lang="en-US" sz="1800" dirty="0" smtClean="0">
                <a:latin typeface="Calibri" panose="020F0502020204030204" pitchFamily="34" charset="0"/>
                <a:ea typeface="Calibri" panose="020F0502020204030204" pitchFamily="34" charset="0"/>
                <a:cs typeface="Kalimati" panose="00000400000000000000" pitchFamily="2"/>
              </a:rPr>
              <a:t>www.ag.gov.np/oag-post/1386</a:t>
            </a:r>
            <a:endParaRPr lang="en-US" sz="1800" dirty="0"/>
          </a:p>
        </p:txBody>
      </p:sp>
    </p:spTree>
    <p:extLst>
      <p:ext uri="{BB962C8B-B14F-4D97-AF65-F5344CB8AC3E}">
        <p14:creationId xmlns:p14="http://schemas.microsoft.com/office/powerpoint/2010/main" val="469830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278B80A-A212-8027-34AA-2777FC8EA8B2}"/>
              </a:ext>
            </a:extLst>
          </p:cNvPr>
          <p:cNvSpPr>
            <a:spLocks noGrp="1"/>
          </p:cNvSpPr>
          <p:nvPr>
            <p:ph type="title"/>
          </p:nvPr>
        </p:nvSpPr>
        <p:spPr>
          <a:xfrm>
            <a:off x="838200" y="43774"/>
            <a:ext cx="10515600" cy="856035"/>
          </a:xfrm>
        </p:spPr>
        <p:txBody>
          <a:bodyPr>
            <a:normAutofit/>
          </a:bodyPr>
          <a:lstStyle/>
          <a:p>
            <a:r>
              <a:rPr lang="ne-NP" sz="2800" b="1" dirty="0">
                <a:cs typeface="Kalimati" panose="00000400000000000000" pitchFamily="2"/>
              </a:rPr>
              <a:t>दावीको सौदाबाजी : नेपालको सन्दर्भ </a:t>
            </a:r>
            <a:endParaRPr lang="en-US" sz="2800" dirty="0"/>
          </a:p>
        </p:txBody>
      </p:sp>
      <p:sp>
        <p:nvSpPr>
          <p:cNvPr id="3" name="Content Placeholder 2">
            <a:extLst>
              <a:ext uri="{FF2B5EF4-FFF2-40B4-BE49-F238E27FC236}">
                <a16:creationId xmlns="" xmlns:a16="http://schemas.microsoft.com/office/drawing/2014/main" id="{36CE40EF-C6F5-7BA7-F8AE-913EA80E833B}"/>
              </a:ext>
            </a:extLst>
          </p:cNvPr>
          <p:cNvSpPr>
            <a:spLocks noGrp="1"/>
          </p:cNvSpPr>
          <p:nvPr>
            <p:ph idx="1"/>
          </p:nvPr>
        </p:nvSpPr>
        <p:spPr>
          <a:xfrm>
            <a:off x="838200" y="1055451"/>
            <a:ext cx="10515600" cy="5603132"/>
          </a:xfrm>
        </p:spPr>
        <p:txBody>
          <a:bodyPr>
            <a:normAutofit fontScale="85000" lnSpcReduction="20000"/>
          </a:bodyPr>
          <a:lstStyle/>
          <a:p>
            <a:pPr marL="0" lvl="0" indent="0" algn="just">
              <a:buNone/>
            </a:pPr>
            <a:r>
              <a:rPr lang="ne-NP" dirty="0">
                <a:cs typeface="Kalimati" panose="00000400000000000000" pitchFamily="2"/>
              </a:rPr>
              <a:t>संवैधानिक तथा कानुनी अवस्था</a:t>
            </a:r>
          </a:p>
          <a:p>
            <a:pPr lvl="0" algn="just">
              <a:buFont typeface="Wingdings" panose="05000000000000000000" pitchFamily="2" charset="2"/>
              <a:buChar char="Ø"/>
            </a:pPr>
            <a:r>
              <a:rPr lang="ne-NP" dirty="0">
                <a:cs typeface="Kalimati" panose="00000400000000000000" pitchFamily="2"/>
              </a:rPr>
              <a:t>नेपालको संविधानको धारा २०(७): आफ्नो विरुद्ध साक्षी हुन कर नलाग्ने (स्वेच्छाले बयान दिन सकिने</a:t>
            </a:r>
            <a:r>
              <a:rPr lang="en-US" dirty="0">
                <a:cs typeface="Kalimati" panose="00000400000000000000" pitchFamily="2"/>
              </a:rPr>
              <a:t>, </a:t>
            </a:r>
            <a:r>
              <a:rPr lang="ne-NP" dirty="0">
                <a:cs typeface="Kalimati" panose="00000400000000000000" pitchFamily="2"/>
              </a:rPr>
              <a:t>कसुर स्वीकार गर्न सकिने)</a:t>
            </a:r>
            <a:endParaRPr lang="en-US" sz="2400" dirty="0">
              <a:cs typeface="Kalimati" panose="00000400000000000000" pitchFamily="2"/>
            </a:endParaRPr>
          </a:p>
          <a:p>
            <a:pPr lvl="0" algn="just">
              <a:buFont typeface="Wingdings" panose="05000000000000000000" pitchFamily="2" charset="2"/>
              <a:buChar char="Ø"/>
            </a:pPr>
            <a:r>
              <a:rPr lang="ne-NP" dirty="0">
                <a:cs typeface="Kalimati" panose="00000400000000000000" pitchFamily="2"/>
              </a:rPr>
              <a:t>स्वेच्छाले कसुर स्वीकार गरेमा सो वापत सहुलियत पाउन सक्ने</a:t>
            </a:r>
            <a:r>
              <a:rPr lang="en-US" dirty="0">
                <a:cs typeface="Kalimati" panose="00000400000000000000" pitchFamily="2"/>
              </a:rPr>
              <a:t>;</a:t>
            </a:r>
            <a:endParaRPr lang="en-US" sz="2400" dirty="0">
              <a:cs typeface="Kalimati" panose="00000400000000000000" pitchFamily="2"/>
            </a:endParaRPr>
          </a:p>
          <a:p>
            <a:pPr lvl="0" algn="just">
              <a:buFont typeface="Wingdings" panose="05000000000000000000" pitchFamily="2" charset="2"/>
              <a:buChar char="Ø"/>
            </a:pPr>
            <a:r>
              <a:rPr lang="ne-NP" dirty="0">
                <a:cs typeface="Kalimati" panose="00000400000000000000" pitchFamily="2"/>
              </a:rPr>
              <a:t>विभिन्न कानुनमा सजायको छुट सम्बन्धी व्यवस्था:</a:t>
            </a:r>
            <a:endParaRPr lang="en-US" sz="2400" dirty="0">
              <a:cs typeface="Kalimati" panose="00000400000000000000" pitchFamily="2"/>
            </a:endParaRPr>
          </a:p>
          <a:p>
            <a:pPr lvl="1" algn="just">
              <a:buFont typeface="Wingdings" panose="05000000000000000000" pitchFamily="2" charset="2"/>
              <a:buChar char="Ø"/>
            </a:pPr>
            <a:r>
              <a:rPr lang="ne-NP" dirty="0">
                <a:cs typeface="Kalimati" panose="00000400000000000000" pitchFamily="2"/>
              </a:rPr>
              <a:t>लागू औषध (नियन्त्रण) ऐन</a:t>
            </a:r>
            <a:r>
              <a:rPr lang="en-US" dirty="0">
                <a:cs typeface="Kalimati" panose="00000400000000000000" pitchFamily="2"/>
              </a:rPr>
              <a:t>, </a:t>
            </a:r>
            <a:r>
              <a:rPr lang="ne-NP" dirty="0">
                <a:cs typeface="Kalimati" panose="00000400000000000000" pitchFamily="2"/>
              </a:rPr>
              <a:t>२०३३ (तेस्रो संशोधन २०५०/०२/३२) बाट दफा १८ (ग) थप </a:t>
            </a:r>
            <a:endParaRPr lang="en-US" sz="2000" dirty="0">
              <a:cs typeface="Kalimati" panose="00000400000000000000" pitchFamily="2"/>
            </a:endParaRPr>
          </a:p>
          <a:p>
            <a:pPr lvl="1" algn="just">
              <a:buFont typeface="Wingdings" panose="05000000000000000000" pitchFamily="2" charset="2"/>
              <a:buChar char="Ø"/>
            </a:pPr>
            <a:r>
              <a:rPr lang="ne-NP" dirty="0">
                <a:cs typeface="Kalimati" panose="00000400000000000000" pitchFamily="2"/>
              </a:rPr>
              <a:t>भ्रष्टाचार निवारण ऐन</a:t>
            </a:r>
            <a:r>
              <a:rPr lang="en-US" dirty="0">
                <a:cs typeface="Kalimati" panose="00000400000000000000" pitchFamily="2"/>
              </a:rPr>
              <a:t>, </a:t>
            </a:r>
            <a:r>
              <a:rPr lang="ne-NP" dirty="0">
                <a:cs typeface="Kalimati" panose="00000400000000000000" pitchFamily="2"/>
              </a:rPr>
              <a:t>२०५९ को दफा ५५</a:t>
            </a:r>
            <a:endParaRPr lang="en-US" sz="2000" dirty="0">
              <a:cs typeface="Kalimati" panose="00000400000000000000" pitchFamily="2"/>
            </a:endParaRPr>
          </a:p>
          <a:p>
            <a:pPr lvl="1" algn="just">
              <a:buFont typeface="Wingdings" panose="05000000000000000000" pitchFamily="2" charset="2"/>
              <a:buChar char="Ø"/>
            </a:pPr>
            <a:r>
              <a:rPr lang="ne-NP" dirty="0">
                <a:cs typeface="Kalimati" panose="00000400000000000000" pitchFamily="2"/>
              </a:rPr>
              <a:t>अख्तियार दुरुपयोग अनुसन्धान आयोग ऐन</a:t>
            </a:r>
            <a:r>
              <a:rPr lang="en-US" dirty="0">
                <a:cs typeface="Kalimati" panose="00000400000000000000" pitchFamily="2"/>
              </a:rPr>
              <a:t>, </a:t>
            </a:r>
            <a:r>
              <a:rPr lang="ne-NP" dirty="0">
                <a:cs typeface="Kalimati" panose="00000400000000000000" pitchFamily="2"/>
              </a:rPr>
              <a:t>२०४८ मा २०५९/०४/३० मा भएको संशोधनबाट कायम दफा १९(१५)</a:t>
            </a:r>
            <a:endParaRPr lang="en-US" sz="2000" dirty="0">
              <a:cs typeface="Kalimati" panose="00000400000000000000" pitchFamily="2"/>
            </a:endParaRPr>
          </a:p>
          <a:p>
            <a:pPr lvl="1" algn="just">
              <a:buFont typeface="Wingdings" panose="05000000000000000000" pitchFamily="2" charset="2"/>
              <a:buChar char="Ø"/>
            </a:pPr>
            <a:r>
              <a:rPr lang="ne-NP" dirty="0">
                <a:cs typeface="Kalimati" panose="00000400000000000000" pitchFamily="2"/>
              </a:rPr>
              <a:t>सम्पत्ति शुद्धीकरण (मनी लाउण्डरिङ्ग) निवारण ऐन</a:t>
            </a:r>
            <a:r>
              <a:rPr lang="en-US" dirty="0">
                <a:cs typeface="Kalimati" panose="00000400000000000000" pitchFamily="2"/>
              </a:rPr>
              <a:t>, </a:t>
            </a:r>
            <a:r>
              <a:rPr lang="ne-NP" dirty="0">
                <a:cs typeface="Kalimati" panose="00000400000000000000" pitchFamily="2"/>
              </a:rPr>
              <a:t>२०६४ को दफा ४४</a:t>
            </a:r>
            <a:endParaRPr lang="en-US" sz="2000" dirty="0">
              <a:cs typeface="Kalimati" panose="00000400000000000000" pitchFamily="2"/>
            </a:endParaRPr>
          </a:p>
          <a:p>
            <a:pPr lvl="1" algn="just">
              <a:buFont typeface="Wingdings" panose="05000000000000000000" pitchFamily="2" charset="2"/>
              <a:buChar char="Ø"/>
            </a:pPr>
            <a:r>
              <a:rPr lang="ne-NP" dirty="0">
                <a:cs typeface="Kalimati" panose="00000400000000000000" pitchFamily="2"/>
              </a:rPr>
              <a:t>बैंकिङ्ग कसुर तथा सजाय ऐन</a:t>
            </a:r>
            <a:r>
              <a:rPr lang="en-US" dirty="0">
                <a:cs typeface="Kalimati" panose="00000400000000000000" pitchFamily="2"/>
              </a:rPr>
              <a:t>, </a:t>
            </a:r>
            <a:r>
              <a:rPr lang="ne-NP" dirty="0">
                <a:cs typeface="Kalimati" panose="00000400000000000000" pitchFamily="2"/>
              </a:rPr>
              <a:t>२०६४ को दफा २६</a:t>
            </a:r>
            <a:endParaRPr lang="en-US" sz="2000" dirty="0">
              <a:cs typeface="Kalimati" panose="00000400000000000000" pitchFamily="2"/>
            </a:endParaRPr>
          </a:p>
          <a:p>
            <a:pPr lvl="1" algn="just">
              <a:buFont typeface="Wingdings" panose="05000000000000000000" pitchFamily="2" charset="2"/>
              <a:buChar char="Ø"/>
            </a:pPr>
            <a:r>
              <a:rPr lang="ne-NP" dirty="0">
                <a:cs typeface="Kalimati" panose="00000400000000000000" pitchFamily="2"/>
              </a:rPr>
              <a:t>मानव बेचबिखन तथा ओसारपसार (नियन्त्रण) ऐन</a:t>
            </a:r>
            <a:r>
              <a:rPr lang="en-US" dirty="0">
                <a:cs typeface="Kalimati" panose="00000400000000000000" pitchFamily="2"/>
              </a:rPr>
              <a:t>, </a:t>
            </a:r>
            <a:r>
              <a:rPr lang="ne-NP" dirty="0">
                <a:cs typeface="Kalimati" panose="00000400000000000000" pitchFamily="2"/>
              </a:rPr>
              <a:t>२०६४ को दफा २१</a:t>
            </a:r>
            <a:endParaRPr lang="en-US" sz="2000" dirty="0">
              <a:cs typeface="Kalimati" panose="00000400000000000000" pitchFamily="2"/>
            </a:endParaRPr>
          </a:p>
          <a:p>
            <a:pPr lvl="1" algn="just">
              <a:buFont typeface="Wingdings" panose="05000000000000000000" pitchFamily="2" charset="2"/>
              <a:buChar char="Ø"/>
            </a:pPr>
            <a:r>
              <a:rPr lang="ne-NP" dirty="0">
                <a:cs typeface="Kalimati" panose="00000400000000000000" pitchFamily="2"/>
              </a:rPr>
              <a:t>संगठित अपराध निवारण ऐन</a:t>
            </a:r>
            <a:r>
              <a:rPr lang="en-US" dirty="0">
                <a:cs typeface="Kalimati" panose="00000400000000000000" pitchFamily="2"/>
              </a:rPr>
              <a:t>, </a:t>
            </a:r>
            <a:r>
              <a:rPr lang="ne-NP" dirty="0">
                <a:cs typeface="Kalimati" panose="00000400000000000000" pitchFamily="2"/>
              </a:rPr>
              <a:t>२०७० को दफा २१</a:t>
            </a:r>
            <a:endParaRPr lang="en-US" sz="2000" dirty="0">
              <a:cs typeface="Kalimati" panose="00000400000000000000" pitchFamily="2"/>
            </a:endParaRPr>
          </a:p>
          <a:p>
            <a:pPr lvl="1" algn="just">
              <a:buFont typeface="Wingdings" panose="05000000000000000000" pitchFamily="2" charset="2"/>
              <a:buChar char="Ø"/>
            </a:pPr>
            <a:r>
              <a:rPr lang="ne-NP" dirty="0">
                <a:cs typeface="Kalimati" panose="00000400000000000000" pitchFamily="2"/>
              </a:rPr>
              <a:t>राजस्व चुहावट (अनुसन्धान तथा नियन्त्रण) ऐन</a:t>
            </a:r>
            <a:r>
              <a:rPr lang="en-US" dirty="0">
                <a:cs typeface="Kalimati" panose="00000400000000000000" pitchFamily="2"/>
              </a:rPr>
              <a:t>, </a:t>
            </a:r>
            <a:r>
              <a:rPr lang="ne-NP" dirty="0">
                <a:cs typeface="Kalimati" panose="00000400000000000000" pitchFamily="2"/>
              </a:rPr>
              <a:t>२०५२ को दफा २३क</a:t>
            </a:r>
            <a:endParaRPr lang="en-US" sz="2000" dirty="0">
              <a:cs typeface="Kalimati" panose="00000400000000000000" pitchFamily="2"/>
            </a:endParaRPr>
          </a:p>
          <a:p>
            <a:pPr lvl="1" algn="just">
              <a:buFont typeface="Wingdings" panose="05000000000000000000" pitchFamily="2" charset="2"/>
              <a:buChar char="Ø"/>
            </a:pPr>
            <a:r>
              <a:rPr lang="ne-NP" dirty="0">
                <a:cs typeface="Kalimati" panose="00000400000000000000" pitchFamily="2"/>
              </a:rPr>
              <a:t>मुलुकी अपराध संहिता</a:t>
            </a:r>
            <a:r>
              <a:rPr lang="en-US" dirty="0">
                <a:cs typeface="Kalimati" panose="00000400000000000000" pitchFamily="2"/>
              </a:rPr>
              <a:t>, </a:t>
            </a:r>
            <a:r>
              <a:rPr lang="ne-NP" dirty="0">
                <a:cs typeface="Kalimati" panose="00000400000000000000" pitchFamily="2"/>
              </a:rPr>
              <a:t>२०७४ को दफा ४७</a:t>
            </a:r>
            <a:endParaRPr lang="en-US" sz="2000" dirty="0">
              <a:cs typeface="Kalimati" panose="00000400000000000000" pitchFamily="2"/>
            </a:endParaRPr>
          </a:p>
          <a:p>
            <a:pPr lvl="1" algn="just">
              <a:buFont typeface="Wingdings" panose="05000000000000000000" pitchFamily="2" charset="2"/>
              <a:buChar char="Ø"/>
            </a:pPr>
            <a:r>
              <a:rPr lang="ne-NP" dirty="0">
                <a:cs typeface="Kalimati" panose="00000400000000000000" pitchFamily="2"/>
              </a:rPr>
              <a:t>मुलुकी फौजदारी कार्यविधि संहिता</a:t>
            </a:r>
            <a:r>
              <a:rPr lang="en-US" dirty="0">
                <a:cs typeface="Kalimati" panose="00000400000000000000" pitchFamily="2"/>
              </a:rPr>
              <a:t>, </a:t>
            </a:r>
            <a:r>
              <a:rPr lang="ne-NP" dirty="0">
                <a:cs typeface="Kalimati" panose="00000400000000000000" pitchFamily="2"/>
              </a:rPr>
              <a:t>२०७४ को दफा ३३</a:t>
            </a:r>
          </a:p>
          <a:p>
            <a:pPr lvl="1" algn="just">
              <a:buFont typeface="Wingdings" panose="05000000000000000000" pitchFamily="2" charset="2"/>
              <a:buChar char="Ø"/>
            </a:pPr>
            <a:r>
              <a:rPr lang="ne-NP" dirty="0">
                <a:cs typeface="Kalimati" panose="00000400000000000000" pitchFamily="2"/>
              </a:rPr>
              <a:t>मुलुकी फौजदारी कार्यबिधि नियमावली, २०७५ को नियम १८, १९, २०</a:t>
            </a:r>
          </a:p>
          <a:p>
            <a:pPr lvl="1" algn="just">
              <a:buFont typeface="Wingdings" panose="05000000000000000000" pitchFamily="2" charset="2"/>
              <a:buChar char="Ø"/>
            </a:pPr>
            <a:endParaRPr lang="ne-NP" dirty="0">
              <a:cs typeface="Kalimati" panose="00000400000000000000" pitchFamily="2"/>
            </a:endParaRPr>
          </a:p>
          <a:p>
            <a:pPr lvl="1" algn="just">
              <a:buFont typeface="Wingdings" panose="05000000000000000000" pitchFamily="2" charset="2"/>
              <a:buChar char="Ø"/>
            </a:pPr>
            <a:endParaRPr lang="en-US" sz="2000" dirty="0">
              <a:cs typeface="Kalimati" panose="00000400000000000000" pitchFamily="2"/>
            </a:endParaRPr>
          </a:p>
          <a:p>
            <a:endParaRPr lang="en-US" dirty="0"/>
          </a:p>
        </p:txBody>
      </p:sp>
    </p:spTree>
    <p:extLst>
      <p:ext uri="{BB962C8B-B14F-4D97-AF65-F5344CB8AC3E}">
        <p14:creationId xmlns:p14="http://schemas.microsoft.com/office/powerpoint/2010/main" val="26307658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3862" y="654487"/>
            <a:ext cx="10972800" cy="466928"/>
          </a:xfrm>
        </p:spPr>
        <p:txBody>
          <a:bodyPr/>
          <a:lstStyle/>
          <a:p>
            <a:r>
              <a:rPr lang="ne-NP" sz="3600" b="1" dirty="0">
                <a:effectLst>
                  <a:outerShdw blurRad="38100" dist="38100" dir="2700000" algn="tl">
                    <a:srgbClr val="000000">
                      <a:alpha val="43137"/>
                    </a:srgbClr>
                  </a:outerShdw>
                </a:effectLst>
                <a:cs typeface="Kalimati" panose="00000400000000000000" pitchFamily="2"/>
              </a:rPr>
              <a:t>क्रमशः ऐनमा भएका व्यबस्थाहरू</a:t>
            </a:r>
            <a:endParaRPr lang="en-US" sz="3600" b="1" dirty="0">
              <a:effectLst>
                <a:outerShdw blurRad="38100" dist="38100" dir="2700000" algn="tl">
                  <a:srgbClr val="000000">
                    <a:alpha val="43137"/>
                  </a:srgbClr>
                </a:outerShdw>
              </a:effectLst>
              <a:cs typeface="Kalimati" panose="00000400000000000000" pitchFamily="2"/>
            </a:endParaRPr>
          </a:p>
        </p:txBody>
      </p:sp>
      <p:sp>
        <p:nvSpPr>
          <p:cNvPr id="3" name="Content Placeholder 2"/>
          <p:cNvSpPr>
            <a:spLocks noGrp="1"/>
          </p:cNvSpPr>
          <p:nvPr>
            <p:ph idx="1"/>
          </p:nvPr>
        </p:nvSpPr>
        <p:spPr>
          <a:xfrm>
            <a:off x="609600" y="1391969"/>
            <a:ext cx="10972800" cy="4497219"/>
          </a:xfrm>
        </p:spPr>
        <p:txBody>
          <a:bodyPr/>
          <a:lstStyle/>
          <a:p>
            <a:pPr algn="just">
              <a:buFont typeface="Wingdings" panose="05000000000000000000" pitchFamily="2" charset="2"/>
              <a:buChar char="Ø"/>
            </a:pPr>
            <a:r>
              <a:rPr lang="ne-NP" sz="2700" b="1" dirty="0">
                <a:effectLst>
                  <a:outerShdw blurRad="38100" dist="38100" dir="2700000" algn="tl">
                    <a:srgbClr val="000000">
                      <a:alpha val="43137"/>
                    </a:srgbClr>
                  </a:outerShdw>
                </a:effectLst>
                <a:cs typeface="Kalimati" panose="00000400000000000000" pitchFamily="2"/>
              </a:rPr>
              <a:t>लागू औषध (नियन्त्रण) ऐन, २०३३ मा भएको तेस्रो संशोधन (२०५०।२।३२) बाट थप भएको </a:t>
            </a:r>
            <a:r>
              <a:rPr lang="ne-NP" sz="2700" b="1" dirty="0">
                <a:solidFill>
                  <a:srgbClr val="FF0000"/>
                </a:solidFill>
                <a:effectLst>
                  <a:outerShdw blurRad="38100" dist="38100" dir="2700000" algn="tl">
                    <a:srgbClr val="000000">
                      <a:alpha val="43137"/>
                    </a:srgbClr>
                  </a:outerShdw>
                </a:effectLst>
                <a:cs typeface="Kalimati" panose="00000400000000000000" pitchFamily="2"/>
              </a:rPr>
              <a:t>दफा १८ग-</a:t>
            </a:r>
            <a:endParaRPr lang="en-US" sz="2700" dirty="0">
              <a:solidFill>
                <a:srgbClr val="FF0000"/>
              </a:solidFill>
              <a:cs typeface="Kalimati" panose="00000400000000000000" pitchFamily="2"/>
            </a:endParaRPr>
          </a:p>
          <a:p>
            <a:pPr marL="366713" lvl="1" indent="0" algn="just">
              <a:buNone/>
            </a:pPr>
            <a:endParaRPr lang="en-US" sz="1200" dirty="0">
              <a:cs typeface="Kalimati" panose="00000400000000000000" pitchFamily="2"/>
            </a:endParaRPr>
          </a:p>
          <a:p>
            <a:pPr marL="366713" lvl="1" indent="0" algn="just">
              <a:buNone/>
            </a:pPr>
            <a:r>
              <a:rPr lang="ne-NP" sz="2600" dirty="0">
                <a:cs typeface="Kalimati" panose="00000400000000000000" pitchFamily="2"/>
              </a:rPr>
              <a:t>लागू औषधको कारोवारमा </a:t>
            </a:r>
            <a:r>
              <a:rPr lang="ne-NP" sz="2600" dirty="0">
                <a:solidFill>
                  <a:srgbClr val="C00000"/>
                </a:solidFill>
                <a:cs typeface="Kalimati" panose="00000400000000000000" pitchFamily="2"/>
              </a:rPr>
              <a:t>स्वयम् संलग्न रहेको गिरोह वा अन्य कुनै गिरोहको बारेमा </a:t>
            </a:r>
            <a:r>
              <a:rPr lang="ne-NP" sz="2600" i="1" dirty="0">
                <a:solidFill>
                  <a:srgbClr val="FF0000"/>
                </a:solidFill>
                <a:cs typeface="Kalimati" panose="00000400000000000000" pitchFamily="2"/>
              </a:rPr>
              <a:t>जानकारी र सुराक दिई</a:t>
            </a:r>
            <a:r>
              <a:rPr lang="ne-NP" sz="2600" dirty="0">
                <a:solidFill>
                  <a:srgbClr val="FF0000"/>
                </a:solidFill>
                <a:cs typeface="Kalimati" panose="00000400000000000000" pitchFamily="2"/>
              </a:rPr>
              <a:t> </a:t>
            </a:r>
            <a:r>
              <a:rPr lang="ne-NP" sz="2600" dirty="0">
                <a:cs typeface="Kalimati" panose="00000400000000000000" pitchFamily="2"/>
              </a:rPr>
              <a:t>सो सम्बन्धमा </a:t>
            </a:r>
            <a:r>
              <a:rPr lang="ne-NP" sz="2600" i="1" dirty="0">
                <a:solidFill>
                  <a:srgbClr val="FF0000"/>
                </a:solidFill>
                <a:cs typeface="Kalimati" panose="00000400000000000000" pitchFamily="2"/>
              </a:rPr>
              <a:t>मुख्य अपराधी पत्ता लगाई दिई पक्राउ गर्न सहयोग गर्ने </a:t>
            </a:r>
            <a:r>
              <a:rPr lang="ne-NP" sz="2600" dirty="0">
                <a:cs typeface="Kalimati" panose="00000400000000000000" pitchFamily="2"/>
              </a:rPr>
              <a:t>व्यक्तिलाई निज अपराधमा संलग्न भएपनि यस ऐन अन्तर्गत हुने सजायमा पूर्ण वा आँशिकरूपमा सजायमा छुट हुने गरी अभियोगपत्रमा माग दावी भएमा मुद्दा हेर्ने अधिकारीले पनि सोही अनुसार सजायमा छुट दिन सक्नेछ । </a:t>
            </a:r>
          </a:p>
          <a:p>
            <a:pPr marL="0" indent="0">
              <a:buNone/>
            </a:pPr>
            <a:endParaRPr lang="en-US" dirty="0">
              <a:cs typeface="Kalimati" panose="00000400000000000000" pitchFamily="2"/>
            </a:endParaRPr>
          </a:p>
          <a:p>
            <a:endParaRPr lang="en-US" dirty="0"/>
          </a:p>
        </p:txBody>
      </p:sp>
    </p:spTree>
    <p:extLst>
      <p:ext uri="{BB962C8B-B14F-4D97-AF65-F5344CB8AC3E}">
        <p14:creationId xmlns:p14="http://schemas.microsoft.com/office/powerpoint/2010/main" val="40948174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916780"/>
            <a:ext cx="10972800" cy="5024439"/>
          </a:xfrm>
        </p:spPr>
        <p:txBody>
          <a:bodyPr/>
          <a:lstStyle/>
          <a:p>
            <a:pPr lvl="0">
              <a:buFont typeface="Wingdings" panose="05000000000000000000" pitchFamily="2" charset="2"/>
              <a:buChar char="Ø"/>
            </a:pPr>
            <a:r>
              <a:rPr lang="ne-NP" sz="2800" b="1" dirty="0">
                <a:solidFill>
                  <a:prstClr val="black"/>
                </a:solidFill>
                <a:effectLst>
                  <a:outerShdw blurRad="38100" dist="38100" dir="2700000" algn="tl">
                    <a:srgbClr val="000000">
                      <a:alpha val="43137"/>
                    </a:srgbClr>
                  </a:outerShdw>
                </a:effectLst>
                <a:cs typeface="Kalimati" panose="00000400000000000000" pitchFamily="2"/>
              </a:rPr>
              <a:t>अख्तियार दुरुपयोग अनुसन्धान आयोग ऐन</a:t>
            </a:r>
            <a:r>
              <a:rPr lang="en-US" sz="2800" b="1" dirty="0">
                <a:solidFill>
                  <a:prstClr val="black"/>
                </a:solidFill>
                <a:effectLst>
                  <a:outerShdw blurRad="38100" dist="38100" dir="2700000" algn="tl">
                    <a:srgbClr val="000000">
                      <a:alpha val="43137"/>
                    </a:srgbClr>
                  </a:outerShdw>
                </a:effectLst>
                <a:cs typeface="Kalimati" panose="00000400000000000000" pitchFamily="2"/>
              </a:rPr>
              <a:t>, </a:t>
            </a:r>
            <a:r>
              <a:rPr lang="ne-NP" sz="2800" b="1" dirty="0">
                <a:solidFill>
                  <a:prstClr val="black"/>
                </a:solidFill>
                <a:effectLst>
                  <a:outerShdw blurRad="38100" dist="38100" dir="2700000" algn="tl">
                    <a:srgbClr val="000000">
                      <a:alpha val="43137"/>
                    </a:srgbClr>
                  </a:outerShdw>
                </a:effectLst>
                <a:cs typeface="Kalimati" panose="00000400000000000000" pitchFamily="2"/>
              </a:rPr>
              <a:t>२०४८ मा २०५९/०४/३० मा भएको संशोधनबाट कायम </a:t>
            </a:r>
            <a:r>
              <a:rPr lang="ne-NP" sz="2800" b="1" dirty="0">
                <a:solidFill>
                  <a:srgbClr val="FF0000"/>
                </a:solidFill>
                <a:effectLst>
                  <a:outerShdw blurRad="38100" dist="38100" dir="2700000" algn="tl">
                    <a:srgbClr val="000000">
                      <a:alpha val="43137"/>
                    </a:srgbClr>
                  </a:outerShdw>
                </a:effectLst>
                <a:cs typeface="Kalimati" panose="00000400000000000000" pitchFamily="2"/>
              </a:rPr>
              <a:t>दफा १९(१५)</a:t>
            </a:r>
            <a:r>
              <a:rPr lang="en-US" sz="2800" b="1" dirty="0">
                <a:solidFill>
                  <a:srgbClr val="FF0000"/>
                </a:solidFill>
                <a:effectLst>
                  <a:outerShdw blurRad="38100" dist="38100" dir="2700000" algn="tl">
                    <a:srgbClr val="000000">
                      <a:alpha val="43137"/>
                    </a:srgbClr>
                  </a:outerShdw>
                </a:effectLst>
                <a:cs typeface="Kalimati" panose="00000400000000000000" pitchFamily="2"/>
              </a:rPr>
              <a:t> :</a:t>
            </a:r>
            <a:r>
              <a:rPr lang="ne-NP" sz="2800" b="1" dirty="0">
                <a:solidFill>
                  <a:srgbClr val="FF0000"/>
                </a:solidFill>
                <a:effectLst>
                  <a:outerShdw blurRad="38100" dist="38100" dir="2700000" algn="tl">
                    <a:srgbClr val="000000">
                      <a:alpha val="43137"/>
                    </a:srgbClr>
                  </a:outerShdw>
                </a:effectLst>
                <a:cs typeface="Kalimati" panose="00000400000000000000" pitchFamily="2"/>
              </a:rPr>
              <a:t> </a:t>
            </a:r>
            <a:endParaRPr lang="en-US" sz="2800" b="1" dirty="0">
              <a:solidFill>
                <a:srgbClr val="FF0000"/>
              </a:solidFill>
              <a:effectLst>
                <a:outerShdw blurRad="38100" dist="38100" dir="2700000" algn="tl">
                  <a:srgbClr val="000000">
                    <a:alpha val="43137"/>
                  </a:srgbClr>
                </a:outerShdw>
              </a:effectLst>
              <a:cs typeface="Kalimati" panose="00000400000000000000" pitchFamily="2"/>
            </a:endParaRPr>
          </a:p>
          <a:p>
            <a:pPr marL="366713" lvl="1" indent="0" algn="just">
              <a:buNone/>
            </a:pPr>
            <a:endParaRPr lang="en-US" sz="1200" dirty="0">
              <a:solidFill>
                <a:prstClr val="black"/>
              </a:solidFill>
              <a:cs typeface="Kalimati" panose="00000400000000000000" pitchFamily="2"/>
            </a:endParaRPr>
          </a:p>
          <a:p>
            <a:pPr marL="366713" lvl="1" indent="0" algn="just">
              <a:buNone/>
            </a:pPr>
            <a:r>
              <a:rPr lang="ne-NP" sz="2600" dirty="0">
                <a:solidFill>
                  <a:prstClr val="black"/>
                </a:solidFill>
                <a:cs typeface="Kalimati" panose="00000400000000000000" pitchFamily="2"/>
              </a:rPr>
              <a:t>यस ऐनबमोजिमको अनुसन्धानको काम कारवाहीमा सहयोग गर्ने अभियुक्तलाई आयोगले आफ्नो साक्षीकोरूपमा प्रस्तुत गरी निजलाई सजायको माग दावीमा पूर्ण वा आँशिक छुट दिन सक्नेछ । </a:t>
            </a:r>
          </a:p>
          <a:p>
            <a:pPr marL="366713" lvl="1" indent="0" algn="just">
              <a:buNone/>
            </a:pPr>
            <a:endParaRPr lang="ne-NP" sz="1200" dirty="0">
              <a:solidFill>
                <a:prstClr val="black"/>
              </a:solidFill>
              <a:cs typeface="Kalimati" panose="00000400000000000000" pitchFamily="2"/>
            </a:endParaRPr>
          </a:p>
          <a:p>
            <a:pPr marL="366713" lvl="1" indent="0" algn="just">
              <a:buNone/>
            </a:pPr>
            <a:r>
              <a:rPr lang="ne-NP" sz="2600" dirty="0">
                <a:solidFill>
                  <a:prstClr val="black"/>
                </a:solidFill>
                <a:cs typeface="Kalimati" panose="00000400000000000000" pitchFamily="2"/>
              </a:rPr>
              <a:t>तर निजले गरेको सहयोग अन्य सबुद वा प्रमाणवाट प्रमाणित नभएमा वा निजले सम्बन्धित अदालतसमक्ष आयोगमा गरेको सहयोग प्रतिकूल हुने गरी बयान दिएमा यस ऐन वा अन्य प्रचलित कानुनमा जुनसुकै कुरा लेखिएको भएतापनि निजउपर पुनः मुद्दा दायर गर्न सकिनेछ। </a:t>
            </a:r>
            <a:endParaRPr lang="en-US" sz="2600" dirty="0">
              <a:solidFill>
                <a:prstClr val="black"/>
              </a:solidFill>
              <a:cs typeface="Kalimati" panose="00000400000000000000" pitchFamily="2"/>
            </a:endParaRPr>
          </a:p>
          <a:p>
            <a:endParaRPr lang="en-US" dirty="0">
              <a:cs typeface="Kalimati" panose="00000400000000000000" pitchFamily="2"/>
            </a:endParaRPr>
          </a:p>
        </p:txBody>
      </p:sp>
    </p:spTree>
    <p:extLst>
      <p:ext uri="{BB962C8B-B14F-4D97-AF65-F5344CB8AC3E}">
        <p14:creationId xmlns:p14="http://schemas.microsoft.com/office/powerpoint/2010/main" val="12894216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9260" y="1056068"/>
            <a:ext cx="10515600" cy="4914832"/>
          </a:xfrm>
        </p:spPr>
        <p:txBody>
          <a:bodyPr/>
          <a:lstStyle/>
          <a:p>
            <a:pPr>
              <a:buFont typeface="Wingdings" panose="05000000000000000000" pitchFamily="2" charset="2"/>
              <a:buChar char="Ø"/>
            </a:pPr>
            <a:r>
              <a:rPr lang="ne-NP" sz="2800" b="1" dirty="0">
                <a:effectLst>
                  <a:outerShdw blurRad="38100" dist="38100" dir="2700000" algn="tl">
                    <a:srgbClr val="000000">
                      <a:alpha val="43137"/>
                    </a:srgbClr>
                  </a:outerShdw>
                </a:effectLst>
                <a:cs typeface="Kalimati" panose="00000400000000000000" pitchFamily="2"/>
              </a:rPr>
              <a:t>भ्रष्टाचार निवारण </a:t>
            </a:r>
            <a:r>
              <a:rPr lang="ne-NP" sz="2800" b="1" dirty="0">
                <a:effectLst>
                  <a:outerShdw blurRad="38100" dist="38100" dir="2700000" algn="tl">
                    <a:srgbClr val="000000">
                      <a:alpha val="43137"/>
                    </a:srgbClr>
                  </a:outerShdw>
                </a:effectLst>
                <a:latin typeface="Preeti" pitchFamily="2" charset="0"/>
                <a:cs typeface="Kalimati" panose="00000400000000000000" pitchFamily="2"/>
              </a:rPr>
              <a:t>ऐन</a:t>
            </a:r>
            <a:r>
              <a:rPr lang="en-US" sz="2800" b="1" dirty="0">
                <a:effectLst>
                  <a:outerShdw blurRad="38100" dist="38100" dir="2700000" algn="tl">
                    <a:srgbClr val="000000">
                      <a:alpha val="43137"/>
                    </a:srgbClr>
                  </a:outerShdw>
                </a:effectLst>
                <a:latin typeface="Preeti" pitchFamily="2" charset="0"/>
                <a:cs typeface="Kalimati" panose="00000400000000000000" pitchFamily="2"/>
              </a:rPr>
              <a:t>,</a:t>
            </a:r>
            <a:r>
              <a:rPr lang="ne-NP" sz="2800" b="1" dirty="0">
                <a:effectLst>
                  <a:outerShdw blurRad="38100" dist="38100" dir="2700000" algn="tl">
                    <a:srgbClr val="000000">
                      <a:alpha val="43137"/>
                    </a:srgbClr>
                  </a:outerShdw>
                </a:effectLst>
                <a:latin typeface="Preeti" pitchFamily="2" charset="0"/>
                <a:cs typeface="Kalimati" panose="00000400000000000000" pitchFamily="2"/>
              </a:rPr>
              <a:t> २०५९ को </a:t>
            </a:r>
            <a:r>
              <a:rPr lang="ne-NP" sz="2800" b="1" dirty="0">
                <a:solidFill>
                  <a:srgbClr val="FF0000"/>
                </a:solidFill>
                <a:effectLst>
                  <a:outerShdw blurRad="38100" dist="38100" dir="2700000" algn="tl">
                    <a:srgbClr val="000000">
                      <a:alpha val="43137"/>
                    </a:srgbClr>
                  </a:outerShdw>
                </a:effectLst>
                <a:cs typeface="Kalimati" panose="00000400000000000000" pitchFamily="2"/>
              </a:rPr>
              <a:t>दफा ५५ सजायको मागदाबीमा छूट हुन सक्नेः </a:t>
            </a:r>
          </a:p>
          <a:p>
            <a:pPr marL="0" indent="0">
              <a:buNone/>
            </a:pPr>
            <a:endParaRPr lang="en-US" sz="1400" dirty="0">
              <a:cs typeface="Kalimati" panose="00000400000000000000" pitchFamily="2"/>
            </a:endParaRPr>
          </a:p>
          <a:p>
            <a:pPr marL="366713" lvl="1" indent="0" algn="just">
              <a:buNone/>
            </a:pPr>
            <a:r>
              <a:rPr lang="ne-NP" dirty="0">
                <a:cs typeface="Kalimati" panose="00000400000000000000" pitchFamily="2"/>
              </a:rPr>
              <a:t>यस ऐन बमोजिमको अनुसन्धानको काम कारबाहीमा सहयोग गर्ने अभियुक्तलाई अनुसन्धान अधिकारीले आफ्नो साक्षीको रूपमा प्रस्तुत गरी निजलाई सजायको मागदाबीमा </a:t>
            </a:r>
            <a:r>
              <a:rPr lang="ne-NP" b="1" dirty="0">
                <a:solidFill>
                  <a:srgbClr val="0070C0"/>
                </a:solidFill>
                <a:cs typeface="Kalimati" panose="00000400000000000000" pitchFamily="2"/>
              </a:rPr>
              <a:t>पूर्ण वा आंशिक छूट </a:t>
            </a:r>
            <a:r>
              <a:rPr lang="ne-NP" dirty="0">
                <a:cs typeface="Kalimati" panose="00000400000000000000" pitchFamily="2"/>
              </a:rPr>
              <a:t>दिन सक्नेछ।</a:t>
            </a:r>
            <a:endParaRPr lang="en-US" dirty="0">
              <a:cs typeface="Kalimati" panose="00000400000000000000" pitchFamily="2"/>
            </a:endParaRPr>
          </a:p>
          <a:p>
            <a:pPr marL="366713" lvl="1" indent="0" algn="just">
              <a:buNone/>
            </a:pPr>
            <a:r>
              <a:rPr lang="ne-NP" dirty="0">
                <a:cs typeface="Kalimati" panose="00000400000000000000" pitchFamily="2"/>
              </a:rPr>
              <a:t>तर</a:t>
            </a:r>
            <a:r>
              <a:rPr lang="ne-NP" i="1" dirty="0">
                <a:cs typeface="Kalimati" panose="00000400000000000000" pitchFamily="2"/>
              </a:rPr>
              <a:t> </a:t>
            </a:r>
            <a:r>
              <a:rPr lang="ne-NP" dirty="0">
                <a:cs typeface="Kalimati" panose="00000400000000000000" pitchFamily="2"/>
              </a:rPr>
              <a:t>निजले गरेको सहयोग अन्य सबुद वा प्रमाणबाट प्रमाणित नभएमा वा निजले मुद्दा हेर्ने अधिकारी समक्ष </a:t>
            </a:r>
            <a:r>
              <a:rPr lang="ne-NP" b="1" dirty="0">
                <a:cs typeface="Kalimati" panose="00000400000000000000" pitchFamily="2"/>
              </a:rPr>
              <a:t>अनुसन्धान अधिकारीलाई गरेको सहयोग प्रतिकूल हुने गरी बयान दिएमा यस ऐन वा प्रचलित कानुनमा जुनसुकै कुरा लेखिएको भए तापनि निजउपर पुनः मुद्दा दायर गर्न सकिनेछ</a:t>
            </a:r>
            <a:r>
              <a:rPr lang="ne-NP" dirty="0">
                <a:cs typeface="Kalimati" panose="00000400000000000000" pitchFamily="2"/>
              </a:rPr>
              <a:t>।</a:t>
            </a:r>
          </a:p>
          <a:p>
            <a:endParaRPr lang="en-US" dirty="0"/>
          </a:p>
        </p:txBody>
      </p:sp>
    </p:spTree>
    <p:extLst>
      <p:ext uri="{BB962C8B-B14F-4D97-AF65-F5344CB8AC3E}">
        <p14:creationId xmlns:p14="http://schemas.microsoft.com/office/powerpoint/2010/main" val="29110229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1518" y="1045586"/>
            <a:ext cx="10637982" cy="5278581"/>
          </a:xfrm>
        </p:spPr>
        <p:txBody>
          <a:bodyPr>
            <a:normAutofit/>
          </a:bodyPr>
          <a:lstStyle/>
          <a:p>
            <a:pPr>
              <a:buFont typeface="Wingdings" panose="05000000000000000000" pitchFamily="2" charset="2"/>
              <a:buChar char="Ø"/>
            </a:pPr>
            <a:r>
              <a:rPr lang="ne-NP" sz="3000" b="1" dirty="0">
                <a:effectLst>
                  <a:outerShdw blurRad="38100" dist="38100" dir="2700000" algn="tl">
                    <a:srgbClr val="000000">
                      <a:alpha val="43137"/>
                    </a:srgbClr>
                  </a:outerShdw>
                </a:effectLst>
                <a:cs typeface="Kalimati" panose="00000400000000000000" pitchFamily="2"/>
              </a:rPr>
              <a:t>मानव वेचविखन तथा ओसारपसार ऐन</a:t>
            </a:r>
            <a:r>
              <a:rPr lang="en-US" sz="3000" b="1" dirty="0">
                <a:effectLst>
                  <a:outerShdw blurRad="38100" dist="38100" dir="2700000" algn="tl">
                    <a:srgbClr val="000000">
                      <a:alpha val="43137"/>
                    </a:srgbClr>
                  </a:outerShdw>
                </a:effectLst>
                <a:cs typeface="Kalimati" panose="00000400000000000000" pitchFamily="2"/>
              </a:rPr>
              <a:t>,</a:t>
            </a:r>
            <a:r>
              <a:rPr lang="ne-NP" sz="3000" b="1" dirty="0">
                <a:effectLst>
                  <a:outerShdw blurRad="38100" dist="38100" dir="2700000" algn="tl">
                    <a:srgbClr val="000000">
                      <a:alpha val="43137"/>
                    </a:srgbClr>
                  </a:outerShdw>
                </a:effectLst>
                <a:cs typeface="Kalimati" panose="00000400000000000000" pitchFamily="2"/>
              </a:rPr>
              <a:t> २०६४ को </a:t>
            </a:r>
            <a:r>
              <a:rPr lang="ne-NP" b="1" dirty="0">
                <a:solidFill>
                  <a:srgbClr val="C00000"/>
                </a:solidFill>
                <a:effectLst>
                  <a:outerShdw blurRad="38100" dist="38100" dir="2700000" algn="tl">
                    <a:srgbClr val="000000">
                      <a:alpha val="43137"/>
                    </a:srgbClr>
                  </a:outerShdw>
                </a:effectLst>
                <a:cs typeface="Kalimati" panose="00000400000000000000" pitchFamily="2"/>
              </a:rPr>
              <a:t>दफा २१</a:t>
            </a:r>
          </a:p>
          <a:p>
            <a:pPr marL="0" indent="0">
              <a:buNone/>
            </a:pPr>
            <a:endParaRPr lang="ne-NP" sz="1100" b="1" dirty="0">
              <a:cs typeface="Kalimati" panose="00000400000000000000" pitchFamily="2"/>
            </a:endParaRPr>
          </a:p>
          <a:p>
            <a:pPr marL="366713" lvl="1" indent="0" algn="just">
              <a:buNone/>
            </a:pPr>
            <a:r>
              <a:rPr lang="ne-NP" b="1" dirty="0">
                <a:solidFill>
                  <a:srgbClr val="C00000"/>
                </a:solidFill>
                <a:effectLst>
                  <a:outerShdw blurRad="38100" dist="38100" dir="2700000" algn="tl">
                    <a:srgbClr val="000000">
                      <a:alpha val="43137"/>
                    </a:srgbClr>
                  </a:outerShdw>
                </a:effectLst>
                <a:cs typeface="Kalimati" panose="00000400000000000000" pitchFamily="2"/>
              </a:rPr>
              <a:t>(१) </a:t>
            </a:r>
            <a:r>
              <a:rPr lang="ne-NP" b="1" dirty="0">
                <a:cs typeface="Kalimati" panose="00000400000000000000" pitchFamily="2"/>
              </a:rPr>
              <a:t>कुनै अभियुक्तले आफूले गरेको </a:t>
            </a:r>
            <a:r>
              <a:rPr lang="ne-NP" b="1" dirty="0">
                <a:solidFill>
                  <a:srgbClr val="FF0000"/>
                </a:solidFill>
                <a:cs typeface="Kalimati" panose="00000400000000000000" pitchFamily="2"/>
              </a:rPr>
              <a:t>कसुर स्वीकार गरी </a:t>
            </a:r>
            <a:r>
              <a:rPr lang="ne-NP" b="1" dirty="0">
                <a:cs typeface="Kalimati" panose="00000400000000000000" pitchFamily="2"/>
              </a:rPr>
              <a:t>सो कसुरका </a:t>
            </a:r>
            <a:r>
              <a:rPr lang="ne-NP" b="1" dirty="0">
                <a:solidFill>
                  <a:srgbClr val="00B0F0"/>
                </a:solidFill>
                <a:cs typeface="Kalimati" panose="00000400000000000000" pitchFamily="2"/>
              </a:rPr>
              <a:t>सम्बन्धमा-प्रमाण जुटाउन, अन्य अभियुक्त वा त्यसको गिरोह वा मतियारलाई </a:t>
            </a:r>
            <a:r>
              <a:rPr lang="ne-NP" b="1" dirty="0" smtClean="0">
                <a:solidFill>
                  <a:srgbClr val="00B0F0"/>
                </a:solidFill>
                <a:cs typeface="Kalimati" panose="00000400000000000000" pitchFamily="2"/>
              </a:rPr>
              <a:t>पक्राउ </a:t>
            </a:r>
            <a:r>
              <a:rPr lang="ne-NP" b="1" dirty="0">
                <a:solidFill>
                  <a:srgbClr val="00B0F0"/>
                </a:solidFill>
                <a:cs typeface="Kalimati" panose="00000400000000000000" pitchFamily="2"/>
              </a:rPr>
              <a:t>गर्न </a:t>
            </a:r>
            <a:r>
              <a:rPr lang="ne-NP" b="1" dirty="0">
                <a:solidFill>
                  <a:srgbClr val="FF0000"/>
                </a:solidFill>
                <a:cs typeface="Kalimati" panose="00000400000000000000" pitchFamily="2"/>
              </a:rPr>
              <a:t>प्रहरी, सरकारी वकिल वा अदालतलाई</a:t>
            </a:r>
            <a:r>
              <a:rPr lang="ne-NP" b="1" dirty="0">
                <a:solidFill>
                  <a:srgbClr val="0070C0"/>
                </a:solidFill>
                <a:cs typeface="Kalimati" panose="00000400000000000000" pitchFamily="2"/>
              </a:rPr>
              <a:t> </a:t>
            </a:r>
            <a:r>
              <a:rPr lang="ne-NP" b="1" dirty="0">
                <a:solidFill>
                  <a:srgbClr val="00B0F0"/>
                </a:solidFill>
                <a:cs typeface="Kalimati" panose="00000400000000000000" pitchFamily="2"/>
              </a:rPr>
              <a:t>सघाउ पुर्‍याएको </a:t>
            </a:r>
            <a:r>
              <a:rPr lang="ne-NP" b="1" dirty="0">
                <a:cs typeface="Kalimati" panose="00000400000000000000" pitchFamily="2"/>
              </a:rPr>
              <a:t>रहेछ भने अदालतले सजाय तोक्दा निजलाई हुने सजायको बढीमा </a:t>
            </a:r>
            <a:r>
              <a:rPr lang="ne-NP" b="1" dirty="0">
                <a:solidFill>
                  <a:srgbClr val="FF0000"/>
                </a:solidFill>
                <a:cs typeface="Kalimati" panose="00000400000000000000" pitchFamily="2"/>
              </a:rPr>
              <a:t>पच्चीस प्रतिशतसम्म </a:t>
            </a:r>
            <a:r>
              <a:rPr lang="ne-NP" b="1" dirty="0">
                <a:cs typeface="Kalimati" panose="00000400000000000000" pitchFamily="2"/>
              </a:rPr>
              <a:t>सजाय छुट दिन सक्नेछ ।</a:t>
            </a:r>
          </a:p>
          <a:p>
            <a:pPr marL="366713" lvl="1" indent="0" algn="just">
              <a:buNone/>
            </a:pPr>
            <a:r>
              <a:rPr lang="ne-NP" b="1" dirty="0">
                <a:cs typeface="Kalimati" panose="00000400000000000000" pitchFamily="2"/>
              </a:rPr>
              <a:t>(२)</a:t>
            </a:r>
            <a:r>
              <a:rPr lang="ne-NP" b="1" dirty="0">
                <a:solidFill>
                  <a:srgbClr val="0070C0"/>
                </a:solidFill>
                <a:cs typeface="Kalimati" panose="00000400000000000000" pitchFamily="2"/>
              </a:rPr>
              <a:t> </a:t>
            </a:r>
            <a:r>
              <a:rPr lang="ne-NP" b="1" dirty="0">
                <a:solidFill>
                  <a:srgbClr val="FF0000"/>
                </a:solidFill>
                <a:cs typeface="Kalimati" panose="00000400000000000000" pitchFamily="2"/>
              </a:rPr>
              <a:t>मुख्य अभियुक्त, पटके कसुरदार</a:t>
            </a:r>
            <a:r>
              <a:rPr lang="en-US" b="1" dirty="0">
                <a:solidFill>
                  <a:srgbClr val="FF0000"/>
                </a:solidFill>
                <a:cs typeface="Kalimati" panose="00000400000000000000" pitchFamily="2"/>
              </a:rPr>
              <a:t>,</a:t>
            </a:r>
            <a:r>
              <a:rPr lang="ne-NP" b="1" dirty="0">
                <a:solidFill>
                  <a:srgbClr val="FF0000"/>
                </a:solidFill>
                <a:cs typeface="Kalimati" panose="00000400000000000000" pitchFamily="2"/>
              </a:rPr>
              <a:t> बालवालिका </a:t>
            </a:r>
            <a:r>
              <a:rPr lang="ne-NP" b="1" dirty="0">
                <a:cs typeface="Kalimati" panose="00000400000000000000" pitchFamily="2"/>
              </a:rPr>
              <a:t>बेचबिखन वा ओसारपसार गरेकोमा, </a:t>
            </a:r>
            <a:r>
              <a:rPr lang="ne-NP" b="1" dirty="0">
                <a:solidFill>
                  <a:srgbClr val="FF0000"/>
                </a:solidFill>
                <a:cs typeface="Kalimati" panose="00000400000000000000" pitchFamily="2"/>
              </a:rPr>
              <a:t>एकपटक सजाय छुटको </a:t>
            </a:r>
            <a:r>
              <a:rPr lang="ne-NP" b="1" dirty="0" smtClean="0">
                <a:solidFill>
                  <a:srgbClr val="FF0000"/>
                </a:solidFill>
                <a:cs typeface="Kalimati" panose="00000400000000000000" pitchFamily="2"/>
              </a:rPr>
              <a:t>सुबिधा </a:t>
            </a:r>
            <a:r>
              <a:rPr lang="ne-NP" b="1" dirty="0">
                <a:solidFill>
                  <a:srgbClr val="FF0000"/>
                </a:solidFill>
                <a:cs typeface="Kalimati" panose="00000400000000000000" pitchFamily="2"/>
              </a:rPr>
              <a:t>पाइसकेको</a:t>
            </a:r>
            <a:r>
              <a:rPr lang="ne-NP" b="1" dirty="0">
                <a:cs typeface="Kalimati" panose="00000400000000000000" pitchFamily="2"/>
              </a:rPr>
              <a:t>लाई सजायको माग दाबीमा छुट दिन नसकिने । </a:t>
            </a:r>
          </a:p>
          <a:p>
            <a:pPr marL="366713" lvl="1" indent="0" algn="just">
              <a:buNone/>
            </a:pPr>
            <a:r>
              <a:rPr lang="ne-NP" b="1" dirty="0">
                <a:cs typeface="Kalimati" panose="00000400000000000000" pitchFamily="2"/>
              </a:rPr>
              <a:t>निज अभियुक्तले गरेको सहयोग अन्य सबुद प्रमाणबाट प्रमाणित नभएमा वा, निजले प्रहरी वा सरकारी वकिललाई गरेको सहयोग प्रतिकूल हुने गरी अदालत समक्ष बयान दिएमा पुनः मुद्दा दायर गर्न सकिने ।</a:t>
            </a:r>
            <a:endParaRPr lang="en-US" b="1" dirty="0">
              <a:cs typeface="Kalimati" panose="00000400000000000000" pitchFamily="2"/>
            </a:endParaRPr>
          </a:p>
        </p:txBody>
      </p:sp>
    </p:spTree>
    <p:extLst>
      <p:ext uri="{BB962C8B-B14F-4D97-AF65-F5344CB8AC3E}">
        <p14:creationId xmlns:p14="http://schemas.microsoft.com/office/powerpoint/2010/main" val="15990249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909232"/>
            <a:ext cx="10972800" cy="5262967"/>
          </a:xfrm>
        </p:spPr>
        <p:txBody>
          <a:bodyPr/>
          <a:lstStyle/>
          <a:p>
            <a:endParaRPr lang="ne-NP" dirty="0">
              <a:cs typeface="Kalimati" panose="00000400000000000000" pitchFamily="2"/>
            </a:endParaRPr>
          </a:p>
          <a:p>
            <a:pPr algn="just">
              <a:buFont typeface="Wingdings" panose="05000000000000000000" pitchFamily="2" charset="2"/>
              <a:buChar char="Ø"/>
            </a:pPr>
            <a:r>
              <a:rPr lang="ne-NP" sz="2800" b="1" dirty="0">
                <a:solidFill>
                  <a:prstClr val="black"/>
                </a:solidFill>
                <a:effectLst>
                  <a:outerShdw blurRad="38100" dist="38100" dir="2700000" algn="tl">
                    <a:srgbClr val="000000">
                      <a:alpha val="43137"/>
                    </a:srgbClr>
                  </a:outerShdw>
                </a:effectLst>
                <a:cs typeface="Kalimati" panose="00000400000000000000" pitchFamily="2"/>
              </a:rPr>
              <a:t>राजस्व चुहावट (अनुसन्धान तथा नियन्त्रण) ऐन</a:t>
            </a:r>
            <a:r>
              <a:rPr lang="en-US" sz="2800" b="1" dirty="0">
                <a:solidFill>
                  <a:prstClr val="black"/>
                </a:solidFill>
                <a:effectLst>
                  <a:outerShdw blurRad="38100" dist="38100" dir="2700000" algn="tl">
                    <a:srgbClr val="000000">
                      <a:alpha val="43137"/>
                    </a:srgbClr>
                  </a:outerShdw>
                </a:effectLst>
                <a:cs typeface="Kalimati" panose="00000400000000000000" pitchFamily="2"/>
              </a:rPr>
              <a:t>, </a:t>
            </a:r>
            <a:r>
              <a:rPr lang="ne-NP" sz="2800" b="1" dirty="0">
                <a:solidFill>
                  <a:prstClr val="black"/>
                </a:solidFill>
                <a:effectLst>
                  <a:outerShdw blurRad="38100" dist="38100" dir="2700000" algn="tl">
                    <a:srgbClr val="000000">
                      <a:alpha val="43137"/>
                    </a:srgbClr>
                  </a:outerShdw>
                </a:effectLst>
                <a:cs typeface="Kalimati" panose="00000400000000000000" pitchFamily="2"/>
              </a:rPr>
              <a:t>२०५२ को </a:t>
            </a:r>
            <a:r>
              <a:rPr lang="ne-NP" sz="2800" b="1" dirty="0">
                <a:solidFill>
                  <a:srgbClr val="FF0000"/>
                </a:solidFill>
                <a:effectLst>
                  <a:outerShdw blurRad="38100" dist="38100" dir="2700000" algn="tl">
                    <a:srgbClr val="000000">
                      <a:alpha val="43137"/>
                    </a:srgbClr>
                  </a:outerShdw>
                </a:effectLst>
                <a:cs typeface="Kalimati" panose="00000400000000000000" pitchFamily="2"/>
              </a:rPr>
              <a:t>दफा २३क</a:t>
            </a:r>
          </a:p>
          <a:p>
            <a:pPr marL="0" indent="0">
              <a:buNone/>
            </a:pPr>
            <a:r>
              <a:rPr lang="ne-NP" sz="2800" b="1" dirty="0">
                <a:solidFill>
                  <a:prstClr val="black"/>
                </a:solidFill>
                <a:effectLst>
                  <a:outerShdw blurRad="38100" dist="38100" dir="2700000" algn="tl">
                    <a:srgbClr val="000000">
                      <a:alpha val="43137"/>
                    </a:srgbClr>
                  </a:outerShdw>
                </a:effectLst>
                <a:cs typeface="Kalimati" panose="00000400000000000000" pitchFamily="2"/>
              </a:rPr>
              <a:t>(२०७६।१०।२८ को पहिलो संशोधनद्वारा थप)</a:t>
            </a:r>
            <a:endParaRPr lang="ne-NP" sz="1600" b="1" dirty="0">
              <a:solidFill>
                <a:prstClr val="black"/>
              </a:solidFill>
              <a:effectLst>
                <a:outerShdw blurRad="38100" dist="38100" dir="2700000" algn="tl">
                  <a:srgbClr val="000000">
                    <a:alpha val="43137"/>
                  </a:srgbClr>
                </a:outerShdw>
              </a:effectLst>
              <a:cs typeface="Kalimati" panose="00000400000000000000" pitchFamily="2"/>
            </a:endParaRPr>
          </a:p>
          <a:p>
            <a:pPr marL="366713" lvl="1" indent="0">
              <a:buNone/>
            </a:pPr>
            <a:endParaRPr lang="ne-NP" sz="1050" dirty="0">
              <a:cs typeface="Kalimati" panose="00000400000000000000" pitchFamily="2"/>
            </a:endParaRPr>
          </a:p>
          <a:p>
            <a:pPr marL="709613" lvl="1" indent="-342900" algn="just"/>
            <a:r>
              <a:rPr lang="ne-NP" dirty="0">
                <a:cs typeface="Kalimati" panose="00000400000000000000" pitchFamily="2"/>
              </a:rPr>
              <a:t>यस ऐनबमोजिमको </a:t>
            </a:r>
            <a:r>
              <a:rPr lang="ne-NP" dirty="0">
                <a:solidFill>
                  <a:srgbClr val="00B0F0"/>
                </a:solidFill>
                <a:cs typeface="Kalimati" panose="00000400000000000000" pitchFamily="2"/>
              </a:rPr>
              <a:t>अनुसन्धानको काम कारवाहीमा सहयोग गर्ने अभियुक्तलाई </a:t>
            </a:r>
            <a:r>
              <a:rPr lang="ne-NP" dirty="0">
                <a:cs typeface="Kalimati" panose="00000400000000000000" pitchFamily="2"/>
              </a:rPr>
              <a:t>अनुसन्धान अधिकृतले </a:t>
            </a:r>
            <a:r>
              <a:rPr lang="ne-NP" dirty="0">
                <a:solidFill>
                  <a:srgbClr val="00B0F0"/>
                </a:solidFill>
                <a:cs typeface="Kalimati" panose="00000400000000000000" pitchFamily="2"/>
              </a:rPr>
              <a:t>आफ्नो साक्षीकोरूपमा प्रस्तुत </a:t>
            </a:r>
            <a:r>
              <a:rPr lang="ne-NP" dirty="0">
                <a:cs typeface="Kalimati" panose="00000400000000000000" pitchFamily="2"/>
              </a:rPr>
              <a:t>गरी प्रचलित कानुनबमोजिम निजलाई सजायको माग दावीमा पूर्ण वा आँशिक छुट दिन सक्नेछ ।</a:t>
            </a:r>
          </a:p>
          <a:p>
            <a:pPr marL="709613" lvl="1" indent="-342900" algn="just"/>
            <a:r>
              <a:rPr lang="ne-NP" dirty="0">
                <a:cs typeface="Kalimati" panose="00000400000000000000" pitchFamily="2"/>
              </a:rPr>
              <a:t>तर निजले गरेको सहयोग अन्य सबुद वा प्रमाणवाट प्रमाणित नभएमा वा निजले मुद्दा हेर्ने अधिकारीसमक्ष अनुसन्धान अधिकारीलाई गरेको सहयोग प्रतिकूल हुने गरी बयान दिएमा यस ऐन वा अन्य प्रचलित कानुनमा जुनसुकै कुरा लेखिएको भएतापनि निजउपर यस ऐनबमोजिमको माग दावी लिई पुनः मुद्दा दायर गर्न बाधा पर्ने छैन । </a:t>
            </a:r>
            <a:endParaRPr lang="en-US" dirty="0">
              <a:cs typeface="Kalimati" panose="00000400000000000000" pitchFamily="2"/>
            </a:endParaRPr>
          </a:p>
        </p:txBody>
      </p:sp>
    </p:spTree>
    <p:extLst>
      <p:ext uri="{BB962C8B-B14F-4D97-AF65-F5344CB8AC3E}">
        <p14:creationId xmlns:p14="http://schemas.microsoft.com/office/powerpoint/2010/main" val="2934047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82252"/>
            <a:ext cx="10515600" cy="4693495"/>
          </a:xfrm>
        </p:spPr>
        <p:txBody>
          <a:bodyPr/>
          <a:lstStyle/>
          <a:p>
            <a:pPr lvl="0" algn="just">
              <a:buFont typeface="Wingdings" panose="05000000000000000000" pitchFamily="2" charset="2"/>
              <a:buChar char="Ø"/>
            </a:pPr>
            <a:r>
              <a:rPr lang="ne-NP" sz="2800" b="1" dirty="0">
                <a:solidFill>
                  <a:prstClr val="black"/>
                </a:solidFill>
                <a:effectLst>
                  <a:outerShdw blurRad="38100" dist="38100" dir="2700000" algn="tl">
                    <a:srgbClr val="000000">
                      <a:alpha val="43137"/>
                    </a:srgbClr>
                  </a:outerShdw>
                </a:effectLst>
                <a:cs typeface="Kalimati" panose="00000400000000000000" pitchFamily="2"/>
              </a:rPr>
              <a:t>सम्पत्ति शुद्धीकरण (मनी लाउण्डरिङ्ग) निवारण ऐन</a:t>
            </a:r>
            <a:r>
              <a:rPr lang="en-US" sz="2800" b="1" dirty="0">
                <a:solidFill>
                  <a:prstClr val="black"/>
                </a:solidFill>
                <a:effectLst>
                  <a:outerShdw blurRad="38100" dist="38100" dir="2700000" algn="tl">
                    <a:srgbClr val="000000">
                      <a:alpha val="43137"/>
                    </a:srgbClr>
                  </a:outerShdw>
                </a:effectLst>
                <a:cs typeface="Kalimati" panose="00000400000000000000" pitchFamily="2"/>
              </a:rPr>
              <a:t>, </a:t>
            </a:r>
            <a:r>
              <a:rPr lang="ne-NP" sz="2800" b="1" dirty="0">
                <a:solidFill>
                  <a:prstClr val="black"/>
                </a:solidFill>
                <a:effectLst>
                  <a:outerShdw blurRad="38100" dist="38100" dir="2700000" algn="tl">
                    <a:srgbClr val="000000">
                      <a:alpha val="43137"/>
                    </a:srgbClr>
                  </a:outerShdw>
                </a:effectLst>
                <a:cs typeface="Kalimati" panose="00000400000000000000" pitchFamily="2"/>
              </a:rPr>
              <a:t>२०६४ को </a:t>
            </a:r>
            <a:r>
              <a:rPr lang="ne-NP" sz="2800" b="1" dirty="0">
                <a:solidFill>
                  <a:srgbClr val="FF0000"/>
                </a:solidFill>
                <a:effectLst>
                  <a:outerShdw blurRad="38100" dist="38100" dir="2700000" algn="tl">
                    <a:srgbClr val="000000">
                      <a:alpha val="43137"/>
                    </a:srgbClr>
                  </a:outerShdw>
                </a:effectLst>
                <a:cs typeface="Kalimati" panose="00000400000000000000" pitchFamily="2"/>
              </a:rPr>
              <a:t>दफा ४४</a:t>
            </a:r>
            <a:endParaRPr lang="ne-NP" sz="2800" dirty="0">
              <a:solidFill>
                <a:srgbClr val="FF0000"/>
              </a:solidFill>
              <a:effectLst>
                <a:outerShdw blurRad="38100" dist="38100" dir="2700000" algn="tl">
                  <a:srgbClr val="000000">
                    <a:alpha val="43137"/>
                  </a:srgbClr>
                </a:outerShdw>
              </a:effectLst>
              <a:cs typeface="Kalimati" panose="00000400000000000000" pitchFamily="2"/>
            </a:endParaRPr>
          </a:p>
          <a:p>
            <a:pPr marL="0" lvl="0" indent="0">
              <a:buNone/>
            </a:pPr>
            <a:endParaRPr lang="ne-NP" sz="1050" dirty="0">
              <a:solidFill>
                <a:prstClr val="black"/>
              </a:solidFill>
              <a:cs typeface="Kalimati" panose="00000400000000000000" pitchFamily="2"/>
            </a:endParaRPr>
          </a:p>
          <a:p>
            <a:pPr marL="709613" lvl="1" indent="-342900" algn="just"/>
            <a:r>
              <a:rPr lang="ne-NP" dirty="0">
                <a:solidFill>
                  <a:prstClr val="black"/>
                </a:solidFill>
                <a:cs typeface="Kalimati" panose="00000400000000000000" pitchFamily="2"/>
              </a:rPr>
              <a:t>यस ऐन बमोजिमको </a:t>
            </a:r>
            <a:r>
              <a:rPr lang="ne-NP" dirty="0">
                <a:solidFill>
                  <a:srgbClr val="00B0F0"/>
                </a:solidFill>
                <a:cs typeface="Kalimati" panose="00000400000000000000" pitchFamily="2"/>
              </a:rPr>
              <a:t>अनुसन्धानको काम कारबाहीमा सहयोग गर्ने अभियुक्तलाई </a:t>
            </a:r>
            <a:r>
              <a:rPr lang="ne-NP" dirty="0">
                <a:solidFill>
                  <a:prstClr val="black"/>
                </a:solidFill>
                <a:cs typeface="Kalimati" panose="00000400000000000000" pitchFamily="2"/>
              </a:rPr>
              <a:t>अनुसन्धान अधिकृतले </a:t>
            </a:r>
            <a:r>
              <a:rPr lang="ne-NP" dirty="0">
                <a:solidFill>
                  <a:srgbClr val="00B0F0"/>
                </a:solidFill>
                <a:cs typeface="Kalimati" panose="00000400000000000000" pitchFamily="2"/>
              </a:rPr>
              <a:t>आफ्नो साक्षीको रूपमा प्रस्तुत </a:t>
            </a:r>
            <a:r>
              <a:rPr lang="ne-NP" dirty="0">
                <a:solidFill>
                  <a:prstClr val="black"/>
                </a:solidFill>
                <a:cs typeface="Kalimati" panose="00000400000000000000" pitchFamily="2"/>
              </a:rPr>
              <a:t>गरी निजलाई सजायको मागदाबीमा </a:t>
            </a:r>
            <a:r>
              <a:rPr lang="ne-NP" b="1" dirty="0">
                <a:solidFill>
                  <a:srgbClr val="FF0000"/>
                </a:solidFill>
                <a:cs typeface="Kalimati" panose="00000400000000000000" pitchFamily="2"/>
              </a:rPr>
              <a:t>पूर्ण वा आंशिक छूट </a:t>
            </a:r>
            <a:r>
              <a:rPr lang="ne-NP" dirty="0">
                <a:solidFill>
                  <a:prstClr val="black"/>
                </a:solidFill>
                <a:cs typeface="Kalimati" panose="00000400000000000000" pitchFamily="2"/>
              </a:rPr>
              <a:t>दिन सक्नेछ।</a:t>
            </a:r>
            <a:r>
              <a:rPr lang="en-US" dirty="0">
                <a:solidFill>
                  <a:prstClr val="black"/>
                </a:solidFill>
                <a:cs typeface="Kalimati" panose="00000400000000000000" pitchFamily="2"/>
              </a:rPr>
              <a:t> </a:t>
            </a:r>
            <a:endParaRPr lang="ne-NP" dirty="0">
              <a:solidFill>
                <a:prstClr val="black"/>
              </a:solidFill>
              <a:cs typeface="Kalimati" panose="00000400000000000000" pitchFamily="2"/>
            </a:endParaRPr>
          </a:p>
          <a:p>
            <a:pPr marL="709613" lvl="1" indent="-342900" algn="just"/>
            <a:r>
              <a:rPr lang="ne-NP" dirty="0">
                <a:solidFill>
                  <a:prstClr val="black"/>
                </a:solidFill>
                <a:cs typeface="Kalimati" panose="00000400000000000000" pitchFamily="2"/>
              </a:rPr>
              <a:t>तर निजले गरेको सहयोग अन्य सबुद वा प्रमाणबाट प्रमाणित नभएमा वा निजले मुद्दा हेर्ने अधिकारी समक्ष </a:t>
            </a:r>
            <a:r>
              <a:rPr lang="ne-NP" b="1" dirty="0">
                <a:solidFill>
                  <a:prstClr val="black"/>
                </a:solidFill>
                <a:cs typeface="Kalimati" panose="00000400000000000000" pitchFamily="2"/>
              </a:rPr>
              <a:t>अनुसन्धान अधिकृतलाई गरेको सहयोग प्रतिकूल हुने गरी बयान दिएमा यस ऐन वा प्रचलित कानुनमा जुनसुकै कुरा लेखिएको भए तापनि निजउपर पुनः मुद्दा दायर गर्न सकिनेछ</a:t>
            </a:r>
            <a:r>
              <a:rPr lang="ne-NP" dirty="0">
                <a:cs typeface="Kalimati" panose="00000400000000000000" pitchFamily="2"/>
              </a:rPr>
              <a:t>।</a:t>
            </a:r>
          </a:p>
          <a:p>
            <a:pPr marL="0" indent="0">
              <a:buNone/>
            </a:pPr>
            <a:r>
              <a:rPr lang="ne-NP" dirty="0">
                <a:cs typeface="Kalimati" panose="00000400000000000000" pitchFamily="2"/>
              </a:rPr>
              <a:t> </a:t>
            </a:r>
            <a:endParaRPr lang="en-US" dirty="0">
              <a:cs typeface="Kalimati" panose="00000400000000000000" pitchFamily="2"/>
            </a:endParaRPr>
          </a:p>
        </p:txBody>
      </p:sp>
    </p:spTree>
    <p:extLst>
      <p:ext uri="{BB962C8B-B14F-4D97-AF65-F5344CB8AC3E}">
        <p14:creationId xmlns:p14="http://schemas.microsoft.com/office/powerpoint/2010/main" val="10269050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1987"/>
            <a:ext cx="10515600" cy="5354976"/>
          </a:xfrm>
        </p:spPr>
        <p:txBody>
          <a:bodyPr/>
          <a:lstStyle/>
          <a:p>
            <a:pPr marL="0" lvl="0" indent="0">
              <a:buNone/>
            </a:pPr>
            <a:endParaRPr lang="ne-NP" sz="2400" dirty="0">
              <a:solidFill>
                <a:prstClr val="black"/>
              </a:solidFill>
              <a:cs typeface="Kalimati" panose="00000400000000000000" pitchFamily="2"/>
            </a:endParaRPr>
          </a:p>
          <a:p>
            <a:pPr lvl="0">
              <a:buFont typeface="Wingdings" panose="05000000000000000000" pitchFamily="2" charset="2"/>
              <a:buChar char="Ø"/>
            </a:pPr>
            <a:r>
              <a:rPr lang="ne-NP" sz="2800" b="1" dirty="0">
                <a:solidFill>
                  <a:prstClr val="black"/>
                </a:solidFill>
                <a:effectLst>
                  <a:outerShdw blurRad="38100" dist="38100" dir="2700000" algn="tl">
                    <a:srgbClr val="000000">
                      <a:alpha val="43137"/>
                    </a:srgbClr>
                  </a:outerShdw>
                </a:effectLst>
                <a:cs typeface="Kalimati" panose="00000400000000000000" pitchFamily="2"/>
              </a:rPr>
              <a:t>बैंकिङ्ग कसुर तथा सजाय ऐन</a:t>
            </a:r>
            <a:r>
              <a:rPr lang="en-US" sz="2800" b="1" dirty="0">
                <a:solidFill>
                  <a:prstClr val="black"/>
                </a:solidFill>
                <a:effectLst>
                  <a:outerShdw blurRad="38100" dist="38100" dir="2700000" algn="tl">
                    <a:srgbClr val="000000">
                      <a:alpha val="43137"/>
                    </a:srgbClr>
                  </a:outerShdw>
                </a:effectLst>
                <a:cs typeface="Kalimati" panose="00000400000000000000" pitchFamily="2"/>
              </a:rPr>
              <a:t>, </a:t>
            </a:r>
            <a:r>
              <a:rPr lang="ne-NP" sz="2800" b="1" dirty="0">
                <a:solidFill>
                  <a:prstClr val="black"/>
                </a:solidFill>
                <a:effectLst>
                  <a:outerShdw blurRad="38100" dist="38100" dir="2700000" algn="tl">
                    <a:srgbClr val="000000">
                      <a:alpha val="43137"/>
                    </a:srgbClr>
                  </a:outerShdw>
                </a:effectLst>
                <a:cs typeface="Kalimati" panose="00000400000000000000" pitchFamily="2"/>
              </a:rPr>
              <a:t>२०६४ को </a:t>
            </a:r>
            <a:r>
              <a:rPr lang="ne-NP" sz="2800" b="1" dirty="0">
                <a:solidFill>
                  <a:srgbClr val="FF0000"/>
                </a:solidFill>
                <a:effectLst>
                  <a:outerShdw blurRad="38100" dist="38100" dir="2700000" algn="tl">
                    <a:srgbClr val="000000">
                      <a:alpha val="43137"/>
                    </a:srgbClr>
                  </a:outerShdw>
                </a:effectLst>
                <a:cs typeface="Kalimati" panose="00000400000000000000" pitchFamily="2"/>
              </a:rPr>
              <a:t>दफा २६</a:t>
            </a:r>
            <a:r>
              <a:rPr lang="en-US" sz="2400" b="1" dirty="0">
                <a:solidFill>
                  <a:prstClr val="black"/>
                </a:solidFill>
                <a:cs typeface="Kalimati" panose="00000400000000000000" pitchFamily="2"/>
              </a:rPr>
              <a:t/>
            </a:r>
            <a:br>
              <a:rPr lang="en-US" sz="2400" b="1" dirty="0">
                <a:solidFill>
                  <a:prstClr val="black"/>
                </a:solidFill>
                <a:cs typeface="Kalimati" panose="00000400000000000000" pitchFamily="2"/>
              </a:rPr>
            </a:br>
            <a:endParaRPr lang="ne-NP" sz="2400" dirty="0">
              <a:solidFill>
                <a:prstClr val="black"/>
              </a:solidFill>
              <a:cs typeface="Kalimati" panose="00000400000000000000" pitchFamily="2"/>
            </a:endParaRPr>
          </a:p>
          <a:p>
            <a:pPr marL="709613" lvl="1" indent="-342900" algn="just"/>
            <a:r>
              <a:rPr lang="ne-NP" dirty="0">
                <a:solidFill>
                  <a:prstClr val="black"/>
                </a:solidFill>
                <a:cs typeface="Kalimati" panose="00000400000000000000" pitchFamily="2"/>
              </a:rPr>
              <a:t>यस ऐन बमोजिमको </a:t>
            </a:r>
            <a:r>
              <a:rPr lang="ne-NP" dirty="0">
                <a:solidFill>
                  <a:srgbClr val="00B0F0"/>
                </a:solidFill>
                <a:cs typeface="Kalimati" panose="00000400000000000000" pitchFamily="2"/>
              </a:rPr>
              <a:t>अनुसन्धान तथा तहकिकातको काम कारबाहीमा सहयोग गर्ने अभियुक्तलाई </a:t>
            </a:r>
            <a:r>
              <a:rPr lang="ne-NP" dirty="0">
                <a:solidFill>
                  <a:prstClr val="black"/>
                </a:solidFill>
                <a:cs typeface="Kalimati" panose="00000400000000000000" pitchFamily="2"/>
              </a:rPr>
              <a:t>अनुसन्धान तथा तहकिकात गर्ने अधिकारीले </a:t>
            </a:r>
            <a:r>
              <a:rPr lang="ne-NP" dirty="0">
                <a:solidFill>
                  <a:srgbClr val="00B0F0"/>
                </a:solidFill>
                <a:cs typeface="Kalimati" panose="00000400000000000000" pitchFamily="2"/>
              </a:rPr>
              <a:t>आफ्नो साक्षीको रूपमा प्रस्तुत </a:t>
            </a:r>
            <a:r>
              <a:rPr lang="ne-NP" dirty="0">
                <a:solidFill>
                  <a:prstClr val="black"/>
                </a:solidFill>
                <a:cs typeface="Kalimati" panose="00000400000000000000" pitchFamily="2"/>
              </a:rPr>
              <a:t>गरी निजलाई सजायको मागदाबीमा </a:t>
            </a:r>
            <a:r>
              <a:rPr lang="ne-NP" b="1" dirty="0">
                <a:solidFill>
                  <a:srgbClr val="FF0000"/>
                </a:solidFill>
                <a:cs typeface="Kalimati" panose="00000400000000000000" pitchFamily="2"/>
              </a:rPr>
              <a:t>पूर्ण वा आंशिक छूट </a:t>
            </a:r>
            <a:r>
              <a:rPr lang="ne-NP" dirty="0">
                <a:solidFill>
                  <a:prstClr val="black"/>
                </a:solidFill>
                <a:cs typeface="Kalimati" panose="00000400000000000000" pitchFamily="2"/>
              </a:rPr>
              <a:t>दिन सक्नेछ।</a:t>
            </a:r>
            <a:r>
              <a:rPr lang="en-US" dirty="0">
                <a:solidFill>
                  <a:prstClr val="black"/>
                </a:solidFill>
                <a:cs typeface="Kalimati" panose="00000400000000000000" pitchFamily="2"/>
              </a:rPr>
              <a:t> </a:t>
            </a:r>
            <a:endParaRPr lang="ne-NP" dirty="0">
              <a:solidFill>
                <a:prstClr val="black"/>
              </a:solidFill>
              <a:cs typeface="Kalimati" panose="00000400000000000000" pitchFamily="2"/>
            </a:endParaRPr>
          </a:p>
          <a:p>
            <a:pPr marL="538163" lvl="1" indent="-171450" algn="just"/>
            <a:endParaRPr lang="ne-NP" sz="1200" dirty="0">
              <a:solidFill>
                <a:prstClr val="black"/>
              </a:solidFill>
              <a:cs typeface="Kalimati" panose="00000400000000000000" pitchFamily="2"/>
            </a:endParaRPr>
          </a:p>
          <a:p>
            <a:pPr marL="709613" lvl="1" indent="-342900" algn="just"/>
            <a:r>
              <a:rPr lang="ne-NP" dirty="0">
                <a:solidFill>
                  <a:prstClr val="black"/>
                </a:solidFill>
                <a:cs typeface="Kalimati" panose="00000400000000000000" pitchFamily="2"/>
              </a:rPr>
              <a:t>तर निजले गरेको सहयोग अन्य सबुद वा प्रमाणबाट प्रमाणित नभएमा वा निजले मुद्दा हेर्ने अधिकारी समक्ष </a:t>
            </a:r>
            <a:r>
              <a:rPr lang="ne-NP" b="1" dirty="0">
                <a:solidFill>
                  <a:prstClr val="black"/>
                </a:solidFill>
                <a:cs typeface="Kalimati" panose="00000400000000000000" pitchFamily="2"/>
              </a:rPr>
              <a:t>अनुसन्धान तथा तहकिकात गर्ने अधिकारीलाई गरेको सहयोग प्रतिकूल हुने गरी बयान दिएमा यस ऐन वा प्रचलित कानुनमा जुनसुकै कुरा लेखिएको भए तापनि निजउपर पुनः मुद्दा दायर गर्न सकिनेछ</a:t>
            </a:r>
            <a:r>
              <a:rPr lang="ne-NP" dirty="0">
                <a:cs typeface="Kalimati" panose="00000400000000000000" pitchFamily="2"/>
              </a:rPr>
              <a:t>।</a:t>
            </a:r>
          </a:p>
          <a:p>
            <a:endParaRPr lang="en-US" dirty="0"/>
          </a:p>
        </p:txBody>
      </p:sp>
    </p:spTree>
    <p:extLst>
      <p:ext uri="{BB962C8B-B14F-4D97-AF65-F5344CB8AC3E}">
        <p14:creationId xmlns:p14="http://schemas.microsoft.com/office/powerpoint/2010/main" val="8641776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9397" y="565866"/>
            <a:ext cx="11454953" cy="6920784"/>
          </a:xfrm>
        </p:spPr>
        <p:txBody>
          <a:bodyPr>
            <a:normAutofit fontScale="47500" lnSpcReduction="20000"/>
          </a:bodyPr>
          <a:lstStyle/>
          <a:p>
            <a:pPr marL="0" indent="0">
              <a:buNone/>
            </a:pPr>
            <a:endParaRPr lang="en-US" b="1" dirty="0">
              <a:solidFill>
                <a:srgbClr val="0070C0"/>
              </a:solidFill>
              <a:cs typeface="Kalimati" panose="00000400000000000000" pitchFamily="2"/>
            </a:endParaRPr>
          </a:p>
          <a:p>
            <a:pPr>
              <a:buFont typeface="Wingdings" panose="05000000000000000000" pitchFamily="2" charset="2"/>
              <a:buChar char="Ø"/>
            </a:pPr>
            <a:r>
              <a:rPr lang="ne-NP" sz="5900" b="1" dirty="0">
                <a:effectLst>
                  <a:outerShdw blurRad="38100" dist="38100" dir="2700000" algn="tl">
                    <a:srgbClr val="000000">
                      <a:alpha val="43137"/>
                    </a:srgbClr>
                  </a:outerShdw>
                </a:effectLst>
                <a:cs typeface="Kalimati" panose="00000400000000000000" pitchFamily="2"/>
              </a:rPr>
              <a:t>संगठित अपराध र सजाय ऐन</a:t>
            </a:r>
            <a:r>
              <a:rPr lang="en-US" sz="5900" b="1" dirty="0">
                <a:effectLst>
                  <a:outerShdw blurRad="38100" dist="38100" dir="2700000" algn="tl">
                    <a:srgbClr val="000000">
                      <a:alpha val="43137"/>
                    </a:srgbClr>
                  </a:outerShdw>
                </a:effectLst>
                <a:cs typeface="Kalimati" panose="00000400000000000000" pitchFamily="2"/>
              </a:rPr>
              <a:t>,</a:t>
            </a:r>
            <a:r>
              <a:rPr lang="ne-NP" sz="5900" b="1" dirty="0">
                <a:effectLst>
                  <a:outerShdw blurRad="38100" dist="38100" dir="2700000" algn="tl">
                    <a:srgbClr val="000000">
                      <a:alpha val="43137"/>
                    </a:srgbClr>
                  </a:outerShdw>
                </a:effectLst>
                <a:cs typeface="Kalimati" panose="00000400000000000000" pitchFamily="2"/>
              </a:rPr>
              <a:t> २०७०</a:t>
            </a:r>
            <a:r>
              <a:rPr lang="en-US" sz="5900" b="1" dirty="0">
                <a:effectLst>
                  <a:outerShdw blurRad="38100" dist="38100" dir="2700000" algn="tl">
                    <a:srgbClr val="000000">
                      <a:alpha val="43137"/>
                    </a:srgbClr>
                  </a:outerShdw>
                </a:effectLst>
                <a:cs typeface="Kalimati" panose="00000400000000000000" pitchFamily="2"/>
              </a:rPr>
              <a:t> </a:t>
            </a:r>
            <a:r>
              <a:rPr lang="ne-NP" sz="5900" b="1" dirty="0">
                <a:effectLst>
                  <a:outerShdw blurRad="38100" dist="38100" dir="2700000" algn="tl">
                    <a:srgbClr val="000000">
                      <a:alpha val="43137"/>
                    </a:srgbClr>
                  </a:outerShdw>
                </a:effectLst>
                <a:cs typeface="Kalimati" panose="00000400000000000000" pitchFamily="2"/>
              </a:rPr>
              <a:t>को </a:t>
            </a:r>
            <a:r>
              <a:rPr lang="ne-NP" sz="5900" b="1" dirty="0">
                <a:solidFill>
                  <a:srgbClr val="FF0000"/>
                </a:solidFill>
                <a:effectLst>
                  <a:outerShdw blurRad="38100" dist="38100" dir="2700000" algn="tl">
                    <a:srgbClr val="000000">
                      <a:alpha val="43137"/>
                    </a:srgbClr>
                  </a:outerShdw>
                </a:effectLst>
                <a:cs typeface="Kalimati" panose="00000400000000000000" pitchFamily="2"/>
              </a:rPr>
              <a:t>दफा २१</a:t>
            </a:r>
            <a:endParaRPr lang="ne-NP" sz="5900" b="1" dirty="0">
              <a:solidFill>
                <a:srgbClr val="0070C0"/>
              </a:solidFill>
              <a:effectLst>
                <a:outerShdw blurRad="38100" dist="38100" dir="2700000" algn="tl">
                  <a:srgbClr val="000000">
                    <a:alpha val="43137"/>
                  </a:srgbClr>
                </a:outerShdw>
              </a:effectLst>
              <a:cs typeface="Kalimati" panose="00000400000000000000" pitchFamily="2"/>
            </a:endParaRPr>
          </a:p>
          <a:p>
            <a:pPr marL="0" indent="0">
              <a:buNone/>
            </a:pPr>
            <a:r>
              <a:rPr lang="ne-NP" sz="3800" b="1" dirty="0">
                <a:solidFill>
                  <a:srgbClr val="0070C0"/>
                </a:solidFill>
                <a:effectLst>
                  <a:outerShdw blurRad="38100" dist="38100" dir="2700000" algn="tl">
                    <a:srgbClr val="000000">
                      <a:alpha val="43137"/>
                    </a:srgbClr>
                  </a:outerShdw>
                </a:effectLst>
                <a:cs typeface="Kalimati" panose="00000400000000000000" pitchFamily="2"/>
              </a:rPr>
              <a:t>  </a:t>
            </a:r>
          </a:p>
          <a:p>
            <a:pPr marL="0" indent="0">
              <a:buNone/>
            </a:pPr>
            <a:r>
              <a:rPr lang="ne-NP" sz="3800" b="1" dirty="0">
                <a:solidFill>
                  <a:srgbClr val="0070C0"/>
                </a:solidFill>
                <a:effectLst>
                  <a:outerShdw blurRad="38100" dist="38100" dir="2700000" algn="tl">
                    <a:srgbClr val="000000">
                      <a:alpha val="43137"/>
                    </a:srgbClr>
                  </a:outerShdw>
                </a:effectLst>
                <a:cs typeface="Kalimati" panose="00000400000000000000" pitchFamily="2"/>
              </a:rPr>
              <a:t>   </a:t>
            </a:r>
            <a:r>
              <a:rPr lang="ne-NP" sz="4600" b="1" dirty="0">
                <a:solidFill>
                  <a:srgbClr val="FF0000"/>
                </a:solidFill>
                <a:cs typeface="Kalimati" panose="00000400000000000000" pitchFamily="2"/>
              </a:rPr>
              <a:t>सजायको माग दाबीमा छुट दिन सकिनेः</a:t>
            </a:r>
            <a:r>
              <a:rPr lang="ne-NP" sz="4600" dirty="0">
                <a:solidFill>
                  <a:srgbClr val="FF0000"/>
                </a:solidFill>
                <a:cs typeface="Kalimati" panose="00000400000000000000" pitchFamily="2"/>
              </a:rPr>
              <a:t> </a:t>
            </a:r>
            <a:endParaRPr lang="en-US" sz="4600" dirty="0">
              <a:solidFill>
                <a:srgbClr val="FF0000"/>
              </a:solidFill>
              <a:cs typeface="Kalimati" panose="00000400000000000000" pitchFamily="2"/>
            </a:endParaRPr>
          </a:p>
          <a:p>
            <a:pPr marL="366713" lvl="1" indent="0" algn="just">
              <a:lnSpc>
                <a:spcPct val="150000"/>
              </a:lnSpc>
              <a:buNone/>
            </a:pPr>
            <a:r>
              <a:rPr lang="ne-NP" sz="4100" dirty="0">
                <a:cs typeface="Kalimati" panose="00000400000000000000" pitchFamily="2"/>
              </a:rPr>
              <a:t>(१) </a:t>
            </a:r>
            <a:r>
              <a:rPr lang="ne-NP" sz="4100" b="1" dirty="0">
                <a:cs typeface="Kalimati" panose="00000400000000000000" pitchFamily="2"/>
              </a:rPr>
              <a:t>सङ्गठित अपराधको अभियोग लागेको कुनै अभियुक्तले </a:t>
            </a:r>
            <a:r>
              <a:rPr lang="ne-NP" sz="4100" b="1" i="1" dirty="0">
                <a:cs typeface="Kalimati" panose="00000400000000000000" pitchFamily="2"/>
              </a:rPr>
              <a:t>आफूले गरेको </a:t>
            </a:r>
            <a:r>
              <a:rPr lang="ne-NP" sz="4100" b="1" i="1" dirty="0">
                <a:solidFill>
                  <a:srgbClr val="00B0F0"/>
                </a:solidFill>
                <a:cs typeface="Kalimati" panose="00000400000000000000" pitchFamily="2"/>
              </a:rPr>
              <a:t>अपराध स्वीकार गरी </a:t>
            </a:r>
            <a:r>
              <a:rPr lang="ne-NP" sz="4100" b="1" dirty="0">
                <a:cs typeface="Kalimati" panose="00000400000000000000" pitchFamily="2"/>
              </a:rPr>
              <a:t>सो अपराधका सम्बन्धमा </a:t>
            </a:r>
            <a:r>
              <a:rPr lang="ne-NP" sz="4100" b="1" i="1" dirty="0">
                <a:solidFill>
                  <a:srgbClr val="00B0F0"/>
                </a:solidFill>
                <a:cs typeface="Kalimati" panose="00000400000000000000" pitchFamily="2"/>
              </a:rPr>
              <a:t>प्रमाण जुटाउन तथा अन्य अभियुक्त वा त्यसको गिरोह वा मतियारलाई पक्राउ गर्न</a:t>
            </a:r>
            <a:r>
              <a:rPr lang="ne-NP" sz="4100" b="1" dirty="0">
                <a:solidFill>
                  <a:srgbClr val="00B0F0"/>
                </a:solidFill>
                <a:cs typeface="Kalimati" panose="00000400000000000000" pitchFamily="2"/>
              </a:rPr>
              <a:t>  </a:t>
            </a:r>
            <a:r>
              <a:rPr lang="ne-NP" sz="4100" b="1" i="1" dirty="0">
                <a:cs typeface="Kalimati" panose="00000400000000000000" pitchFamily="2"/>
              </a:rPr>
              <a:t>प्रहरी, सरकारी वकील वा अदालतलाई सघाउ पुर्याएमा </a:t>
            </a:r>
            <a:r>
              <a:rPr lang="ne-NP" sz="4100" b="1" dirty="0">
                <a:cs typeface="Kalimati" panose="00000400000000000000" pitchFamily="2"/>
              </a:rPr>
              <a:t>र </a:t>
            </a:r>
            <a:r>
              <a:rPr lang="ne-NP" sz="4100" dirty="0">
                <a:cs typeface="Kalimati" panose="00000400000000000000" pitchFamily="2"/>
              </a:rPr>
              <a:t>निजले </a:t>
            </a:r>
            <a:r>
              <a:rPr lang="ne-NP" sz="4100" dirty="0">
                <a:solidFill>
                  <a:srgbClr val="00B0F0"/>
                </a:solidFill>
                <a:cs typeface="Kalimati" panose="00000400000000000000" pitchFamily="2"/>
              </a:rPr>
              <a:t>पहिलो पटक संगठित अपराध गरेको देखिएमा </a:t>
            </a:r>
            <a:r>
              <a:rPr lang="ne-NP" sz="4100" dirty="0">
                <a:cs typeface="Kalimati" panose="00000400000000000000" pitchFamily="2"/>
              </a:rPr>
              <a:t>त्यस्तो सङ्गठित अपराधमा निजलाई हुने </a:t>
            </a:r>
            <a:r>
              <a:rPr lang="ne-NP" sz="4100" dirty="0">
                <a:solidFill>
                  <a:srgbClr val="FF0000"/>
                </a:solidFill>
                <a:cs typeface="Kalimati" panose="00000400000000000000" pitchFamily="2"/>
              </a:rPr>
              <a:t>सजायमा पचहत्तर प्रतिशत सम्म छुट </a:t>
            </a:r>
            <a:r>
              <a:rPr lang="ne-NP" sz="4100" dirty="0">
                <a:cs typeface="Kalimati" panose="00000400000000000000" pitchFamily="2"/>
              </a:rPr>
              <a:t>दिने गरी माग दावी लिई मुद्दा दायर गर्न सकिनेछ।</a:t>
            </a:r>
          </a:p>
          <a:p>
            <a:pPr marL="366713" lvl="1" indent="0" algn="just">
              <a:lnSpc>
                <a:spcPct val="150000"/>
              </a:lnSpc>
              <a:buNone/>
            </a:pPr>
            <a:r>
              <a:rPr lang="ne-NP" sz="4100" dirty="0">
                <a:cs typeface="Kalimati" panose="00000400000000000000" pitchFamily="2"/>
              </a:rPr>
              <a:t>(२) उपदफा (१) मा जुनसुकै कुरा लेखिएको भए तापनि निजले गरेको सहयोग अन्य सबुत प्रमाणबाट प्रमाणित नभएमा वा निजले </a:t>
            </a:r>
            <a:r>
              <a:rPr lang="ne-NP" sz="4100" b="1" i="1" dirty="0">
                <a:cs typeface="Kalimati" panose="00000400000000000000" pitchFamily="2"/>
              </a:rPr>
              <a:t>प्रहरी वा सरकारी वकीललाई गरेको सहयोग प्रतिकूल हुने गरी अदालत समक्ष बयान दिएमा यस ऐन वा प्रचलित कानूनमा जुनसुकै कुरा लेखिएको भए तापनि निज उपर पुनः मुद्दा दायर गर्न सकिनेछ </a:t>
            </a:r>
            <a:r>
              <a:rPr lang="ne-NP" sz="4100" dirty="0">
                <a:cs typeface="Kalimati" panose="00000400000000000000" pitchFamily="2"/>
              </a:rPr>
              <a:t>।</a:t>
            </a:r>
          </a:p>
          <a:p>
            <a:pPr marL="366713" lvl="1" indent="0">
              <a:lnSpc>
                <a:spcPct val="150000"/>
              </a:lnSpc>
              <a:buNone/>
            </a:pPr>
            <a:r>
              <a:rPr lang="ne-NP" sz="4100" dirty="0">
                <a:cs typeface="Kalimati" panose="00000400000000000000" pitchFamily="2"/>
              </a:rPr>
              <a:t>(३) उपदफा (१) मा जुनसुकै कुरा लेखिएको भए तापनि देहायका अवस्थामा यस दफा बमोजिम सजायको माग दाबीमा छुट दिन पाइने छैन:</a:t>
            </a:r>
            <a:br>
              <a:rPr lang="ne-NP" sz="4100" dirty="0">
                <a:cs typeface="Kalimati" panose="00000400000000000000" pitchFamily="2"/>
              </a:rPr>
            </a:br>
            <a:r>
              <a:rPr lang="ne-NP" sz="4100" dirty="0">
                <a:solidFill>
                  <a:srgbClr val="FF0000"/>
                </a:solidFill>
                <a:cs typeface="Kalimati" panose="00000400000000000000" pitchFamily="2"/>
              </a:rPr>
              <a:t>(क) मुख्य अभियुक्तलाई सजायको माग दाबी छुट दिन,</a:t>
            </a:r>
            <a:br>
              <a:rPr lang="ne-NP" sz="4100" dirty="0">
                <a:solidFill>
                  <a:srgbClr val="FF0000"/>
                </a:solidFill>
                <a:cs typeface="Kalimati" panose="00000400000000000000" pitchFamily="2"/>
              </a:rPr>
            </a:br>
            <a:r>
              <a:rPr lang="ne-NP" sz="4100" dirty="0">
                <a:solidFill>
                  <a:srgbClr val="FF0000"/>
                </a:solidFill>
                <a:cs typeface="Kalimati" panose="00000400000000000000" pitchFamily="2"/>
              </a:rPr>
              <a:t>(ख) </a:t>
            </a:r>
            <a:r>
              <a:rPr lang="ne-NP" sz="4100" i="1" dirty="0">
                <a:solidFill>
                  <a:srgbClr val="FF0000"/>
                </a:solidFill>
                <a:cs typeface="Kalimati" panose="00000400000000000000" pitchFamily="2"/>
              </a:rPr>
              <a:t>कुनै सङ्गठित अपराधमा कैद सजाय पाएकोमा कैद भुक्तान भएको तीन वर्ष पूरा नभएसम्म</a:t>
            </a:r>
            <a:r>
              <a:rPr lang="ne-NP" sz="4100" dirty="0">
                <a:solidFill>
                  <a:srgbClr val="FF0000"/>
                </a:solidFill>
                <a:cs typeface="Kalimati" panose="00000400000000000000" pitchFamily="2"/>
              </a:rPr>
              <a:t>,</a:t>
            </a:r>
            <a:br>
              <a:rPr lang="ne-NP" sz="4100" dirty="0">
                <a:solidFill>
                  <a:srgbClr val="FF0000"/>
                </a:solidFill>
                <a:cs typeface="Kalimati" panose="00000400000000000000" pitchFamily="2"/>
              </a:rPr>
            </a:br>
            <a:r>
              <a:rPr lang="ne-NP" sz="4100" dirty="0">
                <a:solidFill>
                  <a:srgbClr val="FF0000"/>
                </a:solidFill>
                <a:cs typeface="Kalimati" panose="00000400000000000000" pitchFamily="2"/>
              </a:rPr>
              <a:t>(ग) एकपटक सजाय छुटको सुविधा पाइसकेको भएमा।</a:t>
            </a:r>
            <a:endParaRPr lang="en-US" sz="4100" dirty="0">
              <a:solidFill>
                <a:srgbClr val="FF0000"/>
              </a:solidFill>
              <a:cs typeface="Kalimati" panose="00000400000000000000" pitchFamily="2"/>
            </a:endParaRPr>
          </a:p>
        </p:txBody>
      </p:sp>
    </p:spTree>
    <p:extLst>
      <p:ext uri="{BB962C8B-B14F-4D97-AF65-F5344CB8AC3E}">
        <p14:creationId xmlns:p14="http://schemas.microsoft.com/office/powerpoint/2010/main" val="685920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74372" y="671513"/>
            <a:ext cx="11243256" cy="5886450"/>
          </a:xfrm>
        </p:spPr>
        <p:txBody>
          <a:bodyPr>
            <a:normAutofit fontScale="85000" lnSpcReduction="20000"/>
          </a:bodyPr>
          <a:lstStyle/>
          <a:p>
            <a:pPr>
              <a:buFont typeface="Wingdings" panose="05000000000000000000" pitchFamily="2" charset="2"/>
              <a:buChar char="Ø"/>
            </a:pPr>
            <a:r>
              <a:rPr lang="ne-NP" sz="3000" b="1" dirty="0">
                <a:effectLst>
                  <a:outerShdw blurRad="38100" dist="38100" dir="2700000" algn="tl">
                    <a:srgbClr val="000000">
                      <a:alpha val="43137"/>
                    </a:srgbClr>
                  </a:outerShdw>
                </a:effectLst>
                <a:cs typeface="Kalimati" panose="00000400000000000000" pitchFamily="2"/>
              </a:rPr>
              <a:t>मुलुकी अपराध संहिता</a:t>
            </a:r>
            <a:r>
              <a:rPr lang="en-US" sz="3000" b="1" dirty="0">
                <a:effectLst>
                  <a:outerShdw blurRad="38100" dist="38100" dir="2700000" algn="tl">
                    <a:srgbClr val="000000">
                      <a:alpha val="43137"/>
                    </a:srgbClr>
                  </a:outerShdw>
                </a:effectLst>
                <a:cs typeface="Kalimati" panose="00000400000000000000" pitchFamily="2"/>
              </a:rPr>
              <a:t>,</a:t>
            </a:r>
            <a:r>
              <a:rPr lang="ne-NP" sz="3000" b="1" dirty="0">
                <a:effectLst>
                  <a:outerShdw blurRad="38100" dist="38100" dir="2700000" algn="tl">
                    <a:srgbClr val="000000">
                      <a:alpha val="43137"/>
                    </a:srgbClr>
                  </a:outerShdw>
                </a:effectLst>
                <a:cs typeface="Kalimati" panose="00000400000000000000" pitchFamily="2"/>
              </a:rPr>
              <a:t> २०७४</a:t>
            </a:r>
            <a:r>
              <a:rPr lang="en-US" sz="3000" b="1" dirty="0">
                <a:effectLst>
                  <a:outerShdw blurRad="38100" dist="38100" dir="2700000" algn="tl">
                    <a:srgbClr val="000000">
                      <a:alpha val="43137"/>
                    </a:srgbClr>
                  </a:outerShdw>
                </a:effectLst>
                <a:cs typeface="Kalimati" panose="00000400000000000000" pitchFamily="2"/>
              </a:rPr>
              <a:t> </a:t>
            </a:r>
            <a:r>
              <a:rPr lang="ne-NP" sz="3000" b="1" dirty="0">
                <a:effectLst>
                  <a:outerShdw blurRad="38100" dist="38100" dir="2700000" algn="tl">
                    <a:srgbClr val="000000">
                      <a:alpha val="43137"/>
                    </a:srgbClr>
                  </a:outerShdw>
                </a:effectLst>
                <a:cs typeface="Kalimati" panose="00000400000000000000" pitchFamily="2"/>
              </a:rPr>
              <a:t>को </a:t>
            </a:r>
            <a:r>
              <a:rPr lang="ne-NP" sz="3000" b="1" dirty="0">
                <a:solidFill>
                  <a:srgbClr val="FF0000"/>
                </a:solidFill>
                <a:effectLst>
                  <a:outerShdw blurRad="38100" dist="38100" dir="2700000" algn="tl">
                    <a:srgbClr val="000000">
                      <a:alpha val="43137"/>
                    </a:srgbClr>
                  </a:outerShdw>
                </a:effectLst>
                <a:cs typeface="Kalimati" panose="00000400000000000000" pitchFamily="2"/>
              </a:rPr>
              <a:t>दफा </a:t>
            </a:r>
            <a:r>
              <a:rPr lang="ne-NP" sz="3000" dirty="0">
                <a:solidFill>
                  <a:srgbClr val="FF0000"/>
                </a:solidFill>
                <a:effectLst>
                  <a:outerShdw blurRad="38100" dist="38100" dir="2700000" algn="tl">
                    <a:srgbClr val="000000">
                      <a:alpha val="43137"/>
                    </a:srgbClr>
                  </a:outerShdw>
                </a:effectLst>
                <a:latin typeface="Preeti" pitchFamily="2" charset="0"/>
                <a:cs typeface="Kalimati" panose="00000400000000000000" pitchFamily="2"/>
              </a:rPr>
              <a:t>४७ </a:t>
            </a:r>
          </a:p>
          <a:p>
            <a:pPr marL="0" indent="0">
              <a:buNone/>
            </a:pPr>
            <a:endParaRPr lang="ne-NP" dirty="0">
              <a:latin typeface="Preeti" pitchFamily="2" charset="0"/>
              <a:cs typeface="Kalimati" panose="00000400000000000000" pitchFamily="2"/>
            </a:endParaRPr>
          </a:p>
          <a:p>
            <a:pPr marL="0" indent="0">
              <a:buNone/>
            </a:pPr>
            <a:r>
              <a:rPr lang="en-US" b="1" dirty="0">
                <a:solidFill>
                  <a:srgbClr val="FF0000"/>
                </a:solidFill>
                <a:latin typeface="Preeti" pitchFamily="2" charset="0"/>
                <a:cs typeface="Kalimati" panose="00000400000000000000" pitchFamily="2"/>
              </a:rPr>
              <a:t>   </a:t>
            </a:r>
            <a:r>
              <a:rPr lang="ne-NP" b="1" dirty="0">
                <a:solidFill>
                  <a:srgbClr val="FF0000"/>
                </a:solidFill>
                <a:latin typeface="Preeti" pitchFamily="2" charset="0"/>
                <a:cs typeface="Kalimati" panose="00000400000000000000" pitchFamily="2"/>
              </a:rPr>
              <a:t>सजाय छुट दिन सकिनेः </a:t>
            </a:r>
          </a:p>
          <a:p>
            <a:pPr marL="366713" lvl="1" indent="0" algn="just">
              <a:lnSpc>
                <a:spcPct val="130000"/>
              </a:lnSpc>
              <a:buNone/>
            </a:pPr>
            <a:r>
              <a:rPr lang="ne-NP" sz="2500" dirty="0">
                <a:latin typeface="Preeti" pitchFamily="2" charset="0"/>
                <a:cs typeface="Kalimati" panose="00000400000000000000" pitchFamily="2"/>
              </a:rPr>
              <a:t>(१) </a:t>
            </a:r>
            <a:r>
              <a:rPr lang="ne-NP" sz="2500" b="1" dirty="0">
                <a:latin typeface="Preeti" pitchFamily="2" charset="0"/>
                <a:cs typeface="Kalimati" panose="00000400000000000000" pitchFamily="2"/>
              </a:rPr>
              <a:t>कुनै कसूरदारले आफूले गरेको </a:t>
            </a:r>
            <a:r>
              <a:rPr lang="ne-NP" sz="2500" b="1" dirty="0">
                <a:solidFill>
                  <a:srgbClr val="00B0F0"/>
                </a:solidFill>
                <a:latin typeface="Preeti" pitchFamily="2" charset="0"/>
                <a:cs typeface="Kalimati" panose="00000400000000000000" pitchFamily="2"/>
              </a:rPr>
              <a:t>कसूर स्वीकार गरी </a:t>
            </a:r>
            <a:r>
              <a:rPr lang="ne-NP" sz="2500" b="1" dirty="0">
                <a:latin typeface="Preeti" pitchFamily="2" charset="0"/>
                <a:cs typeface="Kalimati" panose="00000400000000000000" pitchFamily="2"/>
              </a:rPr>
              <a:t>त्यस्तो कसूरका सम्बन्धमा </a:t>
            </a:r>
            <a:r>
              <a:rPr lang="ne-NP" sz="2500" b="1" dirty="0">
                <a:solidFill>
                  <a:srgbClr val="00B0F0"/>
                </a:solidFill>
                <a:latin typeface="Preeti" pitchFamily="2" charset="0"/>
                <a:cs typeface="Kalimati" panose="00000400000000000000" pitchFamily="2"/>
              </a:rPr>
              <a:t>प्रमाण जुटाउन, अन्य अभियुक्त वा त्यसको गिरोह वा मतियारलाई पक्राउ गर्न </a:t>
            </a:r>
            <a:r>
              <a:rPr lang="ne-NP" sz="2500" b="1" dirty="0">
                <a:latin typeface="Preeti" pitchFamily="2" charset="0"/>
                <a:cs typeface="Kalimati" panose="00000400000000000000" pitchFamily="2"/>
              </a:rPr>
              <a:t>वा अनुसन्धान वा अभियोजन पक्ष वा अदालतलाई </a:t>
            </a:r>
            <a:r>
              <a:rPr lang="ne-NP" sz="2500" b="1" dirty="0">
                <a:solidFill>
                  <a:srgbClr val="00B0F0"/>
                </a:solidFill>
                <a:latin typeface="Preeti" pitchFamily="2" charset="0"/>
                <a:cs typeface="Kalimati" panose="00000400000000000000" pitchFamily="2"/>
              </a:rPr>
              <a:t>सघाउ पु</a:t>
            </a:r>
            <a:r>
              <a:rPr lang="en-US" sz="2500" b="1" dirty="0">
                <a:solidFill>
                  <a:srgbClr val="00B0F0"/>
                </a:solidFill>
                <a:latin typeface="Preeti" pitchFamily="2" charset="0"/>
                <a:cs typeface="Kalimati" panose="00000400000000000000" pitchFamily="2"/>
              </a:rPr>
              <a:t>\</a:t>
            </a:r>
            <a:r>
              <a:rPr lang="ne-NP" sz="2500" b="1" dirty="0">
                <a:solidFill>
                  <a:srgbClr val="00B0F0"/>
                </a:solidFill>
                <a:latin typeface="Preeti" pitchFamily="2" charset="0"/>
                <a:cs typeface="Kalimati" panose="00000400000000000000" pitchFamily="2"/>
              </a:rPr>
              <a:t>र्याएकोमा </a:t>
            </a:r>
            <a:r>
              <a:rPr lang="ne-NP" sz="2500" b="1" dirty="0">
                <a:latin typeface="Preeti" pitchFamily="2" charset="0"/>
                <a:cs typeface="Kalimati" panose="00000400000000000000" pitchFamily="2"/>
              </a:rPr>
              <a:t>कानून बमोजिम हुने सजायको </a:t>
            </a:r>
            <a:r>
              <a:rPr lang="ne-NP" sz="2500" b="1" dirty="0">
                <a:solidFill>
                  <a:srgbClr val="FF0000"/>
                </a:solidFill>
                <a:latin typeface="Preeti" pitchFamily="2" charset="0"/>
                <a:cs typeface="Kalimati" panose="00000400000000000000" pitchFamily="2"/>
              </a:rPr>
              <a:t>बढीमा </a:t>
            </a:r>
            <a:r>
              <a:rPr lang="ne-NP" sz="2500" b="1" i="1" dirty="0">
                <a:solidFill>
                  <a:srgbClr val="FF0000"/>
                </a:solidFill>
                <a:latin typeface="Preeti" pitchFamily="2" charset="0"/>
                <a:cs typeface="Kalimati" panose="00000400000000000000" pitchFamily="2"/>
              </a:rPr>
              <a:t>पचास प्रतिशतसम्म </a:t>
            </a:r>
            <a:r>
              <a:rPr lang="ne-NP" sz="2500" b="1" dirty="0">
                <a:latin typeface="Preeti" pitchFamily="2" charset="0"/>
                <a:cs typeface="Kalimati" panose="00000400000000000000" pitchFamily="2"/>
              </a:rPr>
              <a:t>सजाय छुट दिन सकिनेछ </a:t>
            </a:r>
            <a:r>
              <a:rPr lang="ne-NP" sz="2500" dirty="0">
                <a:latin typeface="Preeti" pitchFamily="2" charset="0"/>
                <a:cs typeface="Kalimati" panose="00000400000000000000" pitchFamily="2"/>
              </a:rPr>
              <a:t>। </a:t>
            </a:r>
          </a:p>
          <a:p>
            <a:pPr marL="366713" lvl="1" indent="0" algn="just">
              <a:lnSpc>
                <a:spcPct val="130000"/>
              </a:lnSpc>
              <a:buNone/>
            </a:pPr>
            <a:r>
              <a:rPr lang="ne-NP" sz="2500" dirty="0">
                <a:latin typeface="Preeti" pitchFamily="2" charset="0"/>
                <a:cs typeface="Kalimati" panose="00000400000000000000" pitchFamily="2"/>
              </a:rPr>
              <a:t>(२) उपदफा (१) मा जुनसुकै कुरा लेखिएको भए तापनि देहायको कसूरदारले सजायमा छुट पाउन सक्ने छैनः– </a:t>
            </a:r>
          </a:p>
          <a:p>
            <a:pPr marL="366713" lvl="1" indent="0" algn="just">
              <a:lnSpc>
                <a:spcPct val="130000"/>
              </a:lnSpc>
              <a:buNone/>
            </a:pPr>
            <a:r>
              <a:rPr lang="ne-NP" sz="2500" b="1" i="1" dirty="0">
                <a:latin typeface="Preeti" pitchFamily="2" charset="0"/>
                <a:cs typeface="Kalimati" panose="00000400000000000000" pitchFamily="2"/>
              </a:rPr>
              <a:t>(क) उपदफा (१) अन्तर्गत एक पटक सजाय छुट पाइसकेका </a:t>
            </a:r>
          </a:p>
          <a:p>
            <a:pPr marL="366713" lvl="1" indent="0" algn="just">
              <a:lnSpc>
                <a:spcPct val="130000"/>
              </a:lnSpc>
              <a:buNone/>
            </a:pPr>
            <a:r>
              <a:rPr lang="ne-NP" sz="2500" i="1" dirty="0">
                <a:latin typeface="Preeti" pitchFamily="2" charset="0"/>
                <a:cs typeface="Kalimati" panose="00000400000000000000" pitchFamily="2"/>
              </a:rPr>
              <a:t>(ख) </a:t>
            </a:r>
            <a:r>
              <a:rPr lang="ne-NP" sz="2500" b="1" i="1" dirty="0">
                <a:latin typeface="Preeti" pitchFamily="2" charset="0"/>
                <a:cs typeface="Kalimati" panose="00000400000000000000" pitchFamily="2"/>
              </a:rPr>
              <a:t>कैद सजाय हुने कसूरमा दोषी ठहर भई कैद भुक्तान गरेको अवधि तीन वर्ष पूरा नगरेको, </a:t>
            </a:r>
          </a:p>
          <a:p>
            <a:pPr marL="366713" lvl="1" indent="0" algn="just">
              <a:lnSpc>
                <a:spcPct val="130000"/>
              </a:lnSpc>
              <a:buNone/>
            </a:pPr>
            <a:r>
              <a:rPr lang="ne-NP" sz="2500" b="1" i="1" dirty="0">
                <a:latin typeface="Preeti" pitchFamily="2" charset="0"/>
                <a:cs typeface="Kalimati" panose="00000400000000000000" pitchFamily="2"/>
              </a:rPr>
              <a:t>(ग) जुन कसूरमा सजाय छुट माग गरिएको हो सोही प्रकृतिको कसूरमा एक पटक सजाय पाइसकेको । </a:t>
            </a:r>
          </a:p>
          <a:p>
            <a:pPr marL="366713" lvl="1" indent="0" algn="just">
              <a:lnSpc>
                <a:spcPct val="130000"/>
              </a:lnSpc>
              <a:buNone/>
            </a:pPr>
            <a:r>
              <a:rPr lang="ne-NP" sz="2500" i="1" dirty="0">
                <a:solidFill>
                  <a:srgbClr val="FF0000"/>
                </a:solidFill>
                <a:latin typeface="Preeti" pitchFamily="2" charset="0"/>
                <a:cs typeface="Kalimati" panose="00000400000000000000" pitchFamily="2"/>
              </a:rPr>
              <a:t>(३) उपदफा (१) बमोजिम सजायमा छुट दिँदा अभियुक्तले अनुसन्धान वा पुर्पक्षको कुन अवस्थामा कसूर स्वीकार गरेको हो र कस्तो परिस्थितिमा त्यस्तो कसूर स्वीकार गरेको हो त्यस्तो कुरालाई समेत विचार गर्नु पर्नेछ । </a:t>
            </a:r>
          </a:p>
        </p:txBody>
      </p:sp>
    </p:spTree>
    <p:extLst>
      <p:ext uri="{BB962C8B-B14F-4D97-AF65-F5344CB8AC3E}">
        <p14:creationId xmlns:p14="http://schemas.microsoft.com/office/powerpoint/2010/main" val="20966063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5448" y="356616"/>
            <a:ext cx="11832336" cy="6387084"/>
          </a:xfrm>
        </p:spPr>
        <p:txBody>
          <a:bodyPr>
            <a:normAutofit fontScale="32500" lnSpcReduction="20000"/>
          </a:bodyPr>
          <a:lstStyle/>
          <a:p>
            <a:pPr>
              <a:buFont typeface="Wingdings" panose="05000000000000000000" pitchFamily="2" charset="2"/>
              <a:buChar char="Ø"/>
            </a:pPr>
            <a:r>
              <a:rPr lang="ne-NP" sz="7400" b="1" dirty="0" smtClean="0">
                <a:effectLst>
                  <a:outerShdw blurRad="38100" dist="38100" dir="2700000" algn="tl">
                    <a:srgbClr val="000000">
                      <a:alpha val="43137"/>
                    </a:srgbClr>
                  </a:outerShdw>
                </a:effectLst>
                <a:cs typeface="Kalimati" panose="00000400000000000000" pitchFamily="2"/>
              </a:rPr>
              <a:t>मुलुकी </a:t>
            </a:r>
            <a:r>
              <a:rPr lang="ne-NP" sz="7400" b="1" dirty="0">
                <a:effectLst>
                  <a:outerShdw blurRad="38100" dist="38100" dir="2700000" algn="tl">
                    <a:srgbClr val="000000">
                      <a:alpha val="43137"/>
                    </a:srgbClr>
                  </a:outerShdw>
                </a:effectLst>
                <a:cs typeface="Kalimati" panose="00000400000000000000" pitchFamily="2"/>
              </a:rPr>
              <a:t>फौजदारी कार्यविधि संहिता</a:t>
            </a:r>
            <a:r>
              <a:rPr lang="en-US" sz="7400" b="1" dirty="0">
                <a:effectLst>
                  <a:outerShdw blurRad="38100" dist="38100" dir="2700000" algn="tl">
                    <a:srgbClr val="000000">
                      <a:alpha val="43137"/>
                    </a:srgbClr>
                  </a:outerShdw>
                </a:effectLst>
                <a:cs typeface="Kalimati" panose="00000400000000000000" pitchFamily="2"/>
              </a:rPr>
              <a:t>,</a:t>
            </a:r>
            <a:r>
              <a:rPr lang="ne-NP" sz="7400" b="1" dirty="0">
                <a:effectLst>
                  <a:outerShdw blurRad="38100" dist="38100" dir="2700000" algn="tl">
                    <a:srgbClr val="000000">
                      <a:alpha val="43137"/>
                    </a:srgbClr>
                  </a:outerShdw>
                </a:effectLst>
                <a:cs typeface="Kalimati" panose="00000400000000000000" pitchFamily="2"/>
              </a:rPr>
              <a:t> २०७४</a:t>
            </a:r>
            <a:r>
              <a:rPr lang="ne-NP" sz="7400" b="1" dirty="0">
                <a:effectLst>
                  <a:outerShdw blurRad="38100" dist="38100" dir="2700000" algn="tl">
                    <a:srgbClr val="000000">
                      <a:alpha val="43137"/>
                    </a:srgbClr>
                  </a:outerShdw>
                </a:effectLst>
                <a:latin typeface="Kokila" pitchFamily="34" charset="0"/>
                <a:cs typeface="Kalimati" panose="00000400000000000000" pitchFamily="2"/>
              </a:rPr>
              <a:t> को </a:t>
            </a:r>
            <a:r>
              <a:rPr lang="ne-NP" sz="7400" b="1" dirty="0">
                <a:solidFill>
                  <a:srgbClr val="FF0000"/>
                </a:solidFill>
                <a:effectLst>
                  <a:outerShdw blurRad="38100" dist="38100" dir="2700000" algn="tl">
                    <a:srgbClr val="000000">
                      <a:alpha val="43137"/>
                    </a:srgbClr>
                  </a:outerShdw>
                </a:effectLst>
                <a:latin typeface="Kokila" pitchFamily="34" charset="0"/>
                <a:cs typeface="Kalimati" panose="00000400000000000000" pitchFamily="2"/>
              </a:rPr>
              <a:t>दफा ३३</a:t>
            </a:r>
            <a:r>
              <a:rPr lang="en-US" sz="7400" dirty="0">
                <a:latin typeface="Kokila" pitchFamily="34" charset="0"/>
                <a:cs typeface="Kalimati" panose="00000400000000000000" pitchFamily="2"/>
              </a:rPr>
              <a:t/>
            </a:r>
            <a:br>
              <a:rPr lang="en-US" sz="7400" dirty="0">
                <a:latin typeface="Kokila" pitchFamily="34" charset="0"/>
                <a:cs typeface="Kalimati" panose="00000400000000000000" pitchFamily="2"/>
              </a:rPr>
            </a:br>
            <a:endParaRPr lang="en-US" sz="7400" dirty="0">
              <a:solidFill>
                <a:srgbClr val="0070C0"/>
              </a:solidFill>
              <a:latin typeface="Kokila" pitchFamily="34" charset="0"/>
              <a:cs typeface="Kalimati" panose="00000400000000000000" pitchFamily="2"/>
            </a:endParaRPr>
          </a:p>
          <a:p>
            <a:pPr marL="709613" lvl="1" indent="-342900" algn="just">
              <a:lnSpc>
                <a:spcPct val="130000"/>
              </a:lnSpc>
            </a:pPr>
            <a:r>
              <a:rPr lang="ne-NP" sz="6100" dirty="0">
                <a:solidFill>
                  <a:srgbClr val="0070C0"/>
                </a:solidFill>
                <a:latin typeface="Kokila" pitchFamily="34" charset="0"/>
                <a:cs typeface="Kalimati" panose="00000400000000000000" pitchFamily="2"/>
              </a:rPr>
              <a:t>कसुरको अनुसन्धानमा सहयोग </a:t>
            </a:r>
            <a:r>
              <a:rPr lang="ne-NP" sz="6100" dirty="0" smtClean="0">
                <a:solidFill>
                  <a:srgbClr val="0070C0"/>
                </a:solidFill>
                <a:latin typeface="Kokila" pitchFamily="34" charset="0"/>
                <a:cs typeface="Kalimati" panose="00000400000000000000" pitchFamily="2"/>
              </a:rPr>
              <a:t>पुर्‍याएमा कानुनबमोजिम हुने सजायमा छुट हुन अनुसन्धान अधिकारीले सरकारी वकीलसमक्ष सिफारिस गर्नसक्ने, त्यसरी सिफारिस भई आए वा अनुसन्धान प्रतिवेदन वा मिसिलबाट अभियुक्तले अनुसन्धानमा </a:t>
            </a:r>
            <a:r>
              <a:rPr lang="ne-NP" sz="6100" b="1" dirty="0" smtClean="0">
                <a:solidFill>
                  <a:srgbClr val="0070C0"/>
                </a:solidFill>
                <a:latin typeface="Kokila" pitchFamily="34" charset="0"/>
                <a:cs typeface="Kalimati" panose="00000400000000000000" pitchFamily="2"/>
              </a:rPr>
              <a:t>सहयोग पुर्‍याएको देखिए </a:t>
            </a:r>
            <a:r>
              <a:rPr lang="ne-NP" sz="6100" dirty="0" smtClean="0">
                <a:solidFill>
                  <a:srgbClr val="0070C0"/>
                </a:solidFill>
                <a:latin typeface="Kokila" pitchFamily="34" charset="0"/>
                <a:cs typeface="Kalimati" panose="00000400000000000000" pitchFamily="2"/>
              </a:rPr>
              <a:t>सरकारी वकिलले त्यस्तो सिफारिस वा सहयोगसमेतलाई बिचार गरी अभियुक्तलाई हुने सजायमा छुट दिन प्रस्ताव गरी शर्तसहितको </a:t>
            </a:r>
            <a:r>
              <a:rPr lang="ne-NP" sz="6100" dirty="0">
                <a:solidFill>
                  <a:srgbClr val="0070C0"/>
                </a:solidFill>
                <a:latin typeface="Kokila" pitchFamily="34" charset="0"/>
                <a:cs typeface="Kalimati" panose="00000400000000000000" pitchFamily="2"/>
              </a:rPr>
              <a:t>मागदाबी लिई अभियोगपत्र दायर गर्न सक्ने।</a:t>
            </a:r>
            <a:endParaRPr lang="en-US" sz="6100" dirty="0">
              <a:solidFill>
                <a:srgbClr val="0070C0"/>
              </a:solidFill>
              <a:latin typeface="Kokila" pitchFamily="34" charset="0"/>
              <a:cs typeface="Kalimati" panose="00000400000000000000" pitchFamily="2"/>
            </a:endParaRPr>
          </a:p>
          <a:p>
            <a:pPr marL="914400" lvl="3" indent="0" algn="just">
              <a:lnSpc>
                <a:spcPct val="130000"/>
              </a:lnSpc>
              <a:buNone/>
            </a:pPr>
            <a:r>
              <a:rPr lang="ne-NP" sz="6100" dirty="0">
                <a:latin typeface="Kokila" pitchFamily="34" charset="0"/>
                <a:cs typeface="Kalimati" panose="00000400000000000000" pitchFamily="2"/>
              </a:rPr>
              <a:t>(क</a:t>
            </a:r>
            <a:r>
              <a:rPr lang="ne-NP" sz="6100" b="1" dirty="0">
                <a:latin typeface="Kokila" pitchFamily="34" charset="0"/>
                <a:cs typeface="Kalimati" panose="00000400000000000000" pitchFamily="2"/>
              </a:rPr>
              <a:t>)</a:t>
            </a:r>
            <a:r>
              <a:rPr lang="en-US" sz="6100" b="1" dirty="0">
                <a:latin typeface="Kokila" pitchFamily="34" charset="0"/>
                <a:cs typeface="Kalimati" panose="00000400000000000000" pitchFamily="2"/>
              </a:rPr>
              <a:t> </a:t>
            </a:r>
            <a:r>
              <a:rPr lang="ne-NP" sz="6100" b="1" dirty="0">
                <a:latin typeface="Kokila" pitchFamily="34" charset="0"/>
                <a:cs typeface="Kalimati" panose="00000400000000000000" pitchFamily="2"/>
              </a:rPr>
              <a:t>कसूर पूर्णरुपमा स्वीकार गरी साबिती भएमा हुने सजायको २५</a:t>
            </a:r>
            <a:r>
              <a:rPr lang="en-US" sz="6100" b="1" dirty="0">
                <a:latin typeface="Kokila" pitchFamily="34" charset="0"/>
                <a:cs typeface="Kalimati" panose="00000400000000000000" pitchFamily="2"/>
              </a:rPr>
              <a:t>%</a:t>
            </a:r>
            <a:r>
              <a:rPr lang="ne-NP" sz="6100" b="1" dirty="0">
                <a:latin typeface="Kokila" pitchFamily="34" charset="0"/>
                <a:cs typeface="Kalimati" panose="00000400000000000000" pitchFamily="2"/>
              </a:rPr>
              <a:t> सम्म छुट</a:t>
            </a:r>
            <a:r>
              <a:rPr lang="en-US" sz="6100" b="1" dirty="0">
                <a:latin typeface="Kokila" pitchFamily="34" charset="0"/>
                <a:cs typeface="Kalimati" panose="00000400000000000000" pitchFamily="2"/>
              </a:rPr>
              <a:t> </a:t>
            </a:r>
          </a:p>
          <a:p>
            <a:pPr marL="914400" lvl="3" indent="0" algn="just">
              <a:lnSpc>
                <a:spcPct val="130000"/>
              </a:lnSpc>
              <a:buNone/>
            </a:pPr>
            <a:r>
              <a:rPr lang="ne-NP" sz="6100" dirty="0">
                <a:latin typeface="Kokila" pitchFamily="34" charset="0"/>
                <a:cs typeface="Kalimati" panose="00000400000000000000" pitchFamily="2"/>
              </a:rPr>
              <a:t>(ख)</a:t>
            </a:r>
            <a:r>
              <a:rPr lang="en-US" sz="6100" dirty="0">
                <a:latin typeface="Kokila" pitchFamily="34" charset="0"/>
                <a:cs typeface="Kalimati" panose="00000400000000000000" pitchFamily="2"/>
              </a:rPr>
              <a:t> </a:t>
            </a:r>
            <a:r>
              <a:rPr lang="ne-NP" sz="6100" dirty="0" smtClean="0">
                <a:latin typeface="Kokila" pitchFamily="34" charset="0"/>
                <a:cs typeface="Kalimati" panose="00000400000000000000" pitchFamily="2"/>
              </a:rPr>
              <a:t>सावित भई </a:t>
            </a:r>
            <a:r>
              <a:rPr lang="ne-NP" sz="6100" b="1" dirty="0" smtClean="0">
                <a:latin typeface="Kokila" pitchFamily="34" charset="0"/>
                <a:cs typeface="Kalimati" panose="00000400000000000000" pitchFamily="2"/>
              </a:rPr>
              <a:t>आफूसमेत </a:t>
            </a:r>
            <a:r>
              <a:rPr lang="ne-NP" sz="6100" b="1" dirty="0">
                <a:latin typeface="Kokila" pitchFamily="34" charset="0"/>
                <a:cs typeface="Kalimati" panose="00000400000000000000" pitchFamily="2"/>
              </a:rPr>
              <a:t>संलग्न मुद्दामा कसूरमा संलग्न </a:t>
            </a:r>
            <a:r>
              <a:rPr lang="ne-NP" sz="6100" b="1" dirty="0" smtClean="0">
                <a:latin typeface="Kokila" pitchFamily="34" charset="0"/>
                <a:cs typeface="Kalimati" panose="00000400000000000000" pitchFamily="2"/>
              </a:rPr>
              <a:t>गिरोह वा मुख्य अभियुक्तलाई </a:t>
            </a:r>
            <a:r>
              <a:rPr lang="ne-NP" sz="6100" b="1" dirty="0">
                <a:latin typeface="Kokila" pitchFamily="34" charset="0"/>
                <a:cs typeface="Kalimati" panose="00000400000000000000" pitchFamily="2"/>
              </a:rPr>
              <a:t>पक्राउ </a:t>
            </a:r>
            <a:r>
              <a:rPr lang="ne-NP" sz="6100" b="1" dirty="0" smtClean="0">
                <a:latin typeface="Kokila" pitchFamily="34" charset="0"/>
                <a:cs typeface="Kalimati" panose="00000400000000000000" pitchFamily="2"/>
              </a:rPr>
              <a:t>गर्न... </a:t>
            </a:r>
            <a:r>
              <a:rPr lang="ne-NP" sz="6100" b="1" dirty="0">
                <a:latin typeface="Kokila" pitchFamily="34" charset="0"/>
                <a:cs typeface="Kalimati" panose="00000400000000000000" pitchFamily="2"/>
              </a:rPr>
              <a:t>सहयोग पुर्याएमा ५०</a:t>
            </a:r>
            <a:r>
              <a:rPr lang="en-US" sz="6100" b="1" dirty="0">
                <a:latin typeface="Kokila" pitchFamily="34" charset="0"/>
                <a:cs typeface="Kalimati" panose="00000400000000000000" pitchFamily="2"/>
              </a:rPr>
              <a:t>% </a:t>
            </a:r>
            <a:r>
              <a:rPr lang="ne-NP" sz="6100" b="1" dirty="0">
                <a:latin typeface="Kokila" pitchFamily="34" charset="0"/>
                <a:cs typeface="Kalimati" panose="00000400000000000000" pitchFamily="2"/>
              </a:rPr>
              <a:t>सम्म </a:t>
            </a:r>
            <a:r>
              <a:rPr lang="ne-NP" sz="6100" b="1" dirty="0" smtClean="0">
                <a:latin typeface="Kokila" pitchFamily="34" charset="0"/>
                <a:cs typeface="Kalimati" panose="00000400000000000000" pitchFamily="2"/>
              </a:rPr>
              <a:t>छुटको प्रस्ताव ।</a:t>
            </a:r>
            <a:endParaRPr lang="ne-NP" sz="6100" b="1" dirty="0">
              <a:latin typeface="Kokila" pitchFamily="34" charset="0"/>
              <a:cs typeface="Kalimati" panose="00000400000000000000" pitchFamily="2"/>
            </a:endParaRPr>
          </a:p>
          <a:p>
            <a:pPr lvl="0" algn="just">
              <a:lnSpc>
                <a:spcPct val="130000"/>
              </a:lnSpc>
              <a:buNone/>
            </a:pPr>
            <a:r>
              <a:rPr lang="ne-NP" sz="6100" dirty="0">
                <a:latin typeface="Kokila" pitchFamily="34" charset="0"/>
                <a:cs typeface="Kalimati" panose="00000400000000000000" pitchFamily="2"/>
              </a:rPr>
              <a:t>	</a:t>
            </a:r>
            <a:r>
              <a:rPr lang="en-US" sz="6100" dirty="0">
                <a:latin typeface="Kokila" pitchFamily="34" charset="0"/>
                <a:cs typeface="Kalimati" panose="00000400000000000000" pitchFamily="2"/>
              </a:rPr>
              <a:t>  </a:t>
            </a:r>
            <a:r>
              <a:rPr lang="ne-NP" sz="6100" b="1" u="sng" dirty="0">
                <a:solidFill>
                  <a:srgbClr val="FF0000"/>
                </a:solidFill>
                <a:effectLst>
                  <a:outerShdw blurRad="38100" dist="38100" dir="2700000" algn="tl">
                    <a:srgbClr val="000000">
                      <a:alpha val="43137"/>
                    </a:srgbClr>
                  </a:outerShdw>
                </a:effectLst>
                <a:latin typeface="Kokila" pitchFamily="34" charset="0"/>
                <a:cs typeface="Kalimati" panose="00000400000000000000" pitchFamily="2"/>
              </a:rPr>
              <a:t>यसका केही अपवाद छन्</a:t>
            </a:r>
            <a:endParaRPr lang="en-US" sz="6100" b="1" u="sng" dirty="0">
              <a:solidFill>
                <a:srgbClr val="FF0000"/>
              </a:solidFill>
              <a:effectLst>
                <a:outerShdw blurRad="38100" dist="38100" dir="2700000" algn="tl">
                  <a:srgbClr val="000000">
                    <a:alpha val="43137"/>
                  </a:srgbClr>
                </a:outerShdw>
              </a:effectLst>
              <a:latin typeface="Kokila" pitchFamily="34" charset="0"/>
              <a:cs typeface="Kalimati" panose="00000400000000000000" pitchFamily="2"/>
            </a:endParaRPr>
          </a:p>
          <a:p>
            <a:pPr lvl="2" algn="just">
              <a:lnSpc>
                <a:spcPct val="130000"/>
              </a:lnSpc>
              <a:buFont typeface="Wingdings" panose="05000000000000000000" pitchFamily="2" charset="2"/>
              <a:buChar char="v"/>
            </a:pPr>
            <a:r>
              <a:rPr lang="ne-NP" sz="6100" dirty="0">
                <a:solidFill>
                  <a:srgbClr val="0070C0"/>
                </a:solidFill>
                <a:latin typeface="Kokila" pitchFamily="34" charset="0"/>
                <a:cs typeface="Kalimati" panose="00000400000000000000" pitchFamily="2"/>
              </a:rPr>
              <a:t>एकपटक यस दफा </a:t>
            </a:r>
            <a:r>
              <a:rPr lang="ne-NP" sz="6100" dirty="0" smtClean="0">
                <a:solidFill>
                  <a:srgbClr val="0070C0"/>
                </a:solidFill>
                <a:latin typeface="Kokila" pitchFamily="34" charset="0"/>
                <a:cs typeface="Kalimati" panose="00000400000000000000" pitchFamily="2"/>
              </a:rPr>
              <a:t>अन्तर्गतको </a:t>
            </a:r>
            <a:r>
              <a:rPr lang="ne-NP" sz="6100" dirty="0">
                <a:solidFill>
                  <a:srgbClr val="0070C0"/>
                </a:solidFill>
                <a:latin typeface="Kokila" pitchFamily="34" charset="0"/>
                <a:cs typeface="Kalimati" panose="00000400000000000000" pitchFamily="2"/>
              </a:rPr>
              <a:t>सुविधा पाइसकेको</a:t>
            </a:r>
          </a:p>
          <a:p>
            <a:pPr lvl="2" algn="just">
              <a:lnSpc>
                <a:spcPct val="130000"/>
              </a:lnSpc>
              <a:buFont typeface="Wingdings" panose="05000000000000000000" pitchFamily="2" charset="2"/>
              <a:buChar char="v"/>
            </a:pPr>
            <a:r>
              <a:rPr lang="ne-NP" sz="6100" dirty="0" smtClean="0">
                <a:solidFill>
                  <a:srgbClr val="0070C0"/>
                </a:solidFill>
                <a:latin typeface="Kokila" pitchFamily="34" charset="0"/>
                <a:cs typeface="Kalimati" panose="00000400000000000000" pitchFamily="2"/>
              </a:rPr>
              <a:t>कैद सजाय पाएकोमा कैद भुक्तान </a:t>
            </a:r>
            <a:r>
              <a:rPr lang="ne-NP" sz="6100" dirty="0">
                <a:solidFill>
                  <a:srgbClr val="0070C0"/>
                </a:solidFill>
                <a:latin typeface="Kokila" pitchFamily="34" charset="0"/>
                <a:cs typeface="Kalimati" panose="00000400000000000000" pitchFamily="2"/>
              </a:rPr>
              <a:t>गरेको तीन वर्ष पूरा नगरेको </a:t>
            </a:r>
          </a:p>
          <a:p>
            <a:pPr lvl="2" algn="just">
              <a:lnSpc>
                <a:spcPct val="130000"/>
              </a:lnSpc>
              <a:buFont typeface="Wingdings" panose="05000000000000000000" pitchFamily="2" charset="2"/>
              <a:buChar char="v"/>
            </a:pPr>
            <a:r>
              <a:rPr lang="ne-NP" sz="6100" dirty="0">
                <a:solidFill>
                  <a:srgbClr val="0070C0"/>
                </a:solidFill>
                <a:latin typeface="Kokila" pitchFamily="34" charset="0"/>
                <a:cs typeface="Kalimati" panose="00000400000000000000" pitchFamily="2"/>
              </a:rPr>
              <a:t>अभियोग लगाइएको कसूरमा एकपटक सजाय पाइसकेको।</a:t>
            </a:r>
            <a:endParaRPr lang="en-US" sz="6100" dirty="0">
              <a:solidFill>
                <a:srgbClr val="0070C0"/>
              </a:solidFill>
              <a:latin typeface="Kokila" pitchFamily="34" charset="0"/>
              <a:cs typeface="Kalimati" panose="00000400000000000000" pitchFamily="2"/>
            </a:endParaRPr>
          </a:p>
          <a:p>
            <a:pPr marL="393700" lvl="1" indent="0" algn="just">
              <a:lnSpc>
                <a:spcPct val="130000"/>
              </a:lnSpc>
              <a:buNone/>
            </a:pPr>
            <a:endParaRPr lang="en-US" sz="6100" b="1" dirty="0">
              <a:solidFill>
                <a:srgbClr val="0070C0"/>
              </a:solidFill>
              <a:latin typeface="Kokila" pitchFamily="34" charset="0"/>
              <a:cs typeface="Kalimati" panose="00000400000000000000" pitchFamily="2"/>
            </a:endParaRPr>
          </a:p>
          <a:p>
            <a:pPr marL="393700" lvl="1" indent="0" algn="just">
              <a:lnSpc>
                <a:spcPct val="130000"/>
              </a:lnSpc>
              <a:buNone/>
            </a:pPr>
            <a:r>
              <a:rPr lang="ne-NP" sz="6100" b="1" dirty="0">
                <a:latin typeface="Kokila" pitchFamily="34" charset="0"/>
                <a:cs typeface="Kalimati" panose="00000400000000000000" pitchFamily="2"/>
              </a:rPr>
              <a:t>तर अदालतमा फरक बयान दिएमा</a:t>
            </a:r>
            <a:r>
              <a:rPr lang="en-US" sz="6100" b="1" dirty="0">
                <a:latin typeface="Kokila" pitchFamily="34" charset="0"/>
                <a:cs typeface="Kalimati" panose="00000400000000000000" pitchFamily="2"/>
              </a:rPr>
              <a:t>, </a:t>
            </a:r>
            <a:r>
              <a:rPr lang="ne-NP" sz="6100" b="1" dirty="0">
                <a:latin typeface="Kokila" pitchFamily="34" charset="0"/>
                <a:cs typeface="Kalimati" panose="00000400000000000000" pitchFamily="2"/>
              </a:rPr>
              <a:t>प्रतिकुल प्रमाण दिएमा</a:t>
            </a:r>
            <a:r>
              <a:rPr lang="en-US" sz="6100" b="1" dirty="0">
                <a:latin typeface="Kokila" pitchFamily="34" charset="0"/>
                <a:cs typeface="Kalimati" panose="00000400000000000000" pitchFamily="2"/>
              </a:rPr>
              <a:t>, </a:t>
            </a:r>
            <a:r>
              <a:rPr lang="ne-NP" sz="6100" b="1" dirty="0">
                <a:latin typeface="Kokila" pitchFamily="34" charset="0"/>
                <a:cs typeface="Kalimati" panose="00000400000000000000" pitchFamily="2"/>
              </a:rPr>
              <a:t>कसूर इन्कार गरेमा वा न्यायिक कारबाहीमा सहयोग नपुर्याएमा सुविधा </a:t>
            </a:r>
            <a:r>
              <a:rPr lang="ne-NP" sz="6100" b="1" dirty="0" smtClean="0">
                <a:latin typeface="Kokila" pitchFamily="34" charset="0"/>
                <a:cs typeface="Kalimati" panose="00000400000000000000" pitchFamily="2"/>
              </a:rPr>
              <a:t>नपाउने, </a:t>
            </a:r>
            <a:r>
              <a:rPr lang="ne-NP" sz="6100" b="1" dirty="0">
                <a:latin typeface="Kokila" pitchFamily="34" charset="0"/>
                <a:cs typeface="Kalimati" panose="00000400000000000000" pitchFamily="2"/>
              </a:rPr>
              <a:t>सरकारी वकीलले </a:t>
            </a:r>
            <a:r>
              <a:rPr lang="ne-NP" sz="6100" b="1" dirty="0" smtClean="0">
                <a:latin typeface="Kokila" pitchFamily="34" charset="0"/>
                <a:cs typeface="Kalimati" panose="00000400000000000000" pitchFamily="2"/>
              </a:rPr>
              <a:t>प्रस्ताव गरिएको छुट सजाय रद्द गरी थप </a:t>
            </a:r>
            <a:r>
              <a:rPr lang="ne-NP" sz="6100" b="1" dirty="0">
                <a:latin typeface="Kokila" pitchFamily="34" charset="0"/>
                <a:cs typeface="Kalimati" panose="00000400000000000000" pitchFamily="2"/>
              </a:rPr>
              <a:t>सजायको मागदावी सहित अदालतमा निवेदन दिन सक्ने।</a:t>
            </a:r>
            <a:endParaRPr lang="en-US" sz="6100" b="1" dirty="0">
              <a:latin typeface="Kokila" pitchFamily="34" charset="0"/>
              <a:cs typeface="Kalimati" panose="00000400000000000000" pitchFamily="2"/>
            </a:endParaRPr>
          </a:p>
          <a:p>
            <a:endParaRPr lang="en-US" sz="6100" dirty="0"/>
          </a:p>
        </p:txBody>
      </p:sp>
      <p:sp>
        <p:nvSpPr>
          <p:cNvPr id="5" name="Title 1">
            <a:extLst>
              <a:ext uri="{FF2B5EF4-FFF2-40B4-BE49-F238E27FC236}">
                <a16:creationId xmlns="" xmlns:a16="http://schemas.microsoft.com/office/drawing/2014/main" id="{7125CDBD-A8D8-E3E2-FAB0-688012289912}"/>
              </a:ext>
            </a:extLst>
          </p:cNvPr>
          <p:cNvSpPr>
            <a:spLocks noGrp="1"/>
          </p:cNvSpPr>
          <p:nvPr>
            <p:ph type="title"/>
          </p:nvPr>
        </p:nvSpPr>
        <p:spPr>
          <a:xfrm>
            <a:off x="338138" y="1"/>
            <a:ext cx="10515600" cy="356615"/>
          </a:xfrm>
        </p:spPr>
        <p:txBody>
          <a:bodyPr>
            <a:normAutofit fontScale="90000"/>
          </a:bodyPr>
          <a:lstStyle/>
          <a:p>
            <a:r>
              <a:rPr lang="ne-NP" sz="2800" b="1" dirty="0">
                <a:effectLst>
                  <a:outerShdw blurRad="38100" dist="38100" dir="2700000" algn="tl">
                    <a:srgbClr val="000000">
                      <a:alpha val="43137"/>
                    </a:srgbClr>
                  </a:outerShdw>
                </a:effectLst>
                <a:cs typeface="Kalimati" panose="00000400000000000000" pitchFamily="2"/>
              </a:rPr>
              <a:t>क्रमशः</a:t>
            </a:r>
            <a:endParaRPr lang="en-US" sz="2800" b="1" dirty="0">
              <a:effectLst>
                <a:outerShdw blurRad="38100" dist="38100" dir="2700000" algn="tl">
                  <a:srgbClr val="000000">
                    <a:alpha val="43137"/>
                  </a:srgbClr>
                </a:outerShdw>
              </a:effectLst>
              <a:cs typeface="Kalimati" panose="00000400000000000000" pitchFamily="2"/>
            </a:endParaRPr>
          </a:p>
        </p:txBody>
      </p:sp>
    </p:spTree>
    <p:extLst>
      <p:ext uri="{BB962C8B-B14F-4D97-AF65-F5344CB8AC3E}">
        <p14:creationId xmlns:p14="http://schemas.microsoft.com/office/powerpoint/2010/main" val="42556809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025" y="842794"/>
            <a:ext cx="10515600" cy="5172411"/>
          </a:xfrm>
        </p:spPr>
        <p:txBody>
          <a:bodyPr>
            <a:normAutofit/>
          </a:bodyPr>
          <a:lstStyle/>
          <a:p>
            <a:pPr>
              <a:buFont typeface="Wingdings" panose="05000000000000000000" pitchFamily="2" charset="2"/>
              <a:buChar char="Ø"/>
            </a:pPr>
            <a:r>
              <a:rPr lang="ne-NP" sz="2800" b="1" dirty="0">
                <a:effectLst>
                  <a:outerShdw blurRad="38100" dist="38100" dir="2700000" algn="tl">
                    <a:srgbClr val="000000">
                      <a:alpha val="43137"/>
                    </a:srgbClr>
                  </a:outerShdw>
                </a:effectLst>
                <a:cs typeface="Kalimati" panose="00000400000000000000" pitchFamily="2"/>
              </a:rPr>
              <a:t>मुलुकी फौजदारी कार्यविधि नियमावली</a:t>
            </a:r>
            <a:r>
              <a:rPr lang="en-US" sz="2800" b="1" dirty="0">
                <a:effectLst>
                  <a:outerShdw blurRad="38100" dist="38100" dir="2700000" algn="tl">
                    <a:srgbClr val="000000">
                      <a:alpha val="43137"/>
                    </a:srgbClr>
                  </a:outerShdw>
                </a:effectLst>
                <a:cs typeface="Kalimati" panose="00000400000000000000" pitchFamily="2"/>
              </a:rPr>
              <a:t>,</a:t>
            </a:r>
            <a:r>
              <a:rPr lang="ne-NP" sz="2800" b="1" dirty="0">
                <a:effectLst>
                  <a:outerShdw blurRad="38100" dist="38100" dir="2700000" algn="tl">
                    <a:srgbClr val="000000">
                      <a:alpha val="43137"/>
                    </a:srgbClr>
                  </a:outerShdw>
                </a:effectLst>
                <a:cs typeface="Kalimati" panose="00000400000000000000" pitchFamily="2"/>
              </a:rPr>
              <a:t> २०७४ का व्यवस्थाहरु</a:t>
            </a:r>
          </a:p>
          <a:p>
            <a:pPr marL="366713" lvl="1" indent="0">
              <a:buNone/>
            </a:pPr>
            <a:endParaRPr lang="ne-NP" sz="1200" b="1" dirty="0">
              <a:solidFill>
                <a:srgbClr val="FF0000"/>
              </a:solidFill>
              <a:effectLst>
                <a:outerShdw blurRad="38100" dist="38100" dir="2700000" algn="tl">
                  <a:srgbClr val="000000">
                    <a:alpha val="43137"/>
                  </a:srgbClr>
                </a:outerShdw>
              </a:effectLst>
              <a:cs typeface="Kalimati" panose="00000400000000000000" pitchFamily="2"/>
            </a:endParaRPr>
          </a:p>
          <a:p>
            <a:pPr marL="709613" lvl="1" indent="-342900">
              <a:lnSpc>
                <a:spcPct val="120000"/>
              </a:lnSpc>
              <a:buFont typeface="Wingdings" panose="05000000000000000000" pitchFamily="2" charset="2"/>
              <a:buChar char="v"/>
            </a:pPr>
            <a:r>
              <a:rPr lang="ne-NP" b="1" dirty="0">
                <a:cs typeface="Kalimati" panose="00000400000000000000" pitchFamily="2"/>
              </a:rPr>
              <a:t>सजाय कम दावी लिई मुद्दा अभियोग पत्र दायर भएकोमा सो रद्द गरी </a:t>
            </a:r>
            <a:r>
              <a:rPr lang="ne-NP" b="1" i="1" dirty="0">
                <a:cs typeface="Kalimati" panose="00000400000000000000" pitchFamily="2"/>
              </a:rPr>
              <a:t>थप दावी लिंदा सकभर थुनछेक आदेश पूर्व नै लिनु पर्ने </a:t>
            </a:r>
            <a:r>
              <a:rPr lang="en-US" dirty="0">
                <a:solidFill>
                  <a:srgbClr val="FF0000"/>
                </a:solidFill>
                <a:cs typeface="Kalimati" panose="00000400000000000000" pitchFamily="2"/>
              </a:rPr>
              <a:t>(</a:t>
            </a:r>
            <a:r>
              <a:rPr lang="ne-NP" dirty="0">
                <a:solidFill>
                  <a:srgbClr val="FF0000"/>
                </a:solidFill>
                <a:cs typeface="Kalimati" panose="00000400000000000000" pitchFamily="2"/>
              </a:rPr>
              <a:t>फौ</a:t>
            </a:r>
            <a:r>
              <a:rPr lang="en-US" dirty="0">
                <a:solidFill>
                  <a:srgbClr val="FF0000"/>
                </a:solidFill>
                <a:cs typeface="Kalimati" panose="00000400000000000000" pitchFamily="2"/>
              </a:rPr>
              <a:t>.</a:t>
            </a:r>
            <a:r>
              <a:rPr lang="ne-NP" dirty="0">
                <a:solidFill>
                  <a:srgbClr val="FF0000"/>
                </a:solidFill>
                <a:cs typeface="Kalimati" panose="00000400000000000000" pitchFamily="2"/>
              </a:rPr>
              <a:t> का</a:t>
            </a:r>
            <a:r>
              <a:rPr lang="en-US" dirty="0">
                <a:solidFill>
                  <a:srgbClr val="FF0000"/>
                </a:solidFill>
                <a:cs typeface="Kalimati" panose="00000400000000000000" pitchFamily="2"/>
              </a:rPr>
              <a:t>.</a:t>
            </a:r>
            <a:r>
              <a:rPr lang="ne-NP" dirty="0">
                <a:solidFill>
                  <a:srgbClr val="FF0000"/>
                </a:solidFill>
                <a:cs typeface="Kalimati" panose="00000400000000000000" pitchFamily="2"/>
              </a:rPr>
              <a:t> नियमावली</a:t>
            </a:r>
            <a:r>
              <a:rPr lang="en-US" dirty="0">
                <a:solidFill>
                  <a:srgbClr val="FF0000"/>
                </a:solidFill>
                <a:cs typeface="Kalimati" panose="00000400000000000000" pitchFamily="2"/>
              </a:rPr>
              <a:t>,</a:t>
            </a:r>
            <a:r>
              <a:rPr lang="ne-NP" dirty="0">
                <a:solidFill>
                  <a:srgbClr val="FF0000"/>
                </a:solidFill>
                <a:cs typeface="Kalimati" panose="00000400000000000000" pitchFamily="2"/>
              </a:rPr>
              <a:t> २०७५ नियम १९</a:t>
            </a:r>
            <a:r>
              <a:rPr lang="en-US" dirty="0">
                <a:solidFill>
                  <a:srgbClr val="FF0000"/>
                </a:solidFill>
                <a:cs typeface="Kalimati" panose="00000400000000000000" pitchFamily="2"/>
              </a:rPr>
              <a:t>)</a:t>
            </a:r>
            <a:endParaRPr lang="ne-NP" dirty="0">
              <a:solidFill>
                <a:srgbClr val="FF0000"/>
              </a:solidFill>
              <a:cs typeface="Kalimati" panose="00000400000000000000" pitchFamily="2"/>
            </a:endParaRPr>
          </a:p>
          <a:p>
            <a:pPr marL="709613" lvl="1" indent="-342900">
              <a:lnSpc>
                <a:spcPct val="120000"/>
              </a:lnSpc>
              <a:buFont typeface="Wingdings" panose="05000000000000000000" pitchFamily="2" charset="2"/>
              <a:buChar char="v"/>
            </a:pPr>
            <a:r>
              <a:rPr lang="ne-NP" b="1" dirty="0">
                <a:cs typeface="Kalimati" panose="00000400000000000000" pitchFamily="2"/>
              </a:rPr>
              <a:t>सरकारी वकीलले सजायमा छुट दिनु पर्ने गरी अभियोग पत्रमा प्रस्ताव गरेमा </a:t>
            </a:r>
            <a:r>
              <a:rPr lang="ne-NP" b="1" i="1" dirty="0">
                <a:cs typeface="Kalimati" panose="00000400000000000000" pitchFamily="2"/>
              </a:rPr>
              <a:t>अदालतले सजाय गर्दा सजायमा </a:t>
            </a:r>
            <a:r>
              <a:rPr lang="ne-NP" b="1" i="1" dirty="0">
                <a:solidFill>
                  <a:srgbClr val="FF0000"/>
                </a:solidFill>
                <a:cs typeface="Kalimati" panose="00000400000000000000" pitchFamily="2"/>
              </a:rPr>
              <a:t>छुट दिनु पर्ने </a:t>
            </a:r>
            <a:r>
              <a:rPr lang="en-US" dirty="0">
                <a:solidFill>
                  <a:srgbClr val="FF0000"/>
                </a:solidFill>
                <a:cs typeface="Kalimati" panose="00000400000000000000" pitchFamily="2"/>
              </a:rPr>
              <a:t>(</a:t>
            </a:r>
            <a:r>
              <a:rPr lang="ne-NP" dirty="0">
                <a:solidFill>
                  <a:srgbClr val="FF0000"/>
                </a:solidFill>
                <a:cs typeface="Kalimati" panose="00000400000000000000" pitchFamily="2"/>
              </a:rPr>
              <a:t>नियम २१</a:t>
            </a:r>
            <a:r>
              <a:rPr lang="en-US" dirty="0" smtClean="0">
                <a:solidFill>
                  <a:srgbClr val="FF0000"/>
                </a:solidFill>
                <a:cs typeface="Kalimati" panose="00000400000000000000" pitchFamily="2"/>
              </a:rPr>
              <a:t>)</a:t>
            </a:r>
            <a:r>
              <a:rPr lang="ne-NP" dirty="0" smtClean="0">
                <a:solidFill>
                  <a:srgbClr val="FF0000"/>
                </a:solidFill>
                <a:cs typeface="Kalimati" panose="00000400000000000000" pitchFamily="2"/>
              </a:rPr>
              <a:t> ??</a:t>
            </a:r>
            <a:endParaRPr lang="ne-NP" dirty="0">
              <a:solidFill>
                <a:srgbClr val="FF0000"/>
              </a:solidFill>
              <a:cs typeface="Kalimati" panose="00000400000000000000" pitchFamily="2"/>
            </a:endParaRPr>
          </a:p>
          <a:p>
            <a:pPr marL="709613" lvl="1" indent="-342900">
              <a:lnSpc>
                <a:spcPct val="120000"/>
              </a:lnSpc>
              <a:buFont typeface="Wingdings" panose="05000000000000000000" pitchFamily="2" charset="2"/>
              <a:buChar char="v"/>
            </a:pPr>
            <a:r>
              <a:rPr lang="ne-NP" b="1" i="1" dirty="0">
                <a:cs typeface="Kalimati" panose="00000400000000000000" pitchFamily="2"/>
              </a:rPr>
              <a:t>सजायमा छुटको दावी लिएकोमा सो फिर्ता लिन निवेदन दिएमा सजायमा छुट दावी लिएको नमानिने </a:t>
            </a:r>
            <a:r>
              <a:rPr lang="en-US" dirty="0">
                <a:solidFill>
                  <a:srgbClr val="FF0000"/>
                </a:solidFill>
                <a:cs typeface="Kalimati" panose="00000400000000000000" pitchFamily="2"/>
              </a:rPr>
              <a:t>(</a:t>
            </a:r>
            <a:r>
              <a:rPr lang="ne-NP" dirty="0">
                <a:solidFill>
                  <a:srgbClr val="FF0000"/>
                </a:solidFill>
                <a:cs typeface="Kalimati" panose="00000400000000000000" pitchFamily="2"/>
              </a:rPr>
              <a:t>नियम २२</a:t>
            </a:r>
            <a:r>
              <a:rPr lang="en-US" dirty="0">
                <a:solidFill>
                  <a:srgbClr val="FF0000"/>
                </a:solidFill>
                <a:cs typeface="Kalimati" panose="00000400000000000000" pitchFamily="2"/>
              </a:rPr>
              <a:t>)</a:t>
            </a:r>
          </a:p>
        </p:txBody>
      </p:sp>
    </p:spTree>
    <p:extLst>
      <p:ext uri="{BB962C8B-B14F-4D97-AF65-F5344CB8AC3E}">
        <p14:creationId xmlns:p14="http://schemas.microsoft.com/office/powerpoint/2010/main" val="2639472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0964E237-2336-7810-7CAB-3B0B70CA61E9}"/>
              </a:ext>
            </a:extLst>
          </p:cNvPr>
          <p:cNvSpPr>
            <a:spLocks noGrp="1"/>
          </p:cNvSpPr>
          <p:nvPr>
            <p:ph idx="1"/>
          </p:nvPr>
        </p:nvSpPr>
        <p:spPr>
          <a:xfrm>
            <a:off x="323851" y="1019174"/>
            <a:ext cx="10972800" cy="5838826"/>
          </a:xfrm>
        </p:spPr>
        <p:txBody>
          <a:bodyPr/>
          <a:lstStyle/>
          <a:p>
            <a:pPr marL="0" indent="0" algn="just">
              <a:buNone/>
            </a:pPr>
            <a:r>
              <a:rPr lang="ne-NP" sz="2400" b="1" dirty="0">
                <a:effectLst>
                  <a:outerShdw blurRad="38100" dist="38100" dir="2700000" algn="tl">
                    <a:srgbClr val="000000">
                      <a:alpha val="43137"/>
                    </a:srgbClr>
                  </a:outerShdw>
                </a:effectLst>
                <a:cs typeface="Kalimati" panose="00000400000000000000" pitchFamily="2"/>
              </a:rPr>
              <a:t>मुलुकी फौजदारी कार्यविधि संहिता</a:t>
            </a:r>
            <a:r>
              <a:rPr lang="en-US" sz="2400" b="1" dirty="0">
                <a:effectLst>
                  <a:outerShdw blurRad="38100" dist="38100" dir="2700000" algn="tl">
                    <a:srgbClr val="000000">
                      <a:alpha val="43137"/>
                    </a:srgbClr>
                  </a:outerShdw>
                </a:effectLst>
                <a:cs typeface="Kalimati" panose="00000400000000000000" pitchFamily="2"/>
              </a:rPr>
              <a:t>,</a:t>
            </a:r>
            <a:r>
              <a:rPr lang="ne-NP" sz="2400" b="1" dirty="0">
                <a:effectLst>
                  <a:outerShdw blurRad="38100" dist="38100" dir="2700000" algn="tl">
                    <a:srgbClr val="000000">
                      <a:alpha val="43137"/>
                    </a:srgbClr>
                  </a:outerShdw>
                </a:effectLst>
                <a:cs typeface="Kalimati" panose="00000400000000000000" pitchFamily="2"/>
              </a:rPr>
              <a:t> २०७४</a:t>
            </a:r>
            <a:r>
              <a:rPr lang="ne-NP" sz="2400" b="1" dirty="0">
                <a:effectLst>
                  <a:outerShdw blurRad="38100" dist="38100" dir="2700000" algn="tl">
                    <a:srgbClr val="000000">
                      <a:alpha val="43137"/>
                    </a:srgbClr>
                  </a:outerShdw>
                </a:effectLst>
                <a:latin typeface="Kokila" pitchFamily="34" charset="0"/>
                <a:cs typeface="Kalimati" panose="00000400000000000000" pitchFamily="2"/>
              </a:rPr>
              <a:t> को </a:t>
            </a:r>
            <a:r>
              <a:rPr lang="ne-NP" sz="2400" b="1" dirty="0">
                <a:solidFill>
                  <a:srgbClr val="FF0000"/>
                </a:solidFill>
                <a:effectLst>
                  <a:outerShdw blurRad="38100" dist="38100" dir="2700000" algn="tl">
                    <a:srgbClr val="000000">
                      <a:alpha val="43137"/>
                    </a:srgbClr>
                  </a:outerShdw>
                </a:effectLst>
                <a:latin typeface="Kokila" pitchFamily="34" charset="0"/>
                <a:cs typeface="Kalimati" panose="00000400000000000000" pitchFamily="2"/>
              </a:rPr>
              <a:t>दफा १४५</a:t>
            </a:r>
            <a:endParaRPr lang="ne-NP" sz="2400" dirty="0">
              <a:cs typeface="Kalimati" panose="00000400000000000000" pitchFamily="2"/>
            </a:endParaRPr>
          </a:p>
          <a:p>
            <a:pPr marL="0" indent="0" algn="just">
              <a:buNone/>
            </a:pPr>
            <a:r>
              <a:rPr lang="ne-NP" sz="2400" b="1" dirty="0">
                <a:effectLst>
                  <a:outerShdw blurRad="38100" dist="38100" dir="2700000" algn="tl">
                    <a:srgbClr val="000000">
                      <a:alpha val="43137"/>
                    </a:srgbClr>
                  </a:outerShdw>
                </a:effectLst>
                <a:latin typeface="Kokila" pitchFamily="34" charset="0"/>
                <a:cs typeface="Kalimati" panose="00000400000000000000" pitchFamily="2"/>
              </a:rPr>
              <a:t>दफा १४५</a:t>
            </a:r>
            <a:r>
              <a:rPr lang="ne-NP" sz="2400" dirty="0">
                <a:cs typeface="Kalimati" panose="00000400000000000000" pitchFamily="2"/>
              </a:rPr>
              <a:t>(१क) प्रचलित कानून बमोजिम </a:t>
            </a:r>
            <a:r>
              <a:rPr lang="ne-NP" sz="2400" b="1" dirty="0">
                <a:solidFill>
                  <a:srgbClr val="FF0000"/>
                </a:solidFill>
                <a:cs typeface="Kalimati" panose="00000400000000000000" pitchFamily="2"/>
              </a:rPr>
              <a:t>जन्मकैद गर्नु पर्ने मुद्दाको अभियुक्तले </a:t>
            </a:r>
            <a:r>
              <a:rPr lang="ne-NP" sz="2400" dirty="0">
                <a:cs typeface="Kalimati" panose="00000400000000000000" pitchFamily="2"/>
              </a:rPr>
              <a:t>कसूर गरेको कुरामा अदालतमा साबित भएकोमा त्यस्तो कसूर गर्दाको परिस्थितिलाई विचार गर्दा जन्मकैदको सजाय गर्नु न्यायको रोहमा बढी पर्ने भई न्यायाधीशले कारण सहित </a:t>
            </a:r>
            <a:r>
              <a:rPr lang="ne-NP" sz="2400" dirty="0">
                <a:solidFill>
                  <a:srgbClr val="FF0000"/>
                </a:solidFill>
                <a:cs typeface="Kalimati" panose="00000400000000000000" pitchFamily="2"/>
              </a:rPr>
              <a:t>घटी सजायको प्रस्ताव </a:t>
            </a:r>
            <a:r>
              <a:rPr lang="ne-NP" sz="2400" dirty="0">
                <a:cs typeface="Kalimati" panose="00000400000000000000" pitchFamily="2"/>
              </a:rPr>
              <a:t>गरी राय सहित फैसला गरेकोमा त्यसरी फैसला भएको मितिले पैंतीस दिनभित्र मिसिल सहित पुनरावेदन सुन्ने अदालतमा राय पेश गर्नु पर्नेछ ।</a:t>
            </a:r>
          </a:p>
          <a:p>
            <a:pPr marL="0" indent="0" algn="just">
              <a:buNone/>
            </a:pPr>
            <a:endParaRPr lang="ne-NP" sz="2400" dirty="0">
              <a:cs typeface="Kalimati" panose="00000400000000000000" pitchFamily="2"/>
            </a:endParaRPr>
          </a:p>
          <a:p>
            <a:pPr marL="0" indent="0" algn="just">
              <a:buNone/>
            </a:pPr>
            <a:r>
              <a:rPr lang="ne-NP" sz="2400" b="1" dirty="0">
                <a:effectLst>
                  <a:outerShdw blurRad="38100" dist="38100" dir="2700000" algn="tl">
                    <a:srgbClr val="000000">
                      <a:alpha val="43137"/>
                    </a:srgbClr>
                  </a:outerShdw>
                </a:effectLst>
                <a:cs typeface="Kalimati" panose="00000400000000000000" pitchFamily="2"/>
              </a:rPr>
              <a:t>फौजदारी कसूर (सजाय निर्धारण तथा कार्यान्वयन) ऐन, २०७४ को </a:t>
            </a:r>
            <a:r>
              <a:rPr lang="ne-NP" sz="2400" b="1" dirty="0">
                <a:solidFill>
                  <a:srgbClr val="FF0000"/>
                </a:solidFill>
                <a:effectLst>
                  <a:outerShdw blurRad="38100" dist="38100" dir="2700000" algn="tl">
                    <a:srgbClr val="000000">
                      <a:alpha val="43137"/>
                    </a:srgbClr>
                  </a:outerShdw>
                </a:effectLst>
                <a:cs typeface="Kalimati" panose="00000400000000000000" pitchFamily="2"/>
              </a:rPr>
              <a:t>दफा १७ क </a:t>
            </a:r>
            <a:endParaRPr lang="ne-NP" sz="2400" dirty="0">
              <a:solidFill>
                <a:srgbClr val="FF0000"/>
              </a:solidFill>
              <a:effectLst>
                <a:outerShdw blurRad="38100" dist="38100" dir="2700000" algn="tl">
                  <a:srgbClr val="000000">
                    <a:alpha val="43137"/>
                  </a:srgbClr>
                </a:outerShdw>
              </a:effectLst>
              <a:cs typeface="Kalimati" panose="00000400000000000000" pitchFamily="2"/>
            </a:endParaRPr>
          </a:p>
          <a:p>
            <a:pPr marL="0" indent="0" algn="just">
              <a:buNone/>
            </a:pPr>
            <a:r>
              <a:rPr lang="ne-NP" sz="2400" dirty="0">
                <a:solidFill>
                  <a:srgbClr val="FF0000"/>
                </a:solidFill>
                <a:effectLst>
                  <a:outerShdw blurRad="38100" dist="38100" dir="2700000" algn="tl">
                    <a:srgbClr val="000000">
                      <a:alpha val="43137"/>
                    </a:srgbClr>
                  </a:outerShdw>
                </a:effectLst>
                <a:cs typeface="Kalimati" panose="00000400000000000000" pitchFamily="2"/>
              </a:rPr>
              <a:t>दफा १७क. कम सजाय तोक्ने र राय पेश गर्ने: </a:t>
            </a:r>
            <a:endParaRPr lang="ne-NP" sz="2400" dirty="0">
              <a:cs typeface="Kalimati" panose="00000400000000000000" pitchFamily="2"/>
            </a:endParaRPr>
          </a:p>
          <a:p>
            <a:pPr marL="0" indent="0" algn="just">
              <a:buNone/>
            </a:pPr>
            <a:r>
              <a:rPr lang="ne-NP" sz="2400" dirty="0">
                <a:cs typeface="Kalimati" panose="00000400000000000000" pitchFamily="2"/>
              </a:rPr>
              <a:t>(१) प्रचलित कानून बमोजिम </a:t>
            </a:r>
            <a:r>
              <a:rPr lang="ne-NP" sz="2400" dirty="0">
                <a:solidFill>
                  <a:srgbClr val="FF0000"/>
                </a:solidFill>
                <a:cs typeface="Kalimati" panose="00000400000000000000" pitchFamily="2"/>
              </a:rPr>
              <a:t>जन्मकैद गर्नु पर्ने मुद्दाको अभियुक्तले कसूर गरेको कुरामा अदालतमा साबित भएको </a:t>
            </a:r>
            <a:r>
              <a:rPr lang="ne-NP" sz="2400" dirty="0">
                <a:cs typeface="Kalimati" panose="00000400000000000000" pitchFamily="2"/>
              </a:rPr>
              <a:t>र मिसिल संलग्न प्रमाणबाट त्यस्तो साबिती साँचो देखिएमा निजलाई जन्मकैदको सजाय दिँदा त्यस्तो कसूर गर्दाको परिस्थितिलाई विचार गर्दा न्यायको रोहमा बढी पर्ने भई न्यायाधीशले घटी सजाय गर्न उपयुक्त देखेमा सोको कारण खुलाई राय सहितको फैसला गर्न सक्नेछ ।</a:t>
            </a:r>
          </a:p>
          <a:p>
            <a:pPr marL="0" indent="0" algn="just">
              <a:buNone/>
            </a:pPr>
            <a:endParaRPr lang="ne-NP" sz="2300" dirty="0">
              <a:cs typeface="Kalimati" panose="00000400000000000000" pitchFamily="2"/>
            </a:endParaRPr>
          </a:p>
          <a:p>
            <a:pPr marL="0" indent="0" algn="just">
              <a:buNone/>
            </a:pPr>
            <a:endParaRPr lang="en-US" dirty="0"/>
          </a:p>
        </p:txBody>
      </p:sp>
      <p:sp>
        <p:nvSpPr>
          <p:cNvPr id="2" name="Title 1">
            <a:extLst>
              <a:ext uri="{FF2B5EF4-FFF2-40B4-BE49-F238E27FC236}">
                <a16:creationId xmlns="" xmlns:a16="http://schemas.microsoft.com/office/drawing/2014/main" id="{49C57FE8-C3D9-F99A-1A01-9E55FAC73168}"/>
              </a:ext>
            </a:extLst>
          </p:cNvPr>
          <p:cNvSpPr>
            <a:spLocks noGrp="1"/>
          </p:cNvSpPr>
          <p:nvPr>
            <p:ph type="title"/>
          </p:nvPr>
        </p:nvSpPr>
        <p:spPr>
          <a:xfrm>
            <a:off x="338138" y="266699"/>
            <a:ext cx="10515600" cy="493775"/>
          </a:xfrm>
        </p:spPr>
        <p:txBody>
          <a:bodyPr>
            <a:normAutofit/>
          </a:bodyPr>
          <a:lstStyle/>
          <a:p>
            <a:r>
              <a:rPr lang="ne-NP" sz="2800" b="1" dirty="0" smtClean="0">
                <a:effectLst>
                  <a:outerShdw blurRad="38100" dist="38100" dir="2700000" algn="tl">
                    <a:srgbClr val="000000">
                      <a:alpha val="43137"/>
                    </a:srgbClr>
                  </a:outerShdw>
                </a:effectLst>
                <a:cs typeface="Kalimati" panose="00000400000000000000" pitchFamily="2"/>
              </a:rPr>
              <a:t>क्रमशः    सजायमा छुटको दावी नभएपनि अदालतले गर्न सक्ने</a:t>
            </a:r>
            <a:endParaRPr lang="en-US" sz="2800" b="1" dirty="0">
              <a:effectLst>
                <a:outerShdw blurRad="38100" dist="38100" dir="2700000" algn="tl">
                  <a:srgbClr val="000000">
                    <a:alpha val="43137"/>
                  </a:srgbClr>
                </a:outerShdw>
              </a:effectLst>
              <a:cs typeface="Kalimati" panose="00000400000000000000" pitchFamily="2"/>
            </a:endParaRPr>
          </a:p>
        </p:txBody>
      </p:sp>
    </p:spTree>
    <p:extLst>
      <p:ext uri="{BB962C8B-B14F-4D97-AF65-F5344CB8AC3E}">
        <p14:creationId xmlns:p14="http://schemas.microsoft.com/office/powerpoint/2010/main" val="14973081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73152"/>
            <a:ext cx="10972800" cy="452142"/>
          </a:xfrm>
        </p:spPr>
        <p:txBody>
          <a:bodyPr/>
          <a:lstStyle/>
          <a:p>
            <a:r>
              <a:rPr lang="ne-NP" sz="2000" dirty="0" smtClean="0">
                <a:cs typeface="Kalimati" panose="00000400000000000000" pitchFamily="2"/>
              </a:rPr>
              <a:t>क्रमशः...</a:t>
            </a:r>
            <a:endParaRPr lang="en-US" sz="2000" dirty="0">
              <a:cs typeface="Kalimati" panose="00000400000000000000" pitchFamily="2"/>
            </a:endParaRPr>
          </a:p>
        </p:txBody>
      </p:sp>
      <p:sp>
        <p:nvSpPr>
          <p:cNvPr id="3" name="Content Placeholder 2"/>
          <p:cNvSpPr>
            <a:spLocks noGrp="1"/>
          </p:cNvSpPr>
          <p:nvPr>
            <p:ph idx="1"/>
          </p:nvPr>
        </p:nvSpPr>
        <p:spPr>
          <a:xfrm>
            <a:off x="432881" y="525294"/>
            <a:ext cx="11551596" cy="6128425"/>
          </a:xfrm>
        </p:spPr>
        <p:txBody>
          <a:bodyPr/>
          <a:lstStyle/>
          <a:p>
            <a:pPr marL="0" indent="0">
              <a:buNone/>
            </a:pPr>
            <a:r>
              <a:rPr lang="ne-NP" b="1" dirty="0" smtClean="0">
                <a:cs typeface="Kalimati" panose="00000400000000000000" pitchFamily="2"/>
              </a:rPr>
              <a:t>मुलुकी अपराध संहिता, २०७४ को दफा ३८,३९- कसुरको गम्भीरता बढाउने र घटाउने अवस्थाहरू</a:t>
            </a:r>
            <a:endParaRPr lang="en-US" b="1" dirty="0" smtClean="0">
              <a:cs typeface="Kalimati" panose="00000400000000000000" pitchFamily="2"/>
            </a:endParaRPr>
          </a:p>
          <a:p>
            <a:pPr>
              <a:buFont typeface="Courier New" panose="02070309020205020404" pitchFamily="49" charset="0"/>
              <a:buChar char="o"/>
            </a:pPr>
            <a:r>
              <a:rPr lang="en-US" dirty="0">
                <a:cs typeface="Kalimati" panose="00000400000000000000" pitchFamily="2"/>
              </a:rPr>
              <a:t> </a:t>
            </a:r>
            <a:r>
              <a:rPr lang="ne-NP" sz="2000" dirty="0" smtClean="0">
                <a:cs typeface="Kalimati" panose="00000400000000000000" pitchFamily="2"/>
              </a:rPr>
              <a:t>कसुरदारको उमेर अठार बर्षभन्दा कम वा पचहत्तर बर्ष भन्दा माथि भएको </a:t>
            </a:r>
          </a:p>
          <a:p>
            <a:pPr marL="0" indent="0">
              <a:buNone/>
            </a:pPr>
            <a:r>
              <a:rPr lang="ne-NP" sz="2000" dirty="0">
                <a:cs typeface="Kalimati" panose="00000400000000000000" pitchFamily="2"/>
              </a:rPr>
              <a:t> </a:t>
            </a:r>
            <a:r>
              <a:rPr lang="ne-NP" sz="2000" dirty="0" smtClean="0">
                <a:cs typeface="Kalimati" panose="00000400000000000000" pitchFamily="2"/>
              </a:rPr>
              <a:t>        </a:t>
            </a:r>
            <a:r>
              <a:rPr lang="ne-NP" sz="1700" dirty="0" smtClean="0">
                <a:cs typeface="Kalimati" panose="00000400000000000000" pitchFamily="2"/>
              </a:rPr>
              <a:t>( जेष्ठ नागरिक ऐन, २०६३ को दफा १२ समेतमा सजाय भुक्तानमा छुट) </a:t>
            </a:r>
          </a:p>
          <a:p>
            <a:pPr>
              <a:buFont typeface="Courier New" panose="02070309020205020404" pitchFamily="49" charset="0"/>
              <a:buChar char="o"/>
            </a:pPr>
            <a:r>
              <a:rPr lang="ne-NP" sz="2000" dirty="0" smtClean="0">
                <a:cs typeface="Kalimati" panose="00000400000000000000" pitchFamily="2"/>
              </a:rPr>
              <a:t>कसुरदारको कसुर गर्ने नियत नभएको, सम्बन्धित ब्यक्तिले कसुरदारलाई उत्तेजित गरेको,कसुरदार वा निजको नजिकको नातेदारको बिरूद्ध गरिएको कुनै गम्भीर कसुरको प्रतिकारस्वरूप तत्कालै कसुर भएको,</a:t>
            </a:r>
          </a:p>
          <a:p>
            <a:pPr>
              <a:buFont typeface="Courier New" panose="02070309020205020404" pitchFamily="49" charset="0"/>
              <a:buChar char="o"/>
            </a:pPr>
            <a:r>
              <a:rPr lang="ne-NP" sz="2000" dirty="0" smtClean="0">
                <a:cs typeface="Kalimati" panose="00000400000000000000" pitchFamily="2"/>
              </a:rPr>
              <a:t>स्वेच्छाले कसुर स्वीकार गरेको वा त्यस्तो कसुर गरे वापत पश्चाताप गरेको, कसुर स्वीकार गरी भविश्यमा फौजदारी कसुर नगर्ने रतिबद्धता ब्यक्त गरेको, अदालतमा साँचो कुरा ब्यक्त गरी न्यायिक प्रक्रियामा सहयोग पुर्‍याएको, पीडितलाई क्षतिपूर्ति दिइसकेको वा दिन मञ्‍जुर गरेको</a:t>
            </a:r>
          </a:p>
          <a:p>
            <a:pPr>
              <a:buFont typeface="Courier New" panose="02070309020205020404" pitchFamily="49" charset="0"/>
              <a:buChar char="o"/>
            </a:pPr>
            <a:r>
              <a:rPr lang="ne-NP" sz="2000" dirty="0" smtClean="0">
                <a:cs typeface="Kalimati" panose="00000400000000000000" pitchFamily="2"/>
              </a:rPr>
              <a:t>कसुरदारले सम्बन्धित अधिकारीसमक्ष आत्समर्पण गरेको</a:t>
            </a:r>
          </a:p>
          <a:p>
            <a:pPr>
              <a:buFont typeface="Courier New" panose="02070309020205020404" pitchFamily="49" charset="0"/>
              <a:buChar char="o"/>
            </a:pPr>
            <a:r>
              <a:rPr lang="ne-NP" sz="2000" dirty="0" smtClean="0">
                <a:cs typeface="Kalimati" panose="00000400000000000000" pitchFamily="2"/>
              </a:rPr>
              <a:t>शारीरिक, मानसिक तथा अपाङ्गताको कारणले गर्दा कसुरदारको क्षमता ह्रास भएको</a:t>
            </a:r>
          </a:p>
          <a:p>
            <a:pPr>
              <a:buFont typeface="Courier New" panose="02070309020205020404" pitchFamily="49" charset="0"/>
              <a:buChar char="o"/>
            </a:pPr>
            <a:r>
              <a:rPr lang="ne-NP" sz="2000" dirty="0" smtClean="0">
                <a:cs typeface="Kalimati" panose="00000400000000000000" pitchFamily="2"/>
              </a:rPr>
              <a:t>पीडित पक्ष र समाजलाई हुन गएको हानी नोक्सानीको मात्रा उल्लेखनीय नदेखिएको</a:t>
            </a:r>
          </a:p>
          <a:p>
            <a:pPr>
              <a:buFont typeface="Courier New" panose="02070309020205020404" pitchFamily="49" charset="0"/>
              <a:buChar char="o"/>
            </a:pPr>
            <a:r>
              <a:rPr lang="ne-NP" sz="2000" dirty="0" smtClean="0">
                <a:cs typeface="Kalimati" panose="00000400000000000000" pitchFamily="2"/>
              </a:rPr>
              <a:t>कसैको बहकाउ वा दवाबमा अपराध गरेको । </a:t>
            </a:r>
          </a:p>
          <a:p>
            <a:pPr>
              <a:buFont typeface="Courier New" panose="02070309020205020404" pitchFamily="49" charset="0"/>
              <a:buChar char="o"/>
            </a:pPr>
            <a:r>
              <a:rPr lang="ne-NP" sz="2000" dirty="0" smtClean="0">
                <a:cs typeface="Kalimati" panose="00000400000000000000" pitchFamily="2"/>
              </a:rPr>
              <a:t>अपहरण, शरीर बन्धकसम्बन्धी कसुरमा कसुरदारले आत्मसमर्पण गरेमा वा कसुर गर्ने गिरोहका सदस्यलाई पक्राउ गर्न सहयोग पुर्‍याएमा अबस्था हेरी अदालतले निजलाई सजाय कम गर्न सक्नेछ (दफा २१६)।</a:t>
            </a:r>
          </a:p>
          <a:p>
            <a:pPr>
              <a:buFont typeface="Courier New" panose="02070309020205020404" pitchFamily="49" charset="0"/>
              <a:buChar char="o"/>
            </a:pPr>
            <a:endParaRPr lang="ne-NP" sz="2000" dirty="0" smtClean="0">
              <a:cs typeface="Kalimati" panose="00000400000000000000" pitchFamily="2"/>
            </a:endParaRPr>
          </a:p>
          <a:p>
            <a:pPr>
              <a:buFont typeface="Courier New" panose="02070309020205020404" pitchFamily="49" charset="0"/>
              <a:buChar char="o"/>
            </a:pPr>
            <a:endParaRPr lang="en-US" sz="2000" dirty="0" smtClean="0">
              <a:cs typeface="Kalimati" panose="00000400000000000000" pitchFamily="2"/>
            </a:endParaRPr>
          </a:p>
          <a:p>
            <a:endParaRPr lang="en-US" dirty="0">
              <a:cs typeface="Kalimati" panose="00000400000000000000" pitchFamily="2"/>
            </a:endParaRPr>
          </a:p>
        </p:txBody>
      </p:sp>
    </p:spTree>
    <p:extLst>
      <p:ext uri="{BB962C8B-B14F-4D97-AF65-F5344CB8AC3E}">
        <p14:creationId xmlns:p14="http://schemas.microsoft.com/office/powerpoint/2010/main" val="39105007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A9E8D7A-20C5-FF72-28EB-BA9A917315CB}"/>
              </a:ext>
            </a:extLst>
          </p:cNvPr>
          <p:cNvSpPr>
            <a:spLocks noGrp="1"/>
          </p:cNvSpPr>
          <p:nvPr>
            <p:ph type="title"/>
          </p:nvPr>
        </p:nvSpPr>
        <p:spPr>
          <a:xfrm>
            <a:off x="438151" y="524990"/>
            <a:ext cx="10972800" cy="627434"/>
          </a:xfrm>
        </p:spPr>
        <p:txBody>
          <a:bodyPr/>
          <a:lstStyle/>
          <a:p>
            <a:r>
              <a:rPr lang="ne-NP" sz="2900" b="1" dirty="0">
                <a:effectLst>
                  <a:outerShdw blurRad="38100" dist="38100" dir="2700000" algn="tl">
                    <a:srgbClr val="000000">
                      <a:alpha val="43137"/>
                    </a:srgbClr>
                  </a:outerShdw>
                </a:effectLst>
                <a:cs typeface="Kalimati" panose="00000400000000000000" pitchFamily="2"/>
              </a:rPr>
              <a:t>सजायमा छुट दिने मागदाबी सम्बन्धी निर्देशिका, २०८०</a:t>
            </a:r>
            <a:endParaRPr lang="en-US" sz="2900" b="1" dirty="0">
              <a:effectLst>
                <a:outerShdw blurRad="38100" dist="38100" dir="2700000" algn="tl">
                  <a:srgbClr val="000000">
                    <a:alpha val="43137"/>
                  </a:srgbClr>
                </a:outerShdw>
              </a:effectLst>
              <a:cs typeface="Kalimati" panose="00000400000000000000" pitchFamily="2"/>
            </a:endParaRPr>
          </a:p>
        </p:txBody>
      </p:sp>
      <p:sp>
        <p:nvSpPr>
          <p:cNvPr id="3" name="Content Placeholder 2">
            <a:extLst>
              <a:ext uri="{FF2B5EF4-FFF2-40B4-BE49-F238E27FC236}">
                <a16:creationId xmlns="" xmlns:a16="http://schemas.microsoft.com/office/drawing/2014/main" id="{5DED4017-16EC-B5AA-F343-C26B7028D7FA}"/>
              </a:ext>
            </a:extLst>
          </p:cNvPr>
          <p:cNvSpPr>
            <a:spLocks noGrp="1"/>
          </p:cNvSpPr>
          <p:nvPr>
            <p:ph idx="1"/>
          </p:nvPr>
        </p:nvSpPr>
        <p:spPr>
          <a:xfrm>
            <a:off x="246434" y="1252438"/>
            <a:ext cx="11945566" cy="5934176"/>
          </a:xfrm>
        </p:spPr>
        <p:txBody>
          <a:bodyPr/>
          <a:lstStyle/>
          <a:p>
            <a:pPr algn="just">
              <a:buFont typeface="Wingdings" panose="05000000000000000000" pitchFamily="2" charset="2"/>
              <a:buChar char="Ø"/>
            </a:pPr>
            <a:r>
              <a:rPr lang="ne-NP" sz="1900" b="1" dirty="0">
                <a:solidFill>
                  <a:srgbClr val="FF0000"/>
                </a:solidFill>
                <a:cs typeface="Kalimati" panose="00000400000000000000" pitchFamily="2"/>
              </a:rPr>
              <a:t>दफा २ को खण्ड (ख) </a:t>
            </a:r>
            <a:r>
              <a:rPr lang="ne-NP" sz="1900" b="1" dirty="0">
                <a:cs typeface="Kalimati" panose="00000400000000000000" pitchFamily="2"/>
              </a:rPr>
              <a:t>मा वार्ता र सम्झौताको परिभाषा गरिएको।</a:t>
            </a:r>
            <a:endParaRPr lang="en-US" sz="1900" b="1" dirty="0">
              <a:cs typeface="Kalimati" panose="00000400000000000000" pitchFamily="2"/>
            </a:endParaRPr>
          </a:p>
          <a:p>
            <a:pPr algn="just">
              <a:buFont typeface="Wingdings" panose="05000000000000000000" pitchFamily="2" charset="2"/>
              <a:buChar char="Ø"/>
            </a:pPr>
            <a:r>
              <a:rPr lang="ne-NP" sz="1900" b="1" dirty="0">
                <a:solidFill>
                  <a:srgbClr val="FF0000"/>
                </a:solidFill>
                <a:cs typeface="Kalimati" panose="00000400000000000000" pitchFamily="2"/>
              </a:rPr>
              <a:t>दफा ३ को (२)</a:t>
            </a:r>
            <a:r>
              <a:rPr lang="ne-NP" sz="1900" b="1" dirty="0">
                <a:cs typeface="Kalimati" panose="00000400000000000000" pitchFamily="2"/>
              </a:rPr>
              <a:t> </a:t>
            </a:r>
            <a:r>
              <a:rPr lang="en-US" sz="1900" b="1" dirty="0">
                <a:cs typeface="Kalimati" panose="00000400000000000000" pitchFamily="2"/>
              </a:rPr>
              <a:t>: </a:t>
            </a:r>
            <a:r>
              <a:rPr lang="ne-NP" sz="1900" b="1" dirty="0">
                <a:cs typeface="Kalimati" panose="00000400000000000000" pitchFamily="2"/>
              </a:rPr>
              <a:t>देहायका कानुनका कसुरमा अनुसन्धान तथा तहकिकातको काम कारवाहीमा सहयोग गर्ने अभियुक्तलाई अनुसन्धान अधिकारीले आफ्नो साक्षीकोरूपमा प्रस्तुत गरी सजायमा छुट दिन माग दावी लिन सक्नेः-</a:t>
            </a:r>
          </a:p>
          <a:p>
            <a:pPr marL="652463" lvl="1" indent="-285750" algn="just"/>
            <a:r>
              <a:rPr lang="ne-NP" sz="1900" b="1" i="1" dirty="0">
                <a:cs typeface="Kalimati" panose="00000400000000000000" pitchFamily="2"/>
              </a:rPr>
              <a:t>भ्रष्टाचार निवारण ऐन,२०५९, </a:t>
            </a:r>
            <a:endParaRPr lang="en-US" sz="1900" b="1" i="1" dirty="0">
              <a:cs typeface="Kalimati" panose="00000400000000000000" pitchFamily="2"/>
            </a:endParaRPr>
          </a:p>
          <a:p>
            <a:pPr marL="652463" lvl="1" indent="-285750" algn="just"/>
            <a:r>
              <a:rPr lang="ne-NP" sz="1900" b="1" i="1" dirty="0">
                <a:cs typeface="Kalimati" panose="00000400000000000000" pitchFamily="2"/>
              </a:rPr>
              <a:t>बैङ्किङ कसुर तथा सजाय ऐन, २०६४, </a:t>
            </a:r>
            <a:endParaRPr lang="en-US" sz="1900" b="1" i="1" dirty="0">
              <a:cs typeface="Kalimati" panose="00000400000000000000" pitchFamily="2"/>
            </a:endParaRPr>
          </a:p>
          <a:p>
            <a:pPr marL="652463" lvl="1" indent="-285750" algn="just"/>
            <a:r>
              <a:rPr lang="ne-NP" sz="1900" b="1" i="1" dirty="0">
                <a:cs typeface="Kalimati" panose="00000400000000000000" pitchFamily="2"/>
              </a:rPr>
              <a:t>सम्पत्ति शुद्धिकरण (मनी लाउण्डरिङ्ग) निवारण ऐन, २०६४</a:t>
            </a:r>
          </a:p>
          <a:p>
            <a:pPr algn="just">
              <a:buFont typeface="Wingdings" panose="05000000000000000000" pitchFamily="2" charset="2"/>
              <a:buChar char="Ø"/>
            </a:pPr>
            <a:r>
              <a:rPr lang="ne-NP" sz="1900" b="1" dirty="0">
                <a:solidFill>
                  <a:srgbClr val="FF0000"/>
                </a:solidFill>
                <a:cs typeface="Kalimati" panose="00000400000000000000" pitchFamily="2"/>
              </a:rPr>
              <a:t>दफा ३ को (३)</a:t>
            </a:r>
            <a:r>
              <a:rPr lang="en-US" sz="1900" b="1" dirty="0">
                <a:solidFill>
                  <a:srgbClr val="FF0000"/>
                </a:solidFill>
                <a:cs typeface="Kalimati" panose="00000400000000000000" pitchFamily="2"/>
              </a:rPr>
              <a:t> </a:t>
            </a:r>
            <a:r>
              <a:rPr lang="en-US" sz="1900" b="1" dirty="0">
                <a:cs typeface="Kalimati" panose="00000400000000000000" pitchFamily="2"/>
              </a:rPr>
              <a:t>:</a:t>
            </a:r>
            <a:r>
              <a:rPr lang="ne-NP" sz="1900" b="1" dirty="0">
                <a:cs typeface="Kalimati" panose="00000400000000000000" pitchFamily="2"/>
              </a:rPr>
              <a:t> </a:t>
            </a:r>
            <a:r>
              <a:rPr lang="ne-NP" sz="1900" b="1" dirty="0">
                <a:solidFill>
                  <a:prstClr val="black"/>
                </a:solidFill>
                <a:cs typeface="Kalimati" panose="00000400000000000000" pitchFamily="2"/>
              </a:rPr>
              <a:t>देहायका कानुनका कसुरमाअभियोग लागेको अभियुक्तले आफूले गरेको कसुर स्वीकार गरी सो कसुरका सम्बन्धमा प्रमाण जुटाउन, अन्य गिरोह वा मतियारलाई पक्राउ गर्न प्रहरी, सरकारी वकिल वा अदालतलाई सहयोग पुर्‍याएमा निजलाई सम्बन्धित कानुनमा सजायमा छुट दिने माग दावी लिन सकिनेः-</a:t>
            </a:r>
            <a:endParaRPr lang="en-US" sz="1900" b="1" dirty="0">
              <a:solidFill>
                <a:prstClr val="black"/>
              </a:solidFill>
              <a:cs typeface="Kalimati" panose="00000400000000000000" pitchFamily="2"/>
            </a:endParaRPr>
          </a:p>
          <a:p>
            <a:pPr marL="538163" lvl="1" indent="-171450" algn="just"/>
            <a:r>
              <a:rPr lang="ne-NP" sz="1900" b="1" i="1" dirty="0">
                <a:solidFill>
                  <a:prstClr val="black"/>
                </a:solidFill>
                <a:cs typeface="Kalimati" panose="00000400000000000000" pitchFamily="2"/>
              </a:rPr>
              <a:t>लागू औषध (नियन्त्रण) ऐन, २०३३, </a:t>
            </a:r>
            <a:endParaRPr lang="en-US" sz="1900" b="1" i="1" dirty="0">
              <a:solidFill>
                <a:prstClr val="black"/>
              </a:solidFill>
              <a:cs typeface="Kalimati" panose="00000400000000000000" pitchFamily="2"/>
            </a:endParaRPr>
          </a:p>
          <a:p>
            <a:pPr marL="538163" lvl="1" indent="-171450" algn="just"/>
            <a:r>
              <a:rPr lang="ne-NP" sz="1900" b="1" i="1" dirty="0">
                <a:solidFill>
                  <a:prstClr val="black"/>
                </a:solidFill>
                <a:cs typeface="Kalimati" panose="00000400000000000000" pitchFamily="2"/>
              </a:rPr>
              <a:t>मानव बेचबिखन तथा सारपसार (नियन्त्रण) ऐन, २०६४, </a:t>
            </a:r>
            <a:endParaRPr lang="en-US" sz="1900" b="1" i="1" dirty="0">
              <a:solidFill>
                <a:prstClr val="black"/>
              </a:solidFill>
              <a:cs typeface="Kalimati" panose="00000400000000000000" pitchFamily="2"/>
            </a:endParaRPr>
          </a:p>
          <a:p>
            <a:pPr marL="538163" lvl="1" indent="-171450" algn="just"/>
            <a:r>
              <a:rPr lang="ne-NP" sz="1900" b="1" i="1" dirty="0">
                <a:solidFill>
                  <a:prstClr val="black"/>
                </a:solidFill>
                <a:cs typeface="Kalimati" panose="00000400000000000000" pitchFamily="2"/>
              </a:rPr>
              <a:t>सङ्गठित अपराध निवारण ऐन, २०७० </a:t>
            </a:r>
          </a:p>
          <a:p>
            <a:pPr algn="just">
              <a:buFont typeface="Wingdings" panose="05000000000000000000" pitchFamily="2" charset="2"/>
              <a:buChar char="Ø"/>
            </a:pPr>
            <a:r>
              <a:rPr lang="ne-NP" sz="1900" b="1" dirty="0">
                <a:solidFill>
                  <a:srgbClr val="FF0000"/>
                </a:solidFill>
                <a:cs typeface="Kalimati" panose="00000400000000000000" pitchFamily="2"/>
              </a:rPr>
              <a:t>दफा ३ को (४) </a:t>
            </a:r>
            <a:r>
              <a:rPr lang="ne-NP" sz="1900" dirty="0">
                <a:solidFill>
                  <a:prstClr val="black"/>
                </a:solidFill>
                <a:cs typeface="Kalimati" panose="00000400000000000000" pitchFamily="2"/>
              </a:rPr>
              <a:t>- </a:t>
            </a:r>
            <a:r>
              <a:rPr lang="ne-NP" sz="1900" b="1" dirty="0">
                <a:solidFill>
                  <a:prstClr val="black"/>
                </a:solidFill>
                <a:cs typeface="Kalimati" panose="00000400000000000000" pitchFamily="2"/>
              </a:rPr>
              <a:t>देहायका कानुनका कसुरमाअभियोग लागेको अभियुक्तले आफूले गरेको कसुर स्वीकार गरी सो कसुरका सम्बन्धमा प्रमाण जुटाउन, अन्य अभियुक्त वा त्यसको गिरोह वा मतियारलाई पक्राउ गर्न वा अनुसन्धान वा अभियोजन वा अदालतलाई सहयोग पुर्‍याएमा निजलाई सम्बन्धित कानुनमा सजायमा छुट दिने माग दावी लिन सकिनेः-</a:t>
            </a:r>
          </a:p>
          <a:p>
            <a:pPr lvl="1" algn="just"/>
            <a:r>
              <a:rPr lang="ne-NP" sz="1700" b="1" i="1" dirty="0">
                <a:cs typeface="Kalimati" panose="00000400000000000000" pitchFamily="2"/>
              </a:rPr>
              <a:t> </a:t>
            </a:r>
            <a:r>
              <a:rPr lang="ne-NP" sz="1800" b="1" i="1" dirty="0">
                <a:cs typeface="Kalimati" panose="00000400000000000000" pitchFamily="2"/>
              </a:rPr>
              <a:t>मुलुकी अपराध संहिता, २०७४ </a:t>
            </a:r>
            <a:endParaRPr lang="en-US" sz="1800" b="1" i="1" dirty="0">
              <a:cs typeface="Kalimati" panose="00000400000000000000" pitchFamily="2"/>
            </a:endParaRPr>
          </a:p>
          <a:p>
            <a:pPr lvl="1" algn="just"/>
            <a:r>
              <a:rPr lang="ne-NP" sz="1800" b="1" i="1" dirty="0">
                <a:cs typeface="Kalimati" panose="00000400000000000000" pitchFamily="2"/>
              </a:rPr>
              <a:t> मुलुकी फौजदारी कार्यबिधि संहिता, २०७४</a:t>
            </a:r>
            <a:endParaRPr lang="ne-NP" sz="1800" i="1" dirty="0">
              <a:cs typeface="Kalimati" panose="00000400000000000000" pitchFamily="2"/>
            </a:endParaRPr>
          </a:p>
          <a:p>
            <a:endParaRPr lang="en-US" sz="2200" dirty="0"/>
          </a:p>
        </p:txBody>
      </p:sp>
    </p:spTree>
    <p:extLst>
      <p:ext uri="{BB962C8B-B14F-4D97-AF65-F5344CB8AC3E}">
        <p14:creationId xmlns:p14="http://schemas.microsoft.com/office/powerpoint/2010/main" val="482794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74516"/>
            <a:ext cx="10972800" cy="462064"/>
          </a:xfrm>
        </p:spPr>
        <p:txBody>
          <a:bodyPr/>
          <a:lstStyle/>
          <a:p>
            <a:r>
              <a:rPr lang="ne-NP" sz="2800" b="1" dirty="0">
                <a:effectLst>
                  <a:outerShdw blurRad="38100" dist="38100" dir="2700000" algn="tl">
                    <a:srgbClr val="000000">
                      <a:alpha val="43137"/>
                    </a:srgbClr>
                  </a:outerShdw>
                </a:effectLst>
                <a:cs typeface="Kalimati" panose="00000400000000000000" pitchFamily="2"/>
              </a:rPr>
              <a:t>क्रमशः</a:t>
            </a:r>
            <a:endParaRPr lang="en-US" sz="2800" b="1" dirty="0">
              <a:effectLst>
                <a:outerShdw blurRad="38100" dist="38100" dir="2700000" algn="tl">
                  <a:srgbClr val="000000">
                    <a:alpha val="43137"/>
                  </a:srgbClr>
                </a:outerShdw>
              </a:effectLst>
              <a:cs typeface="Kalimati" panose="00000400000000000000" pitchFamily="2"/>
            </a:endParaRPr>
          </a:p>
        </p:txBody>
      </p:sp>
      <p:sp>
        <p:nvSpPr>
          <p:cNvPr id="3" name="Content Placeholder 2"/>
          <p:cNvSpPr>
            <a:spLocks noGrp="1"/>
          </p:cNvSpPr>
          <p:nvPr>
            <p:ph idx="1"/>
          </p:nvPr>
        </p:nvSpPr>
        <p:spPr>
          <a:xfrm>
            <a:off x="609600" y="836580"/>
            <a:ext cx="10972800" cy="5864258"/>
          </a:xfrm>
        </p:spPr>
        <p:txBody>
          <a:bodyPr/>
          <a:lstStyle/>
          <a:p>
            <a:pPr lvl="0" algn="just">
              <a:buFont typeface="Wingdings" panose="05000000000000000000" pitchFamily="2" charset="2"/>
              <a:buChar char="Ø"/>
            </a:pPr>
            <a:r>
              <a:rPr lang="ne-NP" sz="2300" b="1" dirty="0">
                <a:solidFill>
                  <a:srgbClr val="FF0000"/>
                </a:solidFill>
                <a:cs typeface="Kalimati" panose="00000400000000000000" pitchFamily="2"/>
              </a:rPr>
              <a:t>दफा ४- सजाय छुट हुने जानकारी दिने:</a:t>
            </a:r>
            <a:r>
              <a:rPr lang="ne-NP" sz="2300" dirty="0">
                <a:solidFill>
                  <a:srgbClr val="FF0000"/>
                </a:solidFill>
                <a:cs typeface="Kalimati" panose="00000400000000000000" pitchFamily="2"/>
              </a:rPr>
              <a:t> </a:t>
            </a:r>
            <a:endParaRPr lang="en-US" sz="2300" dirty="0">
              <a:solidFill>
                <a:srgbClr val="FF0000"/>
              </a:solidFill>
              <a:cs typeface="Kalimati" panose="00000400000000000000" pitchFamily="2"/>
            </a:endParaRPr>
          </a:p>
          <a:p>
            <a:pPr marL="366713" lvl="1" indent="0" algn="just">
              <a:buNone/>
            </a:pPr>
            <a:r>
              <a:rPr lang="ne-NP" sz="2300" dirty="0">
                <a:solidFill>
                  <a:prstClr val="black"/>
                </a:solidFill>
                <a:cs typeface="Kalimati" panose="00000400000000000000" pitchFamily="2"/>
              </a:rPr>
              <a:t>अनुसन्धान अधिकारीले अभियुक्तको बयान लिनु अघि सजायमा छुट दिन वा कम गर्न सकिने कानूनी व्यवस्था, यस सम्बन्धी प्रक्रिया तथा परिणामको बारेमा अभियुक्तले बुझ्ने गरी जानकारी दिनु पर्ने ।</a:t>
            </a:r>
          </a:p>
          <a:p>
            <a:pPr marL="366713" lvl="1" indent="0" algn="just">
              <a:buNone/>
            </a:pPr>
            <a:r>
              <a:rPr lang="ne-NP" sz="2300" dirty="0">
                <a:solidFill>
                  <a:prstClr val="black"/>
                </a:solidFill>
                <a:cs typeface="Kalimati" panose="00000400000000000000" pitchFamily="2"/>
              </a:rPr>
              <a:t>यसरी जानकारी दिँदा अभियुक्तलाई सजाय छुट सम्बन्धी वार्तामा सहभागी हुन र सो सम्बन्धी निर्णय लिन आवश्यक सूचना उपलब्ध गराउने तथा निजको कानून व्यवसायी वा निजले रोजेको व्यक्तिलाई सो सम्बन्धी प्रक्रियामा सहभागी गराउन सक्ने कुरा समेत जानकारी दिनु पर्नेछ ।</a:t>
            </a:r>
          </a:p>
          <a:p>
            <a:pPr lvl="0" algn="just">
              <a:buFont typeface="Wingdings" panose="05000000000000000000" pitchFamily="2" charset="2"/>
              <a:buChar char="Ø"/>
            </a:pPr>
            <a:r>
              <a:rPr lang="ne-NP" sz="2300" b="1" dirty="0">
                <a:solidFill>
                  <a:srgbClr val="FF0000"/>
                </a:solidFill>
                <a:cs typeface="Kalimati" panose="00000400000000000000" pitchFamily="2"/>
              </a:rPr>
              <a:t>दफा ५- निवेदन दिने:</a:t>
            </a:r>
            <a:r>
              <a:rPr lang="ne-NP" sz="2300" dirty="0">
                <a:solidFill>
                  <a:srgbClr val="FF0000"/>
                </a:solidFill>
                <a:cs typeface="Kalimati" panose="00000400000000000000" pitchFamily="2"/>
              </a:rPr>
              <a:t> </a:t>
            </a:r>
            <a:endParaRPr lang="en-US" sz="2300" dirty="0">
              <a:solidFill>
                <a:srgbClr val="FF0000"/>
              </a:solidFill>
              <a:cs typeface="Kalimati" panose="00000400000000000000" pitchFamily="2"/>
            </a:endParaRPr>
          </a:p>
          <a:p>
            <a:pPr marL="366713" lvl="1" indent="0" algn="just">
              <a:buNone/>
            </a:pPr>
            <a:r>
              <a:rPr lang="ne-NP" sz="2300" dirty="0">
                <a:solidFill>
                  <a:prstClr val="black"/>
                </a:solidFill>
                <a:cs typeface="Kalimati" panose="00000400000000000000" pitchFamily="2"/>
              </a:rPr>
              <a:t>उपरोक्तानुसारको जानकारी पाएपछि अभियुक्त सजाय छुट हुने प्रक्रियामा सहभागी हुन मञ्जुर</a:t>
            </a:r>
            <a:r>
              <a:rPr lang="en-US" sz="2300" dirty="0">
                <a:solidFill>
                  <a:prstClr val="black"/>
                </a:solidFill>
                <a:cs typeface="Kalimati" panose="00000400000000000000" pitchFamily="2"/>
              </a:rPr>
              <a:t> </a:t>
            </a:r>
            <a:r>
              <a:rPr lang="ne-NP" sz="2300" dirty="0">
                <a:solidFill>
                  <a:prstClr val="black"/>
                </a:solidFill>
                <a:cs typeface="Kalimati" panose="00000400000000000000" pitchFamily="2"/>
              </a:rPr>
              <a:t>भएमा निजले अनुसन्धान अधिकारी समक्ष निवेदन दिनु पर्नेछ ।</a:t>
            </a:r>
            <a:endParaRPr lang="en-US" sz="2300" dirty="0">
              <a:solidFill>
                <a:prstClr val="black"/>
              </a:solidFill>
              <a:cs typeface="Kalimati" panose="00000400000000000000" pitchFamily="2"/>
            </a:endParaRPr>
          </a:p>
          <a:p>
            <a:pPr marL="366713" lvl="1" indent="0" algn="just">
              <a:buNone/>
            </a:pPr>
            <a:r>
              <a:rPr lang="ne-NP" sz="2300" dirty="0">
                <a:cs typeface="Kalimati" panose="00000400000000000000" pitchFamily="2"/>
              </a:rPr>
              <a:t>अभियुक्तको निवेदन परेमा सजाय छुट दिने माग दावीको प्रक्रियाको लागि योग्य वा सक्षम रहे नरहेको अनुसन्धान अधिकारीले यकिन गर्ने, सजाय छुट पाउन योग्य देखिएमा सरकारी वकिलसमक्ष वयान लिने, बयानमा उल्लेख गरेबमोजिम कसुरसँग सम्बन्धित प्रमाण सङ्कलन गर्ने र सजाय छुटका लागि सिफारिससहित सरकारी वकिलसमक्ष अनुसन्धान प्रतिवेदन पेश गर्ने ।</a:t>
            </a:r>
          </a:p>
          <a:p>
            <a:pPr marL="366713" lvl="1" indent="0" algn="just">
              <a:buNone/>
            </a:pPr>
            <a:endParaRPr lang="ne-NP" dirty="0">
              <a:solidFill>
                <a:prstClr val="black"/>
              </a:solidFill>
              <a:cs typeface="Kalimati" panose="00000400000000000000" pitchFamily="2"/>
            </a:endParaRPr>
          </a:p>
          <a:p>
            <a:pPr lvl="0" algn="just">
              <a:buFont typeface="Wingdings" panose="05000000000000000000" pitchFamily="2" charset="2"/>
              <a:buChar char="§"/>
            </a:pPr>
            <a:endParaRPr lang="ne-NP" dirty="0">
              <a:solidFill>
                <a:prstClr val="black"/>
              </a:solidFill>
              <a:cs typeface="Kalimati" panose="00000400000000000000" pitchFamily="2"/>
            </a:endParaRPr>
          </a:p>
          <a:p>
            <a:endParaRPr lang="en-US" dirty="0"/>
          </a:p>
        </p:txBody>
      </p:sp>
    </p:spTree>
    <p:extLst>
      <p:ext uri="{BB962C8B-B14F-4D97-AF65-F5344CB8AC3E}">
        <p14:creationId xmlns:p14="http://schemas.microsoft.com/office/powerpoint/2010/main" val="33375028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948750"/>
            <a:ext cx="10972800" cy="6206247"/>
          </a:xfrm>
        </p:spPr>
        <p:txBody>
          <a:bodyPr/>
          <a:lstStyle/>
          <a:p>
            <a:pPr algn="just">
              <a:buFont typeface="Wingdings" panose="05000000000000000000" pitchFamily="2" charset="2"/>
              <a:buChar char="Ø"/>
            </a:pPr>
            <a:r>
              <a:rPr lang="ne-NP" sz="2300" b="1" dirty="0">
                <a:solidFill>
                  <a:srgbClr val="FF0000"/>
                </a:solidFill>
                <a:cs typeface="Kalimati" panose="00000400000000000000" pitchFamily="2"/>
              </a:rPr>
              <a:t>दफा ७- सरकारी वकिलले बिचार गर्ने- </a:t>
            </a:r>
          </a:p>
          <a:p>
            <a:pPr marL="366713" lvl="1" indent="0" algn="just">
              <a:buNone/>
            </a:pPr>
            <a:r>
              <a:rPr lang="ne-NP" sz="2300" dirty="0">
                <a:cs typeface="Kalimati" panose="00000400000000000000" pitchFamily="2"/>
              </a:rPr>
              <a:t>प्रमाण सङ्कलन गर्न, कसुरमा संलग्न अन्य कसुरदार वा त्यसको गिरोह वा मतियारलाई पत्ता लगाउन सहयोग भए नभएको, अभियुक्त कसैको अनुचित प्रभाव, करकाप, दवाब वा झूक्यानमा परे नपरेको र निजले स्वेच्छापूर्वक कसुर स्वीकार गरे नगरेको हेरी यकिन गरी सिफारिस प्रतिवेदनअनुसार सजायमा छुट दिई माग दावी लिन मिल्ने नमिल्ने सम्बन्धमा सरकारी वकिलले बिचार गर्ने । त्यसरी हेर्दा अभियुक्तलाई सजाय छुट दिन सकिने देखिए (अनुसन्धान अधिकारीले सिफारिस नगरेपनि सजाय छुटको प्रक्रियामा सहभागी हुन निवेदन दिएको र छुट दिन सकिने देखिएमा समेत) अभियुक्त वा निजको कानुन व्यबसायी वा प्रतिनिधि र अनुसन्धान अधिकारीलाई सूचना दिने ।पीडित, पीडितको परिवार वा प्रतिनिधिलाई पनि सूचना दिने ।</a:t>
            </a:r>
          </a:p>
          <a:p>
            <a:pPr algn="just">
              <a:buFont typeface="Wingdings" panose="05000000000000000000" pitchFamily="2" charset="2"/>
              <a:buChar char="Ø"/>
            </a:pPr>
            <a:r>
              <a:rPr lang="ne-NP" sz="2300" b="1" dirty="0">
                <a:solidFill>
                  <a:srgbClr val="FF0000"/>
                </a:solidFill>
                <a:cs typeface="Kalimati" panose="00000400000000000000" pitchFamily="2"/>
              </a:rPr>
              <a:t>दफा ९- वार्ता गर्ने  </a:t>
            </a:r>
          </a:p>
          <a:p>
            <a:pPr marL="366713" lvl="1" indent="0" algn="just">
              <a:buNone/>
            </a:pPr>
            <a:r>
              <a:rPr lang="ne-NP" sz="2300" dirty="0">
                <a:cs typeface="Kalimati" panose="00000400000000000000" pitchFamily="2"/>
              </a:rPr>
              <a:t>अनुसन्धान अधिकारी, सरकारी वकिल, अभियुक्त वा निजको कानुन व्यबसायी वा प्रतिनिधि र पीडितबीच वार्ता गर्नुपर्ने । वार्तामा सजाय छुटको माग दाबी लिने सहमति भएमा </a:t>
            </a:r>
            <a:r>
              <a:rPr lang="ne-NP" sz="2300" dirty="0">
                <a:solidFill>
                  <a:prstClr val="black"/>
                </a:solidFill>
                <a:cs typeface="Kalimati" panose="00000400000000000000" pitchFamily="2"/>
              </a:rPr>
              <a:t>अनुसन्धान अधिकारी, सरकारी वकिल र अभियुक्त वा निजको कानुन व्यबसायी वा प्रतिनिधिको संलग्नतामा अभियुक्तलाई कति छुटको माग दावी लिई अभियोग पेश गर्ने भन्ने निर्धारण गर्ने ।</a:t>
            </a:r>
          </a:p>
          <a:p>
            <a:pPr marL="366713" lvl="1" indent="0" algn="just">
              <a:buNone/>
            </a:pPr>
            <a:r>
              <a:rPr lang="ne-NP" sz="2300" dirty="0">
                <a:cs typeface="Kalimati" panose="00000400000000000000" pitchFamily="2"/>
              </a:rPr>
              <a:t> </a:t>
            </a:r>
            <a:endParaRPr lang="en-US" sz="2300" dirty="0">
              <a:cs typeface="Kalimati" panose="00000400000000000000" pitchFamily="2"/>
            </a:endParaRPr>
          </a:p>
        </p:txBody>
      </p:sp>
      <p:sp>
        <p:nvSpPr>
          <p:cNvPr id="5" name="Title 1">
            <a:extLst>
              <a:ext uri="{FF2B5EF4-FFF2-40B4-BE49-F238E27FC236}">
                <a16:creationId xmlns="" xmlns:a16="http://schemas.microsoft.com/office/drawing/2014/main" id="{FF812C84-B39C-75B2-6A4C-4C2962BD4FCD}"/>
              </a:ext>
            </a:extLst>
          </p:cNvPr>
          <p:cNvSpPr>
            <a:spLocks noGrp="1"/>
          </p:cNvSpPr>
          <p:nvPr>
            <p:ph type="title"/>
          </p:nvPr>
        </p:nvSpPr>
        <p:spPr>
          <a:xfrm>
            <a:off x="609600" y="374516"/>
            <a:ext cx="10972800" cy="462064"/>
          </a:xfrm>
        </p:spPr>
        <p:txBody>
          <a:bodyPr/>
          <a:lstStyle/>
          <a:p>
            <a:r>
              <a:rPr lang="ne-NP" sz="2800" b="1" dirty="0">
                <a:effectLst>
                  <a:outerShdw blurRad="38100" dist="38100" dir="2700000" algn="tl">
                    <a:srgbClr val="000000">
                      <a:alpha val="43137"/>
                    </a:srgbClr>
                  </a:outerShdw>
                </a:effectLst>
                <a:cs typeface="Kalimati" panose="00000400000000000000" pitchFamily="2"/>
              </a:rPr>
              <a:t>क्रमशः</a:t>
            </a:r>
            <a:endParaRPr lang="en-US" sz="2800" b="1" dirty="0">
              <a:effectLst>
                <a:outerShdw blurRad="38100" dist="38100" dir="2700000" algn="tl">
                  <a:srgbClr val="000000">
                    <a:alpha val="43137"/>
                  </a:srgbClr>
                </a:outerShdw>
              </a:effectLst>
              <a:cs typeface="Kalimati" panose="00000400000000000000" pitchFamily="2"/>
            </a:endParaRPr>
          </a:p>
        </p:txBody>
      </p:sp>
    </p:spTree>
    <p:extLst>
      <p:ext uri="{BB962C8B-B14F-4D97-AF65-F5344CB8AC3E}">
        <p14:creationId xmlns:p14="http://schemas.microsoft.com/office/powerpoint/2010/main" val="235595900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316882"/>
            <a:ext cx="10972800" cy="5750669"/>
          </a:xfrm>
        </p:spPr>
        <p:txBody>
          <a:bodyPr/>
          <a:lstStyle/>
          <a:p>
            <a:pPr algn="just">
              <a:lnSpc>
                <a:spcPct val="130000"/>
              </a:lnSpc>
              <a:buFont typeface="Wingdings" panose="05000000000000000000" pitchFamily="2" charset="2"/>
              <a:buChar char="Ø"/>
            </a:pPr>
            <a:r>
              <a:rPr lang="ne-NP" sz="2400" b="1" dirty="0">
                <a:solidFill>
                  <a:prstClr val="black"/>
                </a:solidFill>
                <a:cs typeface="Kalimati" panose="00000400000000000000" pitchFamily="2"/>
              </a:rPr>
              <a:t>दफा १०- सजाय छुट माग दावीको सम्झौता गर्ने</a:t>
            </a:r>
          </a:p>
          <a:p>
            <a:pPr algn="just">
              <a:lnSpc>
                <a:spcPct val="130000"/>
              </a:lnSpc>
              <a:buFont typeface="Wingdings" panose="05000000000000000000" pitchFamily="2" charset="2"/>
              <a:buChar char="Ø"/>
            </a:pPr>
            <a:r>
              <a:rPr lang="ne-NP" sz="2400" b="1" dirty="0">
                <a:solidFill>
                  <a:prstClr val="black"/>
                </a:solidFill>
                <a:cs typeface="Kalimati" panose="00000400000000000000" pitchFamily="2"/>
              </a:rPr>
              <a:t>दफा ११- सम्झौता भएकोमा सरकारी वकिलले पीडित, पीडितको परिवार वा पीडितो प्रतिनिधिलाई सूचना दिने</a:t>
            </a:r>
          </a:p>
          <a:p>
            <a:pPr algn="just">
              <a:lnSpc>
                <a:spcPct val="130000"/>
              </a:lnSpc>
              <a:buFont typeface="Wingdings" panose="05000000000000000000" pitchFamily="2" charset="2"/>
              <a:buChar char="Ø"/>
            </a:pPr>
            <a:r>
              <a:rPr lang="ne-NP" sz="2400" b="1" dirty="0">
                <a:solidFill>
                  <a:prstClr val="black"/>
                </a:solidFill>
                <a:cs typeface="Kalimati" panose="00000400000000000000" pitchFamily="2"/>
              </a:rPr>
              <a:t>दफा १२- सम्झौताको प्रतिलिपि साथ राखी सजायमा छुट दिने माग दावी लिई अभियोजन गर्ने (पीडितको पुनर्स्थापनाको अधिकारसमेतको संरक्षणलाई ख्याल गरी) </a:t>
            </a:r>
          </a:p>
          <a:p>
            <a:pPr algn="just">
              <a:lnSpc>
                <a:spcPct val="130000"/>
              </a:lnSpc>
              <a:buFont typeface="Wingdings" panose="05000000000000000000" pitchFamily="2" charset="2"/>
              <a:buChar char="Ø"/>
            </a:pPr>
            <a:r>
              <a:rPr lang="ne-NP" sz="2400" b="1" dirty="0">
                <a:solidFill>
                  <a:prstClr val="black"/>
                </a:solidFill>
                <a:cs typeface="Kalimati" panose="00000400000000000000" pitchFamily="2"/>
              </a:rPr>
              <a:t>दफा १४- अभियुक्तले सम्झौता प्रतिकूल कार्य गरेमा प्रस्ताव गरिएको सजाय छुटको दावी रद्द गर्न सम्बन्धित अदालतमा सरकारी वकिलले निवेदन दिने ।</a:t>
            </a:r>
            <a:endParaRPr lang="en-US" sz="2400" b="1" dirty="0">
              <a:cs typeface="Kalimati" panose="00000400000000000000" pitchFamily="2"/>
            </a:endParaRPr>
          </a:p>
        </p:txBody>
      </p:sp>
      <p:sp>
        <p:nvSpPr>
          <p:cNvPr id="7" name="Title 1">
            <a:extLst>
              <a:ext uri="{FF2B5EF4-FFF2-40B4-BE49-F238E27FC236}">
                <a16:creationId xmlns="" xmlns:a16="http://schemas.microsoft.com/office/drawing/2014/main" id="{71F881F6-0C9E-1F7E-40CF-FAEB61C42DF9}"/>
              </a:ext>
            </a:extLst>
          </p:cNvPr>
          <p:cNvSpPr>
            <a:spLocks noGrp="1"/>
          </p:cNvSpPr>
          <p:nvPr>
            <p:ph type="title"/>
          </p:nvPr>
        </p:nvSpPr>
        <p:spPr>
          <a:xfrm>
            <a:off x="609600" y="503104"/>
            <a:ext cx="10972800" cy="462064"/>
          </a:xfrm>
        </p:spPr>
        <p:txBody>
          <a:bodyPr/>
          <a:lstStyle/>
          <a:p>
            <a:r>
              <a:rPr lang="ne-NP" sz="2800" b="1" dirty="0">
                <a:effectLst>
                  <a:outerShdw blurRad="38100" dist="38100" dir="2700000" algn="tl">
                    <a:srgbClr val="000000">
                      <a:alpha val="43137"/>
                    </a:srgbClr>
                  </a:outerShdw>
                </a:effectLst>
                <a:cs typeface="Kalimati" panose="00000400000000000000" pitchFamily="2"/>
              </a:rPr>
              <a:t>क्रमशः</a:t>
            </a:r>
            <a:endParaRPr lang="en-US" sz="2800" b="1" dirty="0">
              <a:effectLst>
                <a:outerShdw blurRad="38100" dist="38100" dir="2700000" algn="tl">
                  <a:srgbClr val="000000">
                    <a:alpha val="43137"/>
                  </a:srgbClr>
                </a:outerShdw>
              </a:effectLst>
              <a:cs typeface="Kalimati" panose="00000400000000000000" pitchFamily="2"/>
            </a:endParaRPr>
          </a:p>
        </p:txBody>
      </p:sp>
    </p:spTree>
    <p:extLst>
      <p:ext uri="{BB962C8B-B14F-4D97-AF65-F5344CB8AC3E}">
        <p14:creationId xmlns:p14="http://schemas.microsoft.com/office/powerpoint/2010/main" val="387866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A0CB0C9-E606-D69E-CDF2-86E5809D1B05}"/>
              </a:ext>
            </a:extLst>
          </p:cNvPr>
          <p:cNvSpPr>
            <a:spLocks noGrp="1"/>
          </p:cNvSpPr>
          <p:nvPr>
            <p:ph type="title"/>
          </p:nvPr>
        </p:nvSpPr>
        <p:spPr>
          <a:xfrm>
            <a:off x="609600" y="347663"/>
            <a:ext cx="10972800" cy="1143000"/>
          </a:xfrm>
        </p:spPr>
        <p:txBody>
          <a:bodyPr/>
          <a:lstStyle/>
          <a:p>
            <a:r>
              <a:rPr lang="ne-NP" sz="3200" b="1" dirty="0">
                <a:effectLst>
                  <a:outerShdw blurRad="38100" dist="38100" dir="2700000" algn="tl">
                    <a:srgbClr val="000000">
                      <a:alpha val="43137"/>
                    </a:srgbClr>
                  </a:outerShdw>
                </a:effectLst>
                <a:cs typeface="Kalimati" panose="00000400000000000000" pitchFamily="2"/>
              </a:rPr>
              <a:t>दावीको सौदाबाजी सम्बन्धमा सर्वोच्च अदालतबाट प्रतिपादित सिद्धान्त </a:t>
            </a:r>
            <a:endParaRPr lang="en-US" sz="3200" dirty="0">
              <a:effectLst>
                <a:outerShdw blurRad="38100" dist="38100" dir="2700000" algn="tl">
                  <a:srgbClr val="000000">
                    <a:alpha val="43137"/>
                  </a:srgbClr>
                </a:outerShdw>
              </a:effectLst>
            </a:endParaRPr>
          </a:p>
        </p:txBody>
      </p:sp>
      <p:sp>
        <p:nvSpPr>
          <p:cNvPr id="3" name="Content Placeholder 2">
            <a:extLst>
              <a:ext uri="{FF2B5EF4-FFF2-40B4-BE49-F238E27FC236}">
                <a16:creationId xmlns="" xmlns:a16="http://schemas.microsoft.com/office/drawing/2014/main" id="{566A1360-A7EF-A652-DC24-EFF22613B9FB}"/>
              </a:ext>
            </a:extLst>
          </p:cNvPr>
          <p:cNvSpPr>
            <a:spLocks noGrp="1"/>
          </p:cNvSpPr>
          <p:nvPr>
            <p:ph idx="1"/>
          </p:nvPr>
        </p:nvSpPr>
        <p:spPr>
          <a:xfrm>
            <a:off x="609600" y="1778002"/>
            <a:ext cx="10972800" cy="4522786"/>
          </a:xfrm>
        </p:spPr>
        <p:txBody>
          <a:bodyPr/>
          <a:lstStyle/>
          <a:p>
            <a:pPr algn="just">
              <a:buFont typeface="Wingdings" panose="05000000000000000000" pitchFamily="2" charset="2"/>
              <a:buChar char="Ø"/>
            </a:pPr>
            <a:r>
              <a:rPr lang="ne-NP" sz="2400" b="1" u="sng" dirty="0">
                <a:solidFill>
                  <a:srgbClr val="FF0000"/>
                </a:solidFill>
                <a:effectLst>
                  <a:outerShdw blurRad="38100" dist="38100" dir="2700000" algn="tl">
                    <a:srgbClr val="000000">
                      <a:alpha val="43137"/>
                    </a:srgbClr>
                  </a:outerShdw>
                </a:effectLst>
                <a:cs typeface="Kalimati" panose="00000400000000000000" pitchFamily="2"/>
              </a:rPr>
              <a:t>अमित कुमाल विरुद्ध नेपाल सरकार, नि.न. १०७७४, प्रकरण नं. ५ </a:t>
            </a:r>
          </a:p>
          <a:p>
            <a:pPr marL="366713" lvl="1" indent="0" algn="just">
              <a:buNone/>
            </a:pPr>
            <a:r>
              <a:rPr lang="ne-NP" dirty="0">
                <a:cs typeface="Kalimati" panose="00000400000000000000" pitchFamily="2"/>
              </a:rPr>
              <a:t>मुलुकी अपराध संहिता र मुलुकी फौजदारी कार्यविधि संहितामा प्रवेश पाएको सजाय छुट दिन सकिने वा सजाय कम गर्ने मागदाबीसम्बन्धी व्यवस्थालाई दाबीको सौदाबाजी (</a:t>
            </a:r>
            <a:r>
              <a:rPr lang="en-US" dirty="0">
                <a:cs typeface="Kalimati" panose="00000400000000000000" pitchFamily="2"/>
              </a:rPr>
              <a:t>Plea Bargaining) </a:t>
            </a:r>
            <a:r>
              <a:rPr lang="ne-NP" dirty="0">
                <a:cs typeface="Kalimati" panose="00000400000000000000" pitchFamily="2"/>
              </a:rPr>
              <a:t>को अवधारणाअनुसार नेपालको परिप्रेक्ष्यमा मूलत: अनुसन्धानमा कसुरदार वा अभियुक्तले कसुर स्वीकार गरेको वा कसुरमा आफू साबिती भई संलग्न अन्य व्यक्ति र प्रमाण जुटाउन सहयोग गरेको अवस्थामा अनुसन्धान प्रतिवेदनमा उल्लेख भई वा त्यस्तो अवस्था देखिएमा सरकारी वकिलले अभियोगपत्रमार्फत दाबी गरेको अवस्था विद्यमान हुनुपर्दछ । अपराध संहिता र फौजदारी कार्यविधि संहितामा उल्लेख भएको व्यवस्थाअनुसार </a:t>
            </a:r>
            <a:r>
              <a:rPr lang="ne-NP" b="1" dirty="0">
                <a:cs typeface="Kalimati" panose="00000400000000000000" pitchFamily="2"/>
              </a:rPr>
              <a:t>अभियोगपत्रमा दाबी नगरिएको अवस्थामा अदालतले अनुमानको भरमा मुलुकी अपराध संहिता, २०७४ को दफा ४७ अनुसारको सजायमा छुट दिन सक्ने वा सजाय कम गर्न सक्ने नदेखिने।</a:t>
            </a:r>
            <a:endParaRPr lang="ne-NP" dirty="0">
              <a:solidFill>
                <a:srgbClr val="FF0000"/>
              </a:solidFill>
              <a:effectLst>
                <a:outerShdw blurRad="38100" dist="38100" dir="2700000" algn="tl">
                  <a:srgbClr val="000000">
                    <a:alpha val="43137"/>
                  </a:srgbClr>
                </a:outerShdw>
              </a:effectLst>
              <a:cs typeface="Kalimati" panose="00000400000000000000" pitchFamily="2"/>
            </a:endParaRPr>
          </a:p>
          <a:p>
            <a:endParaRPr lang="en-US" dirty="0"/>
          </a:p>
        </p:txBody>
      </p:sp>
    </p:spTree>
    <p:extLst>
      <p:ext uri="{BB962C8B-B14F-4D97-AF65-F5344CB8AC3E}">
        <p14:creationId xmlns:p14="http://schemas.microsoft.com/office/powerpoint/2010/main" val="8741217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931728"/>
            <a:ext cx="10972800" cy="5926272"/>
          </a:xfrm>
        </p:spPr>
        <p:txBody>
          <a:bodyPr/>
          <a:lstStyle/>
          <a:p>
            <a:pPr marR="0" algn="just">
              <a:spcBef>
                <a:spcPts val="1200"/>
              </a:spcBef>
              <a:spcAft>
                <a:spcPts val="0"/>
              </a:spcAft>
              <a:buFont typeface="Wingdings" panose="05000000000000000000" pitchFamily="2" charset="2"/>
              <a:buChar char="Ø"/>
            </a:pPr>
            <a:r>
              <a:rPr lang="ne-NP" sz="2300" b="1" u="sng" dirty="0">
                <a:solidFill>
                  <a:srgbClr val="FF0000"/>
                </a:solidFill>
                <a:latin typeface="Arial" panose="020B0604020202020204" pitchFamily="34" charset="0"/>
                <a:ea typeface="Times New Roman" panose="02020603050405020304" pitchFamily="18" charset="0"/>
                <a:cs typeface="Kalimati" panose="00000400000000000000" pitchFamily="2"/>
              </a:rPr>
              <a:t>राजाराम अरगरिया यादव वि. श्री ५ को सरकार, मुद्दा क.ज्यान, नि.नं. ७२१८</a:t>
            </a:r>
            <a:endParaRPr lang="ne-NP" sz="2300" b="1" u="sng" dirty="0">
              <a:solidFill>
                <a:srgbClr val="FF0000"/>
              </a:solidFill>
              <a:latin typeface="Times New Roman" panose="02020603050405020304" pitchFamily="18" charset="0"/>
              <a:ea typeface="Times New Roman" panose="02020603050405020304" pitchFamily="18" charset="0"/>
            </a:endParaRPr>
          </a:p>
          <a:p>
            <a:pPr marL="709613" lvl="1" indent="-342900" algn="just">
              <a:spcBef>
                <a:spcPts val="1200"/>
              </a:spcBef>
              <a:spcAft>
                <a:spcPts val="0"/>
              </a:spcAft>
            </a:pPr>
            <a:r>
              <a:rPr lang="ne-NP" sz="2300" dirty="0">
                <a:solidFill>
                  <a:srgbClr val="000000"/>
                </a:solidFill>
                <a:latin typeface="Arial" panose="020B0604020202020204" pitchFamily="34" charset="0"/>
                <a:ea typeface="Times New Roman" panose="02020603050405020304" pitchFamily="18" charset="0"/>
                <a:cs typeface="Kalimati" panose="00000400000000000000" pitchFamily="2"/>
              </a:rPr>
              <a:t>अदालतको आदेश/फैसला स्वीकार गरी पहिले आत्मसमर्पण गरेपछि मात्र निजको कुरा सुनुवाई हुने। घुमाउरो पाराले छली बस्नेलाई आत्मसमर्पण गर्नेले सरह सुविधा नपाउने।</a:t>
            </a:r>
            <a:endParaRPr lang="ne-NP" sz="2300" dirty="0">
              <a:latin typeface="Times New Roman" panose="02020603050405020304" pitchFamily="18" charset="0"/>
              <a:ea typeface="Times New Roman" panose="02020603050405020304" pitchFamily="18" charset="0"/>
            </a:endParaRPr>
          </a:p>
          <a:p>
            <a:pPr marL="709613" lvl="1" indent="-342900" algn="just">
              <a:spcBef>
                <a:spcPts val="1200"/>
              </a:spcBef>
              <a:spcAft>
                <a:spcPts val="0"/>
              </a:spcAft>
            </a:pPr>
            <a:r>
              <a:rPr lang="ne-NP" sz="2300" dirty="0">
                <a:solidFill>
                  <a:srgbClr val="000000"/>
                </a:solidFill>
                <a:latin typeface="Arial" panose="020B0604020202020204" pitchFamily="34" charset="0"/>
                <a:ea typeface="Times New Roman" panose="02020603050405020304" pitchFamily="18" charset="0"/>
                <a:cs typeface="Kalimati" panose="00000400000000000000" pitchFamily="2"/>
              </a:rPr>
              <a:t>फरार प्रतिवादीले उपस्थित प्रतिवादीले भन्दा बढी सुविधा पाउने अवस्था हुनु हुदैन।</a:t>
            </a:r>
            <a:endParaRPr lang="en-US" sz="2300" dirty="0">
              <a:latin typeface="Times New Roman" panose="02020603050405020304" pitchFamily="18" charset="0"/>
              <a:ea typeface="Times New Roman" panose="02020603050405020304" pitchFamily="18" charset="0"/>
            </a:endParaRPr>
          </a:p>
          <a:p>
            <a:pPr marR="0" algn="just">
              <a:spcBef>
                <a:spcPts val="1200"/>
              </a:spcBef>
              <a:spcAft>
                <a:spcPts val="0"/>
              </a:spcAft>
              <a:buFont typeface="Wingdings" panose="05000000000000000000" pitchFamily="2" charset="2"/>
              <a:buChar char="Ø"/>
            </a:pPr>
            <a:r>
              <a:rPr lang="ne-NP" sz="2300" b="1" u="sng" dirty="0">
                <a:solidFill>
                  <a:srgbClr val="FF0000"/>
                </a:solidFill>
                <a:latin typeface="Arial" panose="020B0604020202020204" pitchFamily="34" charset="0"/>
                <a:ea typeface="Times New Roman" panose="02020603050405020304" pitchFamily="18" charset="0"/>
                <a:cs typeface="Kalimati" panose="00000400000000000000" pitchFamily="2"/>
              </a:rPr>
              <a:t>रामबहादुर वस्नेत वि. नेपाल सरकार, मुद्दा क.ज्यान/पूर्ण, नि.नं. ७९८५ </a:t>
            </a:r>
          </a:p>
          <a:p>
            <a:pPr marL="709613" lvl="1" indent="-342900" algn="just">
              <a:spcBef>
                <a:spcPts val="1200"/>
              </a:spcBef>
              <a:spcAft>
                <a:spcPts val="0"/>
              </a:spcAft>
            </a:pPr>
            <a:r>
              <a:rPr lang="ne-NP" sz="2300" dirty="0">
                <a:solidFill>
                  <a:srgbClr val="000000"/>
                </a:solidFill>
                <a:latin typeface="Arial" panose="020B0604020202020204" pitchFamily="34" charset="0"/>
                <a:ea typeface="Times New Roman" panose="02020603050405020304" pitchFamily="18" charset="0"/>
                <a:cs typeface="Kalimati" panose="00000400000000000000" pitchFamily="2"/>
              </a:rPr>
              <a:t>अपराध गरिसकेपछि अपराधबोध गरी अनुसन्धन र अदालतमा सत्य तथ्य कुरा राखी न्यायिक प्रक्रियालाई सघाउनु पर्नेमा उल्टै पटक पटक भ्रमात्मक कुरा गरी न्यायिक प्रक्रियालाई नै गुमराहमा पार्ने प्रयास गरेको देखिदा त्यस्तो व्यक्तिप्रति सहानुभूति राखि ठहर भएको सजाय घटाउनु पर्ने अवस्था नदेखिने।</a:t>
            </a:r>
          </a:p>
          <a:p>
            <a:pPr marR="0" algn="just">
              <a:spcBef>
                <a:spcPts val="1200"/>
              </a:spcBef>
              <a:spcAft>
                <a:spcPts val="0"/>
              </a:spcAft>
              <a:buFont typeface="Wingdings" panose="05000000000000000000" pitchFamily="2" charset="2"/>
              <a:buChar char="Ø"/>
            </a:pPr>
            <a:r>
              <a:rPr lang="ne-NP" sz="2300" b="1" u="sng" dirty="0">
                <a:solidFill>
                  <a:srgbClr val="FF0000"/>
                </a:solidFill>
                <a:latin typeface="Arial" panose="020B0604020202020204" pitchFamily="34" charset="0"/>
                <a:ea typeface="Times New Roman" panose="02020603050405020304" pitchFamily="18" charset="0"/>
                <a:cs typeface="Kalimati" panose="00000400000000000000" pitchFamily="2"/>
              </a:rPr>
              <a:t>नेपाल सरकार वि. पितरदिन खटिक नि.नं. ८२९७ </a:t>
            </a:r>
          </a:p>
          <a:p>
            <a:pPr marL="709613" lvl="1" indent="-342900" algn="just">
              <a:spcBef>
                <a:spcPts val="1200"/>
              </a:spcBef>
              <a:spcAft>
                <a:spcPts val="0"/>
              </a:spcAft>
            </a:pPr>
            <a:r>
              <a:rPr lang="ne-NP" sz="2300" dirty="0">
                <a:solidFill>
                  <a:srgbClr val="000000"/>
                </a:solidFill>
                <a:latin typeface="Arial" panose="020B0604020202020204" pitchFamily="34" charset="0"/>
                <a:ea typeface="Times New Roman" panose="02020603050405020304" pitchFamily="18" charset="0"/>
                <a:cs typeface="Kalimati" panose="00000400000000000000" pitchFamily="2"/>
              </a:rPr>
              <a:t>कसूर गरे तापनि अनुसन्धान र अदालतमा समेत कसूरमा सावित भई अदालती प्रक्रियालाई सहयोग पुर्‍याउने इमानदार अपराधी र अपराध गरेर पनि अन्तिमसम्म आफ्नो अपराध लुकाई सजायबाट उम्कन</a:t>
            </a:r>
            <a:r>
              <a:rPr lang="ne-NP" sz="2300" dirty="0">
                <a:solidFill>
                  <a:srgbClr val="000000"/>
                </a:solidFill>
                <a:latin typeface="Times New Roman" panose="02020603050405020304" pitchFamily="18" charset="0"/>
                <a:ea typeface="Times New Roman" panose="02020603050405020304" pitchFamily="18" charset="0"/>
                <a:cs typeface="Arial" panose="020B0604020202020204" pitchFamily="34" charset="0"/>
              </a:rPr>
              <a:t> </a:t>
            </a:r>
            <a:r>
              <a:rPr lang="ne-NP" sz="2300" dirty="0">
                <a:solidFill>
                  <a:srgbClr val="000000"/>
                </a:solidFill>
                <a:latin typeface="Arial" panose="020B0604020202020204" pitchFamily="34" charset="0"/>
                <a:ea typeface="Times New Roman" panose="02020603050405020304" pitchFamily="18" charset="0"/>
                <a:cs typeface="Kalimati" panose="00000400000000000000" pitchFamily="2"/>
              </a:rPr>
              <a:t>चाहने अपराधीलाई एउटै तराजुमा राखी समान सजाय तोकिनु न्याय र कानूनको दृष्टिकोणबाट उपयुक्त नहुने।</a:t>
            </a:r>
            <a:endParaRPr lang="en-US" sz="2300" dirty="0">
              <a:solidFill>
                <a:prstClr val="black"/>
              </a:solidFill>
              <a:latin typeface="Times New Roman" panose="02020603050405020304" pitchFamily="18" charset="0"/>
              <a:ea typeface="Times New Roman" panose="02020603050405020304" pitchFamily="18" charset="0"/>
            </a:endParaRPr>
          </a:p>
          <a:p>
            <a:pPr marL="709613" lvl="1" indent="-342900" algn="just">
              <a:spcBef>
                <a:spcPts val="1200"/>
              </a:spcBef>
              <a:spcAft>
                <a:spcPts val="0"/>
              </a:spcAft>
            </a:pPr>
            <a:endParaRPr lang="en-US" dirty="0">
              <a:latin typeface="Times New Roman" panose="02020603050405020304" pitchFamily="18" charset="0"/>
              <a:ea typeface="Times New Roman" panose="02020603050405020304" pitchFamily="18" charset="0"/>
            </a:endParaRPr>
          </a:p>
          <a:p>
            <a:pPr marL="0" indent="0">
              <a:buNone/>
            </a:pPr>
            <a:endParaRPr lang="en-US" dirty="0"/>
          </a:p>
        </p:txBody>
      </p:sp>
      <p:sp>
        <p:nvSpPr>
          <p:cNvPr id="2" name="Title 1">
            <a:extLst>
              <a:ext uri="{FF2B5EF4-FFF2-40B4-BE49-F238E27FC236}">
                <a16:creationId xmlns="" xmlns:a16="http://schemas.microsoft.com/office/drawing/2014/main" id="{445A8F4B-097D-B32B-37EC-DB6948A70904}"/>
              </a:ext>
            </a:extLst>
          </p:cNvPr>
          <p:cNvSpPr>
            <a:spLocks noGrp="1"/>
          </p:cNvSpPr>
          <p:nvPr>
            <p:ph type="title"/>
          </p:nvPr>
        </p:nvSpPr>
        <p:spPr>
          <a:xfrm>
            <a:off x="609600" y="469664"/>
            <a:ext cx="10972800" cy="462064"/>
          </a:xfrm>
        </p:spPr>
        <p:txBody>
          <a:bodyPr/>
          <a:lstStyle/>
          <a:p>
            <a:r>
              <a:rPr lang="ne-NP" sz="2800" b="1" dirty="0">
                <a:effectLst>
                  <a:outerShdw blurRad="38100" dist="38100" dir="2700000" algn="tl">
                    <a:srgbClr val="000000">
                      <a:alpha val="43137"/>
                    </a:srgbClr>
                  </a:outerShdw>
                </a:effectLst>
                <a:cs typeface="Kalimati" panose="00000400000000000000" pitchFamily="2"/>
              </a:rPr>
              <a:t>क्रमशः</a:t>
            </a:r>
            <a:endParaRPr lang="en-US" sz="2800" b="1" dirty="0">
              <a:effectLst>
                <a:outerShdw blurRad="38100" dist="38100" dir="2700000" algn="tl">
                  <a:srgbClr val="000000">
                    <a:alpha val="43137"/>
                  </a:srgbClr>
                </a:outerShdw>
              </a:effectLst>
              <a:cs typeface="Kalimati" panose="00000400000000000000" pitchFamily="2"/>
            </a:endParaRPr>
          </a:p>
        </p:txBody>
      </p:sp>
    </p:spTree>
    <p:extLst>
      <p:ext uri="{BB962C8B-B14F-4D97-AF65-F5344CB8AC3E}">
        <p14:creationId xmlns:p14="http://schemas.microsoft.com/office/powerpoint/2010/main" val="28070382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8631" y="1001342"/>
            <a:ext cx="11293813" cy="6799634"/>
          </a:xfrm>
        </p:spPr>
        <p:txBody>
          <a:bodyPr/>
          <a:lstStyle/>
          <a:p>
            <a:pPr lvl="0" algn="just">
              <a:spcBef>
                <a:spcPts val="1200"/>
              </a:spcBef>
              <a:spcAft>
                <a:spcPts val="0"/>
              </a:spcAft>
              <a:buFont typeface="Wingdings" panose="05000000000000000000" pitchFamily="2" charset="2"/>
              <a:buChar char="Ø"/>
            </a:pPr>
            <a:r>
              <a:rPr lang="ne-NP" sz="2400" b="1" u="sng" dirty="0">
                <a:solidFill>
                  <a:srgbClr val="FF0000"/>
                </a:solidFill>
                <a:latin typeface="Arial" panose="020B0604020202020204" pitchFamily="34" charset="0"/>
                <a:ea typeface="Times New Roman" panose="02020603050405020304" pitchFamily="18" charset="0"/>
                <a:cs typeface="Kalimati" panose="00000400000000000000" pitchFamily="2"/>
              </a:rPr>
              <a:t>पृथ्वीबहादुर खड्का वि नेपाल सरकार नि.नं. ८४३३ </a:t>
            </a:r>
          </a:p>
          <a:p>
            <a:pPr lvl="1" algn="just">
              <a:spcBef>
                <a:spcPts val="1200"/>
              </a:spcBef>
              <a:spcAft>
                <a:spcPts val="0"/>
              </a:spcAft>
            </a:pPr>
            <a:r>
              <a:rPr lang="ne-NP" dirty="0">
                <a:solidFill>
                  <a:srgbClr val="000000"/>
                </a:solidFill>
                <a:latin typeface="Arial" panose="020B0604020202020204" pitchFamily="34" charset="0"/>
                <a:ea typeface="Times New Roman" panose="02020603050405020304" pitchFamily="18" charset="0"/>
                <a:cs typeface="Kalimati" panose="00000400000000000000" pitchFamily="2"/>
              </a:rPr>
              <a:t>अदालतमा आई गरेकै अपराधलाई पनि इन्कार गरेमा लाभान्वित हुने र झन सत्य कुरा स्वीकार गरेमा प्रताडीत हुने हाम्रो न्यायिक मान्यता तथा मानसिकतामा परिवर्तनको खाँचो छ</a:t>
            </a:r>
            <a:r>
              <a:rPr lang="ne-NP" dirty="0">
                <a:solidFill>
                  <a:srgbClr val="000000"/>
                </a:solidFill>
                <a:latin typeface="Times New Roman" panose="02020603050405020304" pitchFamily="18" charset="0"/>
                <a:ea typeface="Times New Roman" panose="02020603050405020304" pitchFamily="18" charset="0"/>
                <a:cs typeface="Kalimati" panose="00000400000000000000" pitchFamily="2"/>
              </a:rPr>
              <a:t> </a:t>
            </a:r>
            <a:r>
              <a:rPr lang="ne-NP" dirty="0">
                <a:solidFill>
                  <a:srgbClr val="000000"/>
                </a:solidFill>
                <a:latin typeface="Arial" panose="020B0604020202020204" pitchFamily="34" charset="0"/>
                <a:ea typeface="Times New Roman" panose="02020603050405020304" pitchFamily="18" charset="0"/>
                <a:cs typeface="Kalimati" panose="00000400000000000000" pitchFamily="2"/>
              </a:rPr>
              <a:t>। विकसित न्यायप्रणालीले स्वीकारी सकेको अपराध कवुल गरी अनुसन्धानमा सहयोग पुर्‍याई पश्चाताप गर्नेलाई सहुलियत दिनुपर्ने।</a:t>
            </a:r>
            <a:endParaRPr lang="ne-NP" dirty="0">
              <a:solidFill>
                <a:prstClr val="black"/>
              </a:solidFill>
              <a:latin typeface="Times New Roman" panose="02020603050405020304" pitchFamily="18" charset="0"/>
              <a:ea typeface="Times New Roman" panose="02020603050405020304" pitchFamily="18" charset="0"/>
              <a:cs typeface="Kalimati" panose="00000400000000000000" pitchFamily="2"/>
            </a:endParaRPr>
          </a:p>
          <a:p>
            <a:pPr lvl="0" algn="just">
              <a:spcBef>
                <a:spcPts val="1200"/>
              </a:spcBef>
              <a:spcAft>
                <a:spcPts val="0"/>
              </a:spcAft>
              <a:buFont typeface="Wingdings" panose="05000000000000000000" pitchFamily="2" charset="2"/>
              <a:buChar char="Ø"/>
            </a:pPr>
            <a:r>
              <a:rPr lang="ne-NP" sz="2400" b="1" u="sng" dirty="0">
                <a:solidFill>
                  <a:srgbClr val="FF0000"/>
                </a:solidFill>
                <a:latin typeface="Arial" panose="020B0604020202020204" pitchFamily="34" charset="0"/>
                <a:ea typeface="Times New Roman" panose="02020603050405020304" pitchFamily="18" charset="0"/>
                <a:cs typeface="Kalimati" panose="00000400000000000000" pitchFamily="2"/>
              </a:rPr>
              <a:t>बिक्रम भन्ने टेकबहादुर तामाङ (गोजे)</a:t>
            </a:r>
            <a:r>
              <a:rPr lang="ne-NP" sz="2400" u="sng" dirty="0">
                <a:solidFill>
                  <a:srgbClr val="FF0000"/>
                </a:solidFill>
                <a:latin typeface="Times New Roman" panose="02020603050405020304" pitchFamily="18" charset="0"/>
                <a:ea typeface="Times New Roman" panose="02020603050405020304" pitchFamily="18" charset="0"/>
                <a:cs typeface="Kalimati" panose="00000400000000000000" pitchFamily="2"/>
              </a:rPr>
              <a:t> </a:t>
            </a:r>
            <a:r>
              <a:rPr lang="ne-NP" sz="2400" b="1" u="sng" dirty="0">
                <a:solidFill>
                  <a:srgbClr val="FF0000"/>
                </a:solidFill>
                <a:latin typeface="Arial" panose="020B0604020202020204" pitchFamily="34" charset="0"/>
                <a:ea typeface="Times New Roman" panose="02020603050405020304" pitchFamily="18" charset="0"/>
                <a:cs typeface="Kalimati" panose="00000400000000000000" pitchFamily="2"/>
              </a:rPr>
              <a:t>बि. नेपाल सरकार, नि.नं. ११२२१ </a:t>
            </a:r>
          </a:p>
          <a:p>
            <a:pPr lvl="1" algn="just">
              <a:spcBef>
                <a:spcPts val="1200"/>
              </a:spcBef>
              <a:spcAft>
                <a:spcPts val="0"/>
              </a:spcAft>
            </a:pPr>
            <a:r>
              <a:rPr lang="ne-NP" dirty="0">
                <a:solidFill>
                  <a:srgbClr val="000000"/>
                </a:solidFill>
                <a:latin typeface="Arial" panose="020B0604020202020204" pitchFamily="34" charset="0"/>
                <a:ea typeface="Times New Roman" panose="02020603050405020304" pitchFamily="18" charset="0"/>
                <a:cs typeface="Kalimati" panose="00000400000000000000" pitchFamily="2"/>
              </a:rPr>
              <a:t>आफूले गरेको कार्यप्रति कुनै पनि पश्चाताप र हिनताबोध महसुस नगर्ने प्रतिवादीले अदालतमा साबिती बयान गरेकै आधारमा सजायमा छुट दिन नहुने।</a:t>
            </a:r>
            <a:r>
              <a:rPr lang="en-US" dirty="0">
                <a:solidFill>
                  <a:srgbClr val="000000"/>
                </a:solidFill>
                <a:latin typeface="Kokila" panose="020B0604020202020204" pitchFamily="34" charset="0"/>
                <a:ea typeface="Times New Roman" panose="02020603050405020304" pitchFamily="18" charset="0"/>
                <a:cs typeface="Kalimati" panose="00000400000000000000" pitchFamily="2"/>
              </a:rPr>
              <a:t> </a:t>
            </a:r>
            <a:endParaRPr lang="ne-NP" dirty="0">
              <a:solidFill>
                <a:prstClr val="black"/>
              </a:solidFill>
              <a:latin typeface="Times New Roman" panose="02020603050405020304" pitchFamily="18" charset="0"/>
              <a:ea typeface="Times New Roman" panose="02020603050405020304" pitchFamily="18" charset="0"/>
              <a:cs typeface="Kalimati" panose="00000400000000000000" pitchFamily="2"/>
            </a:endParaRPr>
          </a:p>
          <a:p>
            <a:pPr lvl="1" algn="just">
              <a:spcBef>
                <a:spcPts val="1200"/>
              </a:spcBef>
              <a:spcAft>
                <a:spcPts val="0"/>
              </a:spcAft>
            </a:pPr>
            <a:r>
              <a:rPr lang="ne-NP" dirty="0">
                <a:solidFill>
                  <a:srgbClr val="000000"/>
                </a:solidFill>
                <a:latin typeface="Arial" panose="020B0604020202020204" pitchFamily="34" charset="0"/>
                <a:ea typeface="Times New Roman" panose="02020603050405020304" pitchFamily="18" charset="0"/>
                <a:cs typeface="Kalimati" panose="00000400000000000000" pitchFamily="2"/>
              </a:rPr>
              <a:t>यसो गर्दा त्यस्ता अपराधकर्तालाई पुन: अपराध गर्न प्रेरित गरे सरह हुन्छ भने पीडितको न्याय प्राप्ति र आत्मसन्तुष्टिमा चोट पुग्‍ने।</a:t>
            </a:r>
            <a:endParaRPr lang="en-US" dirty="0">
              <a:solidFill>
                <a:prstClr val="black"/>
              </a:solidFill>
              <a:latin typeface="Times New Roman" panose="02020603050405020304" pitchFamily="18" charset="0"/>
              <a:ea typeface="Times New Roman" panose="02020603050405020304" pitchFamily="18" charset="0"/>
              <a:cs typeface="Kalimati" panose="00000400000000000000" pitchFamily="2"/>
            </a:endParaRPr>
          </a:p>
          <a:p>
            <a:pPr marL="0" lvl="0" indent="0" algn="just">
              <a:spcBef>
                <a:spcPts val="1200"/>
              </a:spcBef>
              <a:spcAft>
                <a:spcPts val="0"/>
              </a:spcAft>
              <a:buNone/>
            </a:pPr>
            <a:endParaRPr lang="en-US" sz="2800" dirty="0">
              <a:solidFill>
                <a:prstClr val="black"/>
              </a:solidFill>
              <a:latin typeface="Times New Roman" panose="02020603050405020304" pitchFamily="18" charset="0"/>
              <a:ea typeface="Times New Roman" panose="02020603050405020304" pitchFamily="18" charset="0"/>
            </a:endParaRPr>
          </a:p>
          <a:p>
            <a:endParaRPr lang="en-US" dirty="0"/>
          </a:p>
        </p:txBody>
      </p:sp>
      <p:sp>
        <p:nvSpPr>
          <p:cNvPr id="2" name="Title 1">
            <a:extLst>
              <a:ext uri="{FF2B5EF4-FFF2-40B4-BE49-F238E27FC236}">
                <a16:creationId xmlns="" xmlns:a16="http://schemas.microsoft.com/office/drawing/2014/main" id="{DC171201-95CC-177D-8374-53895D73E5AC}"/>
              </a:ext>
            </a:extLst>
          </p:cNvPr>
          <p:cNvSpPr>
            <a:spLocks noGrp="1"/>
          </p:cNvSpPr>
          <p:nvPr>
            <p:ph type="title"/>
          </p:nvPr>
        </p:nvSpPr>
        <p:spPr>
          <a:xfrm>
            <a:off x="399137" y="398227"/>
            <a:ext cx="10972800" cy="462064"/>
          </a:xfrm>
        </p:spPr>
        <p:txBody>
          <a:bodyPr/>
          <a:lstStyle/>
          <a:p>
            <a:r>
              <a:rPr lang="ne-NP" sz="2800" b="1" dirty="0">
                <a:effectLst>
                  <a:outerShdw blurRad="38100" dist="38100" dir="2700000" algn="tl">
                    <a:srgbClr val="000000">
                      <a:alpha val="43137"/>
                    </a:srgbClr>
                  </a:outerShdw>
                </a:effectLst>
                <a:cs typeface="Kalimati" panose="00000400000000000000" pitchFamily="2"/>
              </a:rPr>
              <a:t>क्रमशः</a:t>
            </a:r>
            <a:endParaRPr lang="en-US" sz="2800" b="1" dirty="0">
              <a:effectLst>
                <a:outerShdw blurRad="38100" dist="38100" dir="2700000" algn="tl">
                  <a:srgbClr val="000000">
                    <a:alpha val="43137"/>
                  </a:srgbClr>
                </a:outerShdw>
              </a:effectLst>
              <a:cs typeface="Kalimati" panose="00000400000000000000" pitchFamily="2"/>
            </a:endParaRPr>
          </a:p>
        </p:txBody>
      </p:sp>
    </p:spTree>
    <p:extLst>
      <p:ext uri="{BB962C8B-B14F-4D97-AF65-F5344CB8AC3E}">
        <p14:creationId xmlns:p14="http://schemas.microsoft.com/office/powerpoint/2010/main" val="1227572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28575"/>
            <a:ext cx="10515600" cy="1123545"/>
          </a:xfrm>
        </p:spPr>
        <p:txBody>
          <a:bodyPr>
            <a:normAutofit/>
          </a:bodyPr>
          <a:lstStyle/>
          <a:p>
            <a:pPr algn="ctr"/>
            <a:r>
              <a:rPr lang="ne-NP" sz="3200" b="1" dirty="0">
                <a:effectLst>
                  <a:outerShdw blurRad="38100" dist="38100" dir="2700000" algn="tl">
                    <a:srgbClr val="000000">
                      <a:alpha val="43137"/>
                    </a:srgbClr>
                  </a:outerShdw>
                </a:effectLst>
                <a:cs typeface="Kalimati" panose="00000400000000000000" pitchFamily="2"/>
              </a:rPr>
              <a:t>उपरोक्त कानुनी व्यबस्थाहरूको सार  </a:t>
            </a:r>
            <a:endParaRPr lang="en-US" sz="3200" b="1" dirty="0">
              <a:effectLst>
                <a:outerShdw blurRad="38100" dist="38100" dir="2700000" algn="tl">
                  <a:srgbClr val="000000">
                    <a:alpha val="43137"/>
                  </a:srgbClr>
                </a:outerShdw>
              </a:effectLst>
              <a:cs typeface="Kalimati" panose="00000400000000000000" pitchFamily="2"/>
            </a:endParaRPr>
          </a:p>
        </p:txBody>
      </p:sp>
      <p:sp>
        <p:nvSpPr>
          <p:cNvPr id="3" name="Content Placeholder 2"/>
          <p:cNvSpPr>
            <a:spLocks noGrp="1"/>
          </p:cNvSpPr>
          <p:nvPr>
            <p:ph idx="1"/>
          </p:nvPr>
        </p:nvSpPr>
        <p:spPr>
          <a:xfrm>
            <a:off x="838200" y="1211094"/>
            <a:ext cx="10515600" cy="4965869"/>
          </a:xfrm>
        </p:spPr>
        <p:txBody>
          <a:bodyPr/>
          <a:lstStyle/>
          <a:p>
            <a:pPr marL="0" indent="0" algn="just">
              <a:buNone/>
            </a:pPr>
            <a:r>
              <a:rPr lang="ne-NP" sz="2500" b="1" dirty="0">
                <a:cs typeface="Kalimati" panose="00000400000000000000" pitchFamily="2"/>
              </a:rPr>
              <a:t>सजायमा छुटको दावी लिने र छुट दिन सकिने अवस्थाहरु: </a:t>
            </a:r>
          </a:p>
          <a:p>
            <a:pPr lvl="1" algn="just">
              <a:buFont typeface="Wingdings" panose="05000000000000000000" pitchFamily="2" charset="2"/>
              <a:buChar char="Ø"/>
            </a:pPr>
            <a:r>
              <a:rPr lang="ne-NP" sz="2300" dirty="0">
                <a:cs typeface="Kalimati" panose="00000400000000000000" pitchFamily="2"/>
              </a:rPr>
              <a:t>कसुरमा साविति हुनेलाई</a:t>
            </a:r>
          </a:p>
          <a:p>
            <a:pPr lvl="1" algn="just">
              <a:buFont typeface="Wingdings" panose="05000000000000000000" pitchFamily="2" charset="2"/>
              <a:buChar char="Ø"/>
            </a:pPr>
            <a:r>
              <a:rPr lang="ne-NP" sz="2300" dirty="0">
                <a:cs typeface="Kalimati" panose="00000400000000000000" pitchFamily="2"/>
              </a:rPr>
              <a:t>अनुसन्धानको काम कारबाहीमा सहयोग गर्नेलाई (साक्षीको रूपमा प्रस्तुत गरी) </a:t>
            </a:r>
          </a:p>
          <a:p>
            <a:pPr lvl="1" algn="just">
              <a:buFont typeface="Wingdings" panose="05000000000000000000" pitchFamily="2" charset="2"/>
              <a:buChar char="Ø"/>
            </a:pPr>
            <a:r>
              <a:rPr lang="ne-NP" sz="2300" dirty="0">
                <a:cs typeface="Kalimati" panose="00000400000000000000" pitchFamily="2"/>
              </a:rPr>
              <a:t>स्वयम संलग्न रहेको अपराधको गिरोह वा अन्य कुनै गिरोहका बारेमा जानकारी र सुराकी दिने, मुख्य अपराधीलाई पक्राउ गर्न सहयोग गर्नेलाई ।</a:t>
            </a:r>
          </a:p>
          <a:p>
            <a:pPr marL="0" indent="0" algn="just">
              <a:buNone/>
            </a:pPr>
            <a:r>
              <a:rPr lang="ne-NP" sz="2500" dirty="0">
                <a:cs typeface="Kalimati" panose="00000400000000000000" pitchFamily="2"/>
              </a:rPr>
              <a:t>      -</a:t>
            </a:r>
            <a:r>
              <a:rPr lang="ne-NP" sz="2500" i="1" dirty="0">
                <a:cs typeface="Kalimati" panose="00000400000000000000" pitchFamily="2"/>
              </a:rPr>
              <a:t>अभियोजन नगरी साक्षीको रूपमा प्रस्तुत गर्ने</a:t>
            </a:r>
          </a:p>
          <a:p>
            <a:pPr marL="0" indent="0" algn="just">
              <a:buNone/>
            </a:pPr>
            <a:r>
              <a:rPr lang="ne-NP" sz="2500" i="1" dirty="0">
                <a:cs typeface="Kalimati" panose="00000400000000000000" pitchFamily="2"/>
              </a:rPr>
              <a:t>      </a:t>
            </a:r>
            <a:r>
              <a:rPr lang="ne-NP" sz="2500" i="1" dirty="0" smtClean="0">
                <a:cs typeface="Kalimati" panose="00000400000000000000" pitchFamily="2"/>
              </a:rPr>
              <a:t>-</a:t>
            </a:r>
            <a:r>
              <a:rPr lang="ne-NP" sz="2500" i="1" dirty="0">
                <a:cs typeface="Kalimati" panose="00000400000000000000" pitchFamily="2"/>
              </a:rPr>
              <a:t>कानुनबमोजिम हुने सजायमा छुट हुन दावी लिने। </a:t>
            </a:r>
            <a:endParaRPr lang="en-US" sz="2500" i="1" dirty="0">
              <a:cs typeface="Kalimati" panose="00000400000000000000" pitchFamily="2"/>
            </a:endParaRPr>
          </a:p>
        </p:txBody>
      </p:sp>
    </p:spTree>
    <p:extLst>
      <p:ext uri="{BB962C8B-B14F-4D97-AF65-F5344CB8AC3E}">
        <p14:creationId xmlns:p14="http://schemas.microsoft.com/office/powerpoint/2010/main" val="14665552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8138" y="266699"/>
            <a:ext cx="10515600" cy="493775"/>
          </a:xfrm>
        </p:spPr>
        <p:txBody>
          <a:bodyPr>
            <a:normAutofit/>
          </a:bodyPr>
          <a:lstStyle/>
          <a:p>
            <a:r>
              <a:rPr lang="ne-NP" sz="2800" b="1" dirty="0">
                <a:effectLst>
                  <a:outerShdw blurRad="38100" dist="38100" dir="2700000" algn="tl">
                    <a:srgbClr val="000000">
                      <a:alpha val="43137"/>
                    </a:srgbClr>
                  </a:outerShdw>
                </a:effectLst>
                <a:cs typeface="Kalimati" panose="00000400000000000000" pitchFamily="2"/>
              </a:rPr>
              <a:t>क्रमशः</a:t>
            </a:r>
            <a:endParaRPr lang="en-US" sz="2800" b="1" dirty="0">
              <a:effectLst>
                <a:outerShdw blurRad="38100" dist="38100" dir="2700000" algn="tl">
                  <a:srgbClr val="000000">
                    <a:alpha val="43137"/>
                  </a:srgbClr>
                </a:outerShdw>
              </a:effectLst>
              <a:cs typeface="Kalimati" panose="00000400000000000000" pitchFamily="2"/>
            </a:endParaRPr>
          </a:p>
        </p:txBody>
      </p:sp>
      <p:sp>
        <p:nvSpPr>
          <p:cNvPr id="3" name="Content Placeholder 2"/>
          <p:cNvSpPr>
            <a:spLocks noGrp="1"/>
          </p:cNvSpPr>
          <p:nvPr>
            <p:ph idx="1"/>
          </p:nvPr>
        </p:nvSpPr>
        <p:spPr>
          <a:xfrm>
            <a:off x="595313" y="981266"/>
            <a:ext cx="10515600" cy="5610035"/>
          </a:xfrm>
        </p:spPr>
        <p:txBody>
          <a:bodyPr/>
          <a:lstStyle/>
          <a:p>
            <a:pPr marL="0" indent="0">
              <a:buNone/>
            </a:pPr>
            <a:r>
              <a:rPr lang="ne-NP" sz="2800" b="1" dirty="0">
                <a:cs typeface="Kalimati" panose="00000400000000000000" pitchFamily="2"/>
              </a:rPr>
              <a:t>सजायमा छुट नपाउने:</a:t>
            </a:r>
          </a:p>
          <a:p>
            <a:pPr lvl="1"/>
            <a:r>
              <a:rPr lang="ne-NP" sz="2800" dirty="0">
                <a:cs typeface="Kalimati" panose="00000400000000000000" pitchFamily="2"/>
              </a:rPr>
              <a:t>एक पटक छुट पाइसकेको कसुरदारले</a:t>
            </a:r>
          </a:p>
          <a:p>
            <a:pPr lvl="1"/>
            <a:r>
              <a:rPr lang="ne-NP" sz="2800" dirty="0">
                <a:cs typeface="Kalimati" panose="00000400000000000000" pitchFamily="2"/>
              </a:rPr>
              <a:t>कैद सजाय भई कैद भुक्तान भएको तीन बर्ष पूरा नगरेका कसुरदारले</a:t>
            </a:r>
          </a:p>
          <a:p>
            <a:pPr lvl="1"/>
            <a:r>
              <a:rPr lang="ne-NP" sz="2800" dirty="0">
                <a:cs typeface="Kalimati" panose="00000400000000000000" pitchFamily="2"/>
              </a:rPr>
              <a:t>जुन कसुरमा छुट मागेको हो, सोही प्रकृतिको कसुरमा एक पटक सजाय पाइसकेको कसुरदारले</a:t>
            </a:r>
          </a:p>
          <a:p>
            <a:pPr lvl="1"/>
            <a:r>
              <a:rPr lang="ne-NP" sz="2800" dirty="0">
                <a:cs typeface="Kalimati" panose="00000400000000000000" pitchFamily="2"/>
              </a:rPr>
              <a:t>अभियुक्तले गरेको सहयोग अन्य सबुद प्रमाणबाट प्रमाणित नभएमा</a:t>
            </a:r>
          </a:p>
          <a:p>
            <a:pPr lvl="1"/>
            <a:r>
              <a:rPr lang="ne-NP" sz="2800" dirty="0">
                <a:cs typeface="Kalimati" panose="00000400000000000000" pitchFamily="2"/>
              </a:rPr>
              <a:t>प्रतिकूल अदालतमा बयान दिएमा</a:t>
            </a:r>
          </a:p>
          <a:p>
            <a:pPr lvl="1"/>
            <a:r>
              <a:rPr lang="ne-NP" sz="2800" dirty="0">
                <a:cs typeface="Kalimati" panose="00000400000000000000" pitchFamily="2"/>
              </a:rPr>
              <a:t>कसुरमा ईन्कार हुनेले वा अदालतमा प्रतिकूल प्रमाण दिनेले</a:t>
            </a:r>
          </a:p>
          <a:p>
            <a:pPr lvl="1"/>
            <a:r>
              <a:rPr lang="ne-NP" sz="2800" dirty="0">
                <a:cs typeface="Kalimati" panose="00000400000000000000" pitchFamily="2"/>
              </a:rPr>
              <a:t>मुख्य अभियुक्त, पटके कसुरदार, बालबालिका बेचबिखनमा संलग्नले मानव बेचबोखनको कसुरमा नपाउने ।</a:t>
            </a:r>
            <a:endParaRPr lang="en-US" sz="2800" dirty="0">
              <a:cs typeface="Kalimati" panose="00000400000000000000" pitchFamily="2"/>
            </a:endParaRPr>
          </a:p>
        </p:txBody>
      </p:sp>
    </p:spTree>
    <p:extLst>
      <p:ext uri="{BB962C8B-B14F-4D97-AF65-F5344CB8AC3E}">
        <p14:creationId xmlns:p14="http://schemas.microsoft.com/office/powerpoint/2010/main" val="5536407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63278" y="53502"/>
            <a:ext cx="7810500" cy="690664"/>
          </a:xfrm>
        </p:spPr>
        <p:txBody>
          <a:bodyPr>
            <a:noAutofit/>
          </a:bodyPr>
          <a:lstStyle/>
          <a:p>
            <a:pPr algn="ctr"/>
            <a:r>
              <a:rPr lang="ne-NP" sz="3600" b="1" dirty="0">
                <a:effectLst>
                  <a:outerShdw blurRad="38100" dist="38100" dir="2700000" algn="tl">
                    <a:srgbClr val="000000">
                      <a:alpha val="43137"/>
                    </a:srgbClr>
                  </a:outerShdw>
                </a:effectLst>
                <a:latin typeface="Preeti" pitchFamily="2" charset="0"/>
                <a:cs typeface="Kalimati" panose="00000400000000000000" pitchFamily="2"/>
              </a:rPr>
              <a:t>केही सवालहरू</a:t>
            </a:r>
            <a:endParaRPr lang="en-US" sz="3600" b="1" dirty="0">
              <a:effectLst>
                <a:outerShdw blurRad="38100" dist="38100" dir="2700000" algn="tl">
                  <a:srgbClr val="000000">
                    <a:alpha val="43137"/>
                  </a:srgbClr>
                </a:outerShdw>
              </a:effectLst>
              <a:latin typeface="Preeti" pitchFamily="2" charset="0"/>
              <a:cs typeface="Kalimati" panose="00000400000000000000" pitchFamily="2"/>
            </a:endParaRPr>
          </a:p>
        </p:txBody>
      </p:sp>
      <p:sp>
        <p:nvSpPr>
          <p:cNvPr id="3" name="Content Placeholder 2"/>
          <p:cNvSpPr>
            <a:spLocks noGrp="1"/>
          </p:cNvSpPr>
          <p:nvPr>
            <p:ph idx="1"/>
          </p:nvPr>
        </p:nvSpPr>
        <p:spPr>
          <a:xfrm>
            <a:off x="452336" y="744167"/>
            <a:ext cx="11349139" cy="5956672"/>
          </a:xfrm>
        </p:spPr>
        <p:txBody>
          <a:bodyPr>
            <a:noAutofit/>
          </a:bodyPr>
          <a:lstStyle/>
          <a:p>
            <a:pPr marL="0" indent="0" algn="just">
              <a:lnSpc>
                <a:spcPct val="120000"/>
              </a:lnSpc>
              <a:spcBef>
                <a:spcPts val="0"/>
              </a:spcBef>
              <a:buNone/>
              <a:tabLst>
                <a:tab pos="457200" algn="l"/>
              </a:tabLst>
            </a:pPr>
            <a:r>
              <a:rPr lang="ne-NP" sz="2500" b="1" dirty="0">
                <a:latin typeface="Preeti" pitchFamily="2" charset="0"/>
                <a:cs typeface="Kalimati" panose="00000400000000000000" pitchFamily="2"/>
              </a:rPr>
              <a:t>१) </a:t>
            </a:r>
            <a:r>
              <a:rPr lang="ne-NP" sz="2000" b="1" dirty="0">
                <a:latin typeface="Preeti" pitchFamily="2" charset="0"/>
                <a:cs typeface="Kalimati" panose="00000400000000000000" pitchFamily="2"/>
              </a:rPr>
              <a:t>भारत र बेलायतमा जस्तो </a:t>
            </a:r>
            <a:r>
              <a:rPr lang="ne-NP" sz="2000" b="1" dirty="0">
                <a:solidFill>
                  <a:srgbClr val="FF0000"/>
                </a:solidFill>
                <a:latin typeface="Preeti" pitchFamily="2" charset="0"/>
                <a:cs typeface="Kalimati" panose="00000400000000000000" pitchFamily="2"/>
              </a:rPr>
              <a:t>नकारात्मक सूची</a:t>
            </a:r>
            <a:r>
              <a:rPr lang="en-US" sz="2000" b="1" dirty="0">
                <a:solidFill>
                  <a:srgbClr val="FF0000"/>
                </a:solidFill>
                <a:latin typeface="Preeti" pitchFamily="2" charset="0"/>
                <a:cs typeface="Kalimati" panose="00000400000000000000" pitchFamily="2"/>
              </a:rPr>
              <a:t> </a:t>
            </a:r>
            <a:r>
              <a:rPr lang="en-US" sz="2000" b="1" dirty="0">
                <a:solidFill>
                  <a:srgbClr val="FF0000"/>
                </a:solidFill>
                <a:latin typeface="Times New Roman" panose="02020603050405020304" pitchFamily="18" charset="0"/>
                <a:cs typeface="Times New Roman" panose="02020603050405020304" pitchFamily="18" charset="0"/>
              </a:rPr>
              <a:t>(Negative List) </a:t>
            </a:r>
            <a:r>
              <a:rPr lang="ne-NP" sz="2000" b="1" dirty="0">
                <a:latin typeface="Preeti" pitchFamily="2" charset="0"/>
                <a:cs typeface="Kalimati" panose="00000400000000000000" pitchFamily="2"/>
              </a:rPr>
              <a:t>नरहेकाले सबै कसुरको हकमा दावीको सौदाबाजी गर्न पाउने हो वा होइन ? मु.अ.सं को दफा ४१ को सजायमा समेत दावीको सौदाबाजी गर्न मिल्ने हो वा होइन ?</a:t>
            </a:r>
          </a:p>
          <a:p>
            <a:pPr marL="0" indent="0" algn="just">
              <a:lnSpc>
                <a:spcPct val="120000"/>
              </a:lnSpc>
              <a:spcBef>
                <a:spcPts val="0"/>
              </a:spcBef>
              <a:buNone/>
              <a:tabLst>
                <a:tab pos="457200" algn="l"/>
              </a:tabLst>
            </a:pPr>
            <a:endParaRPr lang="ne-NP" sz="2000" b="1" dirty="0">
              <a:latin typeface="Preeti" pitchFamily="2" charset="0"/>
              <a:cs typeface="Kalimati" panose="00000400000000000000" pitchFamily="2"/>
            </a:endParaRPr>
          </a:p>
          <a:p>
            <a:pPr marL="0" indent="0" algn="just">
              <a:lnSpc>
                <a:spcPct val="120000"/>
              </a:lnSpc>
              <a:spcBef>
                <a:spcPts val="0"/>
              </a:spcBef>
              <a:buNone/>
              <a:tabLst>
                <a:tab pos="457200" algn="l"/>
              </a:tabLst>
            </a:pPr>
            <a:r>
              <a:rPr lang="ne-NP" sz="2000" b="1" dirty="0">
                <a:latin typeface="Preeti" pitchFamily="2" charset="0"/>
                <a:cs typeface="Kalimati" panose="00000400000000000000" pitchFamily="2"/>
              </a:rPr>
              <a:t>२) दोषी प्रमाणित नभएसम्म निर्दोष मान्नुपर्ने फौजदारी न्यायको सिद्धान्त </a:t>
            </a:r>
            <a:r>
              <a:rPr lang="ne-NP" sz="2000" b="1" dirty="0">
                <a:solidFill>
                  <a:srgbClr val="FF0000"/>
                </a:solidFill>
                <a:latin typeface="Times New Roman" panose="02020603050405020304" pitchFamily="18" charset="0"/>
                <a:cs typeface="Kalimati" panose="00000400000000000000" pitchFamily="2"/>
              </a:rPr>
              <a:t>(</a:t>
            </a:r>
            <a:r>
              <a:rPr lang="en-US" sz="2000" b="1" dirty="0">
                <a:solidFill>
                  <a:srgbClr val="FF0000"/>
                </a:solidFill>
                <a:latin typeface="Times New Roman" panose="02020603050405020304" pitchFamily="18" charset="0"/>
                <a:cs typeface="Times New Roman" panose="02020603050405020304" pitchFamily="18" charset="0"/>
              </a:rPr>
              <a:t>Presumption of Innocence</a:t>
            </a:r>
            <a:r>
              <a:rPr lang="ne-NP" sz="2000" b="1" dirty="0">
                <a:solidFill>
                  <a:srgbClr val="FF0000"/>
                </a:solidFill>
                <a:latin typeface="Times New Roman" panose="02020603050405020304" pitchFamily="18" charset="0"/>
                <a:cs typeface="Times New Roman" panose="02020603050405020304" pitchFamily="18" charset="0"/>
              </a:rPr>
              <a:t> </a:t>
            </a:r>
            <a:r>
              <a:rPr lang="en-US" sz="2000" b="1" dirty="0">
                <a:solidFill>
                  <a:srgbClr val="FF0000"/>
                </a:solidFill>
                <a:latin typeface="Times New Roman" panose="02020603050405020304" pitchFamily="18" charset="0"/>
                <a:cs typeface="Times New Roman" panose="02020603050405020304" pitchFamily="18" charset="0"/>
              </a:rPr>
              <a:t>until proven guilty)</a:t>
            </a:r>
            <a:r>
              <a:rPr lang="ne-NP" sz="2000" b="1" dirty="0">
                <a:latin typeface="Times New Roman" panose="02020603050405020304" pitchFamily="18" charset="0"/>
                <a:cs typeface="Kalimati" panose="00000400000000000000" pitchFamily="2"/>
              </a:rPr>
              <a:t>,</a:t>
            </a:r>
            <a:r>
              <a:rPr lang="ne-NP" sz="2000" b="1" dirty="0">
                <a:latin typeface="Preeti" pitchFamily="2" charset="0"/>
                <a:cs typeface="Kalimati" panose="00000400000000000000" pitchFamily="2"/>
              </a:rPr>
              <a:t> स्वच्छ सुनुवाईको सिद्धान्त</a:t>
            </a:r>
            <a:r>
              <a:rPr lang="en-US" sz="2000" b="1" dirty="0">
                <a:latin typeface="Preeti" pitchFamily="2" charset="0"/>
                <a:cs typeface="Kalimati" panose="00000400000000000000" pitchFamily="2"/>
              </a:rPr>
              <a:t> </a:t>
            </a:r>
            <a:r>
              <a:rPr lang="en-US" sz="2000" b="1" dirty="0">
                <a:solidFill>
                  <a:srgbClr val="FF0000"/>
                </a:solidFill>
                <a:latin typeface="Times New Roman" panose="02020603050405020304" pitchFamily="18" charset="0"/>
                <a:cs typeface="Times New Roman" panose="02020603050405020304" pitchFamily="18" charset="0"/>
              </a:rPr>
              <a:t>(Fair Trial)</a:t>
            </a:r>
            <a:r>
              <a:rPr lang="ne-NP" sz="2000" b="1" dirty="0">
                <a:latin typeface="Preeti" pitchFamily="2" charset="0"/>
                <a:cs typeface="Kalimati" panose="00000400000000000000" pitchFamily="2"/>
              </a:rPr>
              <a:t>, फौजदारी मुद्दामा अभियुक्तउपरको प्रमाण भार अभियोजकले पुर्‍याउनु पर्ने </a:t>
            </a:r>
            <a:r>
              <a:rPr lang="en-US" sz="2000" b="1" dirty="0">
                <a:solidFill>
                  <a:srgbClr val="FF0000"/>
                </a:solidFill>
                <a:latin typeface="Times New Roman" panose="02020603050405020304" pitchFamily="18" charset="0"/>
                <a:cs typeface="Times New Roman" panose="02020603050405020304" pitchFamily="18" charset="0"/>
              </a:rPr>
              <a:t>(Burden of Proof rests on Plaintiff) </a:t>
            </a:r>
            <a:r>
              <a:rPr lang="ne-NP" sz="2000" b="1" dirty="0">
                <a:latin typeface="Preeti" pitchFamily="2" charset="0"/>
                <a:cs typeface="Kalimati" panose="00000400000000000000" pitchFamily="2"/>
              </a:rPr>
              <a:t>सिद्धान्तहरुको बिपरित </a:t>
            </a:r>
            <a:r>
              <a:rPr lang="ne-NP" sz="2000" b="1" dirty="0" smtClean="0">
                <a:latin typeface="Preeti" pitchFamily="2" charset="0"/>
                <a:cs typeface="Kalimati" panose="00000400000000000000" pitchFamily="2"/>
              </a:rPr>
              <a:t>हुन्छ </a:t>
            </a:r>
            <a:r>
              <a:rPr lang="ne-NP" sz="2000" b="1" dirty="0">
                <a:latin typeface="Preeti" pitchFamily="2" charset="0"/>
                <a:cs typeface="Kalimati" panose="00000400000000000000" pitchFamily="2"/>
              </a:rPr>
              <a:t>वा छैन ? </a:t>
            </a:r>
          </a:p>
          <a:p>
            <a:pPr marL="0" indent="0" algn="just">
              <a:lnSpc>
                <a:spcPct val="120000"/>
              </a:lnSpc>
              <a:spcBef>
                <a:spcPts val="0"/>
              </a:spcBef>
              <a:buNone/>
              <a:tabLst>
                <a:tab pos="457200" algn="l"/>
              </a:tabLst>
            </a:pPr>
            <a:endParaRPr lang="ne-NP" sz="2000" b="1" dirty="0">
              <a:latin typeface="Preeti" pitchFamily="2" charset="0"/>
              <a:cs typeface="Kalimati" panose="00000400000000000000" pitchFamily="2"/>
            </a:endParaRPr>
          </a:p>
          <a:p>
            <a:pPr marL="0" indent="0" algn="just">
              <a:lnSpc>
                <a:spcPct val="120000"/>
              </a:lnSpc>
              <a:spcBef>
                <a:spcPts val="0"/>
              </a:spcBef>
              <a:buNone/>
              <a:tabLst>
                <a:tab pos="457200" algn="l"/>
              </a:tabLst>
            </a:pPr>
            <a:r>
              <a:rPr lang="ne-NP" sz="2000" b="1" dirty="0">
                <a:latin typeface="Preeti" pitchFamily="2" charset="0"/>
                <a:cs typeface="Kalimati" panose="00000400000000000000" pitchFamily="2"/>
              </a:rPr>
              <a:t>३) दावीको सौदाबाजी भएको अवस्थामा पीडितले पाउने क्षतिपूर्तिको हक के हुने ?</a:t>
            </a:r>
          </a:p>
          <a:p>
            <a:pPr marL="0" indent="0" algn="just">
              <a:lnSpc>
                <a:spcPct val="120000"/>
              </a:lnSpc>
              <a:spcBef>
                <a:spcPts val="0"/>
              </a:spcBef>
              <a:buNone/>
              <a:tabLst>
                <a:tab pos="457200" algn="l"/>
              </a:tabLst>
            </a:pPr>
            <a:endParaRPr lang="ne-NP" sz="2000" b="1" dirty="0">
              <a:latin typeface="Preeti" pitchFamily="2" charset="0"/>
              <a:cs typeface="Kalimati" panose="00000400000000000000" pitchFamily="2"/>
            </a:endParaRPr>
          </a:p>
          <a:p>
            <a:pPr marL="0" indent="0" algn="just">
              <a:lnSpc>
                <a:spcPct val="120000"/>
              </a:lnSpc>
              <a:spcBef>
                <a:spcPts val="0"/>
              </a:spcBef>
              <a:buNone/>
              <a:tabLst>
                <a:tab pos="457200" algn="l"/>
              </a:tabLst>
            </a:pPr>
            <a:r>
              <a:rPr lang="ne-NP" sz="2000" b="1" dirty="0">
                <a:latin typeface="Preeti" pitchFamily="2" charset="0"/>
                <a:cs typeface="Kalimati" panose="00000400000000000000" pitchFamily="2"/>
              </a:rPr>
              <a:t>४) सजायमा छुटको दावीमा अदालतको भूमिका र हस्तक्षेपको हद (</a:t>
            </a:r>
            <a:r>
              <a:rPr lang="en-US" sz="2000" b="1" dirty="0">
                <a:latin typeface="Times New Roman" panose="02020603050405020304" pitchFamily="18" charset="0"/>
                <a:cs typeface="Times New Roman" panose="02020603050405020304" pitchFamily="18" charset="0"/>
              </a:rPr>
              <a:t>Limit)</a:t>
            </a:r>
            <a:r>
              <a:rPr lang="ne-NP" sz="2000" b="1" dirty="0">
                <a:latin typeface="Preeti" pitchFamily="2" charset="0"/>
                <a:cs typeface="Kalimati" panose="00000400000000000000" pitchFamily="2"/>
              </a:rPr>
              <a:t> कति रहने </a:t>
            </a:r>
            <a:r>
              <a:rPr lang="ne-NP" sz="2000" b="1" dirty="0" smtClean="0">
                <a:latin typeface="Preeti" pitchFamily="2" charset="0"/>
                <a:cs typeface="Kalimati" panose="00000400000000000000" pitchFamily="2"/>
              </a:rPr>
              <a:t>?</a:t>
            </a:r>
          </a:p>
          <a:p>
            <a:pPr marL="0" lvl="0" indent="0" algn="just">
              <a:buNone/>
            </a:pPr>
            <a:r>
              <a:rPr lang="ne-NP" sz="2000" b="1" dirty="0" smtClean="0">
                <a:latin typeface="Preeti" pitchFamily="2" charset="0"/>
                <a:cs typeface="Kalimati" panose="00000400000000000000" pitchFamily="2"/>
              </a:rPr>
              <a:t>५) </a:t>
            </a:r>
            <a:r>
              <a:rPr lang="en-US" sz="2000" i="1" dirty="0">
                <a:solidFill>
                  <a:prstClr val="black"/>
                </a:solidFill>
                <a:cs typeface="Kalimati" panose="00000400000000000000" pitchFamily="2"/>
              </a:rPr>
              <a:t>Nolo contendere</a:t>
            </a:r>
            <a:r>
              <a:rPr lang="en-US" sz="2000" dirty="0">
                <a:solidFill>
                  <a:prstClr val="black"/>
                </a:solidFill>
                <a:cs typeface="Kalimati" panose="00000400000000000000" pitchFamily="2"/>
              </a:rPr>
              <a:t>(I do not wish to contend) - </a:t>
            </a:r>
            <a:r>
              <a:rPr lang="ne-NP" sz="2000" dirty="0">
                <a:solidFill>
                  <a:prstClr val="black"/>
                </a:solidFill>
                <a:cs typeface="Kalimati" panose="00000400000000000000" pitchFamily="2"/>
              </a:rPr>
              <a:t>मेरो विरुद्धको अभियोगमा म प्रतिवाद गर्ने इच्छा गर्दिन भनेमा अभियुक्तले प्रतिवाद नगरेको मात्र हो, कसूर स्वीकार गरेको सावित भएको अवस्था होइन</a:t>
            </a:r>
            <a:r>
              <a:rPr lang="en-US" sz="2000" dirty="0">
                <a:solidFill>
                  <a:prstClr val="black"/>
                </a:solidFill>
                <a:cs typeface="Kalimati" panose="00000400000000000000" pitchFamily="2"/>
              </a:rPr>
              <a:t> </a:t>
            </a:r>
            <a:r>
              <a:rPr lang="ne-NP" sz="2000" dirty="0">
                <a:solidFill>
                  <a:prstClr val="black"/>
                </a:solidFill>
                <a:cs typeface="Kalimati" panose="00000400000000000000" pitchFamily="2"/>
              </a:rPr>
              <a:t>तर मलाई कुनै सजाय भएमा म भोग्न तयार छू भन्ने हो </a:t>
            </a:r>
            <a:r>
              <a:rPr lang="ne-NP" sz="2000" dirty="0">
                <a:solidFill>
                  <a:srgbClr val="000000"/>
                </a:solidFill>
                <a:latin typeface="Arial" panose="020B0604020202020204" pitchFamily="34" charset="0"/>
                <a:ea typeface="Times New Roman" panose="02020603050405020304" pitchFamily="18" charset="0"/>
                <a:cs typeface="Kalimati" panose="00000400000000000000" pitchFamily="2"/>
              </a:rPr>
              <a:t>।यस दावीको परिणाम पनि कसुर स्वीकार गरेको बराबर हुन्छ। </a:t>
            </a:r>
            <a:r>
              <a:rPr lang="ne-NP" sz="2000" dirty="0">
                <a:solidFill>
                  <a:prstClr val="black"/>
                </a:solidFill>
                <a:cs typeface="Kalimati" panose="00000400000000000000" pitchFamily="2"/>
              </a:rPr>
              <a:t>अदालतमा आएर चुप लाग्न पाउने अधिकारको प्रयोग गर्छु भनेमा सजायमा छुटको दाबीबारे के हुने ?</a:t>
            </a:r>
            <a:endParaRPr lang="en-US" sz="2000" dirty="0">
              <a:solidFill>
                <a:prstClr val="black"/>
              </a:solidFill>
              <a:cs typeface="Kalimati" panose="00000400000000000000" pitchFamily="2"/>
            </a:endParaRPr>
          </a:p>
          <a:p>
            <a:pPr marL="0" indent="0" algn="just">
              <a:lnSpc>
                <a:spcPct val="120000"/>
              </a:lnSpc>
              <a:spcBef>
                <a:spcPts val="0"/>
              </a:spcBef>
              <a:buNone/>
              <a:tabLst>
                <a:tab pos="457200" algn="l"/>
              </a:tabLst>
            </a:pPr>
            <a:endParaRPr lang="en-US" sz="2500" b="1" dirty="0">
              <a:latin typeface="Preeti" pitchFamily="2" charset="0"/>
              <a:cs typeface="Kalimati" panose="00000400000000000000" pitchFamily="2"/>
            </a:endParaRPr>
          </a:p>
        </p:txBody>
      </p:sp>
    </p:spTree>
    <p:extLst>
      <p:ext uri="{BB962C8B-B14F-4D97-AF65-F5344CB8AC3E}">
        <p14:creationId xmlns:p14="http://schemas.microsoft.com/office/powerpoint/2010/main" val="22871992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8210" y="257175"/>
            <a:ext cx="9591677" cy="1143000"/>
          </a:xfrm>
        </p:spPr>
        <p:txBody>
          <a:bodyPr>
            <a:normAutofit/>
          </a:bodyPr>
          <a:lstStyle/>
          <a:p>
            <a:r>
              <a:rPr lang="en-US" b="1" dirty="0" err="1">
                <a:effectLst>
                  <a:outerShdw blurRad="38100" dist="38100" dir="2700000" algn="tl">
                    <a:srgbClr val="000000">
                      <a:alpha val="43137"/>
                    </a:srgbClr>
                  </a:outerShdw>
                </a:effectLst>
                <a:latin typeface="Preeti" pitchFamily="2" charset="0"/>
              </a:rPr>
              <a:t>cleof</a:t>
            </a:r>
            <a:r>
              <a:rPr lang="en-US" b="1" dirty="0">
                <a:effectLst>
                  <a:outerShdw blurRad="38100" dist="38100" dir="2700000" algn="tl">
                    <a:srgbClr val="000000">
                      <a:alpha val="43137"/>
                    </a:srgbClr>
                  </a:outerShdw>
                </a:effectLst>
                <a:latin typeface="Preeti" pitchFamily="2" charset="0"/>
              </a:rPr>
              <a:t>]</a:t>
            </a:r>
            <a:r>
              <a:rPr lang="en-US" b="1" dirty="0" err="1">
                <a:effectLst>
                  <a:outerShdw blurRad="38100" dist="38100" dir="2700000" algn="tl">
                    <a:srgbClr val="000000">
                      <a:alpha val="43137"/>
                    </a:srgbClr>
                  </a:outerShdw>
                </a:effectLst>
                <a:latin typeface="Preeti" pitchFamily="2" charset="0"/>
              </a:rPr>
              <a:t>hgsf</a:t>
            </a:r>
            <a:r>
              <a:rPr lang="en-US" b="1" dirty="0">
                <a:effectLst>
                  <a:outerShdw blurRad="38100" dist="38100" dir="2700000" algn="tl">
                    <a:srgbClr val="000000">
                      <a:alpha val="43137"/>
                    </a:srgbClr>
                  </a:outerShdw>
                </a:effectLst>
                <a:latin typeface="Preeti" pitchFamily="2" charset="0"/>
              </a:rPr>
              <a:t>] ;f}</a:t>
            </a:r>
            <a:r>
              <a:rPr lang="en-US" b="1" dirty="0" err="1">
                <a:effectLst>
                  <a:outerShdw blurRad="38100" dist="38100" dir="2700000" algn="tl">
                    <a:srgbClr val="000000">
                      <a:alpha val="43137"/>
                    </a:srgbClr>
                  </a:outerShdw>
                </a:effectLst>
                <a:latin typeface="Preeti" pitchFamily="2" charset="0"/>
              </a:rPr>
              <a:t>bfafhL</a:t>
            </a:r>
            <a:r>
              <a:rPr lang="en-US" b="1" dirty="0">
                <a:effectLst>
                  <a:outerShdw blurRad="38100" dist="38100" dir="2700000" algn="tl">
                    <a:srgbClr val="000000">
                      <a:alpha val="43137"/>
                    </a:srgbClr>
                  </a:outerShdw>
                </a:effectLst>
                <a:latin typeface="Preeti" pitchFamily="2" charset="0"/>
              </a:rPr>
              <a:t> M </a:t>
            </a:r>
            <a:r>
              <a:rPr lang="en-US" b="1" dirty="0" err="1">
                <a:effectLst>
                  <a:outerShdw blurRad="38100" dist="38100" dir="2700000" algn="tl">
                    <a:srgbClr val="000000">
                      <a:alpha val="43137"/>
                    </a:srgbClr>
                  </a:outerShdw>
                </a:effectLst>
                <a:latin typeface="Preeti" pitchFamily="2" charset="0"/>
              </a:rPr>
              <a:t>o;sf</a:t>
            </a:r>
            <a:r>
              <a:rPr lang="en-US" b="1" dirty="0">
                <a:effectLst>
                  <a:outerShdw blurRad="38100" dist="38100" dir="2700000" algn="tl">
                    <a:srgbClr val="000000">
                      <a:alpha val="43137"/>
                    </a:srgbClr>
                  </a:outerShdw>
                </a:effectLst>
                <a:latin typeface="Preeti" pitchFamily="2" charset="0"/>
              </a:rPr>
              <a:t>] </a:t>
            </a:r>
            <a:r>
              <a:rPr lang="en-US" b="1" dirty="0" err="1">
                <a:effectLst>
                  <a:outerShdw blurRad="38100" dist="38100" dir="2700000" algn="tl">
                    <a:srgbClr val="000000">
                      <a:alpha val="43137"/>
                    </a:srgbClr>
                  </a:outerShdw>
                </a:effectLst>
                <a:latin typeface="Preeti" pitchFamily="2" charset="0"/>
              </a:rPr>
              <a:t>ljkIfsf</a:t>
            </a:r>
            <a:r>
              <a:rPr lang="en-US" b="1" dirty="0">
                <a:effectLst>
                  <a:outerShdw blurRad="38100" dist="38100" dir="2700000" algn="tl">
                    <a:srgbClr val="000000">
                      <a:alpha val="43137"/>
                    </a:srgbClr>
                  </a:outerShdw>
                </a:effectLst>
                <a:latin typeface="Preeti" pitchFamily="2" charset="0"/>
              </a:rPr>
              <a:t> </a:t>
            </a:r>
            <a:r>
              <a:rPr lang="en-US" b="1" dirty="0" err="1">
                <a:effectLst>
                  <a:outerShdw blurRad="38100" dist="38100" dir="2700000" algn="tl">
                    <a:srgbClr val="000000">
                      <a:alpha val="43137"/>
                    </a:srgbClr>
                  </a:outerShdw>
                </a:effectLst>
                <a:latin typeface="Preeti" pitchFamily="2" charset="0"/>
              </a:rPr>
              <a:t>ts</a:t>
            </a:r>
            <a:r>
              <a:rPr lang="en-US" b="1" dirty="0">
                <a:effectLst>
                  <a:outerShdw blurRad="38100" dist="38100" dir="2700000" algn="tl">
                    <a:srgbClr val="000000">
                      <a:alpha val="43137"/>
                    </a:srgbClr>
                  </a:outerShdw>
                </a:effectLst>
                <a:latin typeface="Preeti" pitchFamily="2" charset="0"/>
              </a:rPr>
              <a:t>{x?</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695323" y="1624012"/>
            <a:ext cx="11358562" cy="5233988"/>
          </a:xfrm>
        </p:spPr>
        <p:txBody>
          <a:bodyPr>
            <a:normAutofit/>
          </a:bodyPr>
          <a:lstStyle/>
          <a:p>
            <a:pPr marL="457200" indent="-457200" algn="just">
              <a:spcBef>
                <a:spcPts val="0"/>
              </a:spcBef>
              <a:buNone/>
            </a:pPr>
            <a:r>
              <a:rPr lang="en-US" sz="3200" b="1" dirty="0">
                <a:latin typeface="Preeti" pitchFamily="2" charset="0"/>
              </a:rPr>
              <a:t>!=	</a:t>
            </a:r>
            <a:r>
              <a:rPr lang="en-US" sz="3200" b="1" dirty="0" err="1">
                <a:latin typeface="Preeti" pitchFamily="2" charset="0"/>
              </a:rPr>
              <a:t>sdg</a:t>
            </a:r>
            <a:r>
              <a:rPr lang="en-US" sz="3200" b="1" dirty="0">
                <a:latin typeface="Preeti" pitchFamily="2" charset="0"/>
              </a:rPr>
              <a:t> n</a:t>
            </a:r>
            <a:r>
              <a:rPr lang="en-US" sz="2800" b="1" dirty="0"/>
              <a:t> </a:t>
            </a:r>
            <a:r>
              <a:rPr lang="ne-NP" sz="2400" b="1" dirty="0"/>
              <a:t>(</a:t>
            </a:r>
            <a:r>
              <a:rPr lang="en-US" sz="2400" b="1" dirty="0"/>
              <a:t>Common Law</a:t>
            </a:r>
            <a:r>
              <a:rPr lang="ne-NP" sz="2400" b="1" dirty="0"/>
              <a:t>)</a:t>
            </a:r>
            <a:r>
              <a:rPr lang="en-US" sz="2400" b="1" dirty="0"/>
              <a:t> </a:t>
            </a:r>
            <a:r>
              <a:rPr lang="en-US" sz="3200" b="1" dirty="0">
                <a:latin typeface="Preeti" pitchFamily="2" charset="0"/>
              </a:rPr>
              <a:t>sf </a:t>
            </a:r>
            <a:r>
              <a:rPr lang="en-US" sz="3200" b="1" dirty="0" err="1">
                <a:latin typeface="Preeti" pitchFamily="2" charset="0"/>
              </a:rPr>
              <a:t>cg'ofoL</a:t>
            </a:r>
            <a:r>
              <a:rPr lang="en-US" sz="3200" b="1" dirty="0">
                <a:latin typeface="Preeti" pitchFamily="2" charset="0"/>
              </a:rPr>
              <a:t> </a:t>
            </a:r>
            <a:r>
              <a:rPr lang="en-US" sz="3200" b="1" dirty="0" err="1">
                <a:latin typeface="Preeti" pitchFamily="2" charset="0"/>
              </a:rPr>
              <a:t>d'n'sdf</a:t>
            </a:r>
            <a:r>
              <a:rPr lang="en-US" sz="3200" b="1" dirty="0">
                <a:latin typeface="Preeti" pitchFamily="2" charset="0"/>
              </a:rPr>
              <a:t> h'/Laf6 </a:t>
            </a:r>
            <a:r>
              <a:rPr lang="en-US" sz="3200" b="1" dirty="0" err="1">
                <a:latin typeface="Preeti" pitchFamily="2" charset="0"/>
              </a:rPr>
              <a:t>k'k</a:t>
            </a:r>
            <a:r>
              <a:rPr lang="en-US" sz="3200" b="1" dirty="0">
                <a:latin typeface="Preeti" pitchFamily="2" charset="0"/>
              </a:rPr>
              <a:t>{If </a:t>
            </a:r>
            <a:r>
              <a:rPr lang="en-US" sz="3200" b="1" dirty="0" err="1">
                <a:latin typeface="Preeti" pitchFamily="2" charset="0"/>
              </a:rPr>
              <a:t>x'g</a:t>
            </a:r>
            <a:r>
              <a:rPr lang="en-US" sz="3200" b="1" dirty="0">
                <a:latin typeface="Preeti" pitchFamily="2" charset="0"/>
              </a:rPr>
              <a:t>] </a:t>
            </a:r>
            <a:r>
              <a:rPr lang="en-US" sz="3200" b="1" dirty="0" err="1">
                <a:latin typeface="Preeti" pitchFamily="2" charset="0"/>
              </a:rPr>
              <a:t>cj:yfdf</a:t>
            </a:r>
            <a:r>
              <a:rPr lang="en-US" sz="3200" b="1" dirty="0">
                <a:latin typeface="Preeti" pitchFamily="2" charset="0"/>
              </a:rPr>
              <a:t> </a:t>
            </a:r>
            <a:r>
              <a:rPr lang="en-US" sz="3200" b="1" dirty="0" err="1">
                <a:latin typeface="Preeti" pitchFamily="2" charset="0"/>
              </a:rPr>
              <a:t>k|efj</a:t>
            </a:r>
            <a:r>
              <a:rPr lang="en-US" sz="3200" b="1" dirty="0">
                <a:latin typeface="Preeti" pitchFamily="2" charset="0"/>
              </a:rPr>
              <a:t>,</a:t>
            </a:r>
          </a:p>
          <a:p>
            <a:pPr marL="457200" indent="-457200" algn="just">
              <a:spcBef>
                <a:spcPts val="0"/>
              </a:spcBef>
              <a:buNone/>
            </a:pPr>
            <a:r>
              <a:rPr lang="en-US" sz="3200" b="1" dirty="0">
                <a:latin typeface="Preeti" pitchFamily="2" charset="0"/>
              </a:rPr>
              <a:t>@=	cg';</a:t>
            </a:r>
            <a:r>
              <a:rPr lang="en-US" sz="3200" b="1" dirty="0" err="1">
                <a:latin typeface="Preeti" pitchFamily="2" charset="0"/>
              </a:rPr>
              <a:t>Gwfg</a:t>
            </a:r>
            <a:r>
              <a:rPr lang="en-US" sz="3200" b="1" dirty="0">
                <a:latin typeface="Preeti" pitchFamily="2" charset="0"/>
              </a:rPr>
              <a:t> </a:t>
            </a:r>
            <a:r>
              <a:rPr lang="en-US" sz="3200" b="1" dirty="0" err="1">
                <a:latin typeface="Preeti" pitchFamily="2" charset="0"/>
              </a:rPr>
              <a:t>k|lqmof</a:t>
            </a:r>
            <a:r>
              <a:rPr lang="en-US" sz="3200" b="1" dirty="0">
                <a:latin typeface="Preeti" pitchFamily="2" charset="0"/>
              </a:rPr>
              <a:t> ;</a:t>
            </a:r>
            <a:r>
              <a:rPr lang="en-US" sz="3200" b="1" dirty="0" err="1">
                <a:latin typeface="Preeti" pitchFamily="2" charset="0"/>
              </a:rPr>
              <a:t>txL</a:t>
            </a:r>
            <a:r>
              <a:rPr lang="en-US" sz="3200" b="1" dirty="0">
                <a:latin typeface="Preeti" pitchFamily="2" charset="0"/>
              </a:rPr>
              <a:t> </a:t>
            </a:r>
            <a:r>
              <a:rPr lang="en-US" sz="3200" b="1" dirty="0" err="1">
                <a:latin typeface="Preeti" pitchFamily="2" charset="0"/>
              </a:rPr>
              <a:t>x'g</a:t>
            </a:r>
            <a:r>
              <a:rPr lang="en-US" sz="3200" b="1" dirty="0">
                <a:latin typeface="Preeti" pitchFamily="2" charset="0"/>
              </a:rPr>
              <a:t>] </a:t>
            </a:r>
            <a:r>
              <a:rPr lang="en-US" sz="3200" b="1" dirty="0" err="1">
                <a:latin typeface="Preeti" pitchFamily="2" charset="0"/>
              </a:rPr>
              <a:t>tkm</a:t>
            </a:r>
            <a:r>
              <a:rPr lang="en-US" sz="3200" b="1" dirty="0">
                <a:latin typeface="Preeti" pitchFamily="2" charset="0"/>
              </a:rPr>
              <a:t>{ </a:t>
            </a:r>
            <a:r>
              <a:rPr lang="en-US" sz="3200" b="1" dirty="0" err="1">
                <a:latin typeface="Preeti" pitchFamily="2" charset="0"/>
              </a:rPr>
              <a:t>pGd'v</a:t>
            </a:r>
            <a:r>
              <a:rPr lang="en-US" sz="3200" b="1" dirty="0">
                <a:latin typeface="Preeti" pitchFamily="2" charset="0"/>
              </a:rPr>
              <a:t> </a:t>
            </a:r>
            <a:r>
              <a:rPr lang="en-US" sz="3200" b="1" dirty="0" err="1">
                <a:latin typeface="Preeti" pitchFamily="2" charset="0"/>
              </a:rPr>
              <a:t>x'g</a:t>
            </a:r>
            <a:r>
              <a:rPr lang="en-US" sz="3200" b="1" dirty="0">
                <a:latin typeface="Preeti" pitchFamily="2" charset="0"/>
              </a:rPr>
              <a:t>],</a:t>
            </a:r>
          </a:p>
          <a:p>
            <a:pPr marL="457200" indent="-457200" algn="just">
              <a:spcBef>
                <a:spcPts val="0"/>
              </a:spcBef>
              <a:buNone/>
            </a:pPr>
            <a:r>
              <a:rPr lang="en-US" sz="3200" b="1" dirty="0">
                <a:latin typeface="Preeti" pitchFamily="2" charset="0"/>
              </a:rPr>
              <a:t>#=	cg';</a:t>
            </a:r>
            <a:r>
              <a:rPr lang="en-US" sz="3200" b="1" dirty="0" err="1">
                <a:latin typeface="Preeti" pitchFamily="2" charset="0"/>
              </a:rPr>
              <a:t>Gwfg</a:t>
            </a:r>
            <a:r>
              <a:rPr lang="en-US" sz="3200" b="1" dirty="0">
                <a:latin typeface="Preeti" pitchFamily="2" charset="0"/>
              </a:rPr>
              <a:t> </a:t>
            </a:r>
            <a:r>
              <a:rPr lang="en-US" sz="3200" b="1" dirty="0" err="1">
                <a:latin typeface="Preeti" pitchFamily="2" charset="0"/>
              </a:rPr>
              <a:t>clwsf</a:t>
            </a:r>
            <a:r>
              <a:rPr lang="en-US" sz="3200" b="1" dirty="0">
                <a:latin typeface="Preeti" pitchFamily="2" charset="0"/>
              </a:rPr>
              <a:t>/L k|df0f h'6fpg </a:t>
            </a:r>
            <a:r>
              <a:rPr lang="en-US" sz="3200" b="1" dirty="0" err="1">
                <a:latin typeface="Preeti" pitchFamily="2" charset="0"/>
              </a:rPr>
              <a:t>eGbf</a:t>
            </a:r>
            <a:r>
              <a:rPr lang="en-US" sz="3200" b="1" dirty="0">
                <a:latin typeface="Preeti" pitchFamily="2" charset="0"/>
              </a:rPr>
              <a:t> </a:t>
            </a:r>
            <a:r>
              <a:rPr lang="en-US" sz="3200" b="1" dirty="0" err="1">
                <a:latin typeface="Preeti" pitchFamily="2" charset="0"/>
              </a:rPr>
              <a:t>cleof</a:t>
            </a:r>
            <a:r>
              <a:rPr lang="en-US" sz="3200" b="1" dirty="0">
                <a:latin typeface="Preeti" pitchFamily="2" charset="0"/>
              </a:rPr>
              <a:t>]</a:t>
            </a:r>
            <a:r>
              <a:rPr lang="en-US" sz="3200" b="1" dirty="0" err="1">
                <a:latin typeface="Preeti" pitchFamily="2" charset="0"/>
              </a:rPr>
              <a:t>hgsf</a:t>
            </a:r>
            <a:r>
              <a:rPr lang="en-US" sz="3200" b="1" dirty="0">
                <a:latin typeface="Preeti" pitchFamily="2" charset="0"/>
              </a:rPr>
              <a:t>] ;</a:t>
            </a:r>
            <a:r>
              <a:rPr lang="en-US" sz="3200" b="1" dirty="0" smtClean="0">
                <a:latin typeface="Preeti" pitchFamily="2" charset="0"/>
              </a:rPr>
              <a:t>f}</a:t>
            </a:r>
            <a:r>
              <a:rPr lang="en-US" sz="3200" b="1" dirty="0" err="1" smtClean="0">
                <a:latin typeface="Preeti" pitchFamily="2" charset="0"/>
              </a:rPr>
              <a:t>bfjfhLtkm</a:t>
            </a:r>
            <a:r>
              <a:rPr lang="en-US" sz="3200" b="1" dirty="0">
                <a:latin typeface="Preeti" pitchFamily="2" charset="0"/>
              </a:rPr>
              <a:t>{ </a:t>
            </a:r>
            <a:r>
              <a:rPr lang="en-US" sz="3200" b="1" dirty="0" err="1">
                <a:latin typeface="Preeti" pitchFamily="2" charset="0"/>
              </a:rPr>
              <a:t>cfslif</a:t>
            </a:r>
            <a:r>
              <a:rPr lang="en-US" sz="3200" b="1" dirty="0">
                <a:latin typeface="Preeti" pitchFamily="2" charset="0"/>
              </a:rPr>
              <a:t>{t </a:t>
            </a:r>
            <a:r>
              <a:rPr lang="en-US" sz="3200" b="1" dirty="0" err="1">
                <a:latin typeface="Preeti" pitchFamily="2" charset="0"/>
              </a:rPr>
              <a:t>x'g</a:t>
            </a:r>
            <a:r>
              <a:rPr lang="en-US" sz="3200" b="1" dirty="0">
                <a:latin typeface="Preeti" pitchFamily="2" charset="0"/>
              </a:rPr>
              <a:t> ;</a:t>
            </a:r>
            <a:r>
              <a:rPr lang="en-US" sz="3200" b="1" dirty="0" err="1">
                <a:latin typeface="Preeti" pitchFamily="2" charset="0"/>
              </a:rPr>
              <a:t>Sg</a:t>
            </a:r>
            <a:r>
              <a:rPr lang="en-US" sz="3200" b="1" dirty="0">
                <a:latin typeface="Preeti" pitchFamily="2" charset="0"/>
              </a:rPr>
              <a:t>],</a:t>
            </a:r>
          </a:p>
          <a:p>
            <a:pPr marL="457200" indent="-457200" algn="just">
              <a:spcBef>
                <a:spcPts val="0"/>
              </a:spcBef>
              <a:buNone/>
            </a:pPr>
            <a:r>
              <a:rPr lang="en-US" sz="3200" b="1" dirty="0">
                <a:latin typeface="Preeti" pitchFamily="2" charset="0"/>
              </a:rPr>
              <a:t>$= </a:t>
            </a:r>
            <a:r>
              <a:rPr lang="en-US" sz="3200" b="1" dirty="0" err="1" smtClean="0">
                <a:latin typeface="Preeti" pitchFamily="2" charset="0"/>
              </a:rPr>
              <a:t>slxn</a:t>
            </a:r>
            <a:r>
              <a:rPr lang="en-US" sz="3200" b="1" dirty="0" smtClean="0">
                <a:latin typeface="Preeti" pitchFamily="2" charset="0"/>
              </a:rPr>
              <a:t>]</a:t>
            </a:r>
            <a:r>
              <a:rPr lang="en-US" sz="3200" b="1" dirty="0" err="1" smtClean="0">
                <a:latin typeface="Preeti" pitchFamily="2" charset="0"/>
              </a:rPr>
              <a:t>sfxLF</a:t>
            </a:r>
            <a:r>
              <a:rPr lang="en-US" sz="3200" b="1" dirty="0" smtClean="0">
                <a:latin typeface="Preeti" pitchFamily="2" charset="0"/>
              </a:rPr>
              <a:t> </a:t>
            </a:r>
            <a:r>
              <a:rPr lang="en-US" sz="3200" b="1" dirty="0" err="1">
                <a:latin typeface="Preeti" pitchFamily="2" charset="0"/>
              </a:rPr>
              <a:t>lgbf</a:t>
            </a:r>
            <a:r>
              <a:rPr lang="en-US" sz="3200" b="1" dirty="0">
                <a:latin typeface="Preeti" pitchFamily="2" charset="0"/>
              </a:rPr>
              <a:t>]{if </a:t>
            </a:r>
            <a:r>
              <a:rPr lang="en-US" sz="3200" b="1" dirty="0" err="1">
                <a:latin typeface="Preeti" pitchFamily="2" charset="0"/>
              </a:rPr>
              <a:t>cleo'Qm</a:t>
            </a:r>
            <a:r>
              <a:rPr lang="en-US" sz="3200" b="1" dirty="0">
                <a:latin typeface="Preeti" pitchFamily="2" charset="0"/>
              </a:rPr>
              <a:t> s;"/bf/ </a:t>
            </a:r>
            <a:r>
              <a:rPr lang="en-US" sz="3200" b="1" dirty="0" err="1">
                <a:latin typeface="Preeti" pitchFamily="2" charset="0"/>
              </a:rPr>
              <a:t>x'g</a:t>
            </a:r>
            <a:r>
              <a:rPr lang="en-US" sz="3200" b="1" dirty="0">
                <a:latin typeface="Preeti" pitchFamily="2" charset="0"/>
              </a:rPr>
              <a:t> ;</a:t>
            </a:r>
            <a:r>
              <a:rPr lang="en-US" sz="3200" b="1" dirty="0" err="1">
                <a:latin typeface="Preeti" pitchFamily="2" charset="0"/>
              </a:rPr>
              <a:t>Sg</a:t>
            </a:r>
            <a:r>
              <a:rPr lang="en-US" sz="3200" b="1" dirty="0">
                <a:latin typeface="Preeti" pitchFamily="2" charset="0"/>
              </a:rPr>
              <a:t>],</a:t>
            </a:r>
          </a:p>
          <a:p>
            <a:pPr marL="457200" indent="-457200" algn="just">
              <a:spcBef>
                <a:spcPts val="0"/>
              </a:spcBef>
              <a:buNone/>
            </a:pPr>
            <a:r>
              <a:rPr lang="en-US" sz="3200" b="1" dirty="0">
                <a:latin typeface="Preeti" pitchFamily="2" charset="0"/>
              </a:rPr>
              <a:t>%=	</a:t>
            </a:r>
            <a:r>
              <a:rPr lang="en-US" sz="3200" b="1" dirty="0" err="1">
                <a:latin typeface="Preeti" pitchFamily="2" charset="0"/>
              </a:rPr>
              <a:t>lgbf</a:t>
            </a:r>
            <a:r>
              <a:rPr lang="en-US" sz="3200" b="1" dirty="0">
                <a:latin typeface="Preeti" pitchFamily="2" charset="0"/>
              </a:rPr>
              <a:t>]{if </a:t>
            </a:r>
            <a:r>
              <a:rPr lang="en-US" sz="3200" b="1" dirty="0" err="1">
                <a:latin typeface="Preeti" pitchFamily="2" charset="0"/>
              </a:rPr>
              <a:t>JolQmsf</a:t>
            </a:r>
            <a:r>
              <a:rPr lang="en-US" sz="3200" b="1" dirty="0">
                <a:latin typeface="Preeti" pitchFamily="2" charset="0"/>
              </a:rPr>
              <a:t>] </a:t>
            </a:r>
            <a:r>
              <a:rPr lang="en-US" sz="3200" b="1" dirty="0" err="1">
                <a:latin typeface="Preeti" pitchFamily="2" charset="0"/>
              </a:rPr>
              <a:t>kmf</a:t>
            </a:r>
            <a:r>
              <a:rPr lang="en-US" sz="3200" b="1" dirty="0">
                <a:latin typeface="Preeti" pitchFamily="2" charset="0"/>
              </a:rPr>
              <a:t>}</a:t>
            </a:r>
            <a:r>
              <a:rPr lang="en-US" sz="3200" b="1" dirty="0" err="1">
                <a:latin typeface="Preeti" pitchFamily="2" charset="0"/>
              </a:rPr>
              <a:t>hbf</a:t>
            </a:r>
            <a:r>
              <a:rPr lang="en-US" sz="3200" b="1" dirty="0">
                <a:latin typeface="Preeti" pitchFamily="2" charset="0"/>
              </a:rPr>
              <a:t>/L s;"/</a:t>
            </a:r>
            <a:r>
              <a:rPr lang="en-US" sz="3200" b="1" dirty="0" err="1">
                <a:latin typeface="Preeti" pitchFamily="2" charset="0"/>
              </a:rPr>
              <a:t>sf</a:t>
            </a:r>
            <a:r>
              <a:rPr lang="en-US" sz="3200" b="1" dirty="0">
                <a:latin typeface="Preeti" pitchFamily="2" charset="0"/>
              </a:rPr>
              <a:t>] </a:t>
            </a:r>
            <a:r>
              <a:rPr lang="en-US" sz="3200" b="1" dirty="0" err="1">
                <a:latin typeface="Preeti" pitchFamily="2" charset="0"/>
              </a:rPr>
              <a:t>clen</a:t>
            </a:r>
            <a:r>
              <a:rPr lang="en-US" sz="3200" b="1" dirty="0">
                <a:latin typeface="Preeti" pitchFamily="2" charset="0"/>
              </a:rPr>
              <a:t>]v /</a:t>
            </a:r>
            <a:r>
              <a:rPr lang="en-US" sz="3200" b="1" dirty="0" err="1">
                <a:latin typeface="Preeti" pitchFamily="2" charset="0"/>
              </a:rPr>
              <a:t>xg</a:t>
            </a:r>
            <a:r>
              <a:rPr lang="en-US" sz="3200" b="1" dirty="0">
                <a:latin typeface="Preeti" pitchFamily="2" charset="0"/>
              </a:rPr>
              <a:t>],</a:t>
            </a:r>
          </a:p>
          <a:p>
            <a:pPr marL="457200" indent="-457200" algn="just">
              <a:spcBef>
                <a:spcPts val="0"/>
              </a:spcBef>
              <a:buNone/>
            </a:pPr>
            <a:r>
              <a:rPr lang="en-US" sz="3200" b="1" dirty="0">
                <a:latin typeface="Preeti" pitchFamily="2" charset="0"/>
              </a:rPr>
              <a:t>^=	</a:t>
            </a:r>
            <a:r>
              <a:rPr lang="en-US" sz="3200" b="1" dirty="0" err="1">
                <a:latin typeface="Preeti" pitchFamily="2" charset="0"/>
              </a:rPr>
              <a:t>GofowLzn</a:t>
            </a:r>
            <a:r>
              <a:rPr lang="en-US" sz="3200" b="1" dirty="0">
                <a:latin typeface="Preeti" pitchFamily="2" charset="0"/>
              </a:rPr>
              <a:t>] ;f}</a:t>
            </a:r>
            <a:r>
              <a:rPr lang="en-US" sz="3200" b="1" dirty="0" err="1">
                <a:latin typeface="Preeti" pitchFamily="2" charset="0"/>
              </a:rPr>
              <a:t>bfafhLnfO</a:t>
            </a:r>
            <a:r>
              <a:rPr lang="en-US" sz="3200" b="1" dirty="0">
                <a:latin typeface="Preeti" pitchFamily="2" charset="0"/>
              </a:rPr>
              <a:t>{ ;</a:t>
            </a:r>
            <a:r>
              <a:rPr lang="en-US" sz="3200" b="1" dirty="0" err="1">
                <a:latin typeface="Preeti" pitchFamily="2" charset="0"/>
              </a:rPr>
              <a:t>dy</a:t>
            </a:r>
            <a:r>
              <a:rPr lang="en-US" sz="3200" b="1" dirty="0">
                <a:latin typeface="Preeti" pitchFamily="2" charset="0"/>
              </a:rPr>
              <a:t>{g </a:t>
            </a:r>
            <a:r>
              <a:rPr lang="en-US" sz="3200" b="1" dirty="0" err="1">
                <a:latin typeface="Preeti" pitchFamily="2" charset="0"/>
              </a:rPr>
              <a:t>gu</a:t>
            </a:r>
            <a:r>
              <a:rPr lang="en-US" sz="3200" b="1" dirty="0">
                <a:latin typeface="Preeti" pitchFamily="2" charset="0"/>
              </a:rPr>
              <a:t>/]</a:t>
            </a:r>
            <a:r>
              <a:rPr lang="en-US" sz="3200" b="1" dirty="0" err="1">
                <a:latin typeface="Preeti" pitchFamily="2" charset="0"/>
              </a:rPr>
              <a:t>df</a:t>
            </a:r>
            <a:r>
              <a:rPr lang="en-US" sz="3200" b="1" dirty="0">
                <a:latin typeface="Preeti" pitchFamily="2" charset="0"/>
              </a:rPr>
              <a:t> d'2f </a:t>
            </a:r>
            <a:r>
              <a:rPr lang="en-US" sz="3200" b="1" dirty="0" err="1">
                <a:latin typeface="Preeti" pitchFamily="2" charset="0"/>
              </a:rPr>
              <a:t>sdhf</a:t>
            </a:r>
            <a:r>
              <a:rPr lang="en-US" sz="3200" b="1" dirty="0">
                <a:latin typeface="Preeti" pitchFamily="2" charset="0"/>
              </a:rPr>
              <a:t>]/ </a:t>
            </a:r>
            <a:r>
              <a:rPr lang="en-US" sz="3200" b="1" dirty="0" err="1">
                <a:latin typeface="Preeti" pitchFamily="2" charset="0"/>
              </a:rPr>
              <a:t>x'g</a:t>
            </a:r>
            <a:r>
              <a:rPr lang="en-US" sz="3200" b="1" dirty="0">
                <a:latin typeface="Preeti" pitchFamily="2" charset="0"/>
              </a:rPr>
              <a:t> ;</a:t>
            </a:r>
            <a:r>
              <a:rPr lang="en-US" sz="3200" b="1" dirty="0" err="1">
                <a:latin typeface="Preeti" pitchFamily="2" charset="0"/>
              </a:rPr>
              <a:t>Sg</a:t>
            </a:r>
            <a:r>
              <a:rPr lang="en-US" sz="3200" b="1" dirty="0">
                <a:latin typeface="Preeti" pitchFamily="2" charset="0"/>
              </a:rPr>
              <a:t>],</a:t>
            </a:r>
          </a:p>
          <a:p>
            <a:pPr marL="457200" indent="-457200" algn="just">
              <a:spcBef>
                <a:spcPts val="0"/>
              </a:spcBef>
              <a:buNone/>
            </a:pPr>
            <a:r>
              <a:rPr lang="en-US" sz="3200" b="1" dirty="0">
                <a:latin typeface="Preeti" pitchFamily="2" charset="0"/>
              </a:rPr>
              <a:t>&amp;=	o;af6 </a:t>
            </a:r>
            <a:r>
              <a:rPr lang="en-US" sz="3200" b="1" dirty="0" err="1">
                <a:latin typeface="Preeti" pitchFamily="2" charset="0"/>
              </a:rPr>
              <a:t>k'g</a:t>
            </a:r>
            <a:r>
              <a:rPr lang="en-US" sz="3200" b="1" dirty="0">
                <a:latin typeface="Preeti" pitchFamily="2" charset="0"/>
              </a:rPr>
              <a:t>/</a:t>
            </a:r>
            <a:r>
              <a:rPr lang="en-US" sz="3200" b="1" dirty="0" err="1">
                <a:latin typeface="Preeti" pitchFamily="2" charset="0"/>
              </a:rPr>
              <a:t>fj</a:t>
            </a:r>
            <a:r>
              <a:rPr lang="en-US" sz="3200" b="1" dirty="0">
                <a:latin typeface="Preeti" pitchFamily="2" charset="0"/>
              </a:rPr>
              <a:t>]</a:t>
            </a:r>
            <a:r>
              <a:rPr lang="en-US" sz="3200" b="1" dirty="0" err="1">
                <a:latin typeface="Preeti" pitchFamily="2" charset="0"/>
              </a:rPr>
              <a:t>bgsf</a:t>
            </a:r>
            <a:r>
              <a:rPr lang="en-US" sz="3200" b="1" dirty="0">
                <a:latin typeface="Preeti" pitchFamily="2" charset="0"/>
              </a:rPr>
              <a:t>] </a:t>
            </a:r>
            <a:r>
              <a:rPr lang="en-US" sz="3200" b="1" dirty="0" err="1">
                <a:latin typeface="Preeti" pitchFamily="2" charset="0"/>
              </a:rPr>
              <a:t>sfd</a:t>
            </a:r>
            <a:r>
              <a:rPr lang="en-US" sz="3200" b="1" dirty="0">
                <a:latin typeface="Preeti" pitchFamily="2" charset="0"/>
              </a:rPr>
              <a:t> s6f}</a:t>
            </a:r>
            <a:r>
              <a:rPr lang="en-US" sz="3200" b="1" dirty="0" err="1">
                <a:latin typeface="Preeti" pitchFamily="2" charset="0"/>
              </a:rPr>
              <a:t>tL</a:t>
            </a:r>
            <a:r>
              <a:rPr lang="en-US" sz="3200" b="1" dirty="0">
                <a:latin typeface="Preeti" pitchFamily="2" charset="0"/>
              </a:rPr>
              <a:t> </a:t>
            </a:r>
            <a:r>
              <a:rPr lang="en-US" sz="3200" b="1" dirty="0" err="1">
                <a:latin typeface="Preeti" pitchFamily="2" charset="0"/>
              </a:rPr>
              <a:t>x'g</a:t>
            </a:r>
            <a:r>
              <a:rPr lang="en-US" sz="3200" b="1" dirty="0">
                <a:latin typeface="Preeti" pitchFamily="2" charset="0"/>
              </a:rPr>
              <a:t>], </a:t>
            </a:r>
          </a:p>
          <a:p>
            <a:pPr marL="457200" indent="-457200" algn="just">
              <a:spcBef>
                <a:spcPts val="0"/>
              </a:spcBef>
              <a:buNone/>
            </a:pPr>
            <a:r>
              <a:rPr lang="en-US" sz="3200" b="1" dirty="0">
                <a:latin typeface="Preeti" pitchFamily="2" charset="0"/>
              </a:rPr>
              <a:t>*=	s;"/bf/</a:t>
            </a:r>
            <a:r>
              <a:rPr lang="en-US" sz="3200" b="1" dirty="0" err="1">
                <a:latin typeface="Preeti" pitchFamily="2" charset="0"/>
              </a:rPr>
              <a:t>nfO</a:t>
            </a:r>
            <a:r>
              <a:rPr lang="en-US" sz="3200" b="1" dirty="0">
                <a:latin typeface="Preeti" pitchFamily="2" charset="0"/>
              </a:rPr>
              <a:t>{ </a:t>
            </a:r>
            <a:r>
              <a:rPr lang="en-US" sz="3200" b="1" dirty="0" err="1">
                <a:latin typeface="Preeti" pitchFamily="2" charset="0"/>
              </a:rPr>
              <a:t>xn'sf</a:t>
            </a:r>
            <a:r>
              <a:rPr lang="en-US" sz="3200" b="1" dirty="0">
                <a:latin typeface="Preeti" pitchFamily="2" charset="0"/>
              </a:rPr>
              <a:t> / </a:t>
            </a:r>
            <a:r>
              <a:rPr lang="en-US" sz="3200" b="1" dirty="0" err="1">
                <a:latin typeface="Preeti" pitchFamily="2" charset="0"/>
              </a:rPr>
              <a:t>yf</a:t>
            </a:r>
            <a:r>
              <a:rPr lang="en-US" sz="3200" b="1" dirty="0">
                <a:latin typeface="Preeti" pitchFamily="2" charset="0"/>
              </a:rPr>
              <a:t>]/} ;</a:t>
            </a:r>
            <a:r>
              <a:rPr lang="en-US" sz="3200" b="1" dirty="0" err="1">
                <a:latin typeface="Preeti" pitchFamily="2" charset="0"/>
              </a:rPr>
              <a:t>hfo</a:t>
            </a:r>
            <a:r>
              <a:rPr lang="en-US" sz="3200" b="1" dirty="0">
                <a:latin typeface="Preeti" pitchFamily="2" charset="0"/>
              </a:rPr>
              <a:t> </a:t>
            </a:r>
            <a:r>
              <a:rPr lang="en-US" sz="3200" b="1" dirty="0" err="1">
                <a:latin typeface="Preeti" pitchFamily="2" charset="0"/>
              </a:rPr>
              <a:t>x'g</a:t>
            </a:r>
            <a:r>
              <a:rPr lang="en-US" sz="3200" b="1" dirty="0">
                <a:latin typeface="Preeti" pitchFamily="2" charset="0"/>
              </a:rPr>
              <a:t>] .</a:t>
            </a:r>
          </a:p>
          <a:p>
            <a:endParaRPr lang="en-US" sz="3200" b="1" dirty="0"/>
          </a:p>
        </p:txBody>
      </p:sp>
    </p:spTree>
    <p:extLst>
      <p:ext uri="{BB962C8B-B14F-4D97-AF65-F5344CB8AC3E}">
        <p14:creationId xmlns:p14="http://schemas.microsoft.com/office/powerpoint/2010/main" val="9180107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1513" y="0"/>
            <a:ext cx="10401300" cy="1219200"/>
          </a:xfrm>
        </p:spPr>
        <p:txBody>
          <a:bodyPr>
            <a:normAutofit fontScale="90000"/>
          </a:bodyPr>
          <a:lstStyle/>
          <a:p>
            <a:r>
              <a:rPr lang="en-US" b="1" dirty="0" err="1">
                <a:effectLst>
                  <a:outerShdw blurRad="38100" dist="38100" dir="2700000" algn="tl">
                    <a:srgbClr val="000000">
                      <a:alpha val="43137"/>
                    </a:srgbClr>
                  </a:outerShdw>
                </a:effectLst>
                <a:latin typeface="Preeti" pitchFamily="2" charset="0"/>
              </a:rPr>
              <a:t>cleof</a:t>
            </a:r>
            <a:r>
              <a:rPr lang="en-US" b="1" dirty="0">
                <a:effectLst>
                  <a:outerShdw blurRad="38100" dist="38100" dir="2700000" algn="tl">
                    <a:srgbClr val="000000">
                      <a:alpha val="43137"/>
                    </a:srgbClr>
                  </a:outerShdw>
                </a:effectLst>
                <a:latin typeface="Preeti" pitchFamily="2" charset="0"/>
              </a:rPr>
              <a:t>]</a:t>
            </a:r>
            <a:r>
              <a:rPr lang="en-US" b="1" dirty="0" err="1">
                <a:effectLst>
                  <a:outerShdw blurRad="38100" dist="38100" dir="2700000" algn="tl">
                    <a:srgbClr val="000000">
                      <a:alpha val="43137"/>
                    </a:srgbClr>
                  </a:outerShdw>
                </a:effectLst>
                <a:latin typeface="Preeti" pitchFamily="2" charset="0"/>
              </a:rPr>
              <a:t>hgsf</a:t>
            </a:r>
            <a:r>
              <a:rPr lang="en-US" b="1" dirty="0">
                <a:effectLst>
                  <a:outerShdw blurRad="38100" dist="38100" dir="2700000" algn="tl">
                    <a:srgbClr val="000000">
                      <a:alpha val="43137"/>
                    </a:srgbClr>
                  </a:outerShdw>
                </a:effectLst>
                <a:latin typeface="Preeti" pitchFamily="2" charset="0"/>
              </a:rPr>
              <a:t>] ;f}</a:t>
            </a:r>
            <a:r>
              <a:rPr lang="en-US" b="1" dirty="0" err="1">
                <a:effectLst>
                  <a:outerShdw blurRad="38100" dist="38100" dir="2700000" algn="tl">
                    <a:srgbClr val="000000">
                      <a:alpha val="43137"/>
                    </a:srgbClr>
                  </a:outerShdw>
                </a:effectLst>
                <a:latin typeface="Preeti" pitchFamily="2" charset="0"/>
              </a:rPr>
              <a:t>bfafhL</a:t>
            </a:r>
            <a:r>
              <a:rPr lang="en-US" b="1" dirty="0">
                <a:effectLst>
                  <a:outerShdw blurRad="38100" dist="38100" dir="2700000" algn="tl">
                    <a:srgbClr val="000000">
                      <a:alpha val="43137"/>
                    </a:srgbClr>
                  </a:outerShdw>
                </a:effectLst>
                <a:latin typeface="Preeti" pitchFamily="2" charset="0"/>
              </a:rPr>
              <a:t> </a:t>
            </a:r>
            <a:r>
              <a:rPr lang="en-US" b="1" dirty="0" err="1">
                <a:effectLst>
                  <a:outerShdw blurRad="38100" dist="38100" dir="2700000" algn="tl">
                    <a:srgbClr val="000000">
                      <a:alpha val="43137"/>
                    </a:srgbClr>
                  </a:outerShdw>
                </a:effectLst>
                <a:latin typeface="Preeti" pitchFamily="2" charset="0"/>
              </a:rPr>
              <a:t>sfof</a:t>
            </a:r>
            <a:r>
              <a:rPr lang="en-US" b="1" dirty="0">
                <a:effectLst>
                  <a:outerShdw blurRad="38100" dist="38100" dir="2700000" algn="tl">
                    <a:srgbClr val="000000">
                      <a:alpha val="43137"/>
                    </a:srgbClr>
                  </a:outerShdw>
                </a:effectLst>
                <a:latin typeface="Preeti" pitchFamily="2" charset="0"/>
              </a:rPr>
              <a:t>{</a:t>
            </a:r>
            <a:r>
              <a:rPr lang="en-US" b="1" dirty="0" err="1">
                <a:effectLst>
                  <a:outerShdw blurRad="38100" dist="38100" dir="2700000" algn="tl">
                    <a:srgbClr val="000000">
                      <a:alpha val="43137"/>
                    </a:srgbClr>
                  </a:outerShdw>
                </a:effectLst>
                <a:latin typeface="Preeti" pitchFamily="2" charset="0"/>
              </a:rPr>
              <a:t>Gjog</a:t>
            </a:r>
            <a:r>
              <a:rPr lang="en-US" b="1" dirty="0">
                <a:effectLst>
                  <a:outerShdw blurRad="38100" dist="38100" dir="2700000" algn="tl">
                    <a:srgbClr val="000000">
                      <a:alpha val="43137"/>
                    </a:srgbClr>
                  </a:outerShdw>
                </a:effectLst>
                <a:latin typeface="Preeti" pitchFamily="2" charset="0"/>
              </a:rPr>
              <a:t> M </a:t>
            </a:r>
            <a:r>
              <a:rPr lang="en-US" b="1" dirty="0" err="1">
                <a:effectLst>
                  <a:outerShdw blurRad="38100" dist="38100" dir="2700000" algn="tl">
                    <a:srgbClr val="000000">
                      <a:alpha val="43137"/>
                    </a:srgbClr>
                  </a:outerShdw>
                </a:effectLst>
                <a:latin typeface="Preeti" pitchFamily="2" charset="0"/>
              </a:rPr>
              <a:t>GofofwLzsf</a:t>
            </a:r>
            <a:r>
              <a:rPr lang="en-US" b="1" dirty="0">
                <a:effectLst>
                  <a:outerShdw blurRad="38100" dist="38100" dir="2700000" algn="tl">
                    <a:srgbClr val="000000">
                      <a:alpha val="43137"/>
                    </a:srgbClr>
                  </a:outerShdw>
                </a:effectLst>
                <a:latin typeface="Preeti" pitchFamily="2" charset="0"/>
              </a:rPr>
              <a:t>] </a:t>
            </a:r>
            <a:r>
              <a:rPr lang="en-US" b="1" dirty="0" err="1">
                <a:effectLst>
                  <a:outerShdw blurRad="38100" dist="38100" dir="2700000" algn="tl">
                    <a:srgbClr val="000000">
                      <a:alpha val="43137"/>
                    </a:srgbClr>
                  </a:outerShdw>
                </a:effectLst>
                <a:latin typeface="Preeti" pitchFamily="2" charset="0"/>
              </a:rPr>
              <a:t>e"ldsf</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00100" y="1447800"/>
            <a:ext cx="10987088" cy="5257800"/>
          </a:xfrm>
        </p:spPr>
        <p:txBody>
          <a:bodyPr>
            <a:normAutofit/>
          </a:bodyPr>
          <a:lstStyle/>
          <a:p>
            <a:pPr marL="457200" indent="-457200" algn="just">
              <a:lnSpc>
                <a:spcPct val="120000"/>
              </a:lnSpc>
              <a:spcBef>
                <a:spcPts val="0"/>
              </a:spcBef>
              <a:buNone/>
              <a:tabLst>
                <a:tab pos="457200" algn="l"/>
              </a:tabLst>
            </a:pPr>
            <a:r>
              <a:rPr lang="en-US" sz="3200" dirty="0">
                <a:latin typeface="Preeti" pitchFamily="2" charset="0"/>
              </a:rPr>
              <a:t>!=	</a:t>
            </a:r>
            <a:r>
              <a:rPr lang="en-US" sz="3200" b="1" dirty="0" err="1">
                <a:latin typeface="Preeti" pitchFamily="2" charset="0"/>
              </a:rPr>
              <a:t>cbfnt</a:t>
            </a:r>
            <a:r>
              <a:rPr lang="en-US" sz="3200" b="1" dirty="0">
                <a:latin typeface="Preeti" pitchFamily="2" charset="0"/>
              </a:rPr>
              <a:t> </a:t>
            </a:r>
            <a:r>
              <a:rPr lang="en-US" sz="3200" b="1" dirty="0" err="1">
                <a:latin typeface="Preeti" pitchFamily="2" charset="0"/>
              </a:rPr>
              <a:t>aflx</a:t>
            </a:r>
            <a:r>
              <a:rPr lang="en-US" sz="3200" b="1" dirty="0">
                <a:latin typeface="Preeti" pitchFamily="2" charset="0"/>
              </a:rPr>
              <a:t>/ </a:t>
            </a:r>
            <a:r>
              <a:rPr lang="en-US" sz="3200" b="1" dirty="0" err="1">
                <a:latin typeface="Preeti" pitchFamily="2" charset="0"/>
              </a:rPr>
              <a:t>ePsf</a:t>
            </a:r>
            <a:r>
              <a:rPr lang="en-US" sz="3200" b="1" dirty="0">
                <a:latin typeface="Preeti" pitchFamily="2" charset="0"/>
              </a:rPr>
              <a:t>] ;f}</a:t>
            </a:r>
            <a:r>
              <a:rPr lang="en-US" sz="3200" b="1" dirty="0" err="1">
                <a:latin typeface="Preeti" pitchFamily="2" charset="0"/>
              </a:rPr>
              <a:t>bfafhL</a:t>
            </a:r>
            <a:r>
              <a:rPr lang="en-US" sz="3200" b="1" dirty="0">
                <a:latin typeface="Preeti" pitchFamily="2" charset="0"/>
              </a:rPr>
              <a:t>÷;</a:t>
            </a:r>
            <a:r>
              <a:rPr lang="en-US" sz="3200" b="1" dirty="0" err="1">
                <a:latin typeface="Preeti" pitchFamily="2" charset="0"/>
              </a:rPr>
              <a:t>xdltnfO</a:t>
            </a:r>
            <a:r>
              <a:rPr lang="en-US" sz="3200" b="1" dirty="0">
                <a:latin typeface="Preeti" pitchFamily="2" charset="0"/>
              </a:rPr>
              <a:t>{ </a:t>
            </a:r>
            <a:r>
              <a:rPr lang="en-US" sz="3200" b="1" dirty="0" err="1">
                <a:latin typeface="Preeti" pitchFamily="2" charset="0"/>
              </a:rPr>
              <a:t>GofofwLzn</a:t>
            </a:r>
            <a:r>
              <a:rPr lang="en-US" sz="3200" b="1" dirty="0">
                <a:latin typeface="Preeti" pitchFamily="2" charset="0"/>
              </a:rPr>
              <a:t>] ;</a:t>
            </a:r>
            <a:r>
              <a:rPr lang="en-US" sz="3200" b="1" dirty="0" err="1">
                <a:latin typeface="Preeti" pitchFamily="2" charset="0"/>
              </a:rPr>
              <a:t>dy</a:t>
            </a:r>
            <a:r>
              <a:rPr lang="en-US" sz="3200" b="1" dirty="0">
                <a:latin typeface="Preeti" pitchFamily="2" charset="0"/>
              </a:rPr>
              <a:t>{g </a:t>
            </a:r>
            <a:r>
              <a:rPr lang="en-US" sz="3200" b="1" dirty="0" err="1">
                <a:latin typeface="Preeti" pitchFamily="2" charset="0"/>
              </a:rPr>
              <a:t>gu</a:t>
            </a:r>
            <a:r>
              <a:rPr lang="en-US" sz="3200" b="1" dirty="0">
                <a:latin typeface="Preeti" pitchFamily="2" charset="0"/>
              </a:rPr>
              <a:t>/]</a:t>
            </a:r>
            <a:r>
              <a:rPr lang="en-US" sz="3200" b="1" dirty="0" err="1">
                <a:latin typeface="Preeti" pitchFamily="2" charset="0"/>
              </a:rPr>
              <a:t>df</a:t>
            </a:r>
            <a:r>
              <a:rPr lang="en-US" sz="3200" b="1" dirty="0">
                <a:latin typeface="Preeti" pitchFamily="2" charset="0"/>
              </a:rPr>
              <a:t> </a:t>
            </a:r>
            <a:r>
              <a:rPr lang="en-US" sz="3200" b="1" dirty="0" err="1">
                <a:latin typeface="Preeti" pitchFamily="2" charset="0"/>
              </a:rPr>
              <a:t>cleof</a:t>
            </a:r>
            <a:r>
              <a:rPr lang="en-US" sz="3200" b="1" dirty="0">
                <a:latin typeface="Preeti" pitchFamily="2" charset="0"/>
              </a:rPr>
              <a:t>]</a:t>
            </a:r>
            <a:r>
              <a:rPr lang="en-US" sz="3200" b="1" dirty="0" err="1">
                <a:latin typeface="Preeti" pitchFamily="2" charset="0"/>
              </a:rPr>
              <a:t>hgsf</a:t>
            </a:r>
            <a:r>
              <a:rPr lang="en-US" sz="3200" b="1" dirty="0">
                <a:latin typeface="Preeti" pitchFamily="2" charset="0"/>
              </a:rPr>
              <a:t>] ;f}</a:t>
            </a:r>
            <a:r>
              <a:rPr lang="en-US" sz="3200" b="1" dirty="0" err="1">
                <a:latin typeface="Preeti" pitchFamily="2" charset="0"/>
              </a:rPr>
              <a:t>bfafhL</a:t>
            </a:r>
            <a:r>
              <a:rPr lang="en-US" sz="3200" b="1" dirty="0">
                <a:latin typeface="Preeti" pitchFamily="2" charset="0"/>
              </a:rPr>
              <a:t> </a:t>
            </a:r>
            <a:r>
              <a:rPr lang="en-US" sz="3200" b="1" dirty="0" err="1">
                <a:latin typeface="Preeti" pitchFamily="2" charset="0"/>
              </a:rPr>
              <a:t>sfof</a:t>
            </a:r>
            <a:r>
              <a:rPr lang="en-US" sz="3200" b="1" dirty="0">
                <a:latin typeface="Preeti" pitchFamily="2" charset="0"/>
              </a:rPr>
              <a:t>{</a:t>
            </a:r>
            <a:r>
              <a:rPr lang="en-US" sz="3200" b="1" dirty="0" err="1">
                <a:latin typeface="Preeti" pitchFamily="2" charset="0"/>
              </a:rPr>
              <a:t>Gjog</a:t>
            </a:r>
            <a:r>
              <a:rPr lang="en-US" sz="3200" b="1" dirty="0">
                <a:latin typeface="Preeti" pitchFamily="2" charset="0"/>
              </a:rPr>
              <a:t> </a:t>
            </a:r>
            <a:r>
              <a:rPr lang="en-US" sz="3200" b="1" dirty="0" err="1">
                <a:latin typeface="Preeti" pitchFamily="2" charset="0"/>
              </a:rPr>
              <a:t>x'g</a:t>
            </a:r>
            <a:r>
              <a:rPr lang="en-US" sz="3200" b="1" dirty="0">
                <a:latin typeface="Preeti" pitchFamily="2" charset="0"/>
              </a:rPr>
              <a:t> </a:t>
            </a:r>
            <a:r>
              <a:rPr lang="en-US" sz="3200" b="1" dirty="0" err="1">
                <a:latin typeface="Preeti" pitchFamily="2" charset="0"/>
              </a:rPr>
              <a:t>g;Sg</a:t>
            </a:r>
            <a:r>
              <a:rPr lang="en-US" sz="3200" b="1" dirty="0">
                <a:latin typeface="Preeti" pitchFamily="2" charset="0"/>
              </a:rPr>
              <a:t>]</a:t>
            </a:r>
            <a:r>
              <a:rPr lang="ne-NP" sz="3200" b="1" dirty="0">
                <a:latin typeface="Preeti" pitchFamily="2" charset="0"/>
              </a:rPr>
              <a:t>;</a:t>
            </a:r>
            <a:endParaRPr lang="en-US" sz="3200" b="1" dirty="0">
              <a:latin typeface="Preeti" pitchFamily="2" charset="0"/>
            </a:endParaRPr>
          </a:p>
          <a:p>
            <a:pPr marL="457200" indent="-457200" algn="just">
              <a:lnSpc>
                <a:spcPct val="120000"/>
              </a:lnSpc>
              <a:spcBef>
                <a:spcPts val="0"/>
              </a:spcBef>
              <a:buNone/>
              <a:tabLst>
                <a:tab pos="457200" algn="l"/>
              </a:tabLst>
            </a:pPr>
            <a:r>
              <a:rPr lang="en-US" sz="3200" b="1" dirty="0">
                <a:latin typeface="Preeti" pitchFamily="2" charset="0"/>
              </a:rPr>
              <a:t>@=	</a:t>
            </a:r>
            <a:r>
              <a:rPr lang="en-US" sz="3200" b="1" dirty="0" err="1">
                <a:latin typeface="Preeti" pitchFamily="2" charset="0"/>
              </a:rPr>
              <a:t>cleo'Qmn</a:t>
            </a:r>
            <a:r>
              <a:rPr lang="en-US" sz="3200" b="1" dirty="0">
                <a:latin typeface="Preeti" pitchFamily="2" charset="0"/>
              </a:rPr>
              <a:t>] </a:t>
            </a:r>
            <a:r>
              <a:rPr lang="en-US" sz="3200" b="1" dirty="0" err="1">
                <a:latin typeface="Preeti" pitchFamily="2" charset="0"/>
              </a:rPr>
              <a:t>GofofwLz</a:t>
            </a:r>
            <a:r>
              <a:rPr lang="en-US" sz="3200" b="1" dirty="0">
                <a:latin typeface="Preeti" pitchFamily="2" charset="0"/>
              </a:rPr>
              <a:t> ;</a:t>
            </a:r>
            <a:r>
              <a:rPr lang="en-US" sz="3200" b="1" dirty="0" err="1">
                <a:latin typeface="Preeti" pitchFamily="2" charset="0"/>
              </a:rPr>
              <a:t>dIf</a:t>
            </a:r>
            <a:r>
              <a:rPr lang="en-US" sz="3200" b="1" dirty="0">
                <a:latin typeface="Preeti" pitchFamily="2" charset="0"/>
              </a:rPr>
              <a:t> s;"/ :</a:t>
            </a:r>
            <a:r>
              <a:rPr lang="en-US" sz="3200" b="1" dirty="0" err="1">
                <a:latin typeface="Preeti" pitchFamily="2" charset="0"/>
              </a:rPr>
              <a:t>jLsf</a:t>
            </a:r>
            <a:r>
              <a:rPr lang="en-US" sz="3200" b="1" dirty="0">
                <a:latin typeface="Preeti" pitchFamily="2" charset="0"/>
              </a:rPr>
              <a:t>/ </a:t>
            </a:r>
            <a:r>
              <a:rPr lang="en-US" sz="3200" b="1" dirty="0" err="1">
                <a:latin typeface="Preeti" pitchFamily="2" charset="0"/>
              </a:rPr>
              <a:t>ug</a:t>
            </a:r>
            <a:r>
              <a:rPr lang="en-US" sz="3200" b="1" dirty="0">
                <a:latin typeface="Preeti" pitchFamily="2" charset="0"/>
              </a:rPr>
              <a:t>'{kg]{ / </a:t>
            </a:r>
            <a:r>
              <a:rPr lang="en-US" sz="3200" b="1" dirty="0" err="1" smtClean="0">
                <a:latin typeface="Preeti" pitchFamily="2" charset="0"/>
              </a:rPr>
              <a:t>GofofwLzn</a:t>
            </a:r>
            <a:r>
              <a:rPr lang="en-US" sz="3200" b="1" dirty="0">
                <a:latin typeface="Preeti" pitchFamily="2" charset="0"/>
              </a:rPr>
              <a:t>] </a:t>
            </a:r>
            <a:r>
              <a:rPr lang="en-US" sz="3200" b="1" dirty="0" err="1">
                <a:latin typeface="Preeti" pitchFamily="2" charset="0"/>
              </a:rPr>
              <a:t>To;sf</a:t>
            </a:r>
            <a:r>
              <a:rPr lang="en-US" sz="3200" b="1" dirty="0">
                <a:latin typeface="Preeti" pitchFamily="2" charset="0"/>
              </a:rPr>
              <a:t>] </a:t>
            </a:r>
            <a:r>
              <a:rPr lang="en-US" sz="3200" b="1" dirty="0" err="1">
                <a:latin typeface="Preeti" pitchFamily="2" charset="0"/>
              </a:rPr>
              <a:t>clen</a:t>
            </a:r>
            <a:r>
              <a:rPr lang="en-US" sz="3200" b="1" dirty="0">
                <a:latin typeface="Preeti" pitchFamily="2" charset="0"/>
              </a:rPr>
              <a:t>]v /</a:t>
            </a:r>
            <a:r>
              <a:rPr lang="en-US" sz="3200" b="1" dirty="0" err="1">
                <a:latin typeface="Preeti" pitchFamily="2" charset="0"/>
              </a:rPr>
              <a:t>fVg</a:t>
            </a:r>
            <a:r>
              <a:rPr lang="en-US" sz="3200" b="1" dirty="0">
                <a:latin typeface="Preeti" pitchFamily="2" charset="0"/>
              </a:rPr>
              <a:t>],</a:t>
            </a:r>
          </a:p>
          <a:p>
            <a:pPr marL="457200" indent="-457200" algn="just">
              <a:lnSpc>
                <a:spcPct val="120000"/>
              </a:lnSpc>
              <a:spcBef>
                <a:spcPts val="0"/>
              </a:spcBef>
              <a:buNone/>
              <a:tabLst>
                <a:tab pos="457200" algn="l"/>
              </a:tabLst>
            </a:pPr>
            <a:r>
              <a:rPr lang="en-US" sz="3200" b="1" dirty="0">
                <a:latin typeface="Preeti" pitchFamily="2" charset="0"/>
              </a:rPr>
              <a:t>#=</a:t>
            </a:r>
            <a:r>
              <a:rPr lang="en-US" sz="3200" b="1" i="1" dirty="0">
                <a:latin typeface="Preeti" pitchFamily="2" charset="0"/>
              </a:rPr>
              <a:t>	;</a:t>
            </a:r>
            <a:r>
              <a:rPr lang="en-US" sz="3200" b="1" i="1" dirty="0" err="1">
                <a:latin typeface="Preeti" pitchFamily="2" charset="0"/>
              </a:rPr>
              <a:t>fdfGotof</a:t>
            </a:r>
            <a:r>
              <a:rPr lang="en-US" sz="3200" b="1" i="1" dirty="0">
                <a:latin typeface="Preeti" pitchFamily="2" charset="0"/>
              </a:rPr>
              <a:t> </a:t>
            </a:r>
            <a:r>
              <a:rPr lang="en-US" sz="3200" b="1" dirty="0" err="1">
                <a:latin typeface="Preeti" pitchFamily="2" charset="0"/>
              </a:rPr>
              <a:t>cleof</a:t>
            </a:r>
            <a:r>
              <a:rPr lang="en-US" sz="3200" b="1" dirty="0">
                <a:latin typeface="Preeti" pitchFamily="2" charset="0"/>
              </a:rPr>
              <a:t>]</a:t>
            </a:r>
            <a:r>
              <a:rPr lang="en-US" sz="3200" b="1" dirty="0" err="1">
                <a:latin typeface="Preeti" pitchFamily="2" charset="0"/>
              </a:rPr>
              <a:t>ukqdf</a:t>
            </a:r>
            <a:r>
              <a:rPr lang="en-US" sz="3200" b="1" dirty="0">
                <a:latin typeface="Preeti" pitchFamily="2" charset="0"/>
              </a:rPr>
              <a:t> </a:t>
            </a:r>
            <a:r>
              <a:rPr lang="en-US" sz="3200" b="1" dirty="0" err="1">
                <a:latin typeface="Preeti" pitchFamily="2" charset="0"/>
              </a:rPr>
              <a:t>plNnlvt</a:t>
            </a:r>
            <a:r>
              <a:rPr lang="en-US" sz="3200" b="1" dirty="0">
                <a:latin typeface="Preeti" pitchFamily="2" charset="0"/>
              </a:rPr>
              <a:t> </a:t>
            </a:r>
            <a:r>
              <a:rPr lang="en-US" sz="3200" b="1" dirty="0" err="1">
                <a:latin typeface="Preeti" pitchFamily="2" charset="0"/>
              </a:rPr>
              <a:t>cleof</a:t>
            </a:r>
            <a:r>
              <a:rPr lang="en-US" sz="3200" b="1" dirty="0">
                <a:latin typeface="Preeti" pitchFamily="2" charset="0"/>
              </a:rPr>
              <a:t>]u </a:t>
            </a:r>
            <a:r>
              <a:rPr lang="en-US" sz="3200" b="1" dirty="0" err="1">
                <a:latin typeface="Preeti" pitchFamily="2" charset="0"/>
              </a:rPr>
              <a:t>cleo'Qmn</a:t>
            </a:r>
            <a:r>
              <a:rPr lang="en-US" sz="3200" b="1" dirty="0">
                <a:latin typeface="Preeti" pitchFamily="2" charset="0"/>
              </a:rPr>
              <a:t>] </a:t>
            </a:r>
            <a:r>
              <a:rPr lang="en-US" sz="3200" b="1" dirty="0" err="1" smtClean="0">
                <a:latin typeface="Preeti" pitchFamily="2" charset="0"/>
              </a:rPr>
              <a:t>GofofwLz</a:t>
            </a:r>
            <a:r>
              <a:rPr lang="en-US" sz="3200" b="1" dirty="0" smtClean="0">
                <a:latin typeface="Preeti" pitchFamily="2" charset="0"/>
              </a:rPr>
              <a:t> </a:t>
            </a:r>
            <a:r>
              <a:rPr lang="en-US" sz="3200" b="1" dirty="0">
                <a:latin typeface="Preeti" pitchFamily="2" charset="0"/>
              </a:rPr>
              <a:t>;</a:t>
            </a:r>
            <a:r>
              <a:rPr lang="en-US" sz="3200" b="1" dirty="0" err="1">
                <a:latin typeface="Preeti" pitchFamily="2" charset="0"/>
              </a:rPr>
              <a:t>dIf</a:t>
            </a:r>
            <a:r>
              <a:rPr lang="en-US" sz="3200" b="1" dirty="0">
                <a:latin typeface="Preeti" pitchFamily="2" charset="0"/>
              </a:rPr>
              <a:t> :</a:t>
            </a:r>
            <a:r>
              <a:rPr lang="en-US" sz="3200" b="1" dirty="0" err="1">
                <a:latin typeface="Preeti" pitchFamily="2" charset="0"/>
              </a:rPr>
              <a:t>jLsf</a:t>
            </a:r>
            <a:r>
              <a:rPr lang="en-US" sz="3200" b="1" dirty="0">
                <a:latin typeface="Preeti" pitchFamily="2" charset="0"/>
              </a:rPr>
              <a:t>/ u/]</a:t>
            </a:r>
            <a:r>
              <a:rPr lang="en-US" sz="3200" b="1" dirty="0" err="1">
                <a:latin typeface="Preeti" pitchFamily="2" charset="0"/>
              </a:rPr>
              <a:t>df</a:t>
            </a:r>
            <a:r>
              <a:rPr lang="en-US" sz="3200" b="1" dirty="0">
                <a:latin typeface="Preeti" pitchFamily="2" charset="0"/>
              </a:rPr>
              <a:t> </a:t>
            </a:r>
            <a:r>
              <a:rPr lang="en-US" sz="3200" b="1" dirty="0" err="1">
                <a:latin typeface="Preeti" pitchFamily="2" charset="0"/>
              </a:rPr>
              <a:t>GofowLzn</a:t>
            </a:r>
            <a:r>
              <a:rPr lang="en-US" sz="3200" b="1" dirty="0">
                <a:latin typeface="Preeti" pitchFamily="2" charset="0"/>
              </a:rPr>
              <a:t>] ;f]</a:t>
            </a:r>
            <a:r>
              <a:rPr lang="en-US" sz="3200" b="1" dirty="0" err="1">
                <a:latin typeface="Preeti" pitchFamily="2" charset="0"/>
              </a:rPr>
              <a:t>xL</a:t>
            </a:r>
            <a:r>
              <a:rPr lang="en-US" sz="3200" b="1" dirty="0">
                <a:latin typeface="Preeti" pitchFamily="2" charset="0"/>
              </a:rPr>
              <a:t> </a:t>
            </a:r>
            <a:r>
              <a:rPr lang="en-US" sz="3200" b="1" dirty="0" err="1">
                <a:latin typeface="Preeti" pitchFamily="2" charset="0"/>
              </a:rPr>
              <a:t>cfwf</a:t>
            </a:r>
            <a:r>
              <a:rPr lang="en-US" sz="3200" b="1" dirty="0">
                <a:latin typeface="Preeti" pitchFamily="2" charset="0"/>
              </a:rPr>
              <a:t>/</a:t>
            </a:r>
            <a:r>
              <a:rPr lang="en-US" sz="3200" b="1" dirty="0" err="1">
                <a:latin typeface="Preeti" pitchFamily="2" charset="0"/>
              </a:rPr>
              <a:t>df</a:t>
            </a:r>
            <a:r>
              <a:rPr lang="en-US" sz="3200" b="1" dirty="0">
                <a:latin typeface="Preeti" pitchFamily="2" charset="0"/>
              </a:rPr>
              <a:t> s;"/ 7x/ / ;</a:t>
            </a:r>
            <a:r>
              <a:rPr lang="en-US" sz="3200" b="1" dirty="0" err="1">
                <a:latin typeface="Preeti" pitchFamily="2" charset="0"/>
              </a:rPr>
              <a:t>hfo</a:t>
            </a:r>
            <a:r>
              <a:rPr lang="en-US" sz="3200" b="1" dirty="0">
                <a:latin typeface="Preeti" pitchFamily="2" charset="0"/>
              </a:rPr>
              <a:t> </a:t>
            </a:r>
            <a:r>
              <a:rPr lang="en-US" sz="3200" b="1" dirty="0" err="1">
                <a:latin typeface="Preeti" pitchFamily="2" charset="0"/>
              </a:rPr>
              <a:t>lgwf</a:t>
            </a:r>
            <a:r>
              <a:rPr lang="en-US" sz="3200" b="1" dirty="0">
                <a:latin typeface="Preeti" pitchFamily="2" charset="0"/>
              </a:rPr>
              <a:t>{/0f </a:t>
            </a:r>
            <a:r>
              <a:rPr lang="en-US" sz="3200" b="1" dirty="0" err="1">
                <a:latin typeface="Preeti" pitchFamily="2" charset="0"/>
              </a:rPr>
              <a:t>ug</a:t>
            </a:r>
            <a:r>
              <a:rPr lang="en-US" sz="3200" b="1" dirty="0">
                <a:latin typeface="Preeti" pitchFamily="2" charset="0"/>
              </a:rPr>
              <a:t>]{,</a:t>
            </a:r>
          </a:p>
          <a:p>
            <a:pPr marL="457200" indent="-457200" algn="just">
              <a:lnSpc>
                <a:spcPct val="120000"/>
              </a:lnSpc>
              <a:spcBef>
                <a:spcPts val="0"/>
              </a:spcBef>
              <a:buNone/>
              <a:tabLst>
                <a:tab pos="457200" algn="l"/>
              </a:tabLst>
            </a:pPr>
            <a:r>
              <a:rPr lang="en-US" sz="3200" b="1" dirty="0">
                <a:latin typeface="Preeti" pitchFamily="2" charset="0"/>
              </a:rPr>
              <a:t>$=	</a:t>
            </a:r>
            <a:r>
              <a:rPr lang="en-US" sz="3200" b="1" dirty="0" err="1">
                <a:latin typeface="Preeti" pitchFamily="2" charset="0"/>
              </a:rPr>
              <a:t>cleo'Qmn</a:t>
            </a:r>
            <a:r>
              <a:rPr lang="en-US" sz="3200" b="1" dirty="0">
                <a:latin typeface="Preeti" pitchFamily="2" charset="0"/>
              </a:rPr>
              <a:t>] </a:t>
            </a:r>
            <a:r>
              <a:rPr lang="en-US" sz="3200" b="1" dirty="0" err="1" smtClean="0">
                <a:latin typeface="Preeti" pitchFamily="2" charset="0"/>
              </a:rPr>
              <a:t>GofofwLznfO</a:t>
            </a:r>
            <a:r>
              <a:rPr lang="en-US" sz="3200" b="1" dirty="0">
                <a:latin typeface="Preeti" pitchFamily="2" charset="0"/>
              </a:rPr>
              <a:t>{ ;Gt'i6 </a:t>
            </a:r>
            <a:r>
              <a:rPr lang="en-US" sz="3200" b="1" dirty="0" err="1">
                <a:latin typeface="Preeti" pitchFamily="2" charset="0"/>
              </a:rPr>
              <a:t>gu</a:t>
            </a:r>
            <a:r>
              <a:rPr lang="en-US" sz="3200" b="1" dirty="0">
                <a:latin typeface="Preeti" pitchFamily="2" charset="0"/>
              </a:rPr>
              <a:t>/]</a:t>
            </a:r>
            <a:r>
              <a:rPr lang="en-US" sz="3200" b="1" dirty="0" err="1">
                <a:latin typeface="Preeti" pitchFamily="2" charset="0"/>
              </a:rPr>
              <a:t>df</a:t>
            </a:r>
            <a:r>
              <a:rPr lang="en-US" sz="3200" b="1" dirty="0">
                <a:latin typeface="Preeti" pitchFamily="2" charset="0"/>
              </a:rPr>
              <a:t> </a:t>
            </a:r>
            <a:r>
              <a:rPr lang="en-US" sz="3200" b="1" dirty="0" err="1" smtClean="0">
                <a:latin typeface="Preeti" pitchFamily="2" charset="0"/>
              </a:rPr>
              <a:t>GofofwLzn</a:t>
            </a:r>
            <a:r>
              <a:rPr lang="en-US" sz="3200" b="1" dirty="0">
                <a:latin typeface="Preeti" pitchFamily="2" charset="0"/>
              </a:rPr>
              <a:t>] </a:t>
            </a:r>
            <a:r>
              <a:rPr lang="en-US" sz="3200" b="1" dirty="0" err="1">
                <a:latin typeface="Preeti" pitchFamily="2" charset="0"/>
              </a:rPr>
              <a:t>cleof</a:t>
            </a:r>
            <a:r>
              <a:rPr lang="en-US" sz="3200" b="1" dirty="0">
                <a:latin typeface="Preeti" pitchFamily="2" charset="0"/>
              </a:rPr>
              <a:t>]</a:t>
            </a:r>
            <a:r>
              <a:rPr lang="en-US" sz="3200" b="1" dirty="0" err="1">
                <a:latin typeface="Preeti" pitchFamily="2" charset="0"/>
              </a:rPr>
              <a:t>hgsf</a:t>
            </a:r>
            <a:r>
              <a:rPr lang="en-US" sz="3200" b="1" dirty="0">
                <a:latin typeface="Preeti" pitchFamily="2" charset="0"/>
              </a:rPr>
              <a:t>] ;f}</a:t>
            </a:r>
            <a:r>
              <a:rPr lang="en-US" sz="3200" b="1" dirty="0" err="1">
                <a:latin typeface="Preeti" pitchFamily="2" charset="0"/>
              </a:rPr>
              <a:t>bfafhL</a:t>
            </a:r>
            <a:r>
              <a:rPr lang="en-US" sz="3200" b="1" dirty="0">
                <a:latin typeface="Preeti" pitchFamily="2" charset="0"/>
              </a:rPr>
              <a:t> </a:t>
            </a:r>
            <a:r>
              <a:rPr lang="en-US" sz="3200" b="1" dirty="0" err="1">
                <a:latin typeface="Preeti" pitchFamily="2" charset="0"/>
              </a:rPr>
              <a:t>OGsf</a:t>
            </a:r>
            <a:r>
              <a:rPr lang="en-US" sz="3200" b="1" dirty="0">
                <a:latin typeface="Preeti" pitchFamily="2" charset="0"/>
              </a:rPr>
              <a:t>/ </a:t>
            </a:r>
            <a:r>
              <a:rPr lang="en-US" sz="3200" b="1" dirty="0" err="1">
                <a:latin typeface="Preeti" pitchFamily="2" charset="0"/>
              </a:rPr>
              <a:t>ug</a:t>
            </a:r>
            <a:r>
              <a:rPr lang="en-US" sz="3200" b="1" dirty="0">
                <a:latin typeface="Preeti" pitchFamily="2" charset="0"/>
              </a:rPr>
              <a:t>{ ;</a:t>
            </a:r>
            <a:r>
              <a:rPr lang="en-US" sz="3200" b="1" dirty="0" err="1">
                <a:latin typeface="Preeti" pitchFamily="2" charset="0"/>
              </a:rPr>
              <a:t>Sg</a:t>
            </a:r>
            <a:r>
              <a:rPr lang="en-US" sz="3200" b="1" dirty="0">
                <a:latin typeface="Preeti" pitchFamily="2" charset="0"/>
              </a:rPr>
              <a:t>],</a:t>
            </a:r>
          </a:p>
          <a:p>
            <a:pPr marL="0" indent="0">
              <a:buNone/>
            </a:pPr>
            <a:endParaRPr lang="en-US" sz="2800" dirty="0"/>
          </a:p>
        </p:txBody>
      </p:sp>
    </p:spTree>
    <p:extLst>
      <p:ext uri="{BB962C8B-B14F-4D97-AF65-F5344CB8AC3E}">
        <p14:creationId xmlns:p14="http://schemas.microsoft.com/office/powerpoint/2010/main" val="235367810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7286" y="666750"/>
            <a:ext cx="9401175" cy="1143000"/>
          </a:xfrm>
        </p:spPr>
        <p:txBody>
          <a:bodyPr>
            <a:normAutofit fontScale="90000"/>
          </a:bodyPr>
          <a:lstStyle/>
          <a:p>
            <a:pPr algn="ctr"/>
            <a:r>
              <a:rPr lang="en-US" b="1" dirty="0" err="1">
                <a:effectLst>
                  <a:outerShdw blurRad="38100" dist="38100" dir="2700000" algn="tl">
                    <a:srgbClr val="000000">
                      <a:alpha val="43137"/>
                    </a:srgbClr>
                  </a:outerShdw>
                </a:effectLst>
                <a:latin typeface="Preeti" pitchFamily="2" charset="0"/>
              </a:rPr>
              <a:t>cleof</a:t>
            </a:r>
            <a:r>
              <a:rPr lang="en-US" b="1" dirty="0">
                <a:effectLst>
                  <a:outerShdw blurRad="38100" dist="38100" dir="2700000" algn="tl">
                    <a:srgbClr val="000000">
                      <a:alpha val="43137"/>
                    </a:srgbClr>
                  </a:outerShdw>
                </a:effectLst>
                <a:latin typeface="Preeti" pitchFamily="2" charset="0"/>
              </a:rPr>
              <a:t>]</a:t>
            </a:r>
            <a:r>
              <a:rPr lang="en-US" b="1" dirty="0" err="1">
                <a:effectLst>
                  <a:outerShdw blurRad="38100" dist="38100" dir="2700000" algn="tl">
                    <a:srgbClr val="000000">
                      <a:alpha val="43137"/>
                    </a:srgbClr>
                  </a:outerShdw>
                </a:effectLst>
                <a:latin typeface="Preeti" pitchFamily="2" charset="0"/>
              </a:rPr>
              <a:t>hgsf</a:t>
            </a:r>
            <a:r>
              <a:rPr lang="en-US" b="1" dirty="0">
                <a:effectLst>
                  <a:outerShdw blurRad="38100" dist="38100" dir="2700000" algn="tl">
                    <a:srgbClr val="000000">
                      <a:alpha val="43137"/>
                    </a:srgbClr>
                  </a:outerShdw>
                </a:effectLst>
                <a:latin typeface="Preeti" pitchFamily="2" charset="0"/>
              </a:rPr>
              <a:t>] ;f}</a:t>
            </a:r>
            <a:r>
              <a:rPr lang="en-US" b="1" dirty="0" err="1">
                <a:effectLst>
                  <a:outerShdw blurRad="38100" dist="38100" dir="2700000" algn="tl">
                    <a:srgbClr val="000000">
                      <a:alpha val="43137"/>
                    </a:srgbClr>
                  </a:outerShdw>
                </a:effectLst>
                <a:latin typeface="Preeti" pitchFamily="2" charset="0"/>
              </a:rPr>
              <a:t>bfafhL</a:t>
            </a:r>
            <a:r>
              <a:rPr lang="en-US" b="1" dirty="0">
                <a:effectLst>
                  <a:outerShdw blurRad="38100" dist="38100" dir="2700000" algn="tl">
                    <a:srgbClr val="000000">
                      <a:alpha val="43137"/>
                    </a:srgbClr>
                  </a:outerShdw>
                </a:effectLst>
                <a:latin typeface="Preeti" pitchFamily="2" charset="0"/>
              </a:rPr>
              <a:t> M g]</a:t>
            </a:r>
            <a:r>
              <a:rPr lang="en-US" b="1" dirty="0" err="1">
                <a:effectLst>
                  <a:outerShdw blurRad="38100" dist="38100" dir="2700000" algn="tl">
                    <a:srgbClr val="000000">
                      <a:alpha val="43137"/>
                    </a:srgbClr>
                  </a:outerShdw>
                </a:effectLst>
                <a:latin typeface="Preeti" pitchFamily="2" charset="0"/>
              </a:rPr>
              <a:t>kfnsf</a:t>
            </a:r>
            <a:r>
              <a:rPr lang="en-US" b="1" dirty="0">
                <a:effectLst>
                  <a:outerShdw blurRad="38100" dist="38100" dir="2700000" algn="tl">
                    <a:srgbClr val="000000">
                      <a:alpha val="43137"/>
                    </a:srgbClr>
                  </a:outerShdw>
                </a:effectLst>
                <a:latin typeface="Preeti" pitchFamily="2" charset="0"/>
              </a:rPr>
              <a:t>] ;Gbe{</a:t>
            </a:r>
            <a:r>
              <a:rPr lang="en-US" b="1" dirty="0" err="1">
                <a:effectLst>
                  <a:outerShdw blurRad="38100" dist="38100" dir="2700000" algn="tl">
                    <a:srgbClr val="000000">
                      <a:alpha val="43137"/>
                    </a:srgbClr>
                  </a:outerShdw>
                </a:effectLst>
                <a:latin typeface="Preeti" pitchFamily="2" charset="0"/>
              </a:rPr>
              <a:t>df</a:t>
            </a:r>
            <a:r>
              <a:rPr lang="ne-NP" b="1" dirty="0">
                <a:effectLst>
                  <a:outerShdw blurRad="38100" dist="38100" dir="2700000" algn="tl">
                    <a:srgbClr val="000000">
                      <a:alpha val="43137"/>
                    </a:srgbClr>
                  </a:outerShdw>
                </a:effectLst>
                <a:latin typeface="Preeti" pitchFamily="2" charset="0"/>
              </a:rPr>
              <a:t> </a:t>
            </a:r>
            <a:r>
              <a:rPr lang="en-US" b="1" dirty="0" err="1">
                <a:effectLst>
                  <a:outerShdw blurRad="38100" dist="38100" dir="2700000" algn="tl">
                    <a:srgbClr val="000000">
                      <a:alpha val="43137"/>
                    </a:srgbClr>
                  </a:outerShdw>
                </a:effectLst>
                <a:latin typeface="Preeti" pitchFamily="2" charset="0"/>
              </a:rPr>
              <a:t>x'g</a:t>
            </a:r>
            <a:r>
              <a:rPr lang="en-US" b="1" dirty="0">
                <a:effectLst>
                  <a:outerShdw blurRad="38100" dist="38100" dir="2700000" algn="tl">
                    <a:srgbClr val="000000">
                      <a:alpha val="43137"/>
                    </a:srgbClr>
                  </a:outerShdw>
                </a:effectLst>
                <a:latin typeface="Preeti" pitchFamily="2" charset="0"/>
              </a:rPr>
              <a:t> ;Sg] ;</a:t>
            </a:r>
            <a:r>
              <a:rPr lang="en-US" b="1" dirty="0" err="1">
                <a:effectLst>
                  <a:outerShdw blurRad="38100" dist="38100" dir="2700000" algn="tl">
                    <a:srgbClr val="000000">
                      <a:alpha val="43137"/>
                    </a:srgbClr>
                  </a:outerShdw>
                </a:effectLst>
                <a:latin typeface="Preeti" pitchFamily="2" charset="0"/>
              </a:rPr>
              <a:t>Defljt</a:t>
            </a:r>
            <a:r>
              <a:rPr lang="en-US" b="1" dirty="0">
                <a:effectLst>
                  <a:outerShdw blurRad="38100" dist="38100" dir="2700000" algn="tl">
                    <a:srgbClr val="000000">
                      <a:alpha val="43137"/>
                    </a:srgbClr>
                  </a:outerShdw>
                </a:effectLst>
                <a:latin typeface="Preeti" pitchFamily="2" charset="0"/>
              </a:rPr>
              <a:t> hf]</a:t>
            </a:r>
            <a:r>
              <a:rPr lang="en-US" b="1" dirty="0" err="1">
                <a:effectLst>
                  <a:outerShdw blurRad="38100" dist="38100" dir="2700000" algn="tl">
                    <a:srgbClr val="000000">
                      <a:alpha val="43137"/>
                    </a:srgbClr>
                  </a:outerShdw>
                </a:effectLst>
                <a:latin typeface="Preeti" pitchFamily="2" charset="0"/>
              </a:rPr>
              <a:t>lvdx</a:t>
            </a:r>
            <a:r>
              <a:rPr lang="en-US" b="1" dirty="0">
                <a:effectLst>
                  <a:outerShdw blurRad="38100" dist="38100" dir="2700000" algn="tl">
                    <a:srgbClr val="000000">
                      <a:alpha val="43137"/>
                    </a:srgbClr>
                  </a:outerShdw>
                </a:effectLst>
                <a:latin typeface="Preeti" pitchFamily="2" charset="0"/>
              </a:rPr>
              <a:t>?</a:t>
            </a:r>
          </a:p>
        </p:txBody>
      </p:sp>
      <p:sp>
        <p:nvSpPr>
          <p:cNvPr id="3" name="Content Placeholder 2"/>
          <p:cNvSpPr>
            <a:spLocks noGrp="1"/>
          </p:cNvSpPr>
          <p:nvPr>
            <p:ph idx="1"/>
          </p:nvPr>
        </p:nvSpPr>
        <p:spPr>
          <a:xfrm>
            <a:off x="445294" y="1809750"/>
            <a:ext cx="11301411" cy="5286375"/>
          </a:xfrm>
        </p:spPr>
        <p:txBody>
          <a:bodyPr>
            <a:noAutofit/>
          </a:bodyPr>
          <a:lstStyle/>
          <a:p>
            <a:pPr marL="457200" indent="-457200" algn="just">
              <a:spcBef>
                <a:spcPts val="0"/>
              </a:spcBef>
              <a:buNone/>
            </a:pPr>
            <a:r>
              <a:rPr lang="en-US" sz="3200" b="1" dirty="0">
                <a:latin typeface="Preeti" pitchFamily="2" charset="0"/>
              </a:rPr>
              <a:t>!=	</a:t>
            </a:r>
            <a:r>
              <a:rPr lang="en-US" sz="3200" b="1" dirty="0" err="1">
                <a:latin typeface="Preeti" pitchFamily="2" charset="0"/>
              </a:rPr>
              <a:t>kmf</a:t>
            </a:r>
            <a:r>
              <a:rPr lang="en-US" sz="3200" b="1" dirty="0">
                <a:latin typeface="Preeti" pitchFamily="2" charset="0"/>
              </a:rPr>
              <a:t>}</a:t>
            </a:r>
            <a:r>
              <a:rPr lang="en-US" sz="3200" b="1" dirty="0" err="1">
                <a:latin typeface="Preeti" pitchFamily="2" charset="0"/>
              </a:rPr>
              <a:t>hbf</a:t>
            </a:r>
            <a:r>
              <a:rPr lang="en-US" sz="3200" b="1" dirty="0">
                <a:latin typeface="Preeti" pitchFamily="2" charset="0"/>
              </a:rPr>
              <a:t>/L s;"/sf] cg';</a:t>
            </a:r>
            <a:r>
              <a:rPr lang="en-US" sz="3200" b="1" dirty="0" err="1">
                <a:latin typeface="Preeti" pitchFamily="2" charset="0"/>
              </a:rPr>
              <a:t>Gwfg</a:t>
            </a:r>
            <a:r>
              <a:rPr lang="en-US" sz="3200" b="1" dirty="0">
                <a:latin typeface="Preeti" pitchFamily="2" charset="0"/>
              </a:rPr>
              <a:t> ug{ cg";</a:t>
            </a:r>
            <a:r>
              <a:rPr lang="en-US" sz="3200" b="1" dirty="0" err="1">
                <a:latin typeface="Preeti" pitchFamily="2" charset="0"/>
              </a:rPr>
              <a:t>Gwfg</a:t>
            </a:r>
            <a:r>
              <a:rPr lang="en-US" sz="3200" b="1" dirty="0">
                <a:latin typeface="Preeti" pitchFamily="2" charset="0"/>
              </a:rPr>
              <a:t> </a:t>
            </a:r>
            <a:r>
              <a:rPr lang="en-US" sz="3200" b="1" dirty="0" err="1">
                <a:latin typeface="Preeti" pitchFamily="2" charset="0"/>
              </a:rPr>
              <a:t>clwsf</a:t>
            </a:r>
            <a:r>
              <a:rPr lang="en-US" sz="3200" b="1" dirty="0">
                <a:latin typeface="Preeti" pitchFamily="2" charset="0"/>
              </a:rPr>
              <a:t>/L </a:t>
            </a:r>
            <a:r>
              <a:rPr lang="en-US" sz="3200" b="1" dirty="0" err="1">
                <a:latin typeface="Preeti" pitchFamily="2" charset="0"/>
              </a:rPr>
              <a:t>pbfl;g</a:t>
            </a:r>
            <a:r>
              <a:rPr lang="en-US" sz="3200" b="1" dirty="0">
                <a:latin typeface="Preeti" pitchFamily="2" charset="0"/>
              </a:rPr>
              <a:t> /</a:t>
            </a:r>
            <a:r>
              <a:rPr lang="en-US" sz="3200" b="1" dirty="0" err="1">
                <a:latin typeface="Preeti" pitchFamily="2" charset="0"/>
              </a:rPr>
              <a:t>xg</a:t>
            </a:r>
            <a:r>
              <a:rPr lang="en-US" sz="3200" b="1" dirty="0">
                <a:latin typeface="Preeti" pitchFamily="2" charset="0"/>
              </a:rPr>
              <a:t> ;</a:t>
            </a:r>
            <a:r>
              <a:rPr lang="en-US" sz="3200" b="1" dirty="0" err="1" smtClean="0">
                <a:latin typeface="Preeti" pitchFamily="2" charset="0"/>
              </a:rPr>
              <a:t>Sg</a:t>
            </a:r>
            <a:r>
              <a:rPr lang="en-US" sz="2400" b="1" dirty="0" smtClean="0">
                <a:latin typeface="Preeti" pitchFamily="2" charset="0"/>
              </a:rPr>
              <a:t>]</a:t>
            </a:r>
            <a:r>
              <a:rPr lang="ne-NP" sz="2400" b="1" dirty="0">
                <a:latin typeface="Preeti" pitchFamily="2" charset="0"/>
              </a:rPr>
              <a:t>;</a:t>
            </a:r>
            <a:endParaRPr lang="en-US" sz="2400" b="1" dirty="0">
              <a:latin typeface="Preeti" pitchFamily="2" charset="0"/>
            </a:endParaRPr>
          </a:p>
          <a:p>
            <a:pPr marL="457200" indent="-457200" algn="just">
              <a:spcBef>
                <a:spcPts val="0"/>
              </a:spcBef>
              <a:buNone/>
            </a:pPr>
            <a:r>
              <a:rPr lang="en-US" sz="3200" b="1" dirty="0">
                <a:latin typeface="Preeti" pitchFamily="2" charset="0"/>
              </a:rPr>
              <a:t>@=	cg';</a:t>
            </a:r>
            <a:r>
              <a:rPr lang="en-US" sz="3200" b="1" dirty="0" err="1">
                <a:latin typeface="Preeti" pitchFamily="2" charset="0"/>
              </a:rPr>
              <a:t>Gwfgsf</a:t>
            </a:r>
            <a:r>
              <a:rPr lang="en-US" sz="3200" b="1" dirty="0">
                <a:latin typeface="Preeti" pitchFamily="2" charset="0"/>
              </a:rPr>
              <a:t>] </a:t>
            </a:r>
            <a:r>
              <a:rPr lang="en-US" sz="3200" b="1" dirty="0" err="1">
                <a:latin typeface="Preeti" pitchFamily="2" charset="0"/>
              </a:rPr>
              <a:t>lgisif</a:t>
            </a:r>
            <a:r>
              <a:rPr lang="en-US" sz="3200" b="1" dirty="0">
                <a:latin typeface="Preeti" pitchFamily="2" charset="0"/>
              </a:rPr>
              <a:t>{ ;</a:t>
            </a:r>
            <a:r>
              <a:rPr lang="en-US" sz="3200" b="1" dirty="0" err="1">
                <a:latin typeface="Preeti" pitchFamily="2" charset="0"/>
              </a:rPr>
              <a:t>txL</a:t>
            </a:r>
            <a:r>
              <a:rPr lang="en-US" sz="3200" b="1" dirty="0">
                <a:latin typeface="Preeti" pitchFamily="2" charset="0"/>
              </a:rPr>
              <a:t> </a:t>
            </a:r>
            <a:r>
              <a:rPr lang="en-US" sz="3200" b="1" dirty="0" err="1">
                <a:latin typeface="Preeti" pitchFamily="2" charset="0"/>
              </a:rPr>
              <a:t>x'g</a:t>
            </a:r>
            <a:r>
              <a:rPr lang="en-US" sz="3200" b="1" dirty="0">
                <a:latin typeface="Preeti" pitchFamily="2" charset="0"/>
              </a:rPr>
              <a:t> ;Sg]</a:t>
            </a:r>
            <a:r>
              <a:rPr lang="ne-NP" sz="2800" b="1" dirty="0">
                <a:latin typeface="Preeti" pitchFamily="2" charset="0"/>
              </a:rPr>
              <a:t>,</a:t>
            </a:r>
            <a:endParaRPr lang="en-US" sz="2800" b="1" dirty="0">
              <a:latin typeface="Preeti" pitchFamily="2" charset="0"/>
            </a:endParaRPr>
          </a:p>
          <a:p>
            <a:pPr marL="457200" indent="-457200" algn="just">
              <a:spcBef>
                <a:spcPts val="0"/>
              </a:spcBef>
              <a:buNone/>
            </a:pPr>
            <a:r>
              <a:rPr lang="en-US" sz="3200" b="1" dirty="0">
                <a:latin typeface="Preeti" pitchFamily="2" charset="0"/>
              </a:rPr>
              <a:t>#=	</a:t>
            </a:r>
            <a:r>
              <a:rPr lang="en-US" sz="3200" b="1" dirty="0" err="1">
                <a:latin typeface="Preeti" pitchFamily="2" charset="0"/>
              </a:rPr>
              <a:t>lgbf</a:t>
            </a:r>
            <a:r>
              <a:rPr lang="en-US" sz="3200" b="1" dirty="0">
                <a:latin typeface="Preeti" pitchFamily="2" charset="0"/>
              </a:rPr>
              <a:t>]{if </a:t>
            </a:r>
            <a:r>
              <a:rPr lang="en-US" sz="3200" b="1" dirty="0" err="1">
                <a:latin typeface="Preeti" pitchFamily="2" charset="0"/>
              </a:rPr>
              <a:t>cleo'Qm</a:t>
            </a:r>
            <a:r>
              <a:rPr lang="en-US" sz="3200" b="1" dirty="0">
                <a:latin typeface="Preeti" pitchFamily="2" charset="0"/>
              </a:rPr>
              <a:t> s;"/bf/ </a:t>
            </a:r>
            <a:r>
              <a:rPr lang="en-US" sz="3200" b="1" dirty="0" err="1">
                <a:latin typeface="Preeti" pitchFamily="2" charset="0"/>
              </a:rPr>
              <a:t>x'g</a:t>
            </a:r>
            <a:r>
              <a:rPr lang="en-US" sz="3200" b="1" dirty="0">
                <a:latin typeface="Preeti" pitchFamily="2" charset="0"/>
              </a:rPr>
              <a:t> ;Sg],</a:t>
            </a:r>
          </a:p>
          <a:p>
            <a:pPr marL="457200" indent="-457200" algn="just">
              <a:spcBef>
                <a:spcPts val="0"/>
              </a:spcBef>
              <a:buNone/>
            </a:pPr>
            <a:r>
              <a:rPr lang="en-US" sz="3200" b="1" dirty="0">
                <a:latin typeface="Preeti" pitchFamily="2" charset="0"/>
              </a:rPr>
              <a:t>$= </a:t>
            </a:r>
            <a:r>
              <a:rPr lang="en-US" sz="3200" b="1" dirty="0" err="1">
                <a:latin typeface="Preeti" pitchFamily="2" charset="0"/>
              </a:rPr>
              <a:t>cleof</a:t>
            </a:r>
            <a:r>
              <a:rPr lang="en-US" sz="3200" b="1" dirty="0">
                <a:latin typeface="Preeti" pitchFamily="2" charset="0"/>
              </a:rPr>
              <a:t>]</a:t>
            </a:r>
            <a:r>
              <a:rPr lang="en-US" sz="3200" b="1" dirty="0" err="1">
                <a:latin typeface="Preeti" pitchFamily="2" charset="0"/>
              </a:rPr>
              <a:t>hgstf</a:t>
            </a:r>
            <a:r>
              <a:rPr lang="en-US" sz="3200" b="1" dirty="0">
                <a:latin typeface="Preeti" pitchFamily="2" charset="0"/>
              </a:rPr>
              <a:t>{n] </a:t>
            </a:r>
            <a:r>
              <a:rPr lang="en-US" sz="3200" b="1" dirty="0" err="1">
                <a:latin typeface="Preeti" pitchFamily="2" charset="0"/>
              </a:rPr>
              <a:t>cbfntdf</a:t>
            </a:r>
            <a:r>
              <a:rPr lang="en-US" sz="3200" b="1" dirty="0">
                <a:latin typeface="Preeti" pitchFamily="2" charset="0"/>
              </a:rPr>
              <a:t> </a:t>
            </a:r>
            <a:r>
              <a:rPr lang="en-US" sz="3200" b="1" dirty="0" err="1">
                <a:latin typeface="Preeti" pitchFamily="2" charset="0"/>
              </a:rPr>
              <a:t>lgj</a:t>
            </a:r>
            <a:r>
              <a:rPr lang="en-US" sz="3200" b="1" dirty="0">
                <a:latin typeface="Preeti" pitchFamily="2" charset="0"/>
              </a:rPr>
              <a:t>]</a:t>
            </a:r>
            <a:r>
              <a:rPr lang="en-US" sz="3200" b="1" dirty="0" err="1">
                <a:latin typeface="Preeti" pitchFamily="2" charset="0"/>
              </a:rPr>
              <a:t>bg</a:t>
            </a:r>
            <a:r>
              <a:rPr lang="en-US" sz="3200" b="1" dirty="0">
                <a:latin typeface="Preeti" pitchFamily="2" charset="0"/>
              </a:rPr>
              <a:t> </a:t>
            </a:r>
            <a:r>
              <a:rPr lang="en-US" sz="3200" b="1" dirty="0" err="1">
                <a:latin typeface="Preeti" pitchFamily="2" charset="0"/>
              </a:rPr>
              <a:t>glbPdf</a:t>
            </a:r>
            <a:r>
              <a:rPr lang="en-US" sz="3200" b="1" dirty="0">
                <a:latin typeface="Preeti" pitchFamily="2" charset="0"/>
              </a:rPr>
              <a:t> </a:t>
            </a:r>
            <a:r>
              <a:rPr lang="en-US" sz="3200" b="1" dirty="0" err="1">
                <a:latin typeface="Preeti" pitchFamily="2" charset="0"/>
              </a:rPr>
              <a:t>cleo'Qmn</a:t>
            </a:r>
            <a:r>
              <a:rPr lang="en-US" sz="3200" b="1" dirty="0">
                <a:latin typeface="Preeti" pitchFamily="2" charset="0"/>
              </a:rPr>
              <a:t>] </a:t>
            </a:r>
            <a:r>
              <a:rPr lang="en-US" sz="3200" b="1" dirty="0" err="1">
                <a:latin typeface="Preeti" pitchFamily="2" charset="0"/>
              </a:rPr>
              <a:t>yk</a:t>
            </a:r>
            <a:r>
              <a:rPr lang="en-US" sz="3200" b="1" dirty="0">
                <a:latin typeface="Preeti" pitchFamily="2" charset="0"/>
              </a:rPr>
              <a:t> ;'</a:t>
            </a:r>
            <a:r>
              <a:rPr lang="en-US" sz="3200" b="1" dirty="0" err="1">
                <a:latin typeface="Preeti" pitchFamily="2" charset="0"/>
              </a:rPr>
              <a:t>ljwf</a:t>
            </a:r>
            <a:r>
              <a:rPr lang="en-US" sz="3200" b="1" dirty="0">
                <a:latin typeface="Preeti" pitchFamily="2" charset="0"/>
              </a:rPr>
              <a:t> </a:t>
            </a:r>
            <a:r>
              <a:rPr lang="en-US" sz="3200" b="1" dirty="0" err="1">
                <a:latin typeface="Preeti" pitchFamily="2" charset="0"/>
              </a:rPr>
              <a:t>kfO</a:t>
            </a:r>
            <a:r>
              <a:rPr lang="en-US" sz="3200" b="1" dirty="0">
                <a:latin typeface="Preeti" pitchFamily="2" charset="0"/>
              </a:rPr>
              <a:t>{ </a:t>
            </a:r>
            <a:r>
              <a:rPr lang="en-US" sz="3200" b="1" dirty="0" err="1">
                <a:latin typeface="Preeti" pitchFamily="2" charset="0"/>
              </a:rPr>
              <a:t>pDsg</a:t>
            </a:r>
            <a:r>
              <a:rPr lang="en-US" sz="3200" b="1" dirty="0">
                <a:latin typeface="Preeti" pitchFamily="2" charset="0"/>
              </a:rPr>
              <a:t> ;</a:t>
            </a:r>
            <a:r>
              <a:rPr lang="en-US" sz="3200" b="1" dirty="0" err="1">
                <a:latin typeface="Preeti" pitchFamily="2" charset="0"/>
              </a:rPr>
              <a:t>Sg</a:t>
            </a:r>
            <a:r>
              <a:rPr lang="en-US" sz="3200" b="1" dirty="0">
                <a:latin typeface="Preeti" pitchFamily="2" charset="0"/>
              </a:rPr>
              <a:t>],</a:t>
            </a:r>
          </a:p>
          <a:p>
            <a:pPr marL="457200" indent="-457200" algn="just">
              <a:spcBef>
                <a:spcPts val="0"/>
              </a:spcBef>
              <a:buNone/>
            </a:pPr>
            <a:r>
              <a:rPr lang="en-US" sz="3200" b="1" dirty="0">
                <a:latin typeface="Preeti" pitchFamily="2" charset="0"/>
              </a:rPr>
              <a:t>%=	h3Go s;"/ ug]{ </a:t>
            </a:r>
            <a:r>
              <a:rPr lang="en-US" sz="3200" b="1" dirty="0" err="1">
                <a:latin typeface="Preeti" pitchFamily="2" charset="0"/>
              </a:rPr>
              <a:t>cleo'Qmn</a:t>
            </a:r>
            <a:r>
              <a:rPr lang="en-US" sz="3200" b="1" dirty="0">
                <a:latin typeface="Preeti" pitchFamily="2" charset="0"/>
              </a:rPr>
              <a:t>] s;"/ :</a:t>
            </a:r>
            <a:r>
              <a:rPr lang="en-US" sz="3200" b="1" dirty="0" err="1">
                <a:latin typeface="Preeti" pitchFamily="2" charset="0"/>
              </a:rPr>
              <a:t>jLsf</a:t>
            </a:r>
            <a:r>
              <a:rPr lang="en-US" sz="3200" b="1" dirty="0">
                <a:latin typeface="Preeti" pitchFamily="2" charset="0"/>
              </a:rPr>
              <a:t>/ u/L </a:t>
            </a:r>
            <a:r>
              <a:rPr lang="en-US" sz="3200" b="1" dirty="0" err="1">
                <a:latin typeface="Preeti" pitchFamily="2" charset="0"/>
              </a:rPr>
              <a:t>sd</a:t>
            </a:r>
            <a:r>
              <a:rPr lang="en-US" sz="3200" b="1" dirty="0">
                <a:latin typeface="Preeti" pitchFamily="2" charset="0"/>
              </a:rPr>
              <a:t> ;</a:t>
            </a:r>
            <a:r>
              <a:rPr lang="en-US" sz="3200" b="1" dirty="0" err="1">
                <a:latin typeface="Preeti" pitchFamily="2" charset="0"/>
              </a:rPr>
              <a:t>hfo</a:t>
            </a:r>
            <a:r>
              <a:rPr lang="en-US" sz="3200" b="1" dirty="0">
                <a:latin typeface="Preeti" pitchFamily="2" charset="0"/>
              </a:rPr>
              <a:t> </a:t>
            </a:r>
            <a:r>
              <a:rPr lang="en-US" sz="3200" b="1" dirty="0" err="1">
                <a:latin typeface="Preeti" pitchFamily="2" charset="0"/>
              </a:rPr>
              <a:t>kfO</a:t>
            </a:r>
            <a:r>
              <a:rPr lang="en-US" sz="3200" b="1" dirty="0">
                <a:latin typeface="Preeti" pitchFamily="2" charset="0"/>
              </a:rPr>
              <a:t>{ </a:t>
            </a:r>
            <a:r>
              <a:rPr lang="en-US" sz="3200" b="1" dirty="0" err="1">
                <a:latin typeface="Preeti" pitchFamily="2" charset="0"/>
              </a:rPr>
              <a:t>pDsg</a:t>
            </a:r>
            <a:r>
              <a:rPr lang="en-US" sz="3200" b="1" dirty="0">
                <a:latin typeface="Preeti" pitchFamily="2" charset="0"/>
              </a:rPr>
              <a:t> ;Sg],</a:t>
            </a:r>
            <a:endParaRPr lang="ne-NP" sz="3200" b="1" dirty="0">
              <a:latin typeface="Preeti" pitchFamily="2" charset="0"/>
            </a:endParaRPr>
          </a:p>
          <a:p>
            <a:pPr marL="457200" indent="-457200" algn="just">
              <a:spcBef>
                <a:spcPts val="0"/>
              </a:spcBef>
              <a:buNone/>
            </a:pPr>
            <a:r>
              <a:rPr lang="en-US" sz="3200" b="1" dirty="0">
                <a:latin typeface="Preeti" pitchFamily="2" charset="0"/>
              </a:rPr>
              <a:t>^=	</a:t>
            </a:r>
            <a:r>
              <a:rPr lang="en-US" sz="3200" b="1" dirty="0" err="1">
                <a:latin typeface="Preeti" pitchFamily="2" charset="0"/>
              </a:rPr>
              <a:t>cf</a:t>
            </a:r>
            <a:r>
              <a:rPr lang="en-US" sz="3200" b="1" dirty="0">
                <a:latin typeface="Preeti" pitchFamily="2" charset="0"/>
              </a:rPr>
              <a:t>/f]</a:t>
            </a:r>
            <a:r>
              <a:rPr lang="en-US" sz="3200" b="1" dirty="0" err="1">
                <a:latin typeface="Preeti" pitchFamily="2" charset="0"/>
              </a:rPr>
              <a:t>lkt</a:t>
            </a:r>
            <a:r>
              <a:rPr lang="en-US" sz="3200" b="1" dirty="0">
                <a:latin typeface="Preeti" pitchFamily="2" charset="0"/>
              </a:rPr>
              <a:t> </a:t>
            </a:r>
            <a:r>
              <a:rPr lang="en-US" sz="3200" b="1" dirty="0" err="1">
                <a:latin typeface="Preeti" pitchFamily="2" charset="0"/>
              </a:rPr>
              <a:t>JolQmx?n</a:t>
            </a:r>
            <a:r>
              <a:rPr lang="en-US" sz="3200" b="1" dirty="0">
                <a:latin typeface="Preeti" pitchFamily="2" charset="0"/>
              </a:rPr>
              <a:t>] Ps </a:t>
            </a:r>
            <a:r>
              <a:rPr lang="en-US" sz="3200" b="1" dirty="0" err="1">
                <a:latin typeface="Preeti" pitchFamily="2" charset="0"/>
              </a:rPr>
              <a:t>csf</a:t>
            </a:r>
            <a:r>
              <a:rPr lang="en-US" sz="3200" b="1" dirty="0">
                <a:latin typeface="Preeti" pitchFamily="2" charset="0"/>
              </a:rPr>
              <a:t>{</a:t>
            </a:r>
            <a:r>
              <a:rPr lang="en-US" sz="3200" b="1" dirty="0" err="1">
                <a:latin typeface="Preeti" pitchFamily="2" charset="0"/>
              </a:rPr>
              <a:t>nfO</a:t>
            </a:r>
            <a:r>
              <a:rPr lang="en-US" sz="3200" b="1" dirty="0">
                <a:latin typeface="Preeti" pitchFamily="2" charset="0"/>
              </a:rPr>
              <a:t>{ </a:t>
            </a:r>
            <a:r>
              <a:rPr lang="en-US" sz="3200" b="1" dirty="0" err="1">
                <a:latin typeface="Preeti" pitchFamily="2" charset="0"/>
              </a:rPr>
              <a:t>kf</a:t>
            </a:r>
            <a:r>
              <a:rPr lang="en-US" sz="3200" b="1" dirty="0">
                <a:latin typeface="Preeti" pitchFamily="2" charset="0"/>
              </a:rPr>
              <a:t>]</a:t>
            </a:r>
            <a:r>
              <a:rPr lang="en-US" sz="3200" b="1" dirty="0" err="1">
                <a:latin typeface="Preeti" pitchFamily="2" charset="0"/>
              </a:rPr>
              <a:t>nL</a:t>
            </a:r>
            <a:r>
              <a:rPr lang="en-US" sz="3200" b="1" dirty="0">
                <a:latin typeface="Preeti" pitchFamily="2" charset="0"/>
              </a:rPr>
              <a:t> cg';</a:t>
            </a:r>
            <a:r>
              <a:rPr lang="en-US" sz="3200" b="1" dirty="0" err="1">
                <a:latin typeface="Preeti" pitchFamily="2" charset="0"/>
              </a:rPr>
              <a:t>Gwfg</a:t>
            </a:r>
            <a:r>
              <a:rPr lang="en-US" sz="3200" b="1" dirty="0">
                <a:latin typeface="Preeti" pitchFamily="2" charset="0"/>
              </a:rPr>
              <a:t> </a:t>
            </a:r>
            <a:r>
              <a:rPr lang="en-US" sz="3200" b="1" dirty="0" err="1">
                <a:latin typeface="Preeti" pitchFamily="2" charset="0"/>
              </a:rPr>
              <a:t>tyf</a:t>
            </a:r>
            <a:r>
              <a:rPr lang="en-US" sz="3200" b="1" dirty="0">
                <a:latin typeface="Preeti" pitchFamily="2" charset="0"/>
              </a:rPr>
              <a:t> </a:t>
            </a:r>
            <a:r>
              <a:rPr lang="en-US" sz="3200" b="1" dirty="0" err="1">
                <a:latin typeface="Preeti" pitchFamily="2" charset="0"/>
              </a:rPr>
              <a:t>cleof</a:t>
            </a:r>
            <a:r>
              <a:rPr lang="en-US" sz="3200" b="1" dirty="0">
                <a:latin typeface="Preeti" pitchFamily="2" charset="0"/>
              </a:rPr>
              <a:t>]hg </a:t>
            </a:r>
            <a:r>
              <a:rPr lang="en-US" sz="3200" b="1" dirty="0" err="1">
                <a:latin typeface="Preeti" pitchFamily="2" charset="0"/>
              </a:rPr>
              <a:t>k|lqmofdf</a:t>
            </a:r>
            <a:r>
              <a:rPr lang="en-US" sz="3200" b="1" dirty="0">
                <a:latin typeface="Preeti" pitchFamily="2" charset="0"/>
              </a:rPr>
              <a:t> hl6ntf </a:t>
            </a:r>
            <a:r>
              <a:rPr lang="en-US" sz="3200" b="1" dirty="0" err="1">
                <a:latin typeface="Preeti" pitchFamily="2" charset="0"/>
              </a:rPr>
              <a:t>pTkGg</a:t>
            </a:r>
            <a:r>
              <a:rPr lang="en-US" sz="3200" b="1" dirty="0">
                <a:latin typeface="Preeti" pitchFamily="2" charset="0"/>
              </a:rPr>
              <a:t> </a:t>
            </a:r>
            <a:r>
              <a:rPr lang="en-US" sz="3200" b="1" dirty="0" err="1">
                <a:latin typeface="Preeti" pitchFamily="2" charset="0"/>
              </a:rPr>
              <a:t>x'g</a:t>
            </a:r>
            <a:r>
              <a:rPr lang="en-US" sz="3200" b="1" dirty="0">
                <a:latin typeface="Preeti" pitchFamily="2" charset="0"/>
              </a:rPr>
              <a:t> ;Sg],</a:t>
            </a:r>
          </a:p>
          <a:p>
            <a:pPr marL="457200" indent="-457200" algn="just">
              <a:spcBef>
                <a:spcPts val="0"/>
              </a:spcBef>
              <a:buNone/>
            </a:pPr>
            <a:r>
              <a:rPr lang="en-US" sz="3200" b="1" dirty="0">
                <a:latin typeface="Preeti" pitchFamily="2" charset="0"/>
              </a:rPr>
              <a:t>&amp;=	cg';</a:t>
            </a:r>
            <a:r>
              <a:rPr lang="en-US" sz="3200" b="1" dirty="0" err="1">
                <a:latin typeface="Preeti" pitchFamily="2" charset="0"/>
              </a:rPr>
              <a:t>Gwfg</a:t>
            </a:r>
            <a:r>
              <a:rPr lang="en-US" sz="3200" b="1" dirty="0">
                <a:latin typeface="Preeti" pitchFamily="2" charset="0"/>
              </a:rPr>
              <a:t> </a:t>
            </a:r>
            <a:r>
              <a:rPr lang="en-US" sz="3200" b="1" dirty="0" err="1">
                <a:latin typeface="Preeti" pitchFamily="2" charset="0"/>
              </a:rPr>
              <a:t>clwsf</a:t>
            </a:r>
            <a:r>
              <a:rPr lang="en-US" sz="3200" b="1" dirty="0">
                <a:latin typeface="Preeti" pitchFamily="2" charset="0"/>
              </a:rPr>
              <a:t>/</a:t>
            </a:r>
            <a:r>
              <a:rPr lang="en-US" sz="3200" b="1" dirty="0" err="1">
                <a:latin typeface="Preeti" pitchFamily="2" charset="0"/>
              </a:rPr>
              <a:t>LnfO</a:t>
            </a:r>
            <a:r>
              <a:rPr lang="en-US" sz="3200" b="1" dirty="0">
                <a:latin typeface="Preeti" pitchFamily="2" charset="0"/>
              </a:rPr>
              <a:t>{ </a:t>
            </a:r>
            <a:r>
              <a:rPr lang="en-US" sz="3200" b="1" dirty="0" err="1">
                <a:latin typeface="Preeti" pitchFamily="2" charset="0"/>
              </a:rPr>
              <a:t>l;kmfl</a:t>
            </a:r>
            <a:r>
              <a:rPr lang="en-US" sz="3200" b="1" dirty="0">
                <a:latin typeface="Preeti" pitchFamily="2" charset="0"/>
              </a:rPr>
              <a:t>/; ug{ </a:t>
            </a:r>
            <a:r>
              <a:rPr lang="en-US" sz="3200" b="1" dirty="0" err="1">
                <a:latin typeface="Preeti" pitchFamily="2" charset="0"/>
              </a:rPr>
              <a:t>jf</a:t>
            </a:r>
            <a:r>
              <a:rPr lang="en-US" sz="3200" b="1" dirty="0">
                <a:latin typeface="Preeti" pitchFamily="2" charset="0"/>
              </a:rPr>
              <a:t> </a:t>
            </a:r>
            <a:r>
              <a:rPr lang="en-US" sz="3200" b="1" dirty="0" err="1">
                <a:latin typeface="Preeti" pitchFamily="2" charset="0"/>
              </a:rPr>
              <a:t>l;kmfl</a:t>
            </a:r>
            <a:r>
              <a:rPr lang="en-US" sz="3200" b="1" dirty="0">
                <a:latin typeface="Preeti" pitchFamily="2" charset="0"/>
              </a:rPr>
              <a:t>/; </a:t>
            </a:r>
            <a:r>
              <a:rPr lang="en-US" sz="3200" b="1" dirty="0" err="1">
                <a:latin typeface="Preeti" pitchFamily="2" charset="0"/>
              </a:rPr>
              <a:t>gug</a:t>
            </a:r>
            <a:r>
              <a:rPr lang="en-US" sz="3200" b="1" dirty="0">
                <a:latin typeface="Preeti" pitchFamily="2" charset="0"/>
              </a:rPr>
              <a:t>{ </a:t>
            </a:r>
            <a:r>
              <a:rPr lang="en-US" sz="3200" b="1" dirty="0" err="1">
                <a:latin typeface="Preeti" pitchFamily="2" charset="0"/>
              </a:rPr>
              <a:t>k|efj</a:t>
            </a:r>
            <a:r>
              <a:rPr lang="en-US" sz="3200" b="1" dirty="0">
                <a:latin typeface="Preeti" pitchFamily="2" charset="0"/>
              </a:rPr>
              <a:t> </a:t>
            </a:r>
            <a:r>
              <a:rPr lang="en-US" sz="3200" b="1" dirty="0" err="1">
                <a:latin typeface="Preeti" pitchFamily="2" charset="0"/>
              </a:rPr>
              <a:t>kfg</a:t>
            </a:r>
            <a:r>
              <a:rPr lang="en-US" sz="3200" b="1" dirty="0">
                <a:latin typeface="Preeti" pitchFamily="2" charset="0"/>
              </a:rPr>
              <a:t>{ ;Sg],</a:t>
            </a:r>
            <a:endParaRPr lang="ne-NP" sz="3200" b="1" dirty="0">
              <a:latin typeface="Preeti" pitchFamily="2" charset="0"/>
            </a:endParaRPr>
          </a:p>
          <a:p>
            <a:pPr marL="457200" indent="-457200" algn="just">
              <a:spcBef>
                <a:spcPts val="0"/>
              </a:spcBef>
              <a:buNone/>
            </a:pPr>
            <a:r>
              <a:rPr lang="en-US" sz="3200" b="1" dirty="0">
                <a:latin typeface="Preeti" pitchFamily="2" charset="0"/>
              </a:rPr>
              <a:t>*=	;+</a:t>
            </a:r>
            <a:r>
              <a:rPr lang="en-US" sz="3200" b="1" dirty="0" err="1">
                <a:latin typeface="Preeti" pitchFamily="2" charset="0"/>
              </a:rPr>
              <a:t>ljwfgsf</a:t>
            </a:r>
            <a:r>
              <a:rPr lang="en-US" sz="3200" b="1" dirty="0">
                <a:latin typeface="Preeti" pitchFamily="2" charset="0"/>
              </a:rPr>
              <a:t>] </a:t>
            </a:r>
            <a:r>
              <a:rPr lang="en-US" sz="3200" b="1" dirty="0" err="1">
                <a:latin typeface="Preeti" pitchFamily="2" charset="0"/>
              </a:rPr>
              <a:t>wf</a:t>
            </a:r>
            <a:r>
              <a:rPr lang="en-US" sz="3200" b="1" dirty="0">
                <a:latin typeface="Preeti" pitchFamily="2" charset="0"/>
              </a:rPr>
              <a:t>/f @) sf] </a:t>
            </a:r>
            <a:r>
              <a:rPr lang="en-US" sz="3200" b="1" dirty="0" err="1">
                <a:latin typeface="Preeti" pitchFamily="2" charset="0"/>
              </a:rPr>
              <a:t>pkwf</a:t>
            </a:r>
            <a:r>
              <a:rPr lang="en-US" sz="3200" b="1" dirty="0">
                <a:latin typeface="Preeti" pitchFamily="2" charset="0"/>
              </a:rPr>
              <a:t>/f -&amp;_ sf] </a:t>
            </a:r>
            <a:r>
              <a:rPr lang="en-US" sz="3200" b="1" dirty="0" err="1">
                <a:latin typeface="Preeti" pitchFamily="2" charset="0"/>
              </a:rPr>
              <a:t>Joj:yf</a:t>
            </a:r>
            <a:r>
              <a:rPr lang="en-US" sz="3200" b="1" dirty="0">
                <a:latin typeface="Preeti" pitchFamily="2" charset="0"/>
              </a:rPr>
              <a:t> </a:t>
            </a:r>
            <a:r>
              <a:rPr lang="en-US" sz="3200" b="1" dirty="0" err="1">
                <a:latin typeface="Preeti" pitchFamily="2" charset="0"/>
              </a:rPr>
              <a:t>lg:t</a:t>
            </a:r>
            <a:r>
              <a:rPr lang="en-US" sz="3200" b="1" dirty="0">
                <a:latin typeface="Preeti" pitchFamily="2" charset="0"/>
              </a:rPr>
              <a:t>]h </a:t>
            </a:r>
            <a:r>
              <a:rPr lang="en-US" sz="3200" b="1" dirty="0" err="1">
                <a:latin typeface="Preeti" pitchFamily="2" charset="0"/>
              </a:rPr>
              <a:t>x'g;Sg</a:t>
            </a:r>
            <a:r>
              <a:rPr lang="en-US" sz="3200" b="1" dirty="0">
                <a:latin typeface="Preeti" pitchFamily="2" charset="0"/>
              </a:rPr>
              <a:t>],</a:t>
            </a:r>
          </a:p>
          <a:p>
            <a:pPr marL="457200" indent="-457200" algn="just">
              <a:spcBef>
                <a:spcPts val="0"/>
              </a:spcBef>
              <a:buNone/>
            </a:pPr>
            <a:r>
              <a:rPr lang="en-US" sz="3200" b="1" dirty="0">
                <a:latin typeface="Preeti" pitchFamily="2" charset="0"/>
              </a:rPr>
              <a:t>(=	o;af6 b08lxgtf a[l4 </a:t>
            </a:r>
            <a:r>
              <a:rPr lang="en-US" sz="3200" b="1" dirty="0" err="1">
                <a:latin typeface="Preeti" pitchFamily="2" charset="0"/>
              </a:rPr>
              <a:t>x'g</a:t>
            </a:r>
            <a:r>
              <a:rPr lang="en-US" sz="3200" b="1" dirty="0">
                <a:latin typeface="Preeti" pitchFamily="2" charset="0"/>
              </a:rPr>
              <a:t> ;Sg] </a:t>
            </a:r>
            <a:r>
              <a:rPr lang="ne-NP" sz="3200" b="1" dirty="0" smtClean="0">
                <a:latin typeface="Preeti" pitchFamily="2" charset="0"/>
              </a:rPr>
              <a:t>?</a:t>
            </a:r>
            <a:endParaRPr lang="en-US" sz="3200" b="1" dirty="0">
              <a:latin typeface="Preeti" pitchFamily="2" charset="0"/>
            </a:endParaRPr>
          </a:p>
          <a:p>
            <a:pPr marL="457200" indent="-457200" algn="just">
              <a:spcBef>
                <a:spcPts val="0"/>
              </a:spcBef>
              <a:buNone/>
            </a:pPr>
            <a:endParaRPr lang="en-US" sz="3200" b="1" dirty="0">
              <a:latin typeface="Preeti" pitchFamily="2" charset="0"/>
            </a:endParaRPr>
          </a:p>
          <a:p>
            <a:pPr marL="457200" indent="-457200" algn="just">
              <a:spcBef>
                <a:spcPts val="0"/>
              </a:spcBef>
              <a:buNone/>
            </a:pPr>
            <a:endParaRPr lang="en-US" sz="3600" b="1" dirty="0">
              <a:latin typeface="Preeti" pitchFamily="2" charset="0"/>
            </a:endParaRPr>
          </a:p>
        </p:txBody>
      </p:sp>
    </p:spTree>
    <p:extLst>
      <p:ext uri="{BB962C8B-B14F-4D97-AF65-F5344CB8AC3E}">
        <p14:creationId xmlns:p14="http://schemas.microsoft.com/office/powerpoint/2010/main" val="31694429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51401"/>
            <a:ext cx="10972800" cy="1923037"/>
          </a:xfrm>
        </p:spPr>
        <p:txBody>
          <a:bodyPr/>
          <a:lstStyle/>
          <a:p>
            <a:pPr algn="ctr"/>
            <a:r>
              <a:rPr lang="ne-NP" sz="3600" b="1" dirty="0">
                <a:effectLst>
                  <a:outerShdw blurRad="38100" dist="38100" dir="2700000" algn="tl">
                    <a:srgbClr val="000000">
                      <a:alpha val="43137"/>
                    </a:srgbClr>
                  </a:outerShdw>
                </a:effectLst>
                <a:latin typeface="Arial" panose="020B0604020202020204" pitchFamily="34" charset="0"/>
                <a:ea typeface="Times New Roman" panose="02020603050405020304" pitchFamily="18" charset="0"/>
                <a:cs typeface="Kalimati" panose="00000400000000000000" pitchFamily="2"/>
              </a:rPr>
              <a:t>  </a:t>
            </a:r>
            <a:br>
              <a:rPr lang="ne-NP" sz="3600" b="1" dirty="0">
                <a:effectLst>
                  <a:outerShdw blurRad="38100" dist="38100" dir="2700000" algn="tl">
                    <a:srgbClr val="000000">
                      <a:alpha val="43137"/>
                    </a:srgbClr>
                  </a:outerShdw>
                </a:effectLst>
                <a:latin typeface="Arial" panose="020B0604020202020204" pitchFamily="34" charset="0"/>
                <a:ea typeface="Times New Roman" panose="02020603050405020304" pitchFamily="18" charset="0"/>
                <a:cs typeface="Kalimati" panose="00000400000000000000" pitchFamily="2"/>
              </a:rPr>
            </a:br>
            <a:r>
              <a:rPr lang="ne-NP" sz="3600" b="1" dirty="0">
                <a:effectLst>
                  <a:outerShdw blurRad="38100" dist="38100" dir="2700000" algn="tl">
                    <a:srgbClr val="000000">
                      <a:alpha val="43137"/>
                    </a:srgbClr>
                  </a:outerShdw>
                </a:effectLst>
                <a:latin typeface="Arial" panose="020B0604020202020204" pitchFamily="34" charset="0"/>
                <a:ea typeface="Times New Roman" panose="02020603050405020304" pitchFamily="18" charset="0"/>
                <a:cs typeface="Kalimati" panose="00000400000000000000" pitchFamily="2"/>
              </a:rPr>
              <a:t/>
            </a:r>
            <a:br>
              <a:rPr lang="ne-NP" sz="3600" b="1" dirty="0">
                <a:effectLst>
                  <a:outerShdw blurRad="38100" dist="38100" dir="2700000" algn="tl">
                    <a:srgbClr val="000000">
                      <a:alpha val="43137"/>
                    </a:srgbClr>
                  </a:outerShdw>
                </a:effectLst>
                <a:latin typeface="Arial" panose="020B0604020202020204" pitchFamily="34" charset="0"/>
                <a:ea typeface="Times New Roman" panose="02020603050405020304" pitchFamily="18" charset="0"/>
                <a:cs typeface="Kalimati" panose="00000400000000000000" pitchFamily="2"/>
              </a:rPr>
            </a:br>
            <a:r>
              <a:rPr lang="ne-NP" sz="3600" b="1" dirty="0">
                <a:effectLst>
                  <a:outerShdw blurRad="38100" dist="38100" dir="2700000" algn="tl">
                    <a:srgbClr val="000000">
                      <a:alpha val="43137"/>
                    </a:srgbClr>
                  </a:outerShdw>
                </a:effectLst>
                <a:latin typeface="Arial" panose="020B0604020202020204" pitchFamily="34" charset="0"/>
                <a:ea typeface="Times New Roman" panose="02020603050405020304" pitchFamily="18" charset="0"/>
                <a:cs typeface="Kalimati" panose="00000400000000000000" pitchFamily="2"/>
              </a:rPr>
              <a:t/>
            </a:r>
            <a:br>
              <a:rPr lang="ne-NP" sz="3600" b="1" dirty="0">
                <a:effectLst>
                  <a:outerShdw blurRad="38100" dist="38100" dir="2700000" algn="tl">
                    <a:srgbClr val="000000">
                      <a:alpha val="43137"/>
                    </a:srgbClr>
                  </a:outerShdw>
                </a:effectLst>
                <a:latin typeface="Arial" panose="020B0604020202020204" pitchFamily="34" charset="0"/>
                <a:ea typeface="Times New Roman" panose="02020603050405020304" pitchFamily="18" charset="0"/>
                <a:cs typeface="Kalimati" panose="00000400000000000000" pitchFamily="2"/>
              </a:rPr>
            </a:br>
            <a:r>
              <a:rPr lang="ne-NP" sz="3600" b="1" dirty="0">
                <a:effectLst>
                  <a:outerShdw blurRad="38100" dist="38100" dir="2700000" algn="tl">
                    <a:srgbClr val="000000">
                      <a:alpha val="43137"/>
                    </a:srgbClr>
                  </a:outerShdw>
                </a:effectLst>
                <a:latin typeface="Arial" panose="020B0604020202020204" pitchFamily="34" charset="0"/>
                <a:ea typeface="Times New Roman" panose="02020603050405020304" pitchFamily="18" charset="0"/>
                <a:cs typeface="Kalimati" panose="00000400000000000000" pitchFamily="2"/>
              </a:rPr>
              <a:t/>
            </a:r>
            <a:br>
              <a:rPr lang="ne-NP" sz="3600" b="1" dirty="0">
                <a:effectLst>
                  <a:outerShdw blurRad="38100" dist="38100" dir="2700000" algn="tl">
                    <a:srgbClr val="000000">
                      <a:alpha val="43137"/>
                    </a:srgbClr>
                  </a:outerShdw>
                </a:effectLst>
                <a:latin typeface="Arial" panose="020B0604020202020204" pitchFamily="34" charset="0"/>
                <a:ea typeface="Times New Roman" panose="02020603050405020304" pitchFamily="18" charset="0"/>
                <a:cs typeface="Kalimati" panose="00000400000000000000" pitchFamily="2"/>
              </a:rPr>
            </a:br>
            <a:r>
              <a:rPr lang="ne-NP" sz="3600" b="1" dirty="0">
                <a:effectLst>
                  <a:outerShdw blurRad="38100" dist="38100" dir="2700000" algn="tl">
                    <a:srgbClr val="000000">
                      <a:alpha val="43137"/>
                    </a:srgbClr>
                  </a:outerShdw>
                </a:effectLst>
                <a:latin typeface="Arial" panose="020B0604020202020204" pitchFamily="34" charset="0"/>
                <a:ea typeface="Times New Roman" panose="02020603050405020304" pitchFamily="18" charset="0"/>
                <a:cs typeface="Kalimati" panose="00000400000000000000" pitchFamily="2"/>
              </a:rPr>
              <a:t>चुनौती</a:t>
            </a:r>
            <a:r>
              <a:rPr lang="en-US" sz="3600" dirty="0">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
            </a:r>
            <a:br>
              <a:rPr lang="en-US" sz="3600" dirty="0">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br>
            <a:endParaRPr lang="en-US" sz="3600"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609600" y="1408080"/>
            <a:ext cx="10972800" cy="5030822"/>
          </a:xfrm>
        </p:spPr>
        <p:txBody>
          <a:bodyPr/>
          <a:lstStyle/>
          <a:p>
            <a:pPr marL="184150" marR="0" indent="0" algn="just">
              <a:spcBef>
                <a:spcPts val="1000"/>
              </a:spcBef>
              <a:spcAft>
                <a:spcPts val="0"/>
              </a:spcAft>
              <a:buNone/>
            </a:pPr>
            <a:r>
              <a:rPr lang="ne-NP" sz="2800" dirty="0">
                <a:solidFill>
                  <a:srgbClr val="000000"/>
                </a:solidFill>
                <a:latin typeface="Arial" panose="020B0604020202020204" pitchFamily="34" charset="0"/>
                <a:ea typeface="Times New Roman" panose="02020603050405020304" pitchFamily="18" charset="0"/>
                <a:cs typeface="Kalimati" panose="00000400000000000000" pitchFamily="2"/>
              </a:rPr>
              <a:t>दावीको सौदाबाजीको चुनैतीहरु निम्न रहेको देखिन्छ:   </a:t>
            </a:r>
          </a:p>
          <a:p>
            <a:pPr marL="1008063" lvl="1" indent="-457200" algn="just">
              <a:spcBef>
                <a:spcPts val="1000"/>
              </a:spcBef>
              <a:spcAft>
                <a:spcPts val="0"/>
              </a:spcAft>
              <a:buFont typeface="Wingdings" panose="05000000000000000000" pitchFamily="2" charset="2"/>
              <a:buChar char="Ø"/>
            </a:pPr>
            <a:r>
              <a:rPr lang="ne-NP" sz="2800" dirty="0">
                <a:solidFill>
                  <a:srgbClr val="000000"/>
                </a:solidFill>
                <a:latin typeface="Arial" panose="020B0604020202020204" pitchFamily="34" charset="0"/>
                <a:ea typeface="Times New Roman" panose="02020603050405020304" pitchFamily="18" charset="0"/>
                <a:cs typeface="Kalimati" panose="00000400000000000000" pitchFamily="2"/>
              </a:rPr>
              <a:t>अवधारणागत बुझाईमा कमी।</a:t>
            </a:r>
            <a:endParaRPr lang="en-US" sz="2800" dirty="0">
              <a:latin typeface="Times New Roman" panose="02020603050405020304" pitchFamily="18" charset="0"/>
              <a:ea typeface="Times New Roman" panose="02020603050405020304" pitchFamily="18" charset="0"/>
            </a:endParaRPr>
          </a:p>
          <a:p>
            <a:pPr marL="1008063" lvl="1" indent="-457200" algn="just">
              <a:spcBef>
                <a:spcPts val="1000"/>
              </a:spcBef>
              <a:spcAft>
                <a:spcPts val="0"/>
              </a:spcAft>
              <a:buFont typeface="Wingdings" panose="05000000000000000000" pitchFamily="2" charset="2"/>
              <a:buChar char="Ø"/>
            </a:pPr>
            <a:r>
              <a:rPr lang="ne-NP" sz="2800" dirty="0">
                <a:solidFill>
                  <a:srgbClr val="000000"/>
                </a:solidFill>
                <a:latin typeface="Arial" panose="020B0604020202020204" pitchFamily="34" charset="0"/>
                <a:ea typeface="Times New Roman" panose="02020603050405020304" pitchFamily="18" charset="0"/>
                <a:cs typeface="Kalimati" panose="00000400000000000000" pitchFamily="2"/>
              </a:rPr>
              <a:t>विश्वासमा कमी।</a:t>
            </a:r>
            <a:endParaRPr lang="en-US" sz="2800" dirty="0">
              <a:latin typeface="Times New Roman" panose="02020603050405020304" pitchFamily="18" charset="0"/>
              <a:ea typeface="Times New Roman" panose="02020603050405020304" pitchFamily="18" charset="0"/>
            </a:endParaRPr>
          </a:p>
          <a:p>
            <a:pPr marL="1008063" lvl="1" indent="-457200" algn="just">
              <a:spcBef>
                <a:spcPts val="1000"/>
              </a:spcBef>
              <a:spcAft>
                <a:spcPts val="0"/>
              </a:spcAft>
              <a:buFont typeface="Wingdings" panose="05000000000000000000" pitchFamily="2" charset="2"/>
              <a:buChar char="Ø"/>
            </a:pPr>
            <a:r>
              <a:rPr lang="ne-NP" sz="2800" dirty="0">
                <a:solidFill>
                  <a:srgbClr val="000000"/>
                </a:solidFill>
                <a:latin typeface="Arial" panose="020B0604020202020204" pitchFamily="34" charset="0"/>
                <a:ea typeface="Times New Roman" panose="02020603050405020304" pitchFamily="18" charset="0"/>
                <a:cs typeface="Kalimati" panose="00000400000000000000" pitchFamily="2"/>
              </a:rPr>
              <a:t>कार्यान्वयनमा न्यूनताः तथ्याङ्क- ..</a:t>
            </a:r>
            <a:endParaRPr lang="en-US" sz="2800" dirty="0">
              <a:latin typeface="Times New Roman" panose="02020603050405020304" pitchFamily="18" charset="0"/>
              <a:ea typeface="Times New Roman" panose="02020603050405020304" pitchFamily="18" charset="0"/>
            </a:endParaRPr>
          </a:p>
          <a:p>
            <a:pPr marL="1008063" lvl="1" indent="-457200" algn="just">
              <a:spcBef>
                <a:spcPts val="1000"/>
              </a:spcBef>
              <a:spcAft>
                <a:spcPts val="0"/>
              </a:spcAft>
              <a:buFont typeface="Wingdings" panose="05000000000000000000" pitchFamily="2" charset="2"/>
              <a:buChar char="Ø"/>
            </a:pPr>
            <a:r>
              <a:rPr lang="ne-NP" sz="2800" dirty="0">
                <a:solidFill>
                  <a:srgbClr val="000000"/>
                </a:solidFill>
                <a:latin typeface="Arial" panose="020B0604020202020204" pitchFamily="34" charset="0"/>
                <a:ea typeface="Times New Roman" panose="02020603050405020304" pitchFamily="18" charset="0"/>
                <a:cs typeface="Kalimati" panose="00000400000000000000" pitchFamily="2"/>
              </a:rPr>
              <a:t>सबै मुद्दामा दिन सकिने।</a:t>
            </a:r>
            <a:endParaRPr lang="en-US" sz="2800" dirty="0">
              <a:latin typeface="Times New Roman" panose="02020603050405020304" pitchFamily="18" charset="0"/>
              <a:ea typeface="Times New Roman" panose="02020603050405020304" pitchFamily="18" charset="0"/>
            </a:endParaRPr>
          </a:p>
          <a:p>
            <a:pPr marL="1008063" lvl="1" indent="-457200" algn="just">
              <a:spcBef>
                <a:spcPts val="1000"/>
              </a:spcBef>
              <a:spcAft>
                <a:spcPts val="0"/>
              </a:spcAft>
              <a:buFont typeface="Wingdings" panose="05000000000000000000" pitchFamily="2" charset="2"/>
              <a:buChar char="Ø"/>
            </a:pPr>
            <a:r>
              <a:rPr lang="ne-NP" sz="2800" dirty="0">
                <a:solidFill>
                  <a:srgbClr val="000000"/>
                </a:solidFill>
                <a:latin typeface="Arial" panose="020B0604020202020204" pitchFamily="34" charset="0"/>
                <a:ea typeface="Times New Roman" panose="02020603050405020304" pitchFamily="18" charset="0"/>
                <a:cs typeface="Kalimati" panose="00000400000000000000" pitchFamily="2"/>
              </a:rPr>
              <a:t>पीडितलाई न्यायको अनुभुतिबाट वञ्चित गराएको महसुस हुन सक्ने।</a:t>
            </a:r>
            <a:endParaRPr lang="en-US" sz="2800" dirty="0">
              <a:latin typeface="Times New Roman" panose="02020603050405020304" pitchFamily="18" charset="0"/>
              <a:ea typeface="Times New Roman" panose="02020603050405020304" pitchFamily="18" charset="0"/>
            </a:endParaRPr>
          </a:p>
          <a:p>
            <a:pPr marL="1008063" lvl="1" indent="-457200" algn="just">
              <a:spcBef>
                <a:spcPts val="1000"/>
              </a:spcBef>
              <a:spcAft>
                <a:spcPts val="0"/>
              </a:spcAft>
              <a:buFont typeface="Wingdings" panose="05000000000000000000" pitchFamily="2" charset="2"/>
              <a:buChar char="Ø"/>
            </a:pPr>
            <a:r>
              <a:rPr lang="ne-NP" sz="2800" dirty="0">
                <a:solidFill>
                  <a:srgbClr val="000000"/>
                </a:solidFill>
                <a:latin typeface="Arial" panose="020B0604020202020204" pitchFamily="34" charset="0"/>
                <a:ea typeface="Times New Roman" panose="02020603050405020304" pitchFamily="18" charset="0"/>
                <a:cs typeface="Kalimati" panose="00000400000000000000" pitchFamily="2"/>
              </a:rPr>
              <a:t>कानून व्यवसायीको सकारात्मक भूमिका।</a:t>
            </a:r>
            <a:endParaRPr lang="en-US" sz="2800" dirty="0">
              <a:latin typeface="Times New Roman" panose="02020603050405020304" pitchFamily="18" charset="0"/>
              <a:ea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158958620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93EE01A7-7E93-4700-45E0-25EB14551D30}"/>
              </a:ext>
            </a:extLst>
          </p:cNvPr>
          <p:cNvSpPr>
            <a:spLocks noGrp="1"/>
          </p:cNvSpPr>
          <p:nvPr>
            <p:ph idx="1"/>
          </p:nvPr>
        </p:nvSpPr>
        <p:spPr>
          <a:xfrm>
            <a:off x="366713" y="2906714"/>
            <a:ext cx="10972800" cy="4389437"/>
          </a:xfrm>
        </p:spPr>
        <p:txBody>
          <a:bodyPr/>
          <a:lstStyle/>
          <a:p>
            <a:pPr marL="0" indent="0" algn="ctr">
              <a:buNone/>
            </a:pPr>
            <a:r>
              <a:rPr lang="ne-NP" sz="4800" b="1" dirty="0">
                <a:effectLst>
                  <a:outerShdw blurRad="38100" dist="38100" dir="2700000" algn="tl">
                    <a:srgbClr val="000000">
                      <a:alpha val="43137"/>
                    </a:srgbClr>
                  </a:outerShdw>
                </a:effectLst>
                <a:cs typeface="Kalimati" panose="00000400000000000000" pitchFamily="2"/>
              </a:rPr>
              <a:t>धन्यवाद </a:t>
            </a:r>
            <a:r>
              <a:rPr lang="ne-NP" sz="4800" b="1" dirty="0">
                <a:solidFill>
                  <a:srgbClr val="000000"/>
                </a:solidFill>
                <a:effectLst>
                  <a:outerShdw blurRad="38100" dist="38100" dir="2700000" algn="tl">
                    <a:srgbClr val="000000">
                      <a:alpha val="43137"/>
                    </a:srgbClr>
                  </a:outerShdw>
                </a:effectLst>
                <a:latin typeface="Arial" panose="020B0604020202020204" pitchFamily="34" charset="0"/>
                <a:ea typeface="Times New Roman" panose="02020603050405020304" pitchFamily="18" charset="0"/>
                <a:cs typeface="Kalimati" panose="00000400000000000000" pitchFamily="2"/>
              </a:rPr>
              <a:t>।</a:t>
            </a:r>
            <a:endParaRPr lang="en-US" sz="4800" b="1" dirty="0">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cs typeface="Kalimati" panose="00000400000000000000" pitchFamily="2"/>
            </a:endParaRPr>
          </a:p>
          <a:p>
            <a:endParaRPr lang="en-US" dirty="0"/>
          </a:p>
        </p:txBody>
      </p:sp>
    </p:spTree>
    <p:extLst>
      <p:ext uri="{BB962C8B-B14F-4D97-AF65-F5344CB8AC3E}">
        <p14:creationId xmlns:p14="http://schemas.microsoft.com/office/powerpoint/2010/main" val="336012084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_rels/theme4.xml.rels><?xml version="1.0" encoding="UTF-8" standalone="yes"?>
<Relationships xmlns="http://schemas.openxmlformats.org/package/2006/relationships"><Relationship Id="rId1" Type="http://schemas.openxmlformats.org/officeDocument/2006/relationships/image" Target="../media/image1.jpeg"/></Relationships>
</file>

<file path=ppt/theme/_rels/theme5.xml.rels><?xml version="1.0" encoding="UTF-8" standalone="yes"?>
<Relationships xmlns="http://schemas.openxmlformats.org/package/2006/relationships"><Relationship Id="rId1" Type="http://schemas.openxmlformats.org/officeDocument/2006/relationships/image" Target="../media/image1.jpeg"/></Relationships>
</file>

<file path=ppt/theme/_rels/theme6.xml.rels><?xml version="1.0" encoding="UTF-8" standalone="yes"?>
<Relationships xmlns="http://schemas.openxmlformats.org/package/2006/relationships"><Relationship Id="rId1" Type="http://schemas.openxmlformats.org/officeDocument/2006/relationships/image" Target="../media/image1.jpeg"/></Relationships>
</file>

<file path=ppt/theme/_rels/theme7.xml.rels><?xml version="1.0" encoding="UTF-8" standalone="yes"?>
<Relationships xmlns="http://schemas.openxmlformats.org/package/2006/relationships"><Relationship Id="rId1" Type="http://schemas.openxmlformats.org/officeDocument/2006/relationships/image" Target="../media/image1.jpeg"/></Relationships>
</file>

<file path=ppt/theme/_rels/theme8.xml.rels><?xml version="1.0" encoding="UTF-8" standalone="yes"?>
<Relationships xmlns="http://schemas.openxmlformats.org/package/2006/relationships"><Relationship Id="rId1" Type="http://schemas.openxmlformats.org/officeDocument/2006/relationships/image" Target="../media/image1.jpeg"/></Relationships>
</file>

<file path=ppt/theme/_rels/theme9.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heme4">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extLst>
    <a:ext uri="{05A4C25C-085E-4340-85A3-A5531E510DB2}">
      <thm15:themeFamily xmlns:thm15="http://schemas.microsoft.com/office/thememl/2012/main" name="Theme4" id="{A1ED8A63-6152-4BE5-84AC-18311AD2DC30}" vid="{44E4D87D-AF53-442A-AA2E-D3BD2D6BCB52}"/>
    </a:ext>
  </a:extLst>
</a:theme>
</file>

<file path=ppt/theme/theme2.xml><?xml version="1.0" encoding="utf-8"?>
<a:theme xmlns:a="http://schemas.openxmlformats.org/drawingml/2006/main" name="1_Theme4">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extLst>
    <a:ext uri="{05A4C25C-085E-4340-85A3-A5531E510DB2}">
      <thm15:themeFamily xmlns:thm15="http://schemas.microsoft.com/office/thememl/2012/main" name="Theme4" id="{A1ED8A63-6152-4BE5-84AC-18311AD2DC30}" vid="{44E4D87D-AF53-442A-AA2E-D3BD2D6BCB52}"/>
    </a:ext>
  </a:extLst>
</a:theme>
</file>

<file path=ppt/theme/theme3.xml><?xml version="1.0" encoding="utf-8"?>
<a:theme xmlns:a="http://schemas.openxmlformats.org/drawingml/2006/main" name="2_Theme4">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extLst>
    <a:ext uri="{05A4C25C-085E-4340-85A3-A5531E510DB2}">
      <thm15:themeFamily xmlns:thm15="http://schemas.microsoft.com/office/thememl/2012/main" name="Theme4" id="{A1ED8A63-6152-4BE5-84AC-18311AD2DC30}" vid="{44E4D87D-AF53-442A-AA2E-D3BD2D6BCB52}"/>
    </a:ext>
  </a:extLst>
</a:theme>
</file>

<file path=ppt/theme/theme4.xml><?xml version="1.0" encoding="utf-8"?>
<a:theme xmlns:a="http://schemas.openxmlformats.org/drawingml/2006/main" name="3_Theme4">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extLst>
    <a:ext uri="{05A4C25C-085E-4340-85A3-A5531E510DB2}">
      <thm15:themeFamily xmlns:thm15="http://schemas.microsoft.com/office/thememl/2012/main" name="Theme4" id="{A1ED8A63-6152-4BE5-84AC-18311AD2DC30}" vid="{44E4D87D-AF53-442A-AA2E-D3BD2D6BCB52}"/>
    </a:ext>
  </a:extLst>
</a:theme>
</file>

<file path=ppt/theme/theme5.xml><?xml version="1.0" encoding="utf-8"?>
<a:theme xmlns:a="http://schemas.openxmlformats.org/drawingml/2006/main" name="4_Theme4">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extLst>
    <a:ext uri="{05A4C25C-085E-4340-85A3-A5531E510DB2}">
      <thm15:themeFamily xmlns:thm15="http://schemas.microsoft.com/office/thememl/2012/main" name="Theme4" id="{A1ED8A63-6152-4BE5-84AC-18311AD2DC30}" vid="{44E4D87D-AF53-442A-AA2E-D3BD2D6BCB52}"/>
    </a:ext>
  </a:extLst>
</a:theme>
</file>

<file path=ppt/theme/theme6.xml><?xml version="1.0" encoding="utf-8"?>
<a:theme xmlns:a="http://schemas.openxmlformats.org/drawingml/2006/main" name="5_Theme4">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extLst>
    <a:ext uri="{05A4C25C-085E-4340-85A3-A5531E510DB2}">
      <thm15:themeFamily xmlns:thm15="http://schemas.microsoft.com/office/thememl/2012/main" name="Theme4" id="{A1ED8A63-6152-4BE5-84AC-18311AD2DC30}" vid="{44E4D87D-AF53-442A-AA2E-D3BD2D6BCB52}"/>
    </a:ext>
  </a:extLst>
</a:theme>
</file>

<file path=ppt/theme/theme7.xml><?xml version="1.0" encoding="utf-8"?>
<a:theme xmlns:a="http://schemas.openxmlformats.org/drawingml/2006/main" name="6_Theme4">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extLst>
    <a:ext uri="{05A4C25C-085E-4340-85A3-A5531E510DB2}">
      <thm15:themeFamily xmlns:thm15="http://schemas.microsoft.com/office/thememl/2012/main" name="Theme4" id="{A1ED8A63-6152-4BE5-84AC-18311AD2DC30}" vid="{44E4D87D-AF53-442A-AA2E-D3BD2D6BCB52}"/>
    </a:ext>
  </a:extLst>
</a:theme>
</file>

<file path=ppt/theme/theme8.xml><?xml version="1.0" encoding="utf-8"?>
<a:theme xmlns:a="http://schemas.openxmlformats.org/drawingml/2006/main" name="7_Theme4">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extLst>
    <a:ext uri="{05A4C25C-085E-4340-85A3-A5531E510DB2}">
      <thm15:themeFamily xmlns:thm15="http://schemas.microsoft.com/office/thememl/2012/main" name="Theme4" id="{A1ED8A63-6152-4BE5-84AC-18311AD2DC30}" vid="{44E4D87D-AF53-442A-AA2E-D3BD2D6BCB52}"/>
    </a:ext>
  </a:extLst>
</a:theme>
</file>

<file path=ppt/theme/theme9.xml><?xml version="1.0" encoding="utf-8"?>
<a:theme xmlns:a="http://schemas.openxmlformats.org/drawingml/2006/main" name="8_Theme4">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extLst>
    <a:ext uri="{05A4C25C-085E-4340-85A3-A5531E510DB2}">
      <thm15:themeFamily xmlns:thm15="http://schemas.microsoft.com/office/thememl/2012/main" name="Theme4" id="{A1ED8A63-6152-4BE5-84AC-18311AD2DC30}" vid="{44E4D87D-AF53-442A-AA2E-D3BD2D6BCB52}"/>
    </a:ext>
  </a:ext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2.xml><?xml version="1.0" encoding="utf-8"?>
<a:themeOverride xmlns:a="http://schemas.openxmlformats.org/drawingml/2006/main">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3.xml><?xml version="1.0" encoding="utf-8"?>
<a:themeOverride xmlns:a="http://schemas.openxmlformats.org/drawingml/2006/main">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4.xml><?xml version="1.0" encoding="utf-8"?>
<a:themeOverride xmlns:a="http://schemas.openxmlformats.org/drawingml/2006/main">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5.xml><?xml version="1.0" encoding="utf-8"?>
<a:themeOverride xmlns:a="http://schemas.openxmlformats.org/drawingml/2006/main">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6.xml><?xml version="1.0" encoding="utf-8"?>
<a:themeOverride xmlns:a="http://schemas.openxmlformats.org/drawingml/2006/main">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7.xml><?xml version="1.0" encoding="utf-8"?>
<a:themeOverride xmlns:a="http://schemas.openxmlformats.org/drawingml/2006/main">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8.xml><?xml version="1.0" encoding="utf-8"?>
<a:themeOverride xmlns:a="http://schemas.openxmlformats.org/drawingml/2006/main">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9.xml><?xml version="1.0" encoding="utf-8"?>
<a:themeOverride xmlns:a="http://schemas.openxmlformats.org/drawingml/2006/main">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10.xml><?xml version="1.0" encoding="utf-8"?>
<a:themeOverride xmlns:a="http://schemas.openxmlformats.org/drawingml/2006/main">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11.xml><?xml version="1.0" encoding="utf-8"?>
<a:themeOverride xmlns:a="http://schemas.openxmlformats.org/drawingml/2006/main">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12.xml><?xml version="1.0" encoding="utf-8"?>
<a:themeOverride xmlns:a="http://schemas.openxmlformats.org/drawingml/2006/main">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13.xml><?xml version="1.0" encoding="utf-8"?>
<a:themeOverride xmlns:a="http://schemas.openxmlformats.org/drawingml/2006/main">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14.xml><?xml version="1.0" encoding="utf-8"?>
<a:themeOverride xmlns:a="http://schemas.openxmlformats.org/drawingml/2006/main">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15.xml><?xml version="1.0" encoding="utf-8"?>
<a:themeOverride xmlns:a="http://schemas.openxmlformats.org/drawingml/2006/main">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16.xml><?xml version="1.0" encoding="utf-8"?>
<a:themeOverride xmlns:a="http://schemas.openxmlformats.org/drawingml/2006/main">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17.xml><?xml version="1.0" encoding="utf-8"?>
<a:themeOverride xmlns:a="http://schemas.openxmlformats.org/drawingml/2006/main">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18.xml><?xml version="1.0" encoding="utf-8"?>
<a:themeOverride xmlns:a="http://schemas.openxmlformats.org/drawingml/2006/main">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docProps/app.xml><?xml version="1.0" encoding="utf-8"?>
<Properties xmlns="http://schemas.openxmlformats.org/officeDocument/2006/extended-properties" xmlns:vt="http://schemas.openxmlformats.org/officeDocument/2006/docPropsVTypes">
  <Template>Theme4</Template>
  <TotalTime>1109</TotalTime>
  <Words>4129</Words>
  <Application>Microsoft Office PowerPoint</Application>
  <PresentationFormat>Widescreen</PresentationFormat>
  <Paragraphs>310</Paragraphs>
  <Slides>46</Slides>
  <Notes>3</Notes>
  <HiddenSlides>0</HiddenSlides>
  <MMClips>0</MMClips>
  <ScaleCrop>false</ScaleCrop>
  <HeadingPairs>
    <vt:vector size="6" baseType="variant">
      <vt:variant>
        <vt:lpstr>Fonts Used</vt:lpstr>
      </vt:variant>
      <vt:variant>
        <vt:i4>15</vt:i4>
      </vt:variant>
      <vt:variant>
        <vt:lpstr>Theme</vt:lpstr>
      </vt:variant>
      <vt:variant>
        <vt:i4>9</vt:i4>
      </vt:variant>
      <vt:variant>
        <vt:lpstr>Slide Titles</vt:lpstr>
      </vt:variant>
      <vt:variant>
        <vt:i4>46</vt:i4>
      </vt:variant>
    </vt:vector>
  </HeadingPairs>
  <TitlesOfParts>
    <vt:vector size="70" baseType="lpstr">
      <vt:lpstr>Arial</vt:lpstr>
      <vt:lpstr>Calibri</vt:lpstr>
      <vt:lpstr>Cambria</vt:lpstr>
      <vt:lpstr>Constantia</vt:lpstr>
      <vt:lpstr>Courier New</vt:lpstr>
      <vt:lpstr>Google Sans</vt:lpstr>
      <vt:lpstr>KaiTi</vt:lpstr>
      <vt:lpstr>Kalimati</vt:lpstr>
      <vt:lpstr>Kokila</vt:lpstr>
      <vt:lpstr>Lucida Sans Unicode</vt:lpstr>
      <vt:lpstr>Mangal</vt:lpstr>
      <vt:lpstr>Preeti</vt:lpstr>
      <vt:lpstr>Times New Roman</vt:lpstr>
      <vt:lpstr>Wingdings</vt:lpstr>
      <vt:lpstr>Wingdings 2</vt:lpstr>
      <vt:lpstr>Theme4</vt:lpstr>
      <vt:lpstr>1_Theme4</vt:lpstr>
      <vt:lpstr>2_Theme4</vt:lpstr>
      <vt:lpstr>3_Theme4</vt:lpstr>
      <vt:lpstr>4_Theme4</vt:lpstr>
      <vt:lpstr>5_Theme4</vt:lpstr>
      <vt:lpstr>6_Theme4</vt:lpstr>
      <vt:lpstr>7_Theme4</vt:lpstr>
      <vt:lpstr>8_Theme4</vt:lpstr>
      <vt:lpstr>दावीको सौदाबाजी (Plea Bargaining) सम्बन्धी कानुनी व्यवस्था र प्रयोग   </vt:lpstr>
      <vt:lpstr>दावीको सौदाबाजी: सैद्धान्तिक अवधारणा</vt:lpstr>
      <vt:lpstr>PowerPoint Presentation</vt:lpstr>
      <vt:lpstr>क्रमशः</vt:lpstr>
      <vt:lpstr>PowerPoint Presentation</vt:lpstr>
      <vt:lpstr>                      दावीको सौदाबाजी : किन ? </vt:lpstr>
      <vt:lpstr>PowerPoint Presentation</vt:lpstr>
      <vt:lpstr>दावीको सौदाबाजी: विभिन्न देशका अभ्यास</vt:lpstr>
      <vt:lpstr>क्रमशः</vt:lpstr>
      <vt:lpstr>क्रमशः</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दावीको सौदाबाजी : नेपालको सन्दर्भ </vt:lpstr>
      <vt:lpstr>क्रमशः ऐनमा भएका व्यबस्थाहरू</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क्रमशः</vt:lpstr>
      <vt:lpstr>PowerPoint Presentation</vt:lpstr>
      <vt:lpstr>क्रमशः    सजायमा छुटको दावी नभएपनि अदालतले गर्न सक्ने</vt:lpstr>
      <vt:lpstr>क्रमशः...</vt:lpstr>
      <vt:lpstr>सजायमा छुट दिने मागदाबी सम्बन्धी निर्देशिका, २०८०</vt:lpstr>
      <vt:lpstr>क्रमशः</vt:lpstr>
      <vt:lpstr>क्रमशः</vt:lpstr>
      <vt:lpstr>क्रमशः</vt:lpstr>
      <vt:lpstr>दावीको सौदाबाजी सम्बन्धमा सर्वोच्च अदालतबाट प्रतिपादित सिद्धान्त </vt:lpstr>
      <vt:lpstr>क्रमशः</vt:lpstr>
      <vt:lpstr>क्रमशः</vt:lpstr>
      <vt:lpstr>उपरोक्त कानुनी व्यबस्थाहरूको सार  </vt:lpstr>
      <vt:lpstr>क्रमशः</vt:lpstr>
      <vt:lpstr>केही सवालहरू</vt:lpstr>
      <vt:lpstr>cleof]hgsf] ;f}bfafhL M o;sf] ljkIfsf ts{x?</vt:lpstr>
      <vt:lpstr>cleof]hgsf] ;f}bfafhL sfof{Gjog M GofofwLzsf] e"ldsf</vt:lpstr>
      <vt:lpstr>cleof]hgsf] ;f}bfafhL M g]kfnsf] ;Gbe{df x'g ;Sg] ;Defljt hf]lvdx?</vt:lpstr>
      <vt:lpstr>      चुनौती </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दावीको सौदाबाजी (Plea Bargaining) सम्बन्धी कानुनी व्यवस्था र प्रयोग</dc:title>
  <dc:creator>User</dc:creator>
  <cp:lastModifiedBy>HP</cp:lastModifiedBy>
  <cp:revision>82</cp:revision>
  <dcterms:created xsi:type="dcterms:W3CDTF">2026-01-27T08:17:59Z</dcterms:created>
  <dcterms:modified xsi:type="dcterms:W3CDTF">2026-01-29T00:10:42Z</dcterms:modified>
</cp:coreProperties>
</file>