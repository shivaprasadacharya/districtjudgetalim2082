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Layouts/slideLayout8.xml" ContentType="application/vnd.openxmlformats-officedocument.presentationml.slideLayout+xml"/>
  <Override PartName="/ppt/slideLayouts/slideLayout19.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slideLayouts/slideLayout28.xml" ContentType="application/vnd.openxmlformats-officedocument.presentationml.slideLayout+xml"/>
  <Override PartName="/ppt/theme/theme3.xml" ContentType="application/vnd.openxmlformats-officedocument.theme+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15.xml" ContentType="application/vnd.openxmlformats-officedocument.presentationml.slideLayout+xml"/>
  <Override PartName="/ppt/slideLayouts/slideLayout26.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Layouts/slideLayout13.xml" ContentType="application/vnd.openxmlformats-officedocument.presentationml.slideLayout+xml"/>
  <Override PartName="/ppt/slideLayouts/slideLayout22.xml" ContentType="application/vnd.openxmlformats-officedocument.presentationml.slideLayout+xml"/>
  <Override PartName="/ppt/slideLayouts/slideLayout24.xml" ContentType="application/vnd.openxmlformats-officedocument.presentationml.slideLayout+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20.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handoutMasters/handoutMaster1.xml" ContentType="application/vnd.openxmlformats-officedocument.presentationml.handoutMaster+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Masters/slideMaster2.xml" ContentType="application/vnd.openxmlformats-officedocument.presentationml.slideMaster+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Layouts/slideLayout18.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Default Extension="jpeg" ContentType="image/jpeg"/>
  <Override PartName="/ppt/slideLayouts/slideLayout3.xml" ContentType="application/vnd.openxmlformats-officedocument.presentationml.slideLayout+xml"/>
  <Override PartName="/ppt/slideLayouts/slideLayout16.xml" ContentType="application/vnd.openxmlformats-officedocument.presentationml.slideLayout+xml"/>
  <Override PartName="/ppt/slideLayouts/slideLayout25.xml" ContentType="application/vnd.openxmlformats-officedocument.presentationml.slideLayout+xml"/>
  <Default Extension="emf" ContentType="image/x-emf"/>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Layouts/slideLayout1.xml" ContentType="application/vnd.openxmlformats-officedocument.presentationml.slideLayout+xml"/>
  <Override PartName="/ppt/slideLayouts/slideLayout14.xml" ContentType="application/vnd.openxmlformats-officedocument.presentationml.slideLayout+xml"/>
  <Override PartName="/ppt/slideLayouts/slideLayout23.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Layouts/slideLayout12.xml" ContentType="application/vnd.openxmlformats-officedocument.presentationml.slideLayout+xml"/>
  <Override PartName="/ppt/slideLayouts/slideLayout21.xml" ContentType="application/vnd.openxmlformats-officedocument.presentationml.slideLayout+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9" r:id="rId1"/>
    <p:sldMasterId id="2147483727" r:id="rId2"/>
  </p:sldMasterIdLst>
  <p:handoutMasterIdLst>
    <p:handoutMasterId r:id="rId34"/>
  </p:handoutMasterIdLst>
  <p:sldIdLst>
    <p:sldId id="256" r:id="rId3"/>
    <p:sldId id="257" r:id="rId4"/>
    <p:sldId id="260" r:id="rId5"/>
    <p:sldId id="294" r:id="rId6"/>
    <p:sldId id="265" r:id="rId7"/>
    <p:sldId id="295" r:id="rId8"/>
    <p:sldId id="264" r:id="rId9"/>
    <p:sldId id="266" r:id="rId10"/>
    <p:sldId id="267" r:id="rId11"/>
    <p:sldId id="268" r:id="rId12"/>
    <p:sldId id="269" r:id="rId13"/>
    <p:sldId id="270" r:id="rId14"/>
    <p:sldId id="296" r:id="rId15"/>
    <p:sldId id="298" r:id="rId16"/>
    <p:sldId id="297" r:id="rId17"/>
    <p:sldId id="293" r:id="rId18"/>
    <p:sldId id="272" r:id="rId19"/>
    <p:sldId id="273" r:id="rId20"/>
    <p:sldId id="274" r:id="rId21"/>
    <p:sldId id="275" r:id="rId22"/>
    <p:sldId id="276" r:id="rId23"/>
    <p:sldId id="277" r:id="rId24"/>
    <p:sldId id="299" r:id="rId25"/>
    <p:sldId id="286" r:id="rId26"/>
    <p:sldId id="287" r:id="rId27"/>
    <p:sldId id="288" r:id="rId28"/>
    <p:sldId id="289" r:id="rId29"/>
    <p:sldId id="300" r:id="rId30"/>
    <p:sldId id="301" r:id="rId31"/>
    <p:sldId id="291" r:id="rId32"/>
    <p:sldId id="292" r:id="rId3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 xmlns:p14="http://schemas.microsoft.com/office/powerpoint/2010/main">
          <a:srgbClr val="FF0000"/>
        </p14:laserClr>
      </p:ext>
      <p:ext uri="{2FDB2607-1784-4EEB-B798-7EB5836EED8A}">
        <p14:showMediaCtrls xmlns="" xmlns:p14="http://schemas.microsoft.com/office/powerpoint/2010/main" val="1"/>
      </p:ext>
    </p:extLst>
  </p:showPr>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20"/>
    <p:restoredTop sz="87455" autoAdjust="0"/>
  </p:normalViewPr>
  <p:slideViewPr>
    <p:cSldViewPr>
      <p:cViewPr varScale="1">
        <p:scale>
          <a:sx n="63" d="100"/>
          <a:sy n="63" d="100"/>
        </p:scale>
        <p:origin x="-1596" y="-114"/>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handoutMaster" Target="handoutMasters/handoutMaster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1"/>
            <a:ext cx="2971800" cy="458788"/>
          </a:xfrm>
          <a:prstGeom prst="rect">
            <a:avLst/>
          </a:prstGeom>
        </p:spPr>
        <p:txBody>
          <a:bodyPr vert="horz" lIns="91440" tIns="45720" rIns="91440" bIns="45720" rtlCol="0"/>
          <a:lstStyle>
            <a:lvl1pPr algn="r">
              <a:defRPr sz="1200"/>
            </a:lvl1pPr>
          </a:lstStyle>
          <a:p>
            <a:fld id="{5D52A072-3052-4975-90D2-6B12988330F4}" type="datetimeFigureOut">
              <a:rPr lang="en-US" smtClean="0"/>
              <a:pPr/>
              <a:t>1/18/2026</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9A9E6DA-601A-4638-8AA6-3D9D61001DA0}" type="slidenum">
              <a:rPr lang="en-US" smtClean="0"/>
              <a:pPr/>
              <a:t>‹#›</a:t>
            </a:fld>
            <a:endParaRPr lang="en-US"/>
          </a:p>
        </p:txBody>
      </p:sp>
    </p:spTree>
    <p:extLst>
      <p:ext uri="{BB962C8B-B14F-4D97-AF65-F5344CB8AC3E}">
        <p14:creationId xmlns="" xmlns:p14="http://schemas.microsoft.com/office/powerpoint/2010/main" val="980145072"/>
      </p:ext>
    </p:extLst>
  </p:cSld>
  <p:clrMap bg1="lt1" tx1="dk1" bg2="lt2" tx2="dk2" accent1="accent1" accent2="accent2" accent3="accent3" accent4="accent4" accent5="accent5" accent6="accent6" hlink="hlink" folHlink="folHlink"/>
</p:handoutMaster>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12700" y="0"/>
            <a:ext cx="9173370" cy="6856214"/>
            <a:chOff x="-16934" y="0"/>
            <a:chExt cx="12231160" cy="6856214"/>
          </a:xfrm>
        </p:grpSpPr>
        <p:pic>
          <p:nvPicPr>
            <p:cNvPr id="16" name="Picture 15" descr="HD-PanelTitleR1.png"/>
            <p:cNvPicPr>
              <a:picLocks noChangeAspect="1"/>
            </p:cNvPicPr>
            <p:nvPr/>
          </p:nvPicPr>
          <p:blipFill>
            <a:blip r:embed="rId2">
              <a:extLst>
                <a:ext uri="{28A0092B-C50C-407E-A947-70E740481C1C}">
                  <a14:useLocalDpi xmlns=""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sp>
        <p:pic>
          <p:nvPicPr>
            <p:cNvPr id="17" name="Picture 16" descr="HDRibbonTitle-UniformTrim.png"/>
            <p:cNvPicPr>
              <a:picLocks noChangeAspect="1"/>
            </p:cNvPicPr>
            <p:nvPr/>
          </p:nvPicPr>
          <p:blipFill rotWithShape="1">
            <a:blip r:embed="rId3">
              <a:extLst>
                <a:ext uri="{28A0092B-C50C-407E-A947-70E740481C1C}">
                  <a14:useLocalDpi xmlns="" xmlns:a14="http://schemas.microsoft.com/office/drawing/2010/main" val="0"/>
                </a:ext>
              </a:extLst>
            </a:blip>
            <a:srcRect/>
            <a:stretch/>
          </p:blipFill>
          <p:spPr>
            <a:xfrm>
              <a:off x="-16934" y="3147609"/>
              <a:ext cx="2478024" cy="612648"/>
            </a:xfrm>
            <a:prstGeom prst="rect">
              <a:avLst/>
            </a:prstGeom>
          </p:spPr>
        </p:pic>
        <p:pic>
          <p:nvPicPr>
            <p:cNvPr id="20" name="Picture 19" descr="HDRibbonTitle-UniformTrim.png"/>
            <p:cNvPicPr>
              <a:picLocks noChangeAspect="1"/>
            </p:cNvPicPr>
            <p:nvPr/>
          </p:nvPicPr>
          <p:blipFill rotWithShape="1">
            <a:blip r:embed="rId3">
              <a:extLst>
                <a:ext uri="{28A0092B-C50C-407E-A947-70E740481C1C}">
                  <a14:useLocalDpi xmlns="" xmlns:a14="http://schemas.microsoft.com/office/drawing/2010/main" val="0"/>
                </a:ext>
              </a:extLst>
            </a:blip>
            <a:srcRect/>
            <a:stretch/>
          </p:blipFill>
          <p:spPr>
            <a:xfrm>
              <a:off x="9736202" y="3147609"/>
              <a:ext cx="2478024" cy="612648"/>
            </a:xfrm>
            <a:prstGeom prst="rect">
              <a:avLst/>
            </a:prstGeom>
          </p:spPr>
        </p:pic>
      </p:grpSp>
      <p:sp>
        <p:nvSpPr>
          <p:cNvPr id="2" name="Title 1"/>
          <p:cNvSpPr>
            <a:spLocks noGrp="1"/>
          </p:cNvSpPr>
          <p:nvPr>
            <p:ph type="ctrTitle"/>
          </p:nvPr>
        </p:nvSpPr>
        <p:spPr>
          <a:xfrm>
            <a:off x="2019299" y="1871132"/>
            <a:ext cx="5111752" cy="1515533"/>
          </a:xfrm>
        </p:spPr>
        <p:txBody>
          <a:bodyPr anchor="b">
            <a:noAutofit/>
          </a:bodyPr>
          <a:lstStyle>
            <a:lvl1pPr algn="ctr">
              <a:defRPr sz="4050">
                <a:effectLst/>
              </a:defRPr>
            </a:lvl1pPr>
          </a:lstStyle>
          <a:p>
            <a:r>
              <a:rPr lang="en-US" smtClean="0"/>
              <a:t>Click to edit Master title style</a:t>
            </a:r>
            <a:endParaRPr lang="en-US" dirty="0"/>
          </a:p>
        </p:txBody>
      </p:sp>
      <p:sp>
        <p:nvSpPr>
          <p:cNvPr id="3" name="Subtitle 2"/>
          <p:cNvSpPr>
            <a:spLocks noGrp="1"/>
          </p:cNvSpPr>
          <p:nvPr>
            <p:ph type="subTitle" idx="1"/>
          </p:nvPr>
        </p:nvSpPr>
        <p:spPr>
          <a:xfrm>
            <a:off x="2019299" y="3657597"/>
            <a:ext cx="5111752" cy="1320802"/>
          </a:xfrm>
        </p:spPr>
        <p:txBody>
          <a:bodyPr anchor="t">
            <a:normAutofit/>
          </a:bodyPr>
          <a:lstStyle>
            <a:lvl1pPr marL="0" indent="0" algn="ctr">
              <a:buNone/>
              <a:defRPr sz="1575">
                <a:solidFill>
                  <a:schemeClr val="tx1"/>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a:xfrm>
            <a:off x="5987425" y="5037663"/>
            <a:ext cx="673100" cy="279400"/>
          </a:xfrm>
        </p:spPr>
        <p:txBody>
          <a:bodyPr/>
          <a:lstStyle/>
          <a:p>
            <a:pPr defTabSz="685800"/>
            <a:fld id="{A9C1EBA7-BF6A-40D6-9B09-ECA1570F81C0}" type="datetimeFigureOut">
              <a:rPr lang="en-US" smtClean="0">
                <a:solidFill>
                  <a:prstClr val="black"/>
                </a:solidFill>
              </a:rPr>
              <a:pPr defTabSz="685800"/>
              <a:t>1/18/2026</a:t>
            </a:fld>
            <a:endParaRPr lang="en-US">
              <a:solidFill>
                <a:prstClr val="black"/>
              </a:solidFill>
            </a:endParaRPr>
          </a:p>
        </p:txBody>
      </p:sp>
      <p:sp>
        <p:nvSpPr>
          <p:cNvPr id="5" name="Footer Placeholder 4"/>
          <p:cNvSpPr>
            <a:spLocks noGrp="1"/>
          </p:cNvSpPr>
          <p:nvPr>
            <p:ph type="ftr" sz="quarter" idx="11"/>
          </p:nvPr>
        </p:nvSpPr>
        <p:spPr>
          <a:xfrm>
            <a:off x="2019298" y="5037663"/>
            <a:ext cx="3910976" cy="279400"/>
          </a:xfrm>
        </p:spPr>
        <p:txBody>
          <a:bodyPr/>
          <a:lstStyle/>
          <a:p>
            <a:pPr defTabSz="685800"/>
            <a:endParaRPr lang="en-US">
              <a:solidFill>
                <a:prstClr val="black"/>
              </a:solidFill>
            </a:endParaRPr>
          </a:p>
        </p:txBody>
      </p:sp>
      <p:sp>
        <p:nvSpPr>
          <p:cNvPr id="6" name="Slide Number Placeholder 5"/>
          <p:cNvSpPr>
            <a:spLocks noGrp="1"/>
          </p:cNvSpPr>
          <p:nvPr>
            <p:ph type="sldNum" sz="quarter" idx="12"/>
          </p:nvPr>
        </p:nvSpPr>
        <p:spPr>
          <a:xfrm>
            <a:off x="6717676" y="5037663"/>
            <a:ext cx="413375" cy="279400"/>
          </a:xfrm>
        </p:spPr>
        <p:txBody>
          <a:bodyPr/>
          <a:lstStyle/>
          <a:p>
            <a:pPr defTabSz="685800"/>
            <a:fld id="{DE2C6E30-A1E5-4749-9373-5BAE62D9178C}" type="slidenum">
              <a:rPr lang="en-US" smtClean="0">
                <a:solidFill>
                  <a:prstClr val="black"/>
                </a:solidFill>
              </a:rPr>
              <a:pPr defTabSz="685800"/>
              <a:t>‹#›</a:t>
            </a:fld>
            <a:endParaRPr lang="en-US">
              <a:solidFill>
                <a:prstClr val="black"/>
              </a:solidFill>
            </a:endParaRPr>
          </a:p>
        </p:txBody>
      </p:sp>
      <p:cxnSp>
        <p:nvCxnSpPr>
          <p:cNvPr id="15" name="Straight Connector 14"/>
          <p:cNvCxnSpPr/>
          <p:nvPr/>
        </p:nvCxnSpPr>
        <p:spPr>
          <a:xfrm>
            <a:off x="2019299" y="3522131"/>
            <a:ext cx="5111751"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 xmlns:p14="http://schemas.microsoft.com/office/powerpoint/2010/main" val="21420695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047127" y="2421466"/>
            <a:ext cx="7055474"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pPr defTabSz="685800"/>
            <a:fld id="{A9C1EBA7-BF6A-40D6-9B09-ECA1570F81C0}" type="datetimeFigureOut">
              <a:rPr lang="en-US" smtClean="0">
                <a:solidFill>
                  <a:prstClr val="black"/>
                </a:solidFill>
              </a:rPr>
              <a:pPr defTabSz="685800"/>
              <a:t>1/18/2026</a:t>
            </a:fld>
            <a:endParaRPr lang="en-US">
              <a:solidFill>
                <a:prstClr val="black"/>
              </a:solidFill>
            </a:endParaRPr>
          </a:p>
        </p:txBody>
      </p:sp>
      <p:sp>
        <p:nvSpPr>
          <p:cNvPr id="5" name="Footer Placeholder 4"/>
          <p:cNvSpPr>
            <a:spLocks noGrp="1"/>
          </p:cNvSpPr>
          <p:nvPr>
            <p:ph type="ftr" sz="quarter" idx="11"/>
          </p:nvPr>
        </p:nvSpPr>
        <p:spPr/>
        <p:txBody>
          <a:bodyPr/>
          <a:lstStyle/>
          <a:p>
            <a:pPr defTabSz="685800"/>
            <a:endParaRPr lang="en-US">
              <a:solidFill>
                <a:prstClr val="black"/>
              </a:solidFill>
            </a:endParaRPr>
          </a:p>
        </p:txBody>
      </p:sp>
      <p:sp>
        <p:nvSpPr>
          <p:cNvPr id="6" name="Slide Number Placeholder 5"/>
          <p:cNvSpPr>
            <a:spLocks noGrp="1"/>
          </p:cNvSpPr>
          <p:nvPr>
            <p:ph type="sldNum" sz="quarter" idx="12"/>
          </p:nvPr>
        </p:nvSpPr>
        <p:spPr/>
        <p:txBody>
          <a:bodyPr/>
          <a:lstStyle/>
          <a:p>
            <a:pPr defTabSz="685800"/>
            <a:fld id="{DE2C6E30-A1E5-4749-9373-5BAE62D9178C}" type="slidenum">
              <a:rPr lang="en-US" smtClean="0">
                <a:solidFill>
                  <a:prstClr val="black"/>
                </a:solidFill>
              </a:rPr>
              <a:pPr defTabSz="685800"/>
              <a:t>‹#›</a:t>
            </a:fld>
            <a:endParaRPr lang="en-US">
              <a:solidFill>
                <a:prstClr val="black"/>
              </a:solidFill>
            </a:endParaRPr>
          </a:p>
        </p:txBody>
      </p:sp>
    </p:spTree>
    <p:extLst>
      <p:ext uri="{BB962C8B-B14F-4D97-AF65-F5344CB8AC3E}">
        <p14:creationId xmlns="" xmlns:p14="http://schemas.microsoft.com/office/powerpoint/2010/main" val="13029298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511302" y="1752606"/>
            <a:ext cx="6119016" cy="1822514"/>
          </a:xfrm>
        </p:spPr>
        <p:txBody>
          <a:bodyPr anchor="b">
            <a:normAutofit/>
          </a:bodyPr>
          <a:lstStyle>
            <a:lvl1pPr algn="ctr">
              <a:defRPr sz="33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511300" y="3846052"/>
            <a:ext cx="6119018" cy="954547"/>
          </a:xfrm>
        </p:spPr>
        <p:txBody>
          <a:bodyPr anchor="t">
            <a:normAutofit/>
          </a:bodyPr>
          <a:lstStyle>
            <a:lvl1pPr marL="0" indent="0" algn="ctr">
              <a:buNone/>
              <a:defRPr sz="1800">
                <a:solidFill>
                  <a:schemeClr val="tx1"/>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pPr defTabSz="685800"/>
            <a:fld id="{A9C1EBA7-BF6A-40D6-9B09-ECA1570F81C0}" type="datetimeFigureOut">
              <a:rPr lang="en-US" smtClean="0">
                <a:solidFill>
                  <a:prstClr val="black"/>
                </a:solidFill>
              </a:rPr>
              <a:pPr defTabSz="685800"/>
              <a:t>1/18/2026</a:t>
            </a:fld>
            <a:endParaRPr lang="en-US">
              <a:solidFill>
                <a:prstClr val="black"/>
              </a:solidFill>
            </a:endParaRPr>
          </a:p>
        </p:txBody>
      </p:sp>
      <p:sp>
        <p:nvSpPr>
          <p:cNvPr id="5" name="Footer Placeholder 4"/>
          <p:cNvSpPr>
            <a:spLocks noGrp="1"/>
          </p:cNvSpPr>
          <p:nvPr>
            <p:ph type="ftr" sz="quarter" idx="11"/>
          </p:nvPr>
        </p:nvSpPr>
        <p:spPr/>
        <p:txBody>
          <a:bodyPr/>
          <a:lstStyle/>
          <a:p>
            <a:pPr defTabSz="685800"/>
            <a:endParaRPr lang="en-US">
              <a:solidFill>
                <a:prstClr val="black"/>
              </a:solidFill>
            </a:endParaRPr>
          </a:p>
        </p:txBody>
      </p:sp>
      <p:sp>
        <p:nvSpPr>
          <p:cNvPr id="6" name="Slide Number Placeholder 5"/>
          <p:cNvSpPr>
            <a:spLocks noGrp="1"/>
          </p:cNvSpPr>
          <p:nvPr>
            <p:ph type="sldNum" sz="quarter" idx="12"/>
          </p:nvPr>
        </p:nvSpPr>
        <p:spPr/>
        <p:txBody>
          <a:bodyPr/>
          <a:lstStyle/>
          <a:p>
            <a:pPr defTabSz="685800"/>
            <a:fld id="{DE2C6E30-A1E5-4749-9373-5BAE62D9178C}" type="slidenum">
              <a:rPr lang="en-US" smtClean="0">
                <a:solidFill>
                  <a:prstClr val="black"/>
                </a:solidFill>
              </a:rPr>
              <a:pPr defTabSz="685800"/>
              <a:t>‹#›</a:t>
            </a:fld>
            <a:endParaRPr lang="en-US">
              <a:solidFill>
                <a:prstClr val="black"/>
              </a:solidFill>
            </a:endParaRPr>
          </a:p>
        </p:txBody>
      </p:sp>
      <p:cxnSp>
        <p:nvCxnSpPr>
          <p:cNvPr id="16" name="Straight Connector 15"/>
          <p:cNvCxnSpPr/>
          <p:nvPr/>
        </p:nvCxnSpPr>
        <p:spPr>
          <a:xfrm>
            <a:off x="1509542" y="3710585"/>
            <a:ext cx="6122535"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 xmlns:p14="http://schemas.microsoft.com/office/powerpoint/2010/main" val="749063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047127" y="2421466"/>
            <a:ext cx="7055474"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973836" y="2560320"/>
            <a:ext cx="3538728" cy="3310128"/>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636008" y="2560320"/>
            <a:ext cx="3538728" cy="3310128"/>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pPr defTabSz="685800"/>
            <a:fld id="{A9C1EBA7-BF6A-40D6-9B09-ECA1570F81C0}" type="datetimeFigureOut">
              <a:rPr lang="en-US" smtClean="0">
                <a:solidFill>
                  <a:prstClr val="black"/>
                </a:solidFill>
              </a:rPr>
              <a:pPr defTabSz="685800"/>
              <a:t>1/18/2026</a:t>
            </a:fld>
            <a:endParaRPr lang="en-US">
              <a:solidFill>
                <a:prstClr val="black"/>
              </a:solidFill>
            </a:endParaRPr>
          </a:p>
        </p:txBody>
      </p:sp>
      <p:sp>
        <p:nvSpPr>
          <p:cNvPr id="6" name="Footer Placeholder 5"/>
          <p:cNvSpPr>
            <a:spLocks noGrp="1"/>
          </p:cNvSpPr>
          <p:nvPr>
            <p:ph type="ftr" sz="quarter" idx="11"/>
          </p:nvPr>
        </p:nvSpPr>
        <p:spPr/>
        <p:txBody>
          <a:bodyPr/>
          <a:lstStyle/>
          <a:p>
            <a:pPr defTabSz="685800"/>
            <a:endParaRPr lang="en-US">
              <a:solidFill>
                <a:prstClr val="black"/>
              </a:solidFill>
            </a:endParaRPr>
          </a:p>
        </p:txBody>
      </p:sp>
      <p:sp>
        <p:nvSpPr>
          <p:cNvPr id="7" name="Slide Number Placeholder 6"/>
          <p:cNvSpPr>
            <a:spLocks noGrp="1"/>
          </p:cNvSpPr>
          <p:nvPr>
            <p:ph type="sldNum" sz="quarter" idx="12"/>
          </p:nvPr>
        </p:nvSpPr>
        <p:spPr/>
        <p:txBody>
          <a:bodyPr/>
          <a:lstStyle/>
          <a:p>
            <a:pPr defTabSz="685800"/>
            <a:fld id="{DE2C6E30-A1E5-4749-9373-5BAE62D9178C}" type="slidenum">
              <a:rPr lang="en-US" smtClean="0">
                <a:solidFill>
                  <a:prstClr val="black"/>
                </a:solidFill>
              </a:rPr>
              <a:pPr defTabSz="685800"/>
              <a:t>‹#›</a:t>
            </a:fld>
            <a:endParaRPr lang="en-US">
              <a:solidFill>
                <a:prstClr val="black"/>
              </a:solidFill>
            </a:endParaRPr>
          </a:p>
        </p:txBody>
      </p:sp>
    </p:spTree>
    <p:extLst>
      <p:ext uri="{BB962C8B-B14F-4D97-AF65-F5344CB8AC3E}">
        <p14:creationId xmlns="" xmlns:p14="http://schemas.microsoft.com/office/powerpoint/2010/main" val="40321423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971550" y="2658533"/>
            <a:ext cx="3538728" cy="576262"/>
          </a:xfrm>
        </p:spPr>
        <p:txBody>
          <a:bodyPr anchor="b">
            <a:noAutofit/>
          </a:bodyPr>
          <a:lstStyle>
            <a:lvl1pPr marL="0" indent="0">
              <a:spcBef>
                <a:spcPts val="504"/>
              </a:spcBef>
              <a:spcAft>
                <a:spcPts val="450"/>
              </a:spcAft>
              <a:buNone/>
              <a:defRPr sz="2100" b="0">
                <a:solidFill>
                  <a:schemeClr val="accent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Edit Master text styles</a:t>
            </a:r>
          </a:p>
        </p:txBody>
      </p:sp>
      <p:sp>
        <p:nvSpPr>
          <p:cNvPr id="4" name="Content Placeholder 3"/>
          <p:cNvSpPr>
            <a:spLocks noGrp="1"/>
          </p:cNvSpPr>
          <p:nvPr>
            <p:ph sz="half" idx="2"/>
          </p:nvPr>
        </p:nvSpPr>
        <p:spPr>
          <a:xfrm>
            <a:off x="971550" y="3243263"/>
            <a:ext cx="3538728" cy="2632605"/>
          </a:xfrm>
        </p:spPr>
        <p:txBody>
          <a:bodyPr anchor="t">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35503" y="2658533"/>
            <a:ext cx="3538728" cy="576262"/>
          </a:xfrm>
        </p:spPr>
        <p:txBody>
          <a:bodyPr anchor="b">
            <a:noAutofit/>
          </a:bodyPr>
          <a:lstStyle>
            <a:lvl1pPr marL="0" indent="0">
              <a:spcBef>
                <a:spcPts val="504"/>
              </a:spcBef>
              <a:spcAft>
                <a:spcPts val="450"/>
              </a:spcAft>
              <a:buNone/>
              <a:defRPr sz="2100" b="0">
                <a:solidFill>
                  <a:schemeClr val="accent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Edit Master text styles</a:t>
            </a:r>
          </a:p>
        </p:txBody>
      </p:sp>
      <p:sp>
        <p:nvSpPr>
          <p:cNvPr id="6" name="Content Placeholder 5"/>
          <p:cNvSpPr>
            <a:spLocks noGrp="1"/>
          </p:cNvSpPr>
          <p:nvPr>
            <p:ph sz="quarter" idx="4"/>
          </p:nvPr>
        </p:nvSpPr>
        <p:spPr>
          <a:xfrm>
            <a:off x="4635503" y="3243263"/>
            <a:ext cx="3538728" cy="2632605"/>
          </a:xfrm>
        </p:spPr>
        <p:txBody>
          <a:bodyPr anchor="t">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pPr defTabSz="685800"/>
            <a:fld id="{A9C1EBA7-BF6A-40D6-9B09-ECA1570F81C0}" type="datetimeFigureOut">
              <a:rPr lang="en-US" smtClean="0">
                <a:solidFill>
                  <a:prstClr val="black"/>
                </a:solidFill>
              </a:rPr>
              <a:pPr defTabSz="685800"/>
              <a:t>1/18/2026</a:t>
            </a:fld>
            <a:endParaRPr lang="en-US">
              <a:solidFill>
                <a:prstClr val="black"/>
              </a:solidFill>
            </a:endParaRPr>
          </a:p>
        </p:txBody>
      </p:sp>
      <p:sp>
        <p:nvSpPr>
          <p:cNvPr id="8" name="Footer Placeholder 7"/>
          <p:cNvSpPr>
            <a:spLocks noGrp="1"/>
          </p:cNvSpPr>
          <p:nvPr>
            <p:ph type="ftr" sz="quarter" idx="11"/>
          </p:nvPr>
        </p:nvSpPr>
        <p:spPr/>
        <p:txBody>
          <a:bodyPr/>
          <a:lstStyle/>
          <a:p>
            <a:pPr defTabSz="685800"/>
            <a:endParaRPr lang="en-US">
              <a:solidFill>
                <a:prstClr val="black"/>
              </a:solidFill>
            </a:endParaRPr>
          </a:p>
        </p:txBody>
      </p:sp>
      <p:sp>
        <p:nvSpPr>
          <p:cNvPr id="9" name="Slide Number Placeholder 8"/>
          <p:cNvSpPr>
            <a:spLocks noGrp="1"/>
          </p:cNvSpPr>
          <p:nvPr>
            <p:ph type="sldNum" sz="quarter" idx="12"/>
          </p:nvPr>
        </p:nvSpPr>
        <p:spPr/>
        <p:txBody>
          <a:bodyPr/>
          <a:lstStyle/>
          <a:p>
            <a:pPr defTabSz="685800"/>
            <a:fld id="{DE2C6E30-A1E5-4749-9373-5BAE62D9178C}" type="slidenum">
              <a:rPr lang="en-US" smtClean="0">
                <a:solidFill>
                  <a:prstClr val="black"/>
                </a:solidFill>
              </a:rPr>
              <a:pPr defTabSz="685800"/>
              <a:t>‹#›</a:t>
            </a:fld>
            <a:endParaRPr lang="en-US">
              <a:solidFill>
                <a:prstClr val="black"/>
              </a:solidFill>
            </a:endParaRPr>
          </a:p>
        </p:txBody>
      </p:sp>
      <p:cxnSp>
        <p:nvCxnSpPr>
          <p:cNvPr id="18" name="Straight Connector 17"/>
          <p:cNvCxnSpPr/>
          <p:nvPr/>
        </p:nvCxnSpPr>
        <p:spPr>
          <a:xfrm>
            <a:off x="1047127" y="2421466"/>
            <a:ext cx="705547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 xmlns:p14="http://schemas.microsoft.com/office/powerpoint/2010/main" val="27075473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pPr defTabSz="685800"/>
            <a:fld id="{A9C1EBA7-BF6A-40D6-9B09-ECA1570F81C0}" type="datetimeFigureOut">
              <a:rPr lang="en-US" smtClean="0">
                <a:solidFill>
                  <a:prstClr val="black"/>
                </a:solidFill>
              </a:rPr>
              <a:pPr defTabSz="685800"/>
              <a:t>1/18/2026</a:t>
            </a:fld>
            <a:endParaRPr lang="en-US">
              <a:solidFill>
                <a:prstClr val="black"/>
              </a:solidFill>
            </a:endParaRPr>
          </a:p>
        </p:txBody>
      </p:sp>
      <p:sp>
        <p:nvSpPr>
          <p:cNvPr id="4" name="Footer Placeholder 3"/>
          <p:cNvSpPr>
            <a:spLocks noGrp="1"/>
          </p:cNvSpPr>
          <p:nvPr>
            <p:ph type="ftr" sz="quarter" idx="11"/>
          </p:nvPr>
        </p:nvSpPr>
        <p:spPr/>
        <p:txBody>
          <a:bodyPr/>
          <a:lstStyle/>
          <a:p>
            <a:pPr defTabSz="685800"/>
            <a:endParaRPr lang="en-US">
              <a:solidFill>
                <a:prstClr val="black"/>
              </a:solidFill>
            </a:endParaRPr>
          </a:p>
        </p:txBody>
      </p:sp>
      <p:sp>
        <p:nvSpPr>
          <p:cNvPr id="5" name="Slide Number Placeholder 4"/>
          <p:cNvSpPr>
            <a:spLocks noGrp="1"/>
          </p:cNvSpPr>
          <p:nvPr>
            <p:ph type="sldNum" sz="quarter" idx="12"/>
          </p:nvPr>
        </p:nvSpPr>
        <p:spPr/>
        <p:txBody>
          <a:bodyPr/>
          <a:lstStyle/>
          <a:p>
            <a:pPr defTabSz="685800"/>
            <a:fld id="{DE2C6E30-A1E5-4749-9373-5BAE62D9178C}" type="slidenum">
              <a:rPr lang="en-US" smtClean="0">
                <a:solidFill>
                  <a:prstClr val="black"/>
                </a:solidFill>
              </a:rPr>
              <a:pPr defTabSz="685800"/>
              <a:t>‹#›</a:t>
            </a:fld>
            <a:endParaRPr lang="en-US">
              <a:solidFill>
                <a:prstClr val="black"/>
              </a:solidFill>
            </a:endParaRPr>
          </a:p>
        </p:txBody>
      </p:sp>
      <p:cxnSp>
        <p:nvCxnSpPr>
          <p:cNvPr id="14" name="Straight Connector 13"/>
          <p:cNvCxnSpPr/>
          <p:nvPr/>
        </p:nvCxnSpPr>
        <p:spPr>
          <a:xfrm>
            <a:off x="1047127" y="2421466"/>
            <a:ext cx="705547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 xmlns:p14="http://schemas.microsoft.com/office/powerpoint/2010/main" val="22872602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defTabSz="685800"/>
            <a:fld id="{A9C1EBA7-BF6A-40D6-9B09-ECA1570F81C0}" type="datetimeFigureOut">
              <a:rPr lang="en-US" smtClean="0">
                <a:solidFill>
                  <a:prstClr val="black"/>
                </a:solidFill>
              </a:rPr>
              <a:pPr defTabSz="685800"/>
              <a:t>1/18/2026</a:t>
            </a:fld>
            <a:endParaRPr lang="en-US">
              <a:solidFill>
                <a:prstClr val="black"/>
              </a:solidFill>
            </a:endParaRPr>
          </a:p>
        </p:txBody>
      </p:sp>
      <p:sp>
        <p:nvSpPr>
          <p:cNvPr id="3" name="Footer Placeholder 2"/>
          <p:cNvSpPr>
            <a:spLocks noGrp="1"/>
          </p:cNvSpPr>
          <p:nvPr>
            <p:ph type="ftr" sz="quarter" idx="11"/>
          </p:nvPr>
        </p:nvSpPr>
        <p:spPr/>
        <p:txBody>
          <a:bodyPr/>
          <a:lstStyle/>
          <a:p>
            <a:pPr defTabSz="685800"/>
            <a:endParaRPr lang="en-US">
              <a:solidFill>
                <a:prstClr val="black"/>
              </a:solidFill>
            </a:endParaRPr>
          </a:p>
        </p:txBody>
      </p:sp>
      <p:sp>
        <p:nvSpPr>
          <p:cNvPr id="4" name="Slide Number Placeholder 3"/>
          <p:cNvSpPr>
            <a:spLocks noGrp="1"/>
          </p:cNvSpPr>
          <p:nvPr>
            <p:ph type="sldNum" sz="quarter" idx="12"/>
          </p:nvPr>
        </p:nvSpPr>
        <p:spPr/>
        <p:txBody>
          <a:bodyPr/>
          <a:lstStyle/>
          <a:p>
            <a:pPr defTabSz="685800"/>
            <a:fld id="{DE2C6E30-A1E5-4749-9373-5BAE62D9178C}" type="slidenum">
              <a:rPr lang="en-US" smtClean="0">
                <a:solidFill>
                  <a:prstClr val="black"/>
                </a:solidFill>
              </a:rPr>
              <a:pPr defTabSz="685800"/>
              <a:t>‹#›</a:t>
            </a:fld>
            <a:endParaRPr lang="en-US">
              <a:solidFill>
                <a:prstClr val="black"/>
              </a:solidFill>
            </a:endParaRPr>
          </a:p>
        </p:txBody>
      </p:sp>
    </p:spTree>
    <p:extLst>
      <p:ext uri="{BB962C8B-B14F-4D97-AF65-F5344CB8AC3E}">
        <p14:creationId xmlns="" xmlns:p14="http://schemas.microsoft.com/office/powerpoint/2010/main" val="16294820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70359" y="1388534"/>
            <a:ext cx="2788841" cy="1371600"/>
          </a:xfrm>
        </p:spPr>
        <p:txBody>
          <a:bodyPr anchor="b">
            <a:normAutofit/>
          </a:bodyPr>
          <a:lstStyle>
            <a:lvl1pPr algn="ctr">
              <a:defRPr sz="1800" b="0"/>
            </a:lvl1pPr>
          </a:lstStyle>
          <a:p>
            <a:r>
              <a:rPr lang="en-US" smtClean="0"/>
              <a:t>Click to edit Master title style</a:t>
            </a:r>
            <a:endParaRPr lang="en-US" dirty="0"/>
          </a:p>
        </p:txBody>
      </p:sp>
      <p:sp>
        <p:nvSpPr>
          <p:cNvPr id="3" name="Content Placeholder 2"/>
          <p:cNvSpPr>
            <a:spLocks noGrp="1"/>
          </p:cNvSpPr>
          <p:nvPr>
            <p:ph idx="1"/>
          </p:nvPr>
        </p:nvSpPr>
        <p:spPr>
          <a:xfrm>
            <a:off x="4064001" y="982132"/>
            <a:ext cx="4102100" cy="4893735"/>
          </a:xfrm>
        </p:spPr>
        <p:txBody>
          <a:bodyPr anchor="ct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970359" y="3031065"/>
            <a:ext cx="2788841" cy="2438404"/>
          </a:xfrm>
        </p:spPr>
        <p:txBody>
          <a:bodyPr anchor="t">
            <a:normAutofit/>
          </a:bodyPr>
          <a:lstStyle>
            <a:lvl1pPr marL="0" indent="0" algn="ctr">
              <a:buNone/>
              <a:defRPr sz="120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smtClean="0"/>
              <a:t>Edit Master text styles</a:t>
            </a:r>
          </a:p>
        </p:txBody>
      </p:sp>
      <p:sp>
        <p:nvSpPr>
          <p:cNvPr id="5" name="Date Placeholder 4"/>
          <p:cNvSpPr>
            <a:spLocks noGrp="1"/>
          </p:cNvSpPr>
          <p:nvPr>
            <p:ph type="dt" sz="half" idx="10"/>
          </p:nvPr>
        </p:nvSpPr>
        <p:spPr/>
        <p:txBody>
          <a:bodyPr/>
          <a:lstStyle/>
          <a:p>
            <a:pPr defTabSz="685800"/>
            <a:fld id="{A9C1EBA7-BF6A-40D6-9B09-ECA1570F81C0}" type="datetimeFigureOut">
              <a:rPr lang="en-US" smtClean="0">
                <a:solidFill>
                  <a:prstClr val="black"/>
                </a:solidFill>
              </a:rPr>
              <a:pPr defTabSz="685800"/>
              <a:t>1/18/2026</a:t>
            </a:fld>
            <a:endParaRPr lang="en-US">
              <a:solidFill>
                <a:prstClr val="black"/>
              </a:solidFill>
            </a:endParaRPr>
          </a:p>
        </p:txBody>
      </p:sp>
      <p:sp>
        <p:nvSpPr>
          <p:cNvPr id="6" name="Footer Placeholder 5"/>
          <p:cNvSpPr>
            <a:spLocks noGrp="1"/>
          </p:cNvSpPr>
          <p:nvPr>
            <p:ph type="ftr" sz="quarter" idx="11"/>
          </p:nvPr>
        </p:nvSpPr>
        <p:spPr/>
        <p:txBody>
          <a:bodyPr/>
          <a:lstStyle/>
          <a:p>
            <a:pPr defTabSz="685800"/>
            <a:endParaRPr lang="en-US">
              <a:solidFill>
                <a:prstClr val="black"/>
              </a:solidFill>
            </a:endParaRPr>
          </a:p>
        </p:txBody>
      </p:sp>
      <p:sp>
        <p:nvSpPr>
          <p:cNvPr id="7" name="Slide Number Placeholder 6"/>
          <p:cNvSpPr>
            <a:spLocks noGrp="1"/>
          </p:cNvSpPr>
          <p:nvPr>
            <p:ph type="sldNum" sz="quarter" idx="12"/>
          </p:nvPr>
        </p:nvSpPr>
        <p:spPr/>
        <p:txBody>
          <a:bodyPr/>
          <a:lstStyle/>
          <a:p>
            <a:pPr defTabSz="685800"/>
            <a:fld id="{DE2C6E30-A1E5-4749-9373-5BAE62D9178C}" type="slidenum">
              <a:rPr lang="en-US" smtClean="0">
                <a:solidFill>
                  <a:prstClr val="black"/>
                </a:solidFill>
              </a:rPr>
              <a:pPr defTabSz="685800"/>
              <a:t>‹#›</a:t>
            </a:fld>
            <a:endParaRPr lang="en-US">
              <a:solidFill>
                <a:prstClr val="black"/>
              </a:solidFill>
            </a:endParaRPr>
          </a:p>
        </p:txBody>
      </p:sp>
      <p:cxnSp>
        <p:nvCxnSpPr>
          <p:cNvPr id="16" name="Straight Connector 15"/>
          <p:cNvCxnSpPr/>
          <p:nvPr/>
        </p:nvCxnSpPr>
        <p:spPr>
          <a:xfrm>
            <a:off x="1047127" y="2912533"/>
            <a:ext cx="263587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 xmlns:p14="http://schemas.microsoft.com/office/powerpoint/2010/main" val="26317739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71549" y="1883832"/>
            <a:ext cx="4681362" cy="1371600"/>
          </a:xfrm>
        </p:spPr>
        <p:txBody>
          <a:bodyPr anchor="b">
            <a:normAutofit/>
          </a:bodyPr>
          <a:lstStyle>
            <a:lvl1pPr algn="ctr">
              <a:defRPr sz="2100" b="0"/>
            </a:lvl1pPr>
          </a:lstStyle>
          <a:p>
            <a:r>
              <a:rPr lang="en-US" smtClean="0"/>
              <a:t>Click to edit Master title style</a:t>
            </a:r>
            <a:endParaRPr lang="en-US" dirty="0"/>
          </a:p>
        </p:txBody>
      </p:sp>
      <p:sp>
        <p:nvSpPr>
          <p:cNvPr id="17" name="Picture Placeholder 2"/>
          <p:cNvSpPr>
            <a:spLocks noGrp="1" noChangeAspect="1"/>
          </p:cNvSpPr>
          <p:nvPr>
            <p:ph type="pic" idx="1"/>
          </p:nvPr>
        </p:nvSpPr>
        <p:spPr>
          <a:xfrm>
            <a:off x="6071124" y="1041400"/>
            <a:ext cx="2297510"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smtClean="0"/>
              <a:t>Click icon to add picture</a:t>
            </a:r>
            <a:endParaRPr lang="en-US" dirty="0"/>
          </a:p>
        </p:txBody>
      </p:sp>
      <p:sp>
        <p:nvSpPr>
          <p:cNvPr id="4" name="Text Placeholder 3"/>
          <p:cNvSpPr>
            <a:spLocks noGrp="1"/>
          </p:cNvSpPr>
          <p:nvPr>
            <p:ph type="body" sz="half" idx="2"/>
          </p:nvPr>
        </p:nvSpPr>
        <p:spPr>
          <a:xfrm>
            <a:off x="971549" y="3255432"/>
            <a:ext cx="4681362" cy="1828800"/>
          </a:xfrm>
        </p:spPr>
        <p:txBody>
          <a:bodyPr anchor="t">
            <a:normAutofit/>
          </a:bodyPr>
          <a:lstStyle>
            <a:lvl1pPr marL="0" indent="0" algn="ctr">
              <a:buNone/>
              <a:defRPr sz="13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smtClean="0"/>
              <a:t>Edit Master text styles</a:t>
            </a:r>
          </a:p>
        </p:txBody>
      </p:sp>
      <p:sp>
        <p:nvSpPr>
          <p:cNvPr id="5" name="Date Placeholder 4"/>
          <p:cNvSpPr>
            <a:spLocks noGrp="1"/>
          </p:cNvSpPr>
          <p:nvPr>
            <p:ph type="dt" sz="half" idx="10"/>
          </p:nvPr>
        </p:nvSpPr>
        <p:spPr/>
        <p:txBody>
          <a:bodyPr/>
          <a:lstStyle/>
          <a:p>
            <a:pPr defTabSz="685800"/>
            <a:fld id="{A9C1EBA7-BF6A-40D6-9B09-ECA1570F81C0}" type="datetimeFigureOut">
              <a:rPr lang="en-US" smtClean="0">
                <a:solidFill>
                  <a:prstClr val="black"/>
                </a:solidFill>
              </a:rPr>
              <a:pPr defTabSz="685800"/>
              <a:t>1/18/2026</a:t>
            </a:fld>
            <a:endParaRPr lang="en-US">
              <a:solidFill>
                <a:prstClr val="black"/>
              </a:solidFill>
            </a:endParaRPr>
          </a:p>
        </p:txBody>
      </p:sp>
      <p:sp>
        <p:nvSpPr>
          <p:cNvPr id="6" name="Footer Placeholder 5"/>
          <p:cNvSpPr>
            <a:spLocks noGrp="1"/>
          </p:cNvSpPr>
          <p:nvPr>
            <p:ph type="ftr" sz="quarter" idx="11"/>
          </p:nvPr>
        </p:nvSpPr>
        <p:spPr/>
        <p:txBody>
          <a:bodyPr/>
          <a:lstStyle/>
          <a:p>
            <a:pPr defTabSz="685800"/>
            <a:endParaRPr lang="en-US">
              <a:solidFill>
                <a:prstClr val="black"/>
              </a:solidFill>
            </a:endParaRPr>
          </a:p>
        </p:txBody>
      </p:sp>
      <p:sp>
        <p:nvSpPr>
          <p:cNvPr id="7" name="Slide Number Placeholder 6"/>
          <p:cNvSpPr>
            <a:spLocks noGrp="1"/>
          </p:cNvSpPr>
          <p:nvPr>
            <p:ph type="sldNum" sz="quarter" idx="12"/>
          </p:nvPr>
        </p:nvSpPr>
        <p:spPr/>
        <p:txBody>
          <a:bodyPr/>
          <a:lstStyle/>
          <a:p>
            <a:pPr defTabSz="685800"/>
            <a:fld id="{DE2C6E30-A1E5-4749-9373-5BAE62D9178C}" type="slidenum">
              <a:rPr lang="en-US" smtClean="0">
                <a:solidFill>
                  <a:prstClr val="black"/>
                </a:solidFill>
              </a:rPr>
              <a:pPr defTabSz="685800"/>
              <a:t>‹#›</a:t>
            </a:fld>
            <a:endParaRPr lang="en-US">
              <a:solidFill>
                <a:prstClr val="black"/>
              </a:solidFill>
            </a:endParaRPr>
          </a:p>
        </p:txBody>
      </p:sp>
    </p:spTree>
    <p:extLst>
      <p:ext uri="{BB962C8B-B14F-4D97-AF65-F5344CB8AC3E}">
        <p14:creationId xmlns="" xmlns:p14="http://schemas.microsoft.com/office/powerpoint/2010/main" val="42250271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71551" y="4815415"/>
            <a:ext cx="7207250" cy="566738"/>
          </a:xfrm>
        </p:spPr>
        <p:txBody>
          <a:bodyPr anchor="b">
            <a:normAutofit/>
          </a:bodyPr>
          <a:lstStyle>
            <a:lvl1pPr algn="ctr">
              <a:defRPr sz="18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781070" y="1041400"/>
            <a:ext cx="7579479"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smtClean="0"/>
              <a:t>Click icon to add picture</a:t>
            </a:r>
            <a:endParaRPr lang="en-US" dirty="0"/>
          </a:p>
        </p:txBody>
      </p:sp>
      <p:sp>
        <p:nvSpPr>
          <p:cNvPr id="4" name="Text Placeholder 3"/>
          <p:cNvSpPr>
            <a:spLocks noGrp="1"/>
          </p:cNvSpPr>
          <p:nvPr>
            <p:ph type="body" sz="half" idx="2"/>
          </p:nvPr>
        </p:nvSpPr>
        <p:spPr>
          <a:xfrm>
            <a:off x="971551" y="5382153"/>
            <a:ext cx="7207250" cy="493712"/>
          </a:xfrm>
        </p:spPr>
        <p:txBody>
          <a:bodyPr>
            <a:normAutofit/>
          </a:bodyPr>
          <a:lstStyle>
            <a:lvl1pPr marL="0" indent="0" algn="ctr">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smtClean="0"/>
              <a:t>Edit Master text styles</a:t>
            </a:r>
          </a:p>
        </p:txBody>
      </p:sp>
      <p:sp>
        <p:nvSpPr>
          <p:cNvPr id="5" name="Date Placeholder 4"/>
          <p:cNvSpPr>
            <a:spLocks noGrp="1"/>
          </p:cNvSpPr>
          <p:nvPr>
            <p:ph type="dt" sz="half" idx="10"/>
          </p:nvPr>
        </p:nvSpPr>
        <p:spPr/>
        <p:txBody>
          <a:bodyPr/>
          <a:lstStyle/>
          <a:p>
            <a:pPr defTabSz="685800"/>
            <a:fld id="{A9C1EBA7-BF6A-40D6-9B09-ECA1570F81C0}" type="datetimeFigureOut">
              <a:rPr lang="en-US" smtClean="0">
                <a:solidFill>
                  <a:prstClr val="black"/>
                </a:solidFill>
              </a:rPr>
              <a:pPr defTabSz="685800"/>
              <a:t>1/18/2026</a:t>
            </a:fld>
            <a:endParaRPr lang="en-US">
              <a:solidFill>
                <a:prstClr val="black"/>
              </a:solidFill>
            </a:endParaRPr>
          </a:p>
        </p:txBody>
      </p:sp>
      <p:sp>
        <p:nvSpPr>
          <p:cNvPr id="6" name="Footer Placeholder 5"/>
          <p:cNvSpPr>
            <a:spLocks noGrp="1"/>
          </p:cNvSpPr>
          <p:nvPr>
            <p:ph type="ftr" sz="quarter" idx="11"/>
          </p:nvPr>
        </p:nvSpPr>
        <p:spPr/>
        <p:txBody>
          <a:bodyPr/>
          <a:lstStyle/>
          <a:p>
            <a:pPr defTabSz="685800"/>
            <a:endParaRPr lang="en-US">
              <a:solidFill>
                <a:prstClr val="black"/>
              </a:solidFill>
            </a:endParaRPr>
          </a:p>
        </p:txBody>
      </p:sp>
      <p:sp>
        <p:nvSpPr>
          <p:cNvPr id="7" name="Slide Number Placeholder 6"/>
          <p:cNvSpPr>
            <a:spLocks noGrp="1"/>
          </p:cNvSpPr>
          <p:nvPr>
            <p:ph type="sldNum" sz="quarter" idx="12"/>
          </p:nvPr>
        </p:nvSpPr>
        <p:spPr/>
        <p:txBody>
          <a:bodyPr/>
          <a:lstStyle/>
          <a:p>
            <a:pPr defTabSz="685800"/>
            <a:fld id="{DE2C6E30-A1E5-4749-9373-5BAE62D9178C}" type="slidenum">
              <a:rPr lang="en-US" smtClean="0">
                <a:solidFill>
                  <a:prstClr val="black"/>
                </a:solidFill>
              </a:rPr>
              <a:pPr defTabSz="685800"/>
              <a:t>‹#›</a:t>
            </a:fld>
            <a:endParaRPr lang="en-US">
              <a:solidFill>
                <a:prstClr val="black"/>
              </a:solidFill>
            </a:endParaRPr>
          </a:p>
        </p:txBody>
      </p:sp>
    </p:spTree>
    <p:extLst>
      <p:ext uri="{BB962C8B-B14F-4D97-AF65-F5344CB8AC3E}">
        <p14:creationId xmlns="" xmlns:p14="http://schemas.microsoft.com/office/powerpoint/2010/main" val="28333576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77901" y="982132"/>
            <a:ext cx="7194549" cy="2954868"/>
          </a:xfrm>
        </p:spPr>
        <p:txBody>
          <a:bodyPr anchor="ctr">
            <a:normAutofit/>
          </a:bodyPr>
          <a:lstStyle>
            <a:lvl1pPr algn="ctr">
              <a:defRPr sz="2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977901" y="4343400"/>
            <a:ext cx="7194549" cy="1532467"/>
          </a:xfrm>
        </p:spPr>
        <p:txBody>
          <a:bodyPr anchor="ctr">
            <a:normAutofit/>
          </a:bodyPr>
          <a:lstStyle>
            <a:lvl1pPr marL="0" indent="0" algn="ctr">
              <a:buNone/>
              <a:defRPr sz="1500">
                <a:solidFill>
                  <a:schemeClr val="tx1"/>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pPr defTabSz="685800"/>
            <a:fld id="{A9C1EBA7-BF6A-40D6-9B09-ECA1570F81C0}" type="datetimeFigureOut">
              <a:rPr lang="en-US" smtClean="0">
                <a:solidFill>
                  <a:prstClr val="black"/>
                </a:solidFill>
              </a:rPr>
              <a:pPr defTabSz="685800"/>
              <a:t>1/18/2026</a:t>
            </a:fld>
            <a:endParaRPr lang="en-US">
              <a:solidFill>
                <a:prstClr val="black"/>
              </a:solidFill>
            </a:endParaRPr>
          </a:p>
        </p:txBody>
      </p:sp>
      <p:sp>
        <p:nvSpPr>
          <p:cNvPr id="5" name="Footer Placeholder 4"/>
          <p:cNvSpPr>
            <a:spLocks noGrp="1"/>
          </p:cNvSpPr>
          <p:nvPr>
            <p:ph type="ftr" sz="quarter" idx="11"/>
          </p:nvPr>
        </p:nvSpPr>
        <p:spPr/>
        <p:txBody>
          <a:bodyPr/>
          <a:lstStyle/>
          <a:p>
            <a:pPr defTabSz="685800"/>
            <a:endParaRPr lang="en-US">
              <a:solidFill>
                <a:prstClr val="black"/>
              </a:solidFill>
            </a:endParaRPr>
          </a:p>
        </p:txBody>
      </p:sp>
      <p:sp>
        <p:nvSpPr>
          <p:cNvPr id="6" name="Slide Number Placeholder 5"/>
          <p:cNvSpPr>
            <a:spLocks noGrp="1"/>
          </p:cNvSpPr>
          <p:nvPr>
            <p:ph type="sldNum" sz="quarter" idx="12"/>
          </p:nvPr>
        </p:nvSpPr>
        <p:spPr/>
        <p:txBody>
          <a:bodyPr/>
          <a:lstStyle/>
          <a:p>
            <a:pPr defTabSz="685800"/>
            <a:fld id="{DE2C6E30-A1E5-4749-9373-5BAE62D9178C}" type="slidenum">
              <a:rPr lang="en-US" smtClean="0">
                <a:solidFill>
                  <a:prstClr val="black"/>
                </a:solidFill>
              </a:rPr>
              <a:pPr defTabSz="685800"/>
              <a:t>‹#›</a:t>
            </a:fld>
            <a:endParaRPr lang="en-US">
              <a:solidFill>
                <a:prstClr val="black"/>
              </a:solidFill>
            </a:endParaRPr>
          </a:p>
        </p:txBody>
      </p:sp>
      <p:cxnSp>
        <p:nvCxnSpPr>
          <p:cNvPr id="15" name="Straight Connector 14"/>
          <p:cNvCxnSpPr/>
          <p:nvPr/>
        </p:nvCxnSpPr>
        <p:spPr>
          <a:xfrm>
            <a:off x="1047127" y="4140199"/>
            <a:ext cx="705547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 xmlns:p14="http://schemas.microsoft.com/office/powerpoint/2010/main" val="245221341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084660" y="982132"/>
            <a:ext cx="6972299" cy="2370668"/>
          </a:xfrm>
        </p:spPr>
        <p:txBody>
          <a:bodyPr anchor="ctr">
            <a:normAutofit/>
          </a:bodyPr>
          <a:lstStyle>
            <a:lvl1pPr algn="ctr">
              <a:defRPr sz="2400" b="0" cap="none">
                <a:solidFill>
                  <a:schemeClr val="tx1"/>
                </a:solidFill>
              </a:defRPr>
            </a:lvl1pPr>
          </a:lstStyle>
          <a:p>
            <a:r>
              <a:rPr lang="en-US" smtClean="0"/>
              <a:t>Click to edit Master title style</a:t>
            </a:r>
            <a:endParaRPr lang="en-US" dirty="0"/>
          </a:p>
        </p:txBody>
      </p:sp>
      <p:sp>
        <p:nvSpPr>
          <p:cNvPr id="10" name="Text Placeholder 9"/>
          <p:cNvSpPr>
            <a:spLocks noGrp="1"/>
          </p:cNvSpPr>
          <p:nvPr>
            <p:ph type="body" sz="quarter" idx="13"/>
          </p:nvPr>
        </p:nvSpPr>
        <p:spPr>
          <a:xfrm>
            <a:off x="1256109" y="3352800"/>
            <a:ext cx="6629402" cy="584200"/>
          </a:xfrm>
        </p:spPr>
        <p:txBody>
          <a:bodyPr anchor="ctr">
            <a:normAutofit/>
          </a:bodyPr>
          <a:lstStyle>
            <a:lvl1pPr marL="0" indent="0" algn="r">
              <a:buFontTx/>
              <a:buNone/>
              <a:defRPr sz="1500"/>
            </a:lvl1pPr>
            <a:lvl2pPr marL="342900" indent="0">
              <a:buFontTx/>
              <a:buNone/>
              <a:defRPr/>
            </a:lvl2pPr>
            <a:lvl3pPr marL="685800" indent="0">
              <a:buFontTx/>
              <a:buNone/>
              <a:defRPr/>
            </a:lvl3pPr>
            <a:lvl4pPr marL="1028700" indent="0">
              <a:buFontTx/>
              <a:buNone/>
              <a:defRPr/>
            </a:lvl4pPr>
            <a:lvl5pPr marL="1371600" indent="0">
              <a:buFontTx/>
              <a:buNone/>
              <a:defRPr/>
            </a:lvl5pPr>
          </a:lstStyle>
          <a:p>
            <a:pPr lvl="0"/>
            <a:r>
              <a:rPr lang="en-US" smtClean="0"/>
              <a:t>Edit Master text styles</a:t>
            </a:r>
          </a:p>
        </p:txBody>
      </p:sp>
      <p:sp>
        <p:nvSpPr>
          <p:cNvPr id="3" name="Text Placeholder 2"/>
          <p:cNvSpPr>
            <a:spLocks noGrp="1"/>
          </p:cNvSpPr>
          <p:nvPr>
            <p:ph type="body" idx="1"/>
          </p:nvPr>
        </p:nvSpPr>
        <p:spPr>
          <a:xfrm>
            <a:off x="971551" y="4343400"/>
            <a:ext cx="7207250" cy="1532467"/>
          </a:xfrm>
        </p:spPr>
        <p:txBody>
          <a:bodyPr anchor="ctr">
            <a:normAutofit/>
          </a:bodyPr>
          <a:lstStyle>
            <a:lvl1pPr marL="0" indent="0" algn="ctr">
              <a:buNone/>
              <a:defRPr sz="1500">
                <a:solidFill>
                  <a:schemeClr val="tx1"/>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pPr defTabSz="685800"/>
            <a:fld id="{A9C1EBA7-BF6A-40D6-9B09-ECA1570F81C0}" type="datetimeFigureOut">
              <a:rPr lang="en-US" smtClean="0">
                <a:solidFill>
                  <a:prstClr val="black"/>
                </a:solidFill>
              </a:rPr>
              <a:pPr defTabSz="685800"/>
              <a:t>1/18/2026</a:t>
            </a:fld>
            <a:endParaRPr lang="en-US">
              <a:solidFill>
                <a:prstClr val="black"/>
              </a:solidFill>
            </a:endParaRPr>
          </a:p>
        </p:txBody>
      </p:sp>
      <p:sp>
        <p:nvSpPr>
          <p:cNvPr id="5" name="Footer Placeholder 4"/>
          <p:cNvSpPr>
            <a:spLocks noGrp="1"/>
          </p:cNvSpPr>
          <p:nvPr>
            <p:ph type="ftr" sz="quarter" idx="11"/>
          </p:nvPr>
        </p:nvSpPr>
        <p:spPr/>
        <p:txBody>
          <a:bodyPr/>
          <a:lstStyle/>
          <a:p>
            <a:pPr defTabSz="685800"/>
            <a:endParaRPr lang="en-US">
              <a:solidFill>
                <a:prstClr val="black"/>
              </a:solidFill>
            </a:endParaRPr>
          </a:p>
        </p:txBody>
      </p:sp>
      <p:sp>
        <p:nvSpPr>
          <p:cNvPr id="6" name="Slide Number Placeholder 5"/>
          <p:cNvSpPr>
            <a:spLocks noGrp="1"/>
          </p:cNvSpPr>
          <p:nvPr>
            <p:ph type="sldNum" sz="quarter" idx="12"/>
          </p:nvPr>
        </p:nvSpPr>
        <p:spPr/>
        <p:txBody>
          <a:bodyPr/>
          <a:lstStyle/>
          <a:p>
            <a:pPr defTabSz="685800"/>
            <a:fld id="{DE2C6E30-A1E5-4749-9373-5BAE62D9178C}" type="slidenum">
              <a:rPr lang="en-US" smtClean="0">
                <a:solidFill>
                  <a:prstClr val="black"/>
                </a:solidFill>
              </a:rPr>
              <a:pPr defTabSz="685800"/>
              <a:t>‹#›</a:t>
            </a:fld>
            <a:endParaRPr lang="en-US">
              <a:solidFill>
                <a:prstClr val="black"/>
              </a:solidFill>
            </a:endParaRPr>
          </a:p>
        </p:txBody>
      </p:sp>
      <p:sp>
        <p:nvSpPr>
          <p:cNvPr id="14" name="TextBox 13"/>
          <p:cNvSpPr txBox="1"/>
          <p:nvPr/>
        </p:nvSpPr>
        <p:spPr>
          <a:xfrm>
            <a:off x="646510" y="879961"/>
            <a:ext cx="457200" cy="584776"/>
          </a:xfrm>
          <a:prstGeom prst="rect">
            <a:avLst/>
          </a:prstGeom>
        </p:spPr>
        <p:txBody>
          <a:bodyPr vert="horz" lIns="68580" tIns="34290" rIns="68580" bIns="34290" rtlCol="0" anchor="ctr">
            <a:noAutofit/>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sz="6000" b="0" i="0" u="none" strike="noStrike" kern="1200" cap="none" spc="0" normalizeH="0" baseline="0" noProof="0" dirty="0">
                <a:ln>
                  <a:noFill/>
                </a:ln>
                <a:solidFill>
                  <a:prstClr val="black"/>
                </a:solidFill>
                <a:effectLst/>
                <a:uLnTx/>
                <a:uFillTx/>
                <a:latin typeface="Garamond"/>
                <a:ea typeface="+mn-ea"/>
                <a:cs typeface="+mn-cs"/>
              </a:rPr>
              <a:t>“</a:t>
            </a:r>
          </a:p>
        </p:txBody>
      </p:sp>
      <p:sp>
        <p:nvSpPr>
          <p:cNvPr id="15" name="TextBox 14"/>
          <p:cNvSpPr txBox="1"/>
          <p:nvPr/>
        </p:nvSpPr>
        <p:spPr>
          <a:xfrm>
            <a:off x="7950200" y="2827870"/>
            <a:ext cx="457200" cy="584776"/>
          </a:xfrm>
          <a:prstGeom prst="rect">
            <a:avLst/>
          </a:prstGeom>
        </p:spPr>
        <p:txBody>
          <a:bodyPr vert="horz" lIns="68580" tIns="34290" rIns="68580" bIns="34290" rtlCol="0" anchor="ctr">
            <a:noAutofit/>
          </a:bodyPr>
          <a:lstStyle/>
          <a:p>
            <a:pPr marL="0" marR="0" lvl="0" indent="0" algn="r" defTabSz="685800" rtl="0" eaLnBrk="1" fontAlgn="auto" latinLnBrk="0" hangingPunct="1">
              <a:lnSpc>
                <a:spcPct val="100000"/>
              </a:lnSpc>
              <a:spcBef>
                <a:spcPts val="0"/>
              </a:spcBef>
              <a:spcAft>
                <a:spcPts val="0"/>
              </a:spcAft>
              <a:buClrTx/>
              <a:buSzTx/>
              <a:buFontTx/>
              <a:buNone/>
              <a:tabLst/>
              <a:defRPr/>
            </a:pPr>
            <a:r>
              <a:rPr kumimoji="0" lang="en-US" sz="6000" b="0" i="0" u="none" strike="noStrike" kern="1200" cap="none" spc="0" normalizeH="0" baseline="0" noProof="0" dirty="0">
                <a:ln>
                  <a:noFill/>
                </a:ln>
                <a:solidFill>
                  <a:prstClr val="black"/>
                </a:solidFill>
                <a:effectLst/>
                <a:uLnTx/>
                <a:uFillTx/>
                <a:latin typeface="Garamond"/>
                <a:ea typeface="+mn-ea"/>
                <a:cs typeface="+mn-cs"/>
              </a:rPr>
              <a:t>”</a:t>
            </a:r>
          </a:p>
        </p:txBody>
      </p:sp>
      <p:cxnSp>
        <p:nvCxnSpPr>
          <p:cNvPr id="19" name="Straight Connector 18"/>
          <p:cNvCxnSpPr/>
          <p:nvPr/>
        </p:nvCxnSpPr>
        <p:spPr>
          <a:xfrm>
            <a:off x="1047127" y="4140199"/>
            <a:ext cx="705547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 xmlns:p14="http://schemas.microsoft.com/office/powerpoint/2010/main" val="271129276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71552" y="3308581"/>
            <a:ext cx="7207251" cy="1468800"/>
          </a:xfrm>
        </p:spPr>
        <p:txBody>
          <a:bodyPr anchor="b">
            <a:normAutofit/>
          </a:bodyPr>
          <a:lstStyle>
            <a:lvl1pPr algn="l">
              <a:defRPr sz="2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971551" y="4777381"/>
            <a:ext cx="7207251" cy="860400"/>
          </a:xfrm>
        </p:spPr>
        <p:txBody>
          <a:bodyPr anchor="t">
            <a:normAutofit/>
          </a:bodyPr>
          <a:lstStyle>
            <a:lvl1pPr marL="0" indent="0" algn="l">
              <a:buNone/>
              <a:defRPr sz="1500">
                <a:solidFill>
                  <a:schemeClr val="tx1"/>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pPr defTabSz="685800"/>
            <a:fld id="{A9C1EBA7-BF6A-40D6-9B09-ECA1570F81C0}" type="datetimeFigureOut">
              <a:rPr lang="en-US" smtClean="0">
                <a:solidFill>
                  <a:prstClr val="black"/>
                </a:solidFill>
              </a:rPr>
              <a:pPr defTabSz="685800"/>
              <a:t>1/18/2026</a:t>
            </a:fld>
            <a:endParaRPr lang="en-US">
              <a:solidFill>
                <a:prstClr val="black"/>
              </a:solidFill>
            </a:endParaRPr>
          </a:p>
        </p:txBody>
      </p:sp>
      <p:sp>
        <p:nvSpPr>
          <p:cNvPr id="5" name="Footer Placeholder 4"/>
          <p:cNvSpPr>
            <a:spLocks noGrp="1"/>
          </p:cNvSpPr>
          <p:nvPr>
            <p:ph type="ftr" sz="quarter" idx="11"/>
          </p:nvPr>
        </p:nvSpPr>
        <p:spPr/>
        <p:txBody>
          <a:bodyPr/>
          <a:lstStyle/>
          <a:p>
            <a:pPr defTabSz="685800"/>
            <a:endParaRPr lang="en-US">
              <a:solidFill>
                <a:prstClr val="black"/>
              </a:solidFill>
            </a:endParaRPr>
          </a:p>
        </p:txBody>
      </p:sp>
      <p:sp>
        <p:nvSpPr>
          <p:cNvPr id="6" name="Slide Number Placeholder 5"/>
          <p:cNvSpPr>
            <a:spLocks noGrp="1"/>
          </p:cNvSpPr>
          <p:nvPr>
            <p:ph type="sldNum" sz="quarter" idx="12"/>
          </p:nvPr>
        </p:nvSpPr>
        <p:spPr/>
        <p:txBody>
          <a:bodyPr/>
          <a:lstStyle/>
          <a:p>
            <a:pPr defTabSz="685800"/>
            <a:fld id="{DE2C6E30-A1E5-4749-9373-5BAE62D9178C}" type="slidenum">
              <a:rPr lang="en-US" smtClean="0">
                <a:solidFill>
                  <a:prstClr val="black"/>
                </a:solidFill>
              </a:rPr>
              <a:pPr defTabSz="685800"/>
              <a:t>‹#›</a:t>
            </a:fld>
            <a:endParaRPr lang="en-US">
              <a:solidFill>
                <a:prstClr val="black"/>
              </a:solidFill>
            </a:endParaRPr>
          </a:p>
        </p:txBody>
      </p:sp>
    </p:spTree>
    <p:extLst>
      <p:ext uri="{BB962C8B-B14F-4D97-AF65-F5344CB8AC3E}">
        <p14:creationId xmlns="" xmlns:p14="http://schemas.microsoft.com/office/powerpoint/2010/main" val="321977213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084660" y="982132"/>
            <a:ext cx="6972299" cy="2243668"/>
          </a:xfrm>
        </p:spPr>
        <p:txBody>
          <a:bodyPr anchor="ctr">
            <a:normAutofit/>
          </a:bodyPr>
          <a:lstStyle>
            <a:lvl1pPr algn="ctr">
              <a:defRPr sz="2400" b="0" cap="none">
                <a:solidFill>
                  <a:schemeClr val="tx1"/>
                </a:solidFill>
              </a:defRPr>
            </a:lvl1pPr>
          </a:lstStyle>
          <a:p>
            <a:r>
              <a:rPr lang="en-US" smtClean="0"/>
              <a:t>Click to edit Master title style</a:t>
            </a:r>
            <a:endParaRPr lang="en-US" dirty="0"/>
          </a:p>
        </p:txBody>
      </p:sp>
      <p:sp>
        <p:nvSpPr>
          <p:cNvPr id="23" name="Text Placeholder 2"/>
          <p:cNvSpPr>
            <a:spLocks noGrp="1"/>
          </p:cNvSpPr>
          <p:nvPr>
            <p:ph type="body" idx="13"/>
          </p:nvPr>
        </p:nvSpPr>
        <p:spPr>
          <a:xfrm>
            <a:off x="971551" y="3639312"/>
            <a:ext cx="7207251" cy="886968"/>
          </a:xfrm>
        </p:spPr>
        <p:txBody>
          <a:bodyPr anchor="b">
            <a:normAutofit/>
          </a:bodyPr>
          <a:lstStyle>
            <a:lvl1pPr marL="0" indent="0" algn="l">
              <a:spcBef>
                <a:spcPts val="0"/>
              </a:spcBef>
              <a:buNone/>
              <a:defRPr sz="1800">
                <a:solidFill>
                  <a:schemeClr val="tx1"/>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smtClean="0"/>
              <a:t>Edit Master text styles</a:t>
            </a:r>
          </a:p>
        </p:txBody>
      </p:sp>
      <p:sp>
        <p:nvSpPr>
          <p:cNvPr id="3" name="Text Placeholder 2"/>
          <p:cNvSpPr>
            <a:spLocks noGrp="1"/>
          </p:cNvSpPr>
          <p:nvPr>
            <p:ph type="body" idx="1"/>
          </p:nvPr>
        </p:nvSpPr>
        <p:spPr>
          <a:xfrm>
            <a:off x="971551" y="4529667"/>
            <a:ext cx="7207251" cy="1346200"/>
          </a:xfrm>
        </p:spPr>
        <p:txBody>
          <a:bodyPr anchor="t">
            <a:normAutofit/>
          </a:bodyPr>
          <a:lstStyle>
            <a:lvl1pPr marL="0" indent="0" algn="l">
              <a:buNone/>
              <a:defRPr sz="1350">
                <a:solidFill>
                  <a:schemeClr val="tx1"/>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pPr defTabSz="685800"/>
            <a:fld id="{A9C1EBA7-BF6A-40D6-9B09-ECA1570F81C0}" type="datetimeFigureOut">
              <a:rPr lang="en-US" smtClean="0">
                <a:solidFill>
                  <a:prstClr val="black"/>
                </a:solidFill>
              </a:rPr>
              <a:pPr defTabSz="685800"/>
              <a:t>1/18/2026</a:t>
            </a:fld>
            <a:endParaRPr lang="en-US">
              <a:solidFill>
                <a:prstClr val="black"/>
              </a:solidFill>
            </a:endParaRPr>
          </a:p>
        </p:txBody>
      </p:sp>
      <p:sp>
        <p:nvSpPr>
          <p:cNvPr id="5" name="Footer Placeholder 4"/>
          <p:cNvSpPr>
            <a:spLocks noGrp="1"/>
          </p:cNvSpPr>
          <p:nvPr>
            <p:ph type="ftr" sz="quarter" idx="11"/>
          </p:nvPr>
        </p:nvSpPr>
        <p:spPr/>
        <p:txBody>
          <a:bodyPr/>
          <a:lstStyle/>
          <a:p>
            <a:pPr defTabSz="685800"/>
            <a:endParaRPr lang="en-US">
              <a:solidFill>
                <a:prstClr val="black"/>
              </a:solidFill>
            </a:endParaRPr>
          </a:p>
        </p:txBody>
      </p:sp>
      <p:sp>
        <p:nvSpPr>
          <p:cNvPr id="6" name="Slide Number Placeholder 5"/>
          <p:cNvSpPr>
            <a:spLocks noGrp="1"/>
          </p:cNvSpPr>
          <p:nvPr>
            <p:ph type="sldNum" sz="quarter" idx="12"/>
          </p:nvPr>
        </p:nvSpPr>
        <p:spPr/>
        <p:txBody>
          <a:bodyPr/>
          <a:lstStyle/>
          <a:p>
            <a:pPr defTabSz="685800"/>
            <a:fld id="{DE2C6E30-A1E5-4749-9373-5BAE62D9178C}" type="slidenum">
              <a:rPr lang="en-US" smtClean="0">
                <a:solidFill>
                  <a:prstClr val="black"/>
                </a:solidFill>
              </a:rPr>
              <a:pPr defTabSz="685800"/>
              <a:t>‹#›</a:t>
            </a:fld>
            <a:endParaRPr lang="en-US">
              <a:solidFill>
                <a:prstClr val="black"/>
              </a:solidFill>
            </a:endParaRPr>
          </a:p>
        </p:txBody>
      </p:sp>
      <p:sp>
        <p:nvSpPr>
          <p:cNvPr id="12" name="TextBox 11"/>
          <p:cNvSpPr txBox="1"/>
          <p:nvPr/>
        </p:nvSpPr>
        <p:spPr>
          <a:xfrm>
            <a:off x="646510" y="879961"/>
            <a:ext cx="457200" cy="584776"/>
          </a:xfrm>
          <a:prstGeom prst="rect">
            <a:avLst/>
          </a:prstGeom>
        </p:spPr>
        <p:txBody>
          <a:bodyPr vert="horz" lIns="68580" tIns="34290" rIns="68580" bIns="34290" rtlCol="0" anchor="ctr">
            <a:noAutofit/>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sz="6000" b="0" i="0" u="none" strike="noStrike" kern="1200" cap="none" spc="0" normalizeH="0" baseline="0" noProof="0" dirty="0">
                <a:ln>
                  <a:noFill/>
                </a:ln>
                <a:solidFill>
                  <a:prstClr val="black"/>
                </a:solidFill>
                <a:effectLst/>
                <a:uLnTx/>
                <a:uFillTx/>
                <a:latin typeface="Garamond"/>
                <a:ea typeface="+mn-ea"/>
                <a:cs typeface="+mn-cs"/>
              </a:rPr>
              <a:t>“</a:t>
            </a:r>
          </a:p>
        </p:txBody>
      </p:sp>
      <p:sp>
        <p:nvSpPr>
          <p:cNvPr id="13" name="TextBox 12"/>
          <p:cNvSpPr txBox="1"/>
          <p:nvPr/>
        </p:nvSpPr>
        <p:spPr>
          <a:xfrm>
            <a:off x="7950200" y="2599261"/>
            <a:ext cx="457200" cy="584776"/>
          </a:xfrm>
          <a:prstGeom prst="rect">
            <a:avLst/>
          </a:prstGeom>
        </p:spPr>
        <p:txBody>
          <a:bodyPr vert="horz" lIns="68580" tIns="34290" rIns="68580" bIns="34290" rtlCol="0" anchor="ctr">
            <a:noAutofit/>
          </a:bodyPr>
          <a:lstStyle/>
          <a:p>
            <a:pPr marL="0" marR="0" lvl="0" indent="0" algn="r" defTabSz="685800" rtl="0" eaLnBrk="1" fontAlgn="auto" latinLnBrk="0" hangingPunct="1">
              <a:lnSpc>
                <a:spcPct val="100000"/>
              </a:lnSpc>
              <a:spcBef>
                <a:spcPts val="0"/>
              </a:spcBef>
              <a:spcAft>
                <a:spcPts val="0"/>
              </a:spcAft>
              <a:buClrTx/>
              <a:buSzTx/>
              <a:buFontTx/>
              <a:buNone/>
              <a:tabLst/>
              <a:defRPr/>
            </a:pPr>
            <a:r>
              <a:rPr kumimoji="0" lang="en-US" sz="6000" b="0" i="0" u="none" strike="noStrike" kern="1200" cap="none" spc="0" normalizeH="0" baseline="0" noProof="0" dirty="0">
                <a:ln>
                  <a:noFill/>
                </a:ln>
                <a:solidFill>
                  <a:prstClr val="black"/>
                </a:solidFill>
                <a:effectLst/>
                <a:uLnTx/>
                <a:uFillTx/>
                <a:latin typeface="Garamond"/>
                <a:ea typeface="+mn-ea"/>
                <a:cs typeface="+mn-cs"/>
              </a:rPr>
              <a:t>”</a:t>
            </a:r>
          </a:p>
        </p:txBody>
      </p:sp>
      <p:cxnSp>
        <p:nvCxnSpPr>
          <p:cNvPr id="26" name="Straight Connector 25"/>
          <p:cNvCxnSpPr/>
          <p:nvPr/>
        </p:nvCxnSpPr>
        <p:spPr>
          <a:xfrm>
            <a:off x="1047127" y="3429000"/>
            <a:ext cx="705547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 xmlns:p14="http://schemas.microsoft.com/office/powerpoint/2010/main" val="82938954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971551" y="982132"/>
            <a:ext cx="7207250" cy="2243668"/>
          </a:xfrm>
        </p:spPr>
        <p:txBody>
          <a:bodyPr vert="horz" lIns="91440" tIns="45720" rIns="91440" bIns="45720" rtlCol="0" anchor="ctr">
            <a:normAutofit/>
          </a:bodyPr>
          <a:lstStyle>
            <a:lvl1pPr>
              <a:defRPr lang="en-US" b="0" dirty="0"/>
            </a:lvl1pPr>
          </a:lstStyle>
          <a:p>
            <a:pPr marL="0" lvl="0"/>
            <a:r>
              <a:rPr lang="en-US" smtClean="0"/>
              <a:t>Click to edit Master title style</a:t>
            </a:r>
            <a:endParaRPr lang="en-US" dirty="0"/>
          </a:p>
        </p:txBody>
      </p:sp>
      <p:sp>
        <p:nvSpPr>
          <p:cNvPr id="20" name="Text Placeholder 2"/>
          <p:cNvSpPr>
            <a:spLocks noGrp="1"/>
          </p:cNvSpPr>
          <p:nvPr>
            <p:ph type="body" idx="13"/>
          </p:nvPr>
        </p:nvSpPr>
        <p:spPr>
          <a:xfrm>
            <a:off x="971551" y="3630168"/>
            <a:ext cx="7207251" cy="841248"/>
          </a:xfrm>
        </p:spPr>
        <p:txBody>
          <a:bodyPr anchor="b">
            <a:normAutofit/>
          </a:bodyPr>
          <a:lstStyle>
            <a:lvl1pPr marL="0" indent="0" algn="l">
              <a:spcBef>
                <a:spcPts val="0"/>
              </a:spcBef>
              <a:buNone/>
              <a:defRPr sz="2100">
                <a:solidFill>
                  <a:schemeClr val="tx1"/>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smtClean="0"/>
              <a:t>Edit Master text styles</a:t>
            </a:r>
          </a:p>
        </p:txBody>
      </p:sp>
      <p:sp>
        <p:nvSpPr>
          <p:cNvPr id="3" name="Text Placeholder 2"/>
          <p:cNvSpPr>
            <a:spLocks noGrp="1"/>
          </p:cNvSpPr>
          <p:nvPr>
            <p:ph type="body" idx="1"/>
          </p:nvPr>
        </p:nvSpPr>
        <p:spPr>
          <a:xfrm>
            <a:off x="971550" y="4470400"/>
            <a:ext cx="7207253" cy="1405467"/>
          </a:xfrm>
        </p:spPr>
        <p:txBody>
          <a:bodyPr anchor="t">
            <a:normAutofit/>
          </a:bodyPr>
          <a:lstStyle>
            <a:lvl1pPr marL="0" indent="0" algn="l">
              <a:buNone/>
              <a:defRPr sz="1350">
                <a:solidFill>
                  <a:schemeClr val="tx1"/>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pPr defTabSz="685800"/>
            <a:fld id="{A9C1EBA7-BF6A-40D6-9B09-ECA1570F81C0}" type="datetimeFigureOut">
              <a:rPr lang="en-US" smtClean="0">
                <a:solidFill>
                  <a:prstClr val="black"/>
                </a:solidFill>
              </a:rPr>
              <a:pPr defTabSz="685800"/>
              <a:t>1/18/2026</a:t>
            </a:fld>
            <a:endParaRPr lang="en-US">
              <a:solidFill>
                <a:prstClr val="black"/>
              </a:solidFill>
            </a:endParaRPr>
          </a:p>
        </p:txBody>
      </p:sp>
      <p:sp>
        <p:nvSpPr>
          <p:cNvPr id="5" name="Footer Placeholder 4"/>
          <p:cNvSpPr>
            <a:spLocks noGrp="1"/>
          </p:cNvSpPr>
          <p:nvPr>
            <p:ph type="ftr" sz="quarter" idx="11"/>
          </p:nvPr>
        </p:nvSpPr>
        <p:spPr/>
        <p:txBody>
          <a:bodyPr/>
          <a:lstStyle/>
          <a:p>
            <a:pPr defTabSz="685800"/>
            <a:endParaRPr lang="en-US">
              <a:solidFill>
                <a:prstClr val="black"/>
              </a:solidFill>
            </a:endParaRPr>
          </a:p>
        </p:txBody>
      </p:sp>
      <p:sp>
        <p:nvSpPr>
          <p:cNvPr id="6" name="Slide Number Placeholder 5"/>
          <p:cNvSpPr>
            <a:spLocks noGrp="1"/>
          </p:cNvSpPr>
          <p:nvPr>
            <p:ph type="sldNum" sz="quarter" idx="12"/>
          </p:nvPr>
        </p:nvSpPr>
        <p:spPr/>
        <p:txBody>
          <a:bodyPr/>
          <a:lstStyle/>
          <a:p>
            <a:pPr defTabSz="685800"/>
            <a:fld id="{DE2C6E30-A1E5-4749-9373-5BAE62D9178C}" type="slidenum">
              <a:rPr lang="en-US" smtClean="0">
                <a:solidFill>
                  <a:prstClr val="black"/>
                </a:solidFill>
              </a:rPr>
              <a:pPr defTabSz="685800"/>
              <a:t>‹#›</a:t>
            </a:fld>
            <a:endParaRPr lang="en-US">
              <a:solidFill>
                <a:prstClr val="black"/>
              </a:solidFill>
            </a:endParaRPr>
          </a:p>
        </p:txBody>
      </p:sp>
      <p:cxnSp>
        <p:nvCxnSpPr>
          <p:cNvPr id="15" name="Straight Connector 14"/>
          <p:cNvCxnSpPr/>
          <p:nvPr/>
        </p:nvCxnSpPr>
        <p:spPr>
          <a:xfrm>
            <a:off x="1047127" y="3429000"/>
            <a:ext cx="705547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 xmlns:p14="http://schemas.microsoft.com/office/powerpoint/2010/main" val="169485638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pPr defTabSz="685800"/>
            <a:fld id="{A9C1EBA7-BF6A-40D6-9B09-ECA1570F81C0}" type="datetimeFigureOut">
              <a:rPr lang="en-US" smtClean="0">
                <a:solidFill>
                  <a:prstClr val="black"/>
                </a:solidFill>
              </a:rPr>
              <a:pPr defTabSz="685800"/>
              <a:t>1/18/2026</a:t>
            </a:fld>
            <a:endParaRPr lang="en-US">
              <a:solidFill>
                <a:prstClr val="black"/>
              </a:solidFill>
            </a:endParaRPr>
          </a:p>
        </p:txBody>
      </p:sp>
      <p:sp>
        <p:nvSpPr>
          <p:cNvPr id="5" name="Footer Placeholder 4"/>
          <p:cNvSpPr>
            <a:spLocks noGrp="1"/>
          </p:cNvSpPr>
          <p:nvPr>
            <p:ph type="ftr" sz="quarter" idx="11"/>
          </p:nvPr>
        </p:nvSpPr>
        <p:spPr/>
        <p:txBody>
          <a:bodyPr/>
          <a:lstStyle/>
          <a:p>
            <a:pPr defTabSz="685800"/>
            <a:endParaRPr lang="en-US">
              <a:solidFill>
                <a:prstClr val="black"/>
              </a:solidFill>
            </a:endParaRPr>
          </a:p>
        </p:txBody>
      </p:sp>
      <p:sp>
        <p:nvSpPr>
          <p:cNvPr id="6" name="Slide Number Placeholder 5"/>
          <p:cNvSpPr>
            <a:spLocks noGrp="1"/>
          </p:cNvSpPr>
          <p:nvPr>
            <p:ph type="sldNum" sz="quarter" idx="12"/>
          </p:nvPr>
        </p:nvSpPr>
        <p:spPr/>
        <p:txBody>
          <a:bodyPr/>
          <a:lstStyle/>
          <a:p>
            <a:pPr defTabSz="685800"/>
            <a:fld id="{DE2C6E30-A1E5-4749-9373-5BAE62D9178C}" type="slidenum">
              <a:rPr lang="en-US" smtClean="0">
                <a:solidFill>
                  <a:prstClr val="black"/>
                </a:solidFill>
              </a:rPr>
              <a:pPr defTabSz="685800"/>
              <a:t>‹#›</a:t>
            </a:fld>
            <a:endParaRPr lang="en-US">
              <a:solidFill>
                <a:prstClr val="black"/>
              </a:solidFill>
            </a:endParaRPr>
          </a:p>
        </p:txBody>
      </p:sp>
      <p:cxnSp>
        <p:nvCxnSpPr>
          <p:cNvPr id="14" name="Straight Connector 13"/>
          <p:cNvCxnSpPr/>
          <p:nvPr/>
        </p:nvCxnSpPr>
        <p:spPr>
          <a:xfrm>
            <a:off x="1047127" y="2421466"/>
            <a:ext cx="705547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 xmlns:p14="http://schemas.microsoft.com/office/powerpoint/2010/main" val="154169400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49518" y="982132"/>
            <a:ext cx="1418171" cy="4893735"/>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971549" y="982132"/>
            <a:ext cx="5574769" cy="4893734"/>
          </a:xfrm>
        </p:spPr>
        <p:txBody>
          <a:bodyPr vert="eaVert" ancho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pPr defTabSz="685800"/>
            <a:fld id="{A9C1EBA7-BF6A-40D6-9B09-ECA1570F81C0}" type="datetimeFigureOut">
              <a:rPr lang="en-US" smtClean="0">
                <a:solidFill>
                  <a:prstClr val="black"/>
                </a:solidFill>
              </a:rPr>
              <a:pPr defTabSz="685800"/>
              <a:t>1/18/2026</a:t>
            </a:fld>
            <a:endParaRPr lang="en-US">
              <a:solidFill>
                <a:prstClr val="black"/>
              </a:solidFill>
            </a:endParaRPr>
          </a:p>
        </p:txBody>
      </p:sp>
      <p:sp>
        <p:nvSpPr>
          <p:cNvPr id="5" name="Footer Placeholder 4"/>
          <p:cNvSpPr>
            <a:spLocks noGrp="1"/>
          </p:cNvSpPr>
          <p:nvPr>
            <p:ph type="ftr" sz="quarter" idx="11"/>
          </p:nvPr>
        </p:nvSpPr>
        <p:spPr/>
        <p:txBody>
          <a:bodyPr/>
          <a:lstStyle/>
          <a:p>
            <a:pPr defTabSz="685800"/>
            <a:endParaRPr lang="en-US">
              <a:solidFill>
                <a:prstClr val="black"/>
              </a:solidFill>
            </a:endParaRPr>
          </a:p>
        </p:txBody>
      </p:sp>
      <p:sp>
        <p:nvSpPr>
          <p:cNvPr id="6" name="Slide Number Placeholder 5"/>
          <p:cNvSpPr>
            <a:spLocks noGrp="1"/>
          </p:cNvSpPr>
          <p:nvPr>
            <p:ph type="sldNum" sz="quarter" idx="12"/>
          </p:nvPr>
        </p:nvSpPr>
        <p:spPr/>
        <p:txBody>
          <a:bodyPr/>
          <a:lstStyle/>
          <a:p>
            <a:pPr defTabSz="685800"/>
            <a:fld id="{DE2C6E30-A1E5-4749-9373-5BAE62D9178C}" type="slidenum">
              <a:rPr lang="en-US" smtClean="0">
                <a:solidFill>
                  <a:prstClr val="black"/>
                </a:solidFill>
              </a:rPr>
              <a:pPr defTabSz="685800"/>
              <a:t>‹#›</a:t>
            </a:fld>
            <a:endParaRPr lang="en-US">
              <a:solidFill>
                <a:prstClr val="black"/>
              </a:solidFill>
            </a:endParaRPr>
          </a:p>
        </p:txBody>
      </p:sp>
      <p:cxnSp>
        <p:nvCxnSpPr>
          <p:cNvPr id="14" name="Straight Connector 13"/>
          <p:cNvCxnSpPr/>
          <p:nvPr/>
        </p:nvCxnSpPr>
        <p:spPr>
          <a:xfrm>
            <a:off x="6647918" y="990600"/>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 xmlns:p14="http://schemas.microsoft.com/office/powerpoint/2010/main" val="146847488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reserve="1">
  <p:cSld name="Title Slide">
    <p:bg>
      <p:bgRef idx="1002">
        <a:schemeClr val="bg2"/>
      </p:bgRef>
    </p:bg>
    <p:spTree>
      <p:nvGrpSpPr>
        <p:cNvPr id="1" name=""/>
        <p:cNvGrpSpPr/>
        <p:nvPr/>
      </p:nvGrpSpPr>
      <p:grpSpPr>
        <a:xfrm>
          <a:off x="0" y="0"/>
          <a:ext cx="0" cy="0"/>
          <a:chOff x="0" y="0"/>
          <a:chExt cx="0" cy="0"/>
        </a:xfrm>
      </p:grpSpPr>
      <p:sp>
        <p:nvSpPr>
          <p:cNvPr id="9" name="Title 8"/>
          <p:cNvSpPr>
            <a:spLocks noGrp="1"/>
          </p:cNvSpPr>
          <p:nvPr>
            <p:ph type="ctrTitle"/>
          </p:nvPr>
        </p:nvSpPr>
        <p:spPr>
          <a:xfrm>
            <a:off x="533400" y="1371600"/>
            <a:ext cx="7851648" cy="1828800"/>
          </a:xfrm>
          <a:ln>
            <a:noFill/>
          </a:ln>
        </p:spPr>
        <p:txBody>
          <a:bodyPr vert="horz" tIns="0" rIns="18288"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17" name="Subtitle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30" name="Date Placeholder 29"/>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1D8BD707-D9CF-40AE-B4C6-C98DA3205C09}" type="datetimeFigureOut">
              <a:rPr kumimoji="0" lang="en-US" sz="1000" b="0" i="0" u="none" strike="noStrike" kern="1200" cap="none" spc="0" normalizeH="0" baseline="0" noProof="0" smtClean="0">
                <a:ln>
                  <a:noFill/>
                </a:ln>
                <a:solidFill>
                  <a:srgbClr val="FFFFFF"/>
                </a:solidFill>
                <a:effectLst/>
                <a:uLnTx/>
                <a:uFillTx/>
                <a:latin typeface="Lucida Sans Unicode"/>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1/18/2026</a:t>
            </a:fld>
            <a:endParaRPr kumimoji="0" lang="en-US" sz="1000" b="0" i="0" u="none" strike="noStrike" kern="1200" cap="none" spc="0" normalizeH="0" baseline="0" noProof="0">
              <a:ln>
                <a:noFill/>
              </a:ln>
              <a:solidFill>
                <a:srgbClr val="FFFFFF"/>
              </a:solidFill>
              <a:effectLst/>
              <a:uLnTx/>
              <a:uFillTx/>
              <a:latin typeface="Lucida Sans Unicode"/>
              <a:ea typeface="+mn-ea"/>
              <a:cs typeface="+mn-cs"/>
            </a:endParaRPr>
          </a:p>
        </p:txBody>
      </p:sp>
      <p:sp>
        <p:nvSpPr>
          <p:cNvPr id="19" name="Footer Placeholder 18"/>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2DA2BF">
                  <a:tint val="20000"/>
                </a:srgbClr>
              </a:solidFill>
              <a:effectLst/>
              <a:uLnTx/>
              <a:uFillTx/>
              <a:latin typeface="Lucida Sans Unicode"/>
              <a:ea typeface="+mn-ea"/>
              <a:cs typeface="+mn-cs"/>
            </a:endParaRPr>
          </a:p>
        </p:txBody>
      </p:sp>
      <p:sp>
        <p:nvSpPr>
          <p:cNvPr id="27" name="Slide Number Placeholder 26"/>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0" lang="en-US" sz="1000" b="0" i="0" u="none" strike="noStrike" kern="1200" cap="none" spc="0" normalizeH="0" baseline="0" noProof="0" smtClean="0">
                <a:ln>
                  <a:noFill/>
                </a:ln>
                <a:solidFill>
                  <a:srgbClr val="FFFFFF"/>
                </a:solidFill>
                <a:effectLst/>
                <a:uLnTx/>
                <a:uFillTx/>
                <a:latin typeface="Lucida Sans Unicode"/>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none" spc="0" normalizeH="0" baseline="0" noProof="0">
              <a:ln>
                <a:noFill/>
              </a:ln>
              <a:solidFill>
                <a:srgbClr val="FFFFFF"/>
              </a:solidFill>
              <a:effectLst/>
              <a:uLnTx/>
              <a:uFillTx/>
              <a:latin typeface="Lucida Sans Unicode"/>
              <a:ea typeface="+mn-ea"/>
              <a:cs typeface="+mn-cs"/>
            </a:endParaRPr>
          </a:p>
        </p:txBody>
      </p:sp>
    </p:spTree>
  </p:cSld>
  <p:clrMapOvr>
    <a:overrideClrMapping bg1="dk1" tx1="lt1" bg2="dk2" tx2="lt2" accent1="accent1" accent2="accent2" accent3="accent3" accent4="accent4" accent5="accent5" accent6="accent6" hlink="hlink" folHlink="folHlink"/>
  </p:clrMapOvr>
  <p:transition spd="slow">
    <p:wipe/>
  </p:transition>
  <p:timing>
    <p:tnLst>
      <p:par>
        <p:cTn id="1" dur="indefinite" restart="never" nodeType="tmRoot"/>
      </p:par>
    </p:tn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1D8BD707-D9CF-40AE-B4C6-C98DA3205C09}" type="datetimeFigureOut">
              <a:rPr kumimoji="0" lang="en-US" sz="1000" b="0" i="0" u="none" strike="noStrike" kern="1200" cap="none" spc="0" normalizeH="0" baseline="0" noProof="0" smtClean="0">
                <a:ln>
                  <a:noFill/>
                </a:ln>
                <a:solidFill>
                  <a:prstClr val="black"/>
                </a:solidFill>
                <a:effectLst/>
                <a:uLnTx/>
                <a:uFillTx/>
                <a:latin typeface="Lucida Sans Unicode"/>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1/18/2026</a:t>
            </a:fld>
            <a:endParaRPr kumimoji="0" lang="en-US" sz="1000" b="0" i="0" u="none" strike="noStrike" kern="1200" cap="none" spc="0" normalizeH="0" baseline="0" noProof="0">
              <a:ln>
                <a:noFill/>
              </a:ln>
              <a:solidFill>
                <a:prstClr val="black"/>
              </a:solidFill>
              <a:effectLst/>
              <a:uLnTx/>
              <a:uFillTx/>
              <a:latin typeface="Lucida Sans Unicode"/>
              <a:ea typeface="+mn-ea"/>
              <a:cs typeface="+mn-cs"/>
            </a:endParaRPr>
          </a:p>
        </p:txBody>
      </p:sp>
      <p:sp>
        <p:nvSpPr>
          <p:cNvPr id="5" name="Footer Placeholder 4"/>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Lucida Sans Unicode"/>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0" lang="en-US" sz="1000" b="0" i="0" u="none" strike="noStrike" kern="1200" cap="none" spc="0" normalizeH="0" baseline="0" noProof="0" smtClean="0">
                <a:ln>
                  <a:noFill/>
                </a:ln>
                <a:solidFill>
                  <a:prstClr val="black"/>
                </a:solidFill>
                <a:effectLst/>
                <a:uLnTx/>
                <a:uFillTx/>
                <a:latin typeface="Lucida Sans Unicode"/>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none" spc="0" normalizeH="0" baseline="0" noProof="0">
              <a:ln>
                <a:noFill/>
              </a:ln>
              <a:solidFill>
                <a:prstClr val="black"/>
              </a:solidFill>
              <a:effectLst/>
              <a:uLnTx/>
              <a:uFillTx/>
              <a:latin typeface="Lucida Sans Unicode"/>
              <a:ea typeface="+mn-ea"/>
              <a:cs typeface="+mn-cs"/>
            </a:endParaRPr>
          </a:p>
        </p:txBody>
      </p:sp>
    </p:spTree>
  </p:cSld>
  <p:clrMapOvr>
    <a:masterClrMapping/>
  </p:clrMapOvr>
  <p:transition spd="slow">
    <p:wipe/>
  </p:transition>
  <p:timing>
    <p:tnLst>
      <p:par>
        <p:cTn id="1" dur="indefinite" restart="never" nodeType="tmRoot"/>
      </p:par>
    </p:tnLst>
  </p:timing>
</p:sldLayout>
</file>

<file path=ppt/slideLayouts/slideLayout20.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30352" y="1316736"/>
            <a:ext cx="7772400" cy="1362456"/>
          </a:xfrm>
          <a:ln>
            <a:noFill/>
          </a:ln>
        </p:spPr>
        <p:txBody>
          <a:bodyPr vert="horz" tIns="0" bIns="0" anchor="b">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530352" y="2704664"/>
            <a:ext cx="7772400" cy="1509712"/>
          </a:xfrm>
        </p:spPr>
        <p:txBody>
          <a:bodyPr lIns="45720" rIns="45720" anchor="t"/>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1D8BD707-D9CF-40AE-B4C6-C98DA3205C09}" type="datetimeFigureOut">
              <a:rPr kumimoji="0" lang="en-US" sz="1000" b="0" i="0" u="none" strike="noStrike" kern="1200" cap="none" spc="0" normalizeH="0" baseline="0" noProof="0" smtClean="0">
                <a:ln>
                  <a:noFill/>
                </a:ln>
                <a:solidFill>
                  <a:prstClr val="white"/>
                </a:solidFill>
                <a:effectLst/>
                <a:uLnTx/>
                <a:uFillTx/>
                <a:latin typeface="Lucida Sans Unicode"/>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1/18/2026</a:t>
            </a:fld>
            <a:endParaRPr kumimoji="0" lang="en-US" sz="1000" b="0" i="0" u="none" strike="noStrike" kern="1200" cap="none" spc="0" normalizeH="0" baseline="0" noProof="0">
              <a:ln>
                <a:noFill/>
              </a:ln>
              <a:solidFill>
                <a:prstClr val="white"/>
              </a:solidFill>
              <a:effectLst/>
              <a:uLnTx/>
              <a:uFillTx/>
              <a:latin typeface="Lucida Sans Unicode"/>
              <a:ea typeface="+mn-ea"/>
              <a:cs typeface="+mn-cs"/>
            </a:endParaRPr>
          </a:p>
        </p:txBody>
      </p:sp>
      <p:sp>
        <p:nvSpPr>
          <p:cNvPr id="5" name="Footer Placeholder 4"/>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white"/>
              </a:solidFill>
              <a:effectLst/>
              <a:uLnTx/>
              <a:uFillTx/>
              <a:latin typeface="Lucida Sans Unicode"/>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0" lang="en-US" sz="1000" b="0" i="0" u="none" strike="noStrike" kern="1200" cap="none" spc="0" normalizeH="0" baseline="0" noProof="0" smtClean="0">
                <a:ln>
                  <a:noFill/>
                </a:ln>
                <a:solidFill>
                  <a:prstClr val="white"/>
                </a:solidFill>
                <a:effectLst/>
                <a:uLnTx/>
                <a:uFillTx/>
                <a:latin typeface="Lucida Sans Unicode"/>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none" spc="0" normalizeH="0" baseline="0" noProof="0">
              <a:ln>
                <a:noFill/>
              </a:ln>
              <a:solidFill>
                <a:prstClr val="white"/>
              </a:solidFill>
              <a:effectLst/>
              <a:uLnTx/>
              <a:uFillTx/>
              <a:latin typeface="Lucida Sans Unicode"/>
              <a:ea typeface="+mn-ea"/>
              <a:cs typeface="+mn-cs"/>
            </a:endParaRPr>
          </a:p>
        </p:txBody>
      </p:sp>
    </p:spTree>
  </p:cSld>
  <p:clrMapOvr>
    <a:overrideClrMapping bg1="dk1" tx1="lt1" bg2="dk2" tx2="lt2" accent1="accent1" accent2="accent2" accent3="accent3" accent4="accent4" accent5="accent5" accent6="accent6" hlink="hlink" folHlink="folHlink"/>
  </p:clrMapOvr>
  <p:transition spd="slow">
    <p:wipe/>
  </p:transition>
  <p:timing>
    <p:tnLst>
      <p:par>
        <p:cTn id="1" dur="indefinite" restart="never" nodeType="tmRoot"/>
      </p:par>
    </p:tnLst>
  </p:timing>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1D8BD707-D9CF-40AE-B4C6-C98DA3205C09}" type="datetimeFigureOut">
              <a:rPr kumimoji="0" lang="en-US" sz="1000" b="0" i="0" u="none" strike="noStrike" kern="1200" cap="none" spc="0" normalizeH="0" baseline="0" noProof="0" smtClean="0">
                <a:ln>
                  <a:noFill/>
                </a:ln>
                <a:solidFill>
                  <a:prstClr val="white"/>
                </a:solidFill>
                <a:effectLst/>
                <a:uLnTx/>
                <a:uFillTx/>
                <a:latin typeface="Lucida Sans Unicode"/>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1/18/2026</a:t>
            </a:fld>
            <a:endParaRPr kumimoji="0" lang="en-US" sz="1000" b="0" i="0" u="none" strike="noStrike" kern="1200" cap="none" spc="0" normalizeH="0" baseline="0" noProof="0">
              <a:ln>
                <a:noFill/>
              </a:ln>
              <a:solidFill>
                <a:prstClr val="white"/>
              </a:solidFill>
              <a:effectLst/>
              <a:uLnTx/>
              <a:uFillTx/>
              <a:latin typeface="Lucida Sans Unicode"/>
              <a:ea typeface="+mn-ea"/>
              <a:cs typeface="+mn-cs"/>
            </a:endParaRPr>
          </a:p>
        </p:txBody>
      </p:sp>
      <p:sp>
        <p:nvSpPr>
          <p:cNvPr id="6" name="Footer Placeholder 5"/>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white"/>
              </a:solidFill>
              <a:effectLst/>
              <a:uLnTx/>
              <a:uFillTx/>
              <a:latin typeface="Lucida Sans Unicode"/>
              <a:ea typeface="+mn-ea"/>
              <a:cs typeface="+mn-cs"/>
            </a:endParaRPr>
          </a:p>
        </p:txBody>
      </p:sp>
      <p:sp>
        <p:nvSpPr>
          <p:cNvPr id="7" name="Slide Number Placeholder 6"/>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0" lang="en-US" sz="1000" b="0" i="0" u="none" strike="noStrike" kern="1200" cap="none" spc="0" normalizeH="0" baseline="0" noProof="0" smtClean="0">
                <a:ln>
                  <a:noFill/>
                </a:ln>
                <a:solidFill>
                  <a:prstClr val="white"/>
                </a:solidFill>
                <a:effectLst/>
                <a:uLnTx/>
                <a:uFillTx/>
                <a:latin typeface="Lucida Sans Unicode"/>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none" spc="0" normalizeH="0" baseline="0" noProof="0">
              <a:ln>
                <a:noFill/>
              </a:ln>
              <a:solidFill>
                <a:prstClr val="white"/>
              </a:solidFill>
              <a:effectLst/>
              <a:uLnTx/>
              <a:uFillTx/>
              <a:latin typeface="Lucida Sans Unicode"/>
              <a:ea typeface="+mn-ea"/>
              <a:cs typeface="+mn-cs"/>
            </a:endParaRPr>
          </a:p>
        </p:txBody>
      </p:sp>
    </p:spTree>
  </p:cSld>
  <p:clrMapOvr>
    <a:masterClrMapping/>
  </p:clrMapOvr>
  <p:transition spd="slow">
    <p:wipe/>
  </p:transition>
  <p:timing>
    <p:tnLst>
      <p:par>
        <p:cTn id="1" dur="indefinite" restart="never" nodeType="tmRoot"/>
      </p:par>
    </p:tnLst>
  </p:timing>
</p:sldLayout>
</file>

<file path=ppt/slideLayouts/slideLayout2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tIns="45720" anchor="b"/>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1D8BD707-D9CF-40AE-B4C6-C98DA3205C09}" type="datetimeFigureOut">
              <a:rPr kumimoji="0" lang="en-US" sz="1000" b="0" i="0" u="none" strike="noStrike" kern="1200" cap="none" spc="0" normalizeH="0" baseline="0" noProof="0" smtClean="0">
                <a:ln>
                  <a:noFill/>
                </a:ln>
                <a:solidFill>
                  <a:prstClr val="black"/>
                </a:solidFill>
                <a:effectLst/>
                <a:uLnTx/>
                <a:uFillTx/>
                <a:latin typeface="Lucida Sans Unicode"/>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1/18/2026</a:t>
            </a:fld>
            <a:endParaRPr kumimoji="0" lang="en-US" sz="1000" b="0" i="0" u="none" strike="noStrike" kern="1200" cap="none" spc="0" normalizeH="0" baseline="0" noProof="0">
              <a:ln>
                <a:noFill/>
              </a:ln>
              <a:solidFill>
                <a:prstClr val="black"/>
              </a:solidFill>
              <a:effectLst/>
              <a:uLnTx/>
              <a:uFillTx/>
              <a:latin typeface="Lucida Sans Unicode"/>
              <a:ea typeface="+mn-ea"/>
              <a:cs typeface="+mn-cs"/>
            </a:endParaRPr>
          </a:p>
        </p:txBody>
      </p:sp>
      <p:sp>
        <p:nvSpPr>
          <p:cNvPr id="8" name="Footer Placeholder 7"/>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Lucida Sans Unicode"/>
              <a:ea typeface="+mn-ea"/>
              <a:cs typeface="+mn-cs"/>
            </a:endParaRPr>
          </a:p>
        </p:txBody>
      </p:sp>
      <p:sp>
        <p:nvSpPr>
          <p:cNvPr id="9" name="Slide Number Placeholder 8"/>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0" lang="en-US" sz="1000" b="0" i="0" u="none" strike="noStrike" kern="1200" cap="none" spc="0" normalizeH="0" baseline="0" noProof="0" smtClean="0">
                <a:ln>
                  <a:noFill/>
                </a:ln>
                <a:solidFill>
                  <a:prstClr val="black"/>
                </a:solidFill>
                <a:effectLst/>
                <a:uLnTx/>
                <a:uFillTx/>
                <a:latin typeface="Lucida Sans Unicode"/>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none" spc="0" normalizeH="0" baseline="0" noProof="0">
              <a:ln>
                <a:noFill/>
              </a:ln>
              <a:solidFill>
                <a:prstClr val="black"/>
              </a:solidFill>
              <a:effectLst/>
              <a:uLnTx/>
              <a:uFillTx/>
              <a:latin typeface="Lucida Sans Unicode"/>
              <a:ea typeface="+mn-ea"/>
              <a:cs typeface="+mn-cs"/>
            </a:endParaRPr>
          </a:p>
        </p:txBody>
      </p:sp>
    </p:spTree>
  </p:cSld>
  <p:clrMapOvr>
    <a:masterClrMapping/>
  </p:clrMapOvr>
  <p:transition spd="slow">
    <p:wipe/>
  </p:transition>
  <p:timing>
    <p:tnLst>
      <p:par>
        <p:cTn id="1" dur="indefinite" restart="never" nodeType="tmRoot"/>
      </p:par>
    </p:tnLst>
  </p:timing>
</p:sldLayout>
</file>

<file path=ppt/slideLayouts/slideLayout2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305800" cy="1143000"/>
          </a:xfrm>
        </p:spPr>
        <p:txBody>
          <a:bodyPr vert="horz" tIns="45720" bIns="0" anchor="b">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1D8BD707-D9CF-40AE-B4C6-C98DA3205C09}" type="datetimeFigureOut">
              <a:rPr kumimoji="0" lang="en-US" sz="1000" b="0" i="0" u="none" strike="noStrike" kern="1200" cap="none" spc="0" normalizeH="0" baseline="0" noProof="0" smtClean="0">
                <a:ln>
                  <a:noFill/>
                </a:ln>
                <a:solidFill>
                  <a:prstClr val="white"/>
                </a:solidFill>
                <a:effectLst/>
                <a:uLnTx/>
                <a:uFillTx/>
                <a:latin typeface="Lucida Sans Unicode"/>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1/18/2026</a:t>
            </a:fld>
            <a:endParaRPr kumimoji="0" lang="en-US" sz="1000" b="0" i="0" u="none" strike="noStrike" kern="1200" cap="none" spc="0" normalizeH="0" baseline="0" noProof="0">
              <a:ln>
                <a:noFill/>
              </a:ln>
              <a:solidFill>
                <a:prstClr val="white"/>
              </a:solidFill>
              <a:effectLst/>
              <a:uLnTx/>
              <a:uFillTx/>
              <a:latin typeface="Lucida Sans Unicode"/>
              <a:ea typeface="+mn-ea"/>
              <a:cs typeface="+mn-cs"/>
            </a:endParaRPr>
          </a:p>
        </p:txBody>
      </p:sp>
      <p:sp>
        <p:nvSpPr>
          <p:cNvPr id="4" name="Footer Placeholder 3"/>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white"/>
              </a:solidFill>
              <a:effectLst/>
              <a:uLnTx/>
              <a:uFillTx/>
              <a:latin typeface="Lucida Sans Unicode"/>
              <a:ea typeface="+mn-ea"/>
              <a:cs typeface="+mn-cs"/>
            </a:endParaRPr>
          </a:p>
        </p:txBody>
      </p:sp>
      <p:sp>
        <p:nvSpPr>
          <p:cNvPr id="5" name="Slide Number Placehold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0" lang="en-US" sz="1000" b="0" i="0" u="none" strike="noStrike" kern="1200" cap="none" spc="0" normalizeH="0" baseline="0" noProof="0" smtClean="0">
                <a:ln>
                  <a:noFill/>
                </a:ln>
                <a:solidFill>
                  <a:prstClr val="white"/>
                </a:solidFill>
                <a:effectLst/>
                <a:uLnTx/>
                <a:uFillTx/>
                <a:latin typeface="Lucida Sans Unicode"/>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none" spc="0" normalizeH="0" baseline="0" noProof="0">
              <a:ln>
                <a:noFill/>
              </a:ln>
              <a:solidFill>
                <a:prstClr val="white"/>
              </a:solidFill>
              <a:effectLst/>
              <a:uLnTx/>
              <a:uFillTx/>
              <a:latin typeface="Lucida Sans Unicode"/>
              <a:ea typeface="+mn-ea"/>
              <a:cs typeface="+mn-cs"/>
            </a:endParaRPr>
          </a:p>
        </p:txBody>
      </p:sp>
    </p:spTree>
  </p:cSld>
  <p:clrMapOvr>
    <a:masterClrMapping/>
  </p:clrMapOvr>
  <p:transition spd="slow">
    <p:wipe/>
  </p:transition>
  <p:timing>
    <p:tnLst>
      <p:par>
        <p:cTn id="1" dur="indefinite" restart="never" nodeType="tmRoot"/>
      </p:par>
    </p:tnLst>
  </p:timing>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1D8BD707-D9CF-40AE-B4C6-C98DA3205C09}" type="datetimeFigureOut">
              <a:rPr kumimoji="0" lang="en-US" sz="1000" b="0" i="0" u="none" strike="noStrike" kern="1200" cap="none" spc="0" normalizeH="0" baseline="0" noProof="0" smtClean="0">
                <a:ln>
                  <a:noFill/>
                </a:ln>
                <a:solidFill>
                  <a:prstClr val="black"/>
                </a:solidFill>
                <a:effectLst/>
                <a:uLnTx/>
                <a:uFillTx/>
                <a:latin typeface="Lucida Sans Unicode"/>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1/18/2026</a:t>
            </a:fld>
            <a:endParaRPr kumimoji="0" lang="en-US" sz="1000" b="0" i="0" u="none" strike="noStrike" kern="1200" cap="none" spc="0" normalizeH="0" baseline="0" noProof="0">
              <a:ln>
                <a:noFill/>
              </a:ln>
              <a:solidFill>
                <a:prstClr val="black"/>
              </a:solidFill>
              <a:effectLst/>
              <a:uLnTx/>
              <a:uFillTx/>
              <a:latin typeface="Lucida Sans Unicode"/>
              <a:ea typeface="+mn-ea"/>
              <a:cs typeface="+mn-cs"/>
            </a:endParaRPr>
          </a:p>
        </p:txBody>
      </p:sp>
      <p:sp>
        <p:nvSpPr>
          <p:cNvPr id="3" name="Footer Placeholder 2"/>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Lucida Sans Unicode"/>
              <a:ea typeface="+mn-ea"/>
              <a:cs typeface="+mn-cs"/>
            </a:endParaRPr>
          </a:p>
        </p:txBody>
      </p:sp>
      <p:sp>
        <p:nvSpPr>
          <p:cNvPr id="4" name="Slide Number Placehold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0" lang="en-US" sz="1000" b="0" i="0" u="none" strike="noStrike" kern="1200" cap="none" spc="0" normalizeH="0" baseline="0" noProof="0" smtClean="0">
                <a:ln>
                  <a:noFill/>
                </a:ln>
                <a:solidFill>
                  <a:prstClr val="black"/>
                </a:solidFill>
                <a:effectLst/>
                <a:uLnTx/>
                <a:uFillTx/>
                <a:latin typeface="Lucida Sans Unicode"/>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none" spc="0" normalizeH="0" baseline="0" noProof="0">
              <a:ln>
                <a:noFill/>
              </a:ln>
              <a:solidFill>
                <a:prstClr val="black"/>
              </a:solidFill>
              <a:effectLst/>
              <a:uLnTx/>
              <a:uFillTx/>
              <a:latin typeface="Lucida Sans Unicode"/>
              <a:ea typeface="+mn-ea"/>
              <a:cs typeface="+mn-cs"/>
            </a:endParaRPr>
          </a:p>
        </p:txBody>
      </p:sp>
    </p:spTree>
  </p:cSld>
  <p:clrMapOvr>
    <a:masterClrMapping/>
  </p:clrMapOvr>
  <p:transition spd="slow">
    <p:wipe/>
  </p:transition>
  <p:timing>
    <p:tnLst>
      <p:par>
        <p:cTn id="1" dur="indefinite" restart="never" nodeType="tmRoot"/>
      </p:par>
    </p:tnLst>
  </p:timing>
</p:sldLayout>
</file>

<file path=ppt/slideLayouts/slideLayout2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514352"/>
            <a:ext cx="2743200" cy="1162050"/>
          </a:xfrm>
        </p:spPr>
        <p:txBody>
          <a:bodyPr lIns="0" anchor="b">
            <a:noAutofit/>
          </a:bodyPr>
          <a:lstStyle>
            <a:lvl1pPr algn="l" rtl="0">
              <a:spcBef>
                <a:spcPct val="0"/>
              </a:spcBef>
              <a:buNone/>
              <a:defRPr sz="26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1D8BD707-D9CF-40AE-B4C6-C98DA3205C09}" type="datetimeFigureOut">
              <a:rPr kumimoji="0" lang="en-US" sz="1000" b="0" i="0" u="none" strike="noStrike" kern="1200" cap="none" spc="0" normalizeH="0" baseline="0" noProof="0" smtClean="0">
                <a:ln>
                  <a:noFill/>
                </a:ln>
                <a:solidFill>
                  <a:prstClr val="black"/>
                </a:solidFill>
                <a:effectLst/>
                <a:uLnTx/>
                <a:uFillTx/>
                <a:latin typeface="Lucida Sans Unicode"/>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1/18/2026</a:t>
            </a:fld>
            <a:endParaRPr kumimoji="0" lang="en-US" sz="1000" b="0" i="0" u="none" strike="noStrike" kern="1200" cap="none" spc="0" normalizeH="0" baseline="0" noProof="0">
              <a:ln>
                <a:noFill/>
              </a:ln>
              <a:solidFill>
                <a:prstClr val="black"/>
              </a:solidFill>
              <a:effectLst/>
              <a:uLnTx/>
              <a:uFillTx/>
              <a:latin typeface="Lucida Sans Unicode"/>
              <a:ea typeface="+mn-ea"/>
              <a:cs typeface="+mn-cs"/>
            </a:endParaRPr>
          </a:p>
        </p:txBody>
      </p:sp>
      <p:sp>
        <p:nvSpPr>
          <p:cNvPr id="6" name="Footer Placeholder 5"/>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Lucida Sans Unicode"/>
              <a:ea typeface="+mn-ea"/>
              <a:cs typeface="+mn-cs"/>
            </a:endParaRPr>
          </a:p>
        </p:txBody>
      </p:sp>
      <p:sp>
        <p:nvSpPr>
          <p:cNvPr id="7" name="Slide Number Placeholder 6"/>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0" lang="en-US" sz="1000" b="0" i="0" u="none" strike="noStrike" kern="1200" cap="none" spc="0" normalizeH="0" baseline="0" noProof="0" smtClean="0">
                <a:ln>
                  <a:noFill/>
                </a:ln>
                <a:solidFill>
                  <a:prstClr val="black"/>
                </a:solidFill>
                <a:effectLst/>
                <a:uLnTx/>
                <a:uFillTx/>
                <a:latin typeface="Lucida Sans Unicode"/>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none" spc="0" normalizeH="0" baseline="0" noProof="0">
              <a:ln>
                <a:noFill/>
              </a:ln>
              <a:solidFill>
                <a:prstClr val="black"/>
              </a:solidFill>
              <a:effectLst/>
              <a:uLnTx/>
              <a:uFillTx/>
              <a:latin typeface="Lucida Sans Unicode"/>
              <a:ea typeface="+mn-ea"/>
              <a:cs typeface="+mn-cs"/>
            </a:endParaRPr>
          </a:p>
        </p:txBody>
      </p:sp>
    </p:spTree>
  </p:cSld>
  <p:clrMapOvr>
    <a:masterClrMapping/>
  </p:clrMapOvr>
  <p:transition spd="slow">
    <p:wipe/>
  </p:transition>
  <p:timing>
    <p:tnLst>
      <p:par>
        <p:cTn id="1" dur="indefinite" restart="never" nodeType="tmRoot"/>
      </p:par>
    </p:tnLst>
  </p:timing>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nip and Round Single Corner Rectangle 8"/>
          <p:cNvSpPr/>
          <p:nvPr/>
        </p:nvSpPr>
        <p:spPr>
          <a:xfrm rot="420000" flipV="1">
            <a:off x="3165753" y="1108077"/>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12" name="Right Triangle 11"/>
          <p:cNvSpPr/>
          <p:nvPr/>
        </p:nvSpPr>
        <p:spPr>
          <a:xfrm rot="420000" flipV="1">
            <a:off x="8004134" y="5359769"/>
            <a:ext cx="155448" cy="155448"/>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title"/>
          </p:nvPr>
        </p:nvSpPr>
        <p:spPr>
          <a:xfrm>
            <a:off x="609600" y="1176996"/>
            <a:ext cx="2212848" cy="1582621"/>
          </a:xfrm>
        </p:spPr>
        <p:txBody>
          <a:bodyPr vert="horz" lIns="45720" tIns="45720" rIns="45720" bIns="45720" anchor="b"/>
          <a:lstStyle>
            <a:lvl1pPr algn="l">
              <a:buNone/>
              <a:defRPr sz="2000" b="1">
                <a:solidFill>
                  <a:schemeClr val="tx2"/>
                </a:solidFill>
              </a:defRPr>
            </a:lvl1pPr>
          </a:lstStyle>
          <a:p>
            <a:r>
              <a:rPr kumimoji="0" lang="en-US" smtClean="0"/>
              <a:t>Click to edit Master title style</a:t>
            </a:r>
            <a:endParaRPr kumimoji="0" lang="en-US"/>
          </a:p>
        </p:txBody>
      </p:sp>
      <p:sp>
        <p:nvSpPr>
          <p:cNvPr id="4" name="Text Placeholder 3"/>
          <p:cNvSpPr>
            <a:spLocks noGrp="1"/>
          </p:cNvSpPr>
          <p:nvPr>
            <p:ph type="body" sz="half" idx="2"/>
          </p:nvPr>
        </p:nvSpPr>
        <p:spPr>
          <a:xfrm>
            <a:off x="609600" y="2828785"/>
            <a:ext cx="2209800" cy="2179320"/>
          </a:xfrm>
        </p:spPr>
        <p:txBody>
          <a:bodyPr lIns="64008" rIns="45720" bIns="45720" anchor="t"/>
          <a:lstStyle>
            <a:lvl1pPr marL="0" indent="0" algn="l">
              <a:spcBef>
                <a:spcPts val="250"/>
              </a:spcBef>
              <a:buFontTx/>
              <a:buNone/>
              <a:defRPr sz="13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1D8BD707-D9CF-40AE-B4C6-C98DA3205C09}" type="datetimeFigureOut">
              <a:rPr kumimoji="0" lang="en-US" sz="1000" b="0" i="0" u="none" strike="noStrike" kern="1200" cap="none" spc="0" normalizeH="0" baseline="0" noProof="0" smtClean="0">
                <a:ln>
                  <a:noFill/>
                </a:ln>
                <a:solidFill>
                  <a:prstClr val="white"/>
                </a:solidFill>
                <a:effectLst/>
                <a:uLnTx/>
                <a:uFillTx/>
                <a:latin typeface="Lucida Sans Unicode"/>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1/18/2026</a:t>
            </a:fld>
            <a:endParaRPr kumimoji="0" lang="en-US" sz="1000" b="0" i="0" u="none" strike="noStrike" kern="1200" cap="none" spc="0" normalizeH="0" baseline="0" noProof="0">
              <a:ln>
                <a:noFill/>
              </a:ln>
              <a:solidFill>
                <a:prstClr val="white"/>
              </a:solidFill>
              <a:effectLst/>
              <a:uLnTx/>
              <a:uFillTx/>
              <a:latin typeface="Lucida Sans Unicode"/>
              <a:ea typeface="+mn-ea"/>
              <a:cs typeface="+mn-cs"/>
            </a:endParaRPr>
          </a:p>
        </p:txBody>
      </p:sp>
      <p:sp>
        <p:nvSpPr>
          <p:cNvPr id="6" name="Footer Placeholder 5"/>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white"/>
              </a:solidFill>
              <a:effectLst/>
              <a:uLnTx/>
              <a:uFillTx/>
              <a:latin typeface="Lucida Sans Unicode"/>
              <a:ea typeface="+mn-ea"/>
              <a:cs typeface="+mn-cs"/>
            </a:endParaRPr>
          </a:p>
        </p:txBody>
      </p:sp>
      <p:sp>
        <p:nvSpPr>
          <p:cNvPr id="7" name="Slide Number Placeholder 6"/>
          <p:cNvSpPr>
            <a:spLocks noGrp="1"/>
          </p:cNvSpPr>
          <p:nvPr>
            <p:ph type="sldNum" sz="quarter" idx="12"/>
          </p:nvPr>
        </p:nvSpPr>
        <p:spPr>
          <a:xfrm>
            <a:off x="8077200" y="6356350"/>
            <a:ext cx="6096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0" lang="en-US" sz="1000" b="0" i="0" u="none" strike="noStrike" kern="1200" cap="none" spc="0" normalizeH="0" baseline="0" noProof="0" smtClean="0">
                <a:ln>
                  <a:noFill/>
                </a:ln>
                <a:solidFill>
                  <a:prstClr val="white"/>
                </a:solidFill>
                <a:effectLst/>
                <a:uLnTx/>
                <a:uFillTx/>
                <a:latin typeface="Lucida Sans Unicode"/>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none" spc="0" normalizeH="0" baseline="0" noProof="0">
              <a:ln>
                <a:noFill/>
              </a:ln>
              <a:solidFill>
                <a:prstClr val="white"/>
              </a:solidFill>
              <a:effectLst/>
              <a:uLnTx/>
              <a:uFillTx/>
              <a:latin typeface="Lucida Sans Unicode"/>
              <a:ea typeface="+mn-ea"/>
              <a:cs typeface="+mn-cs"/>
            </a:endParaRPr>
          </a:p>
        </p:txBody>
      </p:sp>
      <p:sp>
        <p:nvSpPr>
          <p:cNvPr id="3" name="Picture Placeholder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lstStyle>
            <a:lvl1pPr marL="0" indent="0">
              <a:buNone/>
              <a:defRPr sz="3200"/>
            </a:lvl1pPr>
          </a:lstStyle>
          <a:p>
            <a:r>
              <a:rPr kumimoji="0" lang="en-US" smtClean="0"/>
              <a:t>Click icon to add picture</a:t>
            </a:r>
            <a:endParaRPr kumimoji="0" lang="en-US" dirty="0"/>
          </a:p>
        </p:txBody>
      </p:sp>
      <p:sp>
        <p:nvSpPr>
          <p:cNvPr id="10" name="Freeform 9"/>
          <p:cNvSpPr>
            <a:spLocks/>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11" name="Freeform 10"/>
          <p:cNvSpPr>
            <a:spLocks/>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Tree>
  </p:cSld>
  <p:clrMapOvr>
    <a:masterClrMapping/>
  </p:clrMapOvr>
  <p:transition spd="slow">
    <p:wipe/>
  </p:transition>
  <p:timing>
    <p:tnLst>
      <p:par>
        <p:cTn id="1" dur="indefinite" restart="never" nodeType="tmRoot"/>
      </p:par>
    </p:tnLst>
  </p:timing>
</p:sldLayout>
</file>

<file path=ppt/slideLayouts/slideLayout2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1D8BD707-D9CF-40AE-B4C6-C98DA3205C09}" type="datetimeFigureOut">
              <a:rPr kumimoji="0" lang="en-US" sz="1000" b="0" i="0" u="none" strike="noStrike" kern="1200" cap="none" spc="0" normalizeH="0" baseline="0" noProof="0" smtClean="0">
                <a:ln>
                  <a:noFill/>
                </a:ln>
                <a:solidFill>
                  <a:prstClr val="black"/>
                </a:solidFill>
                <a:effectLst/>
                <a:uLnTx/>
                <a:uFillTx/>
                <a:latin typeface="Lucida Sans Unicode"/>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1/18/2026</a:t>
            </a:fld>
            <a:endParaRPr kumimoji="0" lang="en-US" sz="1000" b="0" i="0" u="none" strike="noStrike" kern="1200" cap="none" spc="0" normalizeH="0" baseline="0" noProof="0">
              <a:ln>
                <a:noFill/>
              </a:ln>
              <a:solidFill>
                <a:prstClr val="black"/>
              </a:solidFill>
              <a:effectLst/>
              <a:uLnTx/>
              <a:uFillTx/>
              <a:latin typeface="Lucida Sans Unicode"/>
              <a:ea typeface="+mn-ea"/>
              <a:cs typeface="+mn-cs"/>
            </a:endParaRPr>
          </a:p>
        </p:txBody>
      </p:sp>
      <p:sp>
        <p:nvSpPr>
          <p:cNvPr id="5" name="Footer Placeholder 4"/>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Lucida Sans Unicode"/>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0" lang="en-US" sz="1000" b="0" i="0" u="none" strike="noStrike" kern="1200" cap="none" spc="0" normalizeH="0" baseline="0" noProof="0" smtClean="0">
                <a:ln>
                  <a:noFill/>
                </a:ln>
                <a:solidFill>
                  <a:prstClr val="black"/>
                </a:solidFill>
                <a:effectLst/>
                <a:uLnTx/>
                <a:uFillTx/>
                <a:latin typeface="Lucida Sans Unicode"/>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none" spc="0" normalizeH="0" baseline="0" noProof="0">
              <a:ln>
                <a:noFill/>
              </a:ln>
              <a:solidFill>
                <a:prstClr val="black"/>
              </a:solidFill>
              <a:effectLst/>
              <a:uLnTx/>
              <a:uFillTx/>
              <a:latin typeface="Lucida Sans Unicode"/>
              <a:ea typeface="+mn-ea"/>
              <a:cs typeface="+mn-cs"/>
            </a:endParaRPr>
          </a:p>
        </p:txBody>
      </p:sp>
    </p:spTree>
  </p:cSld>
  <p:clrMapOvr>
    <a:masterClrMapping/>
  </p:clrMapOvr>
  <p:transition spd="slow">
    <p:wipe/>
  </p:transition>
  <p:timing>
    <p:tnLst>
      <p:par>
        <p:cTn id="1" dur="indefinite" restart="never" nodeType="tmRoot"/>
      </p:par>
    </p:tnLst>
  </p:timing>
</p:sldLayout>
</file>

<file path=ppt/slideLayouts/slideLayout2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914401"/>
            <a:ext cx="2057400" cy="5211763"/>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914401"/>
            <a:ext cx="6019800" cy="5211763"/>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1D8BD707-D9CF-40AE-B4C6-C98DA3205C09}" type="datetimeFigureOut">
              <a:rPr kumimoji="0" lang="en-US" sz="1000" b="0" i="0" u="none" strike="noStrike" kern="1200" cap="none" spc="0" normalizeH="0" baseline="0" noProof="0" smtClean="0">
                <a:ln>
                  <a:noFill/>
                </a:ln>
                <a:solidFill>
                  <a:prstClr val="black"/>
                </a:solidFill>
                <a:effectLst/>
                <a:uLnTx/>
                <a:uFillTx/>
                <a:latin typeface="Lucida Sans Unicode"/>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1/18/2026</a:t>
            </a:fld>
            <a:endParaRPr kumimoji="0" lang="en-US" sz="1000" b="0" i="0" u="none" strike="noStrike" kern="1200" cap="none" spc="0" normalizeH="0" baseline="0" noProof="0">
              <a:ln>
                <a:noFill/>
              </a:ln>
              <a:solidFill>
                <a:prstClr val="black"/>
              </a:solidFill>
              <a:effectLst/>
              <a:uLnTx/>
              <a:uFillTx/>
              <a:latin typeface="Lucida Sans Unicode"/>
              <a:ea typeface="+mn-ea"/>
              <a:cs typeface="+mn-cs"/>
            </a:endParaRPr>
          </a:p>
        </p:txBody>
      </p:sp>
      <p:sp>
        <p:nvSpPr>
          <p:cNvPr id="5" name="Footer Placeholder 4"/>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Lucida Sans Unicode"/>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0" lang="en-US" sz="1000" b="0" i="0" u="none" strike="noStrike" kern="1200" cap="none" spc="0" normalizeH="0" baseline="0" noProof="0" smtClean="0">
                <a:ln>
                  <a:noFill/>
                </a:ln>
                <a:solidFill>
                  <a:prstClr val="black"/>
                </a:solidFill>
                <a:effectLst/>
                <a:uLnTx/>
                <a:uFillTx/>
                <a:latin typeface="Lucida Sans Unicode"/>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none" spc="0" normalizeH="0" baseline="0" noProof="0">
              <a:ln>
                <a:noFill/>
              </a:ln>
              <a:solidFill>
                <a:prstClr val="black"/>
              </a:solidFill>
              <a:effectLst/>
              <a:uLnTx/>
              <a:uFillTx/>
              <a:latin typeface="Lucida Sans Unicode"/>
              <a:ea typeface="+mn-ea"/>
              <a:cs typeface="+mn-cs"/>
            </a:endParaRPr>
          </a:p>
        </p:txBody>
      </p:sp>
    </p:spTree>
  </p:cSld>
  <p:clrMapOvr>
    <a:masterClrMapping/>
  </p:clrMapOvr>
  <p:transition spd="slow">
    <p:wipe/>
  </p:transition>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5.xml"/><Relationship Id="rId3" Type="http://schemas.openxmlformats.org/officeDocument/2006/relationships/slideLayout" Target="../slideLayouts/slideLayout20.xml"/><Relationship Id="rId7" Type="http://schemas.openxmlformats.org/officeDocument/2006/relationships/slideLayout" Target="../slideLayouts/slideLayout24.xml"/><Relationship Id="rId12" Type="http://schemas.openxmlformats.org/officeDocument/2006/relationships/theme" Target="../theme/theme2.xml"/><Relationship Id="rId2" Type="http://schemas.openxmlformats.org/officeDocument/2006/relationships/slideLayout" Target="../slideLayouts/slideLayout19.xml"/><Relationship Id="rId1" Type="http://schemas.openxmlformats.org/officeDocument/2006/relationships/slideLayout" Target="../slideLayouts/slideLayout18.xml"/><Relationship Id="rId6" Type="http://schemas.openxmlformats.org/officeDocument/2006/relationships/slideLayout" Target="../slideLayouts/slideLayout23.xml"/><Relationship Id="rId11" Type="http://schemas.openxmlformats.org/officeDocument/2006/relationships/slideLayout" Target="../slideLayouts/slideLayout28.xml"/><Relationship Id="rId5" Type="http://schemas.openxmlformats.org/officeDocument/2006/relationships/slideLayout" Target="../slideLayouts/slideLayout22.xml"/><Relationship Id="rId10" Type="http://schemas.openxmlformats.org/officeDocument/2006/relationships/slideLayout" Target="../slideLayouts/slideLayout27.xml"/><Relationship Id="rId4" Type="http://schemas.openxmlformats.org/officeDocument/2006/relationships/slideLayout" Target="../slideLayouts/slideLayout21.xml"/><Relationship Id="rId9" Type="http://schemas.openxmlformats.org/officeDocument/2006/relationships/slideLayout" Target="../slideLayouts/slideLayout2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11802" y="0"/>
            <a:ext cx="9172472" cy="6856214"/>
            <a:chOff x="-15736" y="0"/>
            <a:chExt cx="12229962" cy="6856214"/>
          </a:xfrm>
        </p:grpSpPr>
        <p:pic>
          <p:nvPicPr>
            <p:cNvPr id="8" name="Picture 7" descr="HD-PanelContent.png"/>
            <p:cNvPicPr>
              <a:picLocks noChangeAspect="1"/>
            </p:cNvPicPr>
            <p:nvPr/>
          </p:nvPicPr>
          <p:blipFill>
            <a:blip r:embed="rId19">
              <a:extLst>
                <a:ext uri="{28A0092B-C50C-407E-A947-70E740481C1C}">
                  <a14:useLocalDpi xmlns=""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0">
              <a:extLst>
                <a:ext uri="{28A0092B-C50C-407E-A947-70E740481C1C}">
                  <a14:useLocalDpi xmlns="" xmlns:a14="http://schemas.microsoft.com/office/drawing/2010/main" val="0"/>
                </a:ext>
              </a:extLst>
            </a:blip>
            <a:srcRect/>
            <a:stretch/>
          </p:blipFill>
          <p:spPr>
            <a:xfrm>
              <a:off x="-15736" y="3153832"/>
              <a:ext cx="777240"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 xmlns:a14="http://schemas.microsoft.com/office/drawing/2010/main" val="0"/>
                </a:ext>
              </a:extLst>
            </a:blip>
            <a:srcRect/>
            <a:stretch/>
          </p:blipFill>
          <p:spPr>
            <a:xfrm>
              <a:off x="11436986" y="3153832"/>
              <a:ext cx="777240" cy="606425"/>
            </a:xfrm>
            <a:prstGeom prst="rect">
              <a:avLst/>
            </a:prstGeom>
          </p:spPr>
        </p:pic>
      </p:grpSp>
      <p:sp>
        <p:nvSpPr>
          <p:cNvPr id="2" name="Title Placeholder 1"/>
          <p:cNvSpPr>
            <a:spLocks noGrp="1"/>
          </p:cNvSpPr>
          <p:nvPr>
            <p:ph type="title"/>
          </p:nvPr>
        </p:nvSpPr>
        <p:spPr>
          <a:xfrm>
            <a:off x="971552" y="982133"/>
            <a:ext cx="7200897" cy="1303867"/>
          </a:xfrm>
          <a:prstGeom prst="rect">
            <a:avLst/>
          </a:prstGeom>
          <a:effectLst/>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971551" y="2556932"/>
            <a:ext cx="7200897" cy="3318936"/>
          </a:xfrm>
          <a:prstGeom prst="rect">
            <a:avLst/>
          </a:prstGeom>
        </p:spPr>
        <p:txBody>
          <a:bodyPr vert="horz" lIns="91440" tIns="45720" rIns="91440" bIns="45720" rtlCol="0" anchor="t">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6508126" y="5969000"/>
            <a:ext cx="1200150" cy="279400"/>
          </a:xfrm>
          <a:prstGeom prst="rect">
            <a:avLst/>
          </a:prstGeom>
        </p:spPr>
        <p:txBody>
          <a:bodyPr vert="horz" lIns="91440" tIns="45720" rIns="91440" bIns="45720" rtlCol="0" anchor="ctr"/>
          <a:lstStyle>
            <a:lvl1pPr algn="r">
              <a:defRPr sz="750" b="0" i="0">
                <a:solidFill>
                  <a:schemeClr val="tx1"/>
                </a:solidFill>
                <a:effectLst/>
                <a:latin typeface="+mn-lt"/>
              </a:defRPr>
            </a:lvl1pPr>
          </a:lstStyle>
          <a:p>
            <a:pPr defTabSz="685800"/>
            <a:fld id="{A9C1EBA7-BF6A-40D6-9B09-ECA1570F81C0}" type="datetimeFigureOut">
              <a:rPr lang="en-US" smtClean="0">
                <a:solidFill>
                  <a:prstClr val="black"/>
                </a:solidFill>
              </a:rPr>
              <a:pPr defTabSz="685800"/>
              <a:t>1/18/2026</a:t>
            </a:fld>
            <a:endParaRPr lang="en-US">
              <a:solidFill>
                <a:prstClr val="black"/>
              </a:solidFill>
            </a:endParaRPr>
          </a:p>
        </p:txBody>
      </p:sp>
      <p:sp>
        <p:nvSpPr>
          <p:cNvPr id="5" name="Footer Placeholder 4"/>
          <p:cNvSpPr>
            <a:spLocks noGrp="1"/>
          </p:cNvSpPr>
          <p:nvPr>
            <p:ph type="ftr" sz="quarter" idx="3"/>
          </p:nvPr>
        </p:nvSpPr>
        <p:spPr>
          <a:xfrm>
            <a:off x="971551" y="5969000"/>
            <a:ext cx="5479425" cy="279400"/>
          </a:xfrm>
          <a:prstGeom prst="rect">
            <a:avLst/>
          </a:prstGeom>
        </p:spPr>
        <p:txBody>
          <a:bodyPr vert="horz" lIns="91440" tIns="45720" rIns="91440" bIns="45720" rtlCol="0" anchor="ctr"/>
          <a:lstStyle>
            <a:lvl1pPr algn="l">
              <a:defRPr sz="750" b="0" i="0">
                <a:solidFill>
                  <a:schemeClr val="tx1"/>
                </a:solidFill>
                <a:effectLst/>
                <a:latin typeface="+mn-lt"/>
              </a:defRPr>
            </a:lvl1pPr>
          </a:lstStyle>
          <a:p>
            <a:pPr defTabSz="685800"/>
            <a:endParaRPr lang="en-US">
              <a:solidFill>
                <a:prstClr val="black"/>
              </a:solidFill>
            </a:endParaRPr>
          </a:p>
        </p:txBody>
      </p:sp>
      <p:sp>
        <p:nvSpPr>
          <p:cNvPr id="6" name="Slide Number Placeholder 5"/>
          <p:cNvSpPr>
            <a:spLocks noGrp="1"/>
          </p:cNvSpPr>
          <p:nvPr>
            <p:ph type="sldNum" sz="quarter" idx="4"/>
          </p:nvPr>
        </p:nvSpPr>
        <p:spPr>
          <a:xfrm>
            <a:off x="7765426" y="5969000"/>
            <a:ext cx="407023" cy="279400"/>
          </a:xfrm>
          <a:prstGeom prst="rect">
            <a:avLst/>
          </a:prstGeom>
        </p:spPr>
        <p:txBody>
          <a:bodyPr vert="horz" lIns="91440" tIns="45720" rIns="91440" bIns="45720" rtlCol="0" anchor="ctr"/>
          <a:lstStyle>
            <a:lvl1pPr algn="r">
              <a:defRPr sz="750" b="0" i="0">
                <a:solidFill>
                  <a:schemeClr val="tx1"/>
                </a:solidFill>
                <a:effectLst/>
                <a:latin typeface="+mn-lt"/>
              </a:defRPr>
            </a:lvl1pPr>
          </a:lstStyle>
          <a:p>
            <a:pPr defTabSz="685800"/>
            <a:fld id="{DE2C6E30-A1E5-4749-9373-5BAE62D9178C}" type="slidenum">
              <a:rPr lang="en-US" smtClean="0">
                <a:solidFill>
                  <a:prstClr val="black"/>
                </a:solidFill>
              </a:rPr>
              <a:pPr defTabSz="685800"/>
              <a:t>‹#›</a:t>
            </a:fld>
            <a:endParaRPr lang="en-US">
              <a:solidFill>
                <a:prstClr val="black"/>
              </a:solidFill>
            </a:endParaRPr>
          </a:p>
        </p:txBody>
      </p:sp>
    </p:spTree>
    <p:extLst>
      <p:ext uri="{BB962C8B-B14F-4D97-AF65-F5344CB8AC3E}">
        <p14:creationId xmlns="" xmlns:p14="http://schemas.microsoft.com/office/powerpoint/2010/main" val="2362079321"/>
      </p:ext>
    </p:extLst>
  </p:cSld>
  <p:clrMap bg1="lt1" tx1="dk1" bg2="lt2" tx2="dk2" accent1="accent1" accent2="accent2" accent3="accent3" accent4="accent4" accent5="accent5" accent6="accent6" hlink="hlink" folHlink="folHlink"/>
  <p:sldLayoutIdLst>
    <p:sldLayoutId id="2147483710" r:id="rId1"/>
    <p:sldLayoutId id="2147483711" r:id="rId2"/>
    <p:sldLayoutId id="2147483712" r:id="rId3"/>
    <p:sldLayoutId id="2147483713" r:id="rId4"/>
    <p:sldLayoutId id="2147483714" r:id="rId5"/>
    <p:sldLayoutId id="2147483715" r:id="rId6"/>
    <p:sldLayoutId id="2147483716" r:id="rId7"/>
    <p:sldLayoutId id="2147483717" r:id="rId8"/>
    <p:sldLayoutId id="2147483718" r:id="rId9"/>
    <p:sldLayoutId id="2147483719" r:id="rId10"/>
    <p:sldLayoutId id="2147483720" r:id="rId11"/>
    <p:sldLayoutId id="2147483721" r:id="rId12"/>
    <p:sldLayoutId id="2147483722" r:id="rId13"/>
    <p:sldLayoutId id="2147483723" r:id="rId14"/>
    <p:sldLayoutId id="2147483724" r:id="rId15"/>
    <p:sldLayoutId id="2147483725" r:id="rId16"/>
    <p:sldLayoutId id="2147483726" r:id="rId17"/>
  </p:sldLayoutIdLst>
  <p:txStyles>
    <p:titleStyle>
      <a:lvl1pPr algn="ctr" defTabSz="342900" rtl="0" eaLnBrk="1" latinLnBrk="0" hangingPunct="1">
        <a:spcBef>
          <a:spcPct val="0"/>
        </a:spcBef>
        <a:buNone/>
        <a:defRPr sz="33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14313" indent="-214313" algn="l" defTabSz="342900" rtl="0" eaLnBrk="1" latinLnBrk="0" hangingPunct="1">
        <a:spcBef>
          <a:spcPct val="20000"/>
        </a:spcBef>
        <a:spcAft>
          <a:spcPts val="45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1pPr>
      <a:lvl2pPr marL="557213" indent="-214313" algn="l" defTabSz="342900" rtl="0" eaLnBrk="1" latinLnBrk="0" hangingPunct="1">
        <a:spcBef>
          <a:spcPct val="20000"/>
        </a:spcBef>
        <a:spcAft>
          <a:spcPts val="450"/>
        </a:spcAft>
        <a:buClr>
          <a:schemeClr val="accent1"/>
        </a:buClr>
        <a:buSzPct val="115000"/>
        <a:buFont typeface="Arial"/>
        <a:buChar char="•"/>
        <a:defRPr sz="1500" kern="1200" cap="none">
          <a:solidFill>
            <a:schemeClr val="tx1">
              <a:lumMod val="85000"/>
              <a:lumOff val="15000"/>
            </a:schemeClr>
          </a:solidFill>
          <a:effectLst/>
          <a:latin typeface="+mn-lt"/>
          <a:ea typeface="+mn-ea"/>
          <a:cs typeface="+mn-cs"/>
        </a:defRPr>
      </a:lvl2pPr>
      <a:lvl3pPr marL="900113" indent="-214313" algn="l" defTabSz="342900" rtl="0" eaLnBrk="1" latinLnBrk="0" hangingPunct="1">
        <a:spcBef>
          <a:spcPct val="20000"/>
        </a:spcBef>
        <a:spcAft>
          <a:spcPts val="450"/>
        </a:spcAft>
        <a:buClr>
          <a:schemeClr val="accent1"/>
        </a:buClr>
        <a:buSzPct val="115000"/>
        <a:buFont typeface="Arial"/>
        <a:buChar char="•"/>
        <a:defRPr sz="1350" kern="1200" cap="none">
          <a:solidFill>
            <a:schemeClr val="tx1">
              <a:lumMod val="85000"/>
              <a:lumOff val="15000"/>
            </a:schemeClr>
          </a:solidFill>
          <a:effectLst/>
          <a:latin typeface="+mn-lt"/>
          <a:ea typeface="+mn-ea"/>
          <a:cs typeface="+mn-cs"/>
        </a:defRPr>
      </a:lvl3pPr>
      <a:lvl4pPr marL="1157288" indent="-128588" algn="l" defTabSz="342900" rtl="0" eaLnBrk="1" latinLnBrk="0" hangingPunct="1">
        <a:spcBef>
          <a:spcPct val="20000"/>
        </a:spcBef>
        <a:spcAft>
          <a:spcPts val="450"/>
        </a:spcAft>
        <a:buClr>
          <a:schemeClr val="accent1"/>
        </a:buClr>
        <a:buSzPct val="115000"/>
        <a:buFont typeface="Arial"/>
        <a:buChar char="•"/>
        <a:defRPr sz="1200" kern="1200" cap="none">
          <a:solidFill>
            <a:schemeClr val="tx1">
              <a:lumMod val="85000"/>
              <a:lumOff val="15000"/>
            </a:schemeClr>
          </a:solidFill>
          <a:effectLst/>
          <a:latin typeface="+mn-lt"/>
          <a:ea typeface="+mn-ea"/>
          <a:cs typeface="+mn-cs"/>
        </a:defRPr>
      </a:lvl4pPr>
      <a:lvl5pPr marL="1500188" indent="-128588" algn="l" defTabSz="342900" rtl="0" eaLnBrk="1" latinLnBrk="0" hangingPunct="1">
        <a:spcBef>
          <a:spcPct val="20000"/>
        </a:spcBef>
        <a:spcAft>
          <a:spcPts val="450"/>
        </a:spcAft>
        <a:buClr>
          <a:schemeClr val="accent1"/>
        </a:buClr>
        <a:buSzPct val="115000"/>
        <a:buFont typeface="Arial"/>
        <a:buChar char="•"/>
        <a:defRPr sz="1050" kern="1200" cap="none">
          <a:solidFill>
            <a:schemeClr val="tx1">
              <a:lumMod val="85000"/>
              <a:lumOff val="15000"/>
            </a:schemeClr>
          </a:solidFill>
          <a:effectLst/>
          <a:latin typeface="+mn-lt"/>
          <a:ea typeface="+mn-ea"/>
          <a:cs typeface="+mn-cs"/>
        </a:defRPr>
      </a:lvl5pPr>
      <a:lvl6pPr marL="1885950" indent="-171450" algn="l" defTabSz="342900" rtl="0" eaLnBrk="1" latinLnBrk="0" hangingPunct="1">
        <a:spcBef>
          <a:spcPct val="20000"/>
        </a:spcBef>
        <a:spcAft>
          <a:spcPts val="450"/>
        </a:spcAft>
        <a:buClr>
          <a:schemeClr val="accent1"/>
        </a:buClr>
        <a:buSzPct val="115000"/>
        <a:buFont typeface="Arial"/>
        <a:buChar char="•"/>
        <a:defRPr sz="1050" kern="1200" cap="none">
          <a:solidFill>
            <a:schemeClr val="tx1">
              <a:lumMod val="85000"/>
              <a:lumOff val="15000"/>
            </a:schemeClr>
          </a:solidFill>
          <a:effectLst/>
          <a:latin typeface="+mn-lt"/>
          <a:ea typeface="+mn-ea"/>
          <a:cs typeface="+mn-cs"/>
        </a:defRPr>
      </a:lvl6pPr>
      <a:lvl7pPr marL="2228850" indent="-171450" algn="l" defTabSz="342900" rtl="0" eaLnBrk="1" latinLnBrk="0" hangingPunct="1">
        <a:spcBef>
          <a:spcPct val="20000"/>
        </a:spcBef>
        <a:spcAft>
          <a:spcPts val="450"/>
        </a:spcAft>
        <a:buClr>
          <a:schemeClr val="accent1"/>
        </a:buClr>
        <a:buSzPct val="115000"/>
        <a:buFont typeface="Arial"/>
        <a:buChar char="•"/>
        <a:defRPr sz="1050" kern="1200" cap="none">
          <a:solidFill>
            <a:schemeClr val="tx1">
              <a:lumMod val="85000"/>
              <a:lumOff val="15000"/>
            </a:schemeClr>
          </a:solidFill>
          <a:effectLst/>
          <a:latin typeface="+mn-lt"/>
          <a:ea typeface="+mn-ea"/>
          <a:cs typeface="+mn-cs"/>
        </a:defRPr>
      </a:lvl7pPr>
      <a:lvl8pPr marL="2571750" indent="-171450" algn="l" defTabSz="342900" rtl="0" eaLnBrk="1" latinLnBrk="0" hangingPunct="1">
        <a:spcBef>
          <a:spcPct val="20000"/>
        </a:spcBef>
        <a:spcAft>
          <a:spcPts val="450"/>
        </a:spcAft>
        <a:buClr>
          <a:schemeClr val="accent1"/>
        </a:buClr>
        <a:buSzPct val="115000"/>
        <a:buFont typeface="Arial"/>
        <a:buChar char="•"/>
        <a:defRPr sz="1050" kern="1200" cap="none">
          <a:solidFill>
            <a:schemeClr val="tx1">
              <a:lumMod val="85000"/>
              <a:lumOff val="15000"/>
            </a:schemeClr>
          </a:solidFill>
          <a:effectLst/>
          <a:latin typeface="+mn-lt"/>
          <a:ea typeface="+mn-ea"/>
          <a:cs typeface="+mn-cs"/>
        </a:defRPr>
      </a:lvl8pPr>
      <a:lvl9pPr marL="2914650" indent="-171450" algn="l" defTabSz="342900" rtl="0" eaLnBrk="1" latinLnBrk="0" hangingPunct="1">
        <a:spcBef>
          <a:spcPct val="20000"/>
        </a:spcBef>
        <a:spcAft>
          <a:spcPts val="450"/>
        </a:spcAft>
        <a:buClr>
          <a:schemeClr val="accent1"/>
        </a:buClr>
        <a:buSzPct val="115000"/>
        <a:buFont typeface="Arial"/>
        <a:buChar char="•"/>
        <a:defRPr sz="1050" kern="1200" cap="none">
          <a:solidFill>
            <a:schemeClr val="tx1">
              <a:lumMod val="85000"/>
              <a:lumOff val="15000"/>
            </a:schemeClr>
          </a:solidFill>
          <a:effectLst/>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Freeform 6"/>
          <p:cNvSpPr>
            <a:spLocks/>
          </p:cNvSpPr>
          <p:nvPr/>
        </p:nvSpPr>
        <p:spPr bwMode="auto">
          <a:xfrm>
            <a:off x="-9525" y="-7144"/>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8" name="Freeform 7"/>
          <p:cNvSpPr>
            <a:spLocks/>
          </p:cNvSpPr>
          <p:nvPr/>
        </p:nvSpPr>
        <p:spPr bwMode="auto">
          <a:xfrm>
            <a:off x="4381500" y="-7144"/>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9" name="Title Placeholder 8"/>
          <p:cNvSpPr>
            <a:spLocks noGrp="1"/>
          </p:cNvSpPr>
          <p:nvPr>
            <p:ph type="title"/>
          </p:nvPr>
        </p:nvSpPr>
        <p:spPr>
          <a:xfrm>
            <a:off x="457200" y="704088"/>
            <a:ext cx="8229600" cy="1143000"/>
          </a:xfrm>
          <a:prstGeom prst="rect">
            <a:avLst/>
          </a:prstGeom>
        </p:spPr>
        <p:txBody>
          <a:bodyPr vert="horz" lIns="0" rIns="0" bIns="0" anchor="b">
            <a:normAutofit/>
          </a:bodyPr>
          <a:lstStyle/>
          <a:p>
            <a:r>
              <a:rPr kumimoji="0" lang="en-US" smtClean="0"/>
              <a:t>Click to edit Master title style</a:t>
            </a:r>
            <a:endParaRPr kumimoji="0" lang="en-US"/>
          </a:p>
        </p:txBody>
      </p:sp>
      <p:sp>
        <p:nvSpPr>
          <p:cNvPr id="30" name="Text Placeholder 29"/>
          <p:cNvSpPr>
            <a:spLocks noGrp="1"/>
          </p:cNvSpPr>
          <p:nvPr>
            <p:ph type="body" idx="1"/>
          </p:nvPr>
        </p:nvSpPr>
        <p:spPr>
          <a:xfrm>
            <a:off x="457200" y="1935480"/>
            <a:ext cx="8229600" cy="4389120"/>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457200" y="6356350"/>
            <a:ext cx="21336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1D8BD707-D9CF-40AE-B4C6-C98DA3205C09}" type="datetimeFigureOut">
              <a:rPr kumimoji="0" lang="en-US" sz="1000" b="0" i="0" u="none" strike="noStrike" kern="1200" cap="none" spc="0" normalizeH="0" baseline="0" noProof="0" smtClean="0">
                <a:ln>
                  <a:noFill/>
                </a:ln>
                <a:solidFill>
                  <a:prstClr val="black"/>
                </a:solidFill>
                <a:effectLst/>
                <a:uLnTx/>
                <a:uFillTx/>
                <a:latin typeface="Lucida Sans Unicode"/>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1/18/2026</a:t>
            </a:fld>
            <a:endParaRPr kumimoji="0" lang="en-US" sz="1000" b="0" i="0" u="none" strike="noStrike" kern="1200" cap="none" spc="0" normalizeH="0" baseline="0" noProof="0">
              <a:ln>
                <a:noFill/>
              </a:ln>
              <a:solidFill>
                <a:prstClr val="black"/>
              </a:solidFill>
              <a:effectLst/>
              <a:uLnTx/>
              <a:uFillTx/>
              <a:latin typeface="Lucida Sans Unicode"/>
              <a:ea typeface="+mn-ea"/>
              <a:cs typeface="+mn-cs"/>
            </a:endParaRPr>
          </a:p>
        </p:txBody>
      </p:sp>
      <p:sp>
        <p:nvSpPr>
          <p:cNvPr id="22" name="Footer Placeholder 21"/>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Lucida Sans Unicode"/>
              <a:ea typeface="+mn-ea"/>
              <a:cs typeface="+mn-cs"/>
            </a:endParaRPr>
          </a:p>
        </p:txBody>
      </p:sp>
      <p:sp>
        <p:nvSpPr>
          <p:cNvPr id="18" name="Slide Number Placeholder 17"/>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latinLnBrk="0" hangingPunct="1">
              <a:defRPr kumimoji="0" sz="1200">
                <a:solidFill>
                  <a:schemeClr val="tx2">
                    <a:shade val="90000"/>
                  </a:schemeClr>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0" lang="en-US" sz="1000" b="0" i="0" u="none" strike="noStrike" kern="1200" cap="none" spc="0" normalizeH="0" baseline="0" noProof="0" smtClean="0">
                <a:ln>
                  <a:noFill/>
                </a:ln>
                <a:solidFill>
                  <a:prstClr val="black"/>
                </a:solidFill>
                <a:effectLst/>
                <a:uLnTx/>
                <a:uFillTx/>
                <a:latin typeface="Lucida Sans Unicode"/>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none" spc="0" normalizeH="0" baseline="0" noProof="0">
              <a:ln>
                <a:noFill/>
              </a:ln>
              <a:solidFill>
                <a:prstClr val="black"/>
              </a:solidFill>
              <a:effectLst/>
              <a:uLnTx/>
              <a:uFillTx/>
              <a:latin typeface="Lucida Sans Unicode"/>
              <a:ea typeface="+mn-ea"/>
              <a:cs typeface="+mn-cs"/>
            </a:endParaRPr>
          </a:p>
        </p:txBody>
      </p:sp>
      <p:grpSp>
        <p:nvGrpSpPr>
          <p:cNvPr id="2" name="Group 1"/>
          <p:cNvGrpSpPr/>
          <p:nvPr/>
        </p:nvGrpSpPr>
        <p:grpSpPr>
          <a:xfrm>
            <a:off x="-19017" y="202408"/>
            <a:ext cx="9180548" cy="649224"/>
            <a:chOff x="-19045" y="216550"/>
            <a:chExt cx="9180548" cy="649224"/>
          </a:xfrm>
        </p:grpSpPr>
        <p:sp>
          <p:nvSpPr>
            <p:cNvPr id="12" name="Freeform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Freeform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grpSp>
    </p:spTree>
  </p:cSld>
  <p:clrMap bg1="lt1" tx1="dk1" bg2="lt2" tx2="dk2" accent1="accent1" accent2="accent2" accent3="accent3" accent4="accent4" accent5="accent5" accent6="accent6" hlink="hlink" folHlink="folHlink"/>
  <p:sldLayoutIdLst>
    <p:sldLayoutId id="2147483728" r:id="rId1"/>
    <p:sldLayoutId id="2147483729" r:id="rId2"/>
    <p:sldLayoutId id="2147483730" r:id="rId3"/>
    <p:sldLayoutId id="2147483731" r:id="rId4"/>
    <p:sldLayoutId id="2147483732" r:id="rId5"/>
    <p:sldLayoutId id="2147483733" r:id="rId6"/>
    <p:sldLayoutId id="2147483734" r:id="rId7"/>
    <p:sldLayoutId id="2147483735" r:id="rId8"/>
    <p:sldLayoutId id="2147483736" r:id="rId9"/>
    <p:sldLayoutId id="2147483737" r:id="rId10"/>
    <p:sldLayoutId id="2147483738" r:id="rId11"/>
  </p:sldLayoutIdLst>
  <p:transition spd="slow">
    <p:wipe/>
  </p:transition>
  <p:timing>
    <p:tnLst>
      <p:par>
        <p:cTn id="1" dur="indefinite" restart="never" nodeType="tmRoot"/>
      </p:par>
    </p:tnLst>
  </p:timing>
  <p:txStyles>
    <p:titleStyle>
      <a:lvl1pPr algn="l" rtl="0" eaLnBrk="1" latinLnBrk="0" hangingPunct="1">
        <a:spcBef>
          <a:spcPct val="0"/>
        </a:spcBef>
        <a:buNone/>
        <a:defRPr kumimoji="0" sz="5000" b="0" kern="1200">
          <a:ln>
            <a:noFill/>
          </a:ln>
          <a:solidFill>
            <a:schemeClr val="tx2"/>
          </a:solidFill>
          <a:effectLst/>
          <a:latin typeface="+mj-lt"/>
          <a:ea typeface="+mj-ea"/>
          <a:cs typeface="+mj-cs"/>
        </a:defRPr>
      </a:lvl1pPr>
    </p:titleStyle>
    <p:body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1.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219201"/>
            <a:ext cx="7772400" cy="1828799"/>
          </a:xfrm>
        </p:spPr>
        <p:txBody>
          <a:bodyPr>
            <a:normAutofit/>
          </a:bodyPr>
          <a:lstStyle/>
          <a:p>
            <a:pPr>
              <a:lnSpc>
                <a:spcPct val="150000"/>
              </a:lnSpc>
            </a:pPr>
            <a:r>
              <a:rPr lang="ne-NP" sz="4000" dirty="0" smtClean="0">
                <a:cs typeface="Kalimati" pitchFamily="2"/>
              </a:rPr>
              <a:t>न्यायाधीश विरुद्दका उजुरी र कारबाही</a:t>
            </a:r>
            <a:endParaRPr lang="en-US" sz="4000" dirty="0">
              <a:cs typeface="Kalimati" pitchFamily="2"/>
            </a:endParaRPr>
          </a:p>
        </p:txBody>
      </p:sp>
      <p:sp>
        <p:nvSpPr>
          <p:cNvPr id="3" name="Subtitle 2"/>
          <p:cNvSpPr>
            <a:spLocks noGrp="1"/>
          </p:cNvSpPr>
          <p:nvPr>
            <p:ph type="subTitle" idx="1"/>
          </p:nvPr>
        </p:nvSpPr>
        <p:spPr>
          <a:xfrm>
            <a:off x="685800" y="3352800"/>
            <a:ext cx="7772400" cy="1458511"/>
          </a:xfrm>
        </p:spPr>
        <p:txBody>
          <a:bodyPr>
            <a:noAutofit/>
          </a:bodyPr>
          <a:lstStyle/>
          <a:p>
            <a:pPr algn="ctr">
              <a:lnSpc>
                <a:spcPct val="150000"/>
              </a:lnSpc>
            </a:pPr>
            <a:r>
              <a:rPr lang="ne-NP" sz="1800" b="1" dirty="0" smtClean="0">
                <a:cs typeface="Kalimati" pitchFamily="2"/>
              </a:rPr>
              <a:t>महेश कुमार नेपाल</a:t>
            </a:r>
          </a:p>
          <a:p>
            <a:pPr algn="ctr">
              <a:lnSpc>
                <a:spcPct val="150000"/>
              </a:lnSpc>
            </a:pPr>
            <a:r>
              <a:rPr lang="ne-NP" sz="1800" b="1" dirty="0" smtClean="0">
                <a:cs typeface="Kalimati" pitchFamily="2"/>
              </a:rPr>
              <a:t>सदस्य</a:t>
            </a:r>
          </a:p>
          <a:p>
            <a:pPr algn="ctr">
              <a:lnSpc>
                <a:spcPct val="150000"/>
              </a:lnSpc>
            </a:pPr>
            <a:r>
              <a:rPr lang="ne-NP" sz="1800" b="1" dirty="0" smtClean="0">
                <a:cs typeface="Kalimati" pitchFamily="2"/>
              </a:rPr>
              <a:t>न्याय परिषद</a:t>
            </a:r>
            <a:endParaRPr lang="en-US" sz="1800" b="1" dirty="0">
              <a:cs typeface="Kalimati" pitchFamily="2"/>
            </a:endParaRPr>
          </a:p>
        </p:txBody>
      </p:sp>
    </p:spTree>
  </p:cSld>
  <p:clrMapOvr>
    <a:masterClrMapping/>
  </p:clrMapOvr>
  <p:transition spd="slow">
    <p:wipe dir="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304800"/>
            <a:ext cx="7772400" cy="1143000"/>
          </a:xfrm>
        </p:spPr>
        <p:style>
          <a:lnRef idx="1">
            <a:schemeClr val="accent1"/>
          </a:lnRef>
          <a:fillRef idx="2">
            <a:schemeClr val="accent1"/>
          </a:fillRef>
          <a:effectRef idx="1">
            <a:schemeClr val="accent1"/>
          </a:effectRef>
          <a:fontRef idx="minor">
            <a:schemeClr val="dk1"/>
          </a:fontRef>
        </p:style>
        <p:txBody>
          <a:bodyPr>
            <a:normAutofit/>
          </a:bodyPr>
          <a:lstStyle/>
          <a:p>
            <a:pPr algn="ctr"/>
            <a:r>
              <a:rPr lang="ne-NP" sz="4000" dirty="0" smtClean="0">
                <a:cs typeface="Kalimati" pitchFamily="2"/>
              </a:rPr>
              <a:t>प्रस्तुतीकरणका विषयवस्तुहरु</a:t>
            </a:r>
            <a:endParaRPr lang="en-US" sz="4000" dirty="0">
              <a:cs typeface="Kalimati" pitchFamily="2"/>
            </a:endParaRPr>
          </a:p>
        </p:txBody>
      </p:sp>
      <p:sp>
        <p:nvSpPr>
          <p:cNvPr id="3" name="Content Placeholder 2"/>
          <p:cNvSpPr>
            <a:spLocks noGrp="1"/>
          </p:cNvSpPr>
          <p:nvPr>
            <p:ph idx="1"/>
          </p:nvPr>
        </p:nvSpPr>
        <p:spPr>
          <a:xfrm>
            <a:off x="914400" y="1447800"/>
            <a:ext cx="7772400" cy="5029200"/>
          </a:xfrm>
        </p:spPr>
        <p:style>
          <a:lnRef idx="1">
            <a:schemeClr val="accent6"/>
          </a:lnRef>
          <a:fillRef idx="2">
            <a:schemeClr val="accent6"/>
          </a:fillRef>
          <a:effectRef idx="1">
            <a:schemeClr val="accent6"/>
          </a:effectRef>
          <a:fontRef idx="minor">
            <a:schemeClr val="dk1"/>
          </a:fontRef>
        </p:style>
        <p:txBody>
          <a:bodyPr>
            <a:normAutofit/>
          </a:bodyPr>
          <a:lstStyle/>
          <a:p>
            <a:pPr>
              <a:lnSpc>
                <a:spcPct val="150000"/>
              </a:lnSpc>
            </a:pPr>
            <a:r>
              <a:rPr lang="ne-NP" sz="2800" dirty="0" smtClean="0">
                <a:cs typeface="Kalimati" pitchFamily="2"/>
              </a:rPr>
              <a:t>न्याय परिषद</a:t>
            </a:r>
          </a:p>
          <a:p>
            <a:pPr>
              <a:lnSpc>
                <a:spcPct val="150000"/>
              </a:lnSpc>
            </a:pPr>
            <a:r>
              <a:rPr lang="ne-NP" sz="2800" dirty="0" smtClean="0">
                <a:cs typeface="Kalimati" pitchFamily="2"/>
              </a:rPr>
              <a:t>न्यायाधीश विरुद्ध पर्ने उजुरीसम्बन्धी संवैधानिक प्रावधान</a:t>
            </a:r>
          </a:p>
          <a:p>
            <a:pPr>
              <a:lnSpc>
                <a:spcPct val="150000"/>
              </a:lnSpc>
            </a:pPr>
            <a:r>
              <a:rPr lang="ne-NP" sz="2800" dirty="0" smtClean="0">
                <a:cs typeface="Kalimati" pitchFamily="2"/>
              </a:rPr>
              <a:t>न्यायाधीश विरुद्ध पर्ने उजुरीका प्रकृतिहरु</a:t>
            </a:r>
          </a:p>
          <a:p>
            <a:pPr>
              <a:lnSpc>
                <a:spcPct val="150000"/>
              </a:lnSpc>
            </a:pPr>
            <a:r>
              <a:rPr lang="ne-NP" sz="2800" dirty="0" smtClean="0">
                <a:cs typeface="Kalimati" pitchFamily="2"/>
              </a:rPr>
              <a:t>न्यायाधीश विरुद्ध पर्ने उजुरीको अवस्था</a:t>
            </a:r>
          </a:p>
          <a:p>
            <a:pPr>
              <a:lnSpc>
                <a:spcPct val="150000"/>
              </a:lnSpc>
            </a:pPr>
            <a:r>
              <a:rPr lang="ne-NP" sz="2800" dirty="0" smtClean="0">
                <a:cs typeface="Kalimati" pitchFamily="2"/>
              </a:rPr>
              <a:t>अपेक्षित भूमिका</a:t>
            </a:r>
            <a:endParaRPr lang="en-US" sz="2800" dirty="0">
              <a:cs typeface="Kalimati" pitchFamily="2"/>
            </a:endParaRPr>
          </a:p>
        </p:txBody>
      </p:sp>
    </p:spTree>
  </p:cSld>
  <p:clrMapOvr>
    <a:masterClrMapping/>
  </p:clrMapOvr>
  <p:transition spd="slow">
    <p:wipe dir="r"/>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72836" y="152400"/>
            <a:ext cx="7813964" cy="609600"/>
          </a:xfrm>
        </p:spPr>
        <p:style>
          <a:lnRef idx="1">
            <a:schemeClr val="accent1"/>
          </a:lnRef>
          <a:fillRef idx="2">
            <a:schemeClr val="accent1"/>
          </a:fillRef>
          <a:effectRef idx="1">
            <a:schemeClr val="accent1"/>
          </a:effectRef>
          <a:fontRef idx="minor">
            <a:schemeClr val="dk1"/>
          </a:fontRef>
        </p:style>
        <p:txBody>
          <a:bodyPr>
            <a:normAutofit/>
          </a:bodyPr>
          <a:lstStyle/>
          <a:p>
            <a:pPr algn="ctr"/>
            <a:r>
              <a:rPr lang="ne-NP" sz="3200" dirty="0" smtClean="0">
                <a:cs typeface="Kalimati" panose="00000400000000000000" pitchFamily="2"/>
              </a:rPr>
              <a:t>न्याय परिषदको</a:t>
            </a:r>
            <a:r>
              <a:rPr lang="en-US" sz="3200" dirty="0" smtClean="0">
                <a:cs typeface="Kalimati" panose="00000400000000000000" pitchFamily="2"/>
              </a:rPr>
              <a:t> </a:t>
            </a:r>
            <a:r>
              <a:rPr lang="ne-NP" sz="3200" dirty="0" smtClean="0">
                <a:cs typeface="Kalimati" panose="00000400000000000000" pitchFamily="2"/>
              </a:rPr>
              <a:t> पृष्ठभूमि</a:t>
            </a:r>
            <a:endParaRPr lang="en-US" sz="3200" dirty="0">
              <a:cs typeface="Kalimati" panose="00000400000000000000" pitchFamily="2"/>
            </a:endParaRPr>
          </a:p>
        </p:txBody>
      </p:sp>
      <p:sp>
        <p:nvSpPr>
          <p:cNvPr id="3" name="Content Placeholder 2"/>
          <p:cNvSpPr>
            <a:spLocks noGrp="1"/>
          </p:cNvSpPr>
          <p:nvPr>
            <p:ph idx="1"/>
          </p:nvPr>
        </p:nvSpPr>
        <p:spPr>
          <a:xfrm>
            <a:off x="457200" y="762000"/>
            <a:ext cx="8229600" cy="5943600"/>
          </a:xfrm>
        </p:spPr>
        <p:style>
          <a:lnRef idx="1">
            <a:schemeClr val="accent6"/>
          </a:lnRef>
          <a:fillRef idx="2">
            <a:schemeClr val="accent6"/>
          </a:fillRef>
          <a:effectRef idx="1">
            <a:schemeClr val="accent6"/>
          </a:effectRef>
          <a:fontRef idx="minor">
            <a:schemeClr val="dk1"/>
          </a:fontRef>
        </p:style>
        <p:txBody>
          <a:bodyPr>
            <a:normAutofit lnSpcReduction="10000"/>
          </a:bodyPr>
          <a:lstStyle/>
          <a:p>
            <a:pPr>
              <a:lnSpc>
                <a:spcPct val="150000"/>
              </a:lnSpc>
            </a:pPr>
            <a:r>
              <a:rPr lang="ne-NP" sz="2400" b="1" dirty="0">
                <a:cs typeface="Kalimati" pitchFamily="2"/>
              </a:rPr>
              <a:t>नेपाल अधिराज्यको संविधान</a:t>
            </a:r>
            <a:r>
              <a:rPr lang="en-US" sz="2400" b="1" dirty="0">
                <a:cs typeface="Kalimati" pitchFamily="2"/>
              </a:rPr>
              <a:t>,</a:t>
            </a:r>
            <a:r>
              <a:rPr lang="ne-NP" sz="2400" b="1" dirty="0">
                <a:cs typeface="Kalimati" pitchFamily="2"/>
              </a:rPr>
              <a:t> २०४७</a:t>
            </a:r>
            <a:r>
              <a:rPr lang="en-US" sz="2400" b="1" dirty="0">
                <a:cs typeface="Kalimati" pitchFamily="2"/>
              </a:rPr>
              <a:t> </a:t>
            </a:r>
            <a:r>
              <a:rPr lang="ne-NP" sz="2400" b="1" dirty="0">
                <a:cs typeface="Kalimati" pitchFamily="2"/>
              </a:rPr>
              <a:t>को धारा </a:t>
            </a:r>
            <a:r>
              <a:rPr lang="ne-NP" sz="2400" b="1" dirty="0" smtClean="0">
                <a:cs typeface="Kalimati" pitchFamily="2"/>
              </a:rPr>
              <a:t>९३</a:t>
            </a:r>
            <a:r>
              <a:rPr lang="en-US" sz="2400" b="1" dirty="0" smtClean="0">
                <a:cs typeface="Kalimati" pitchFamily="2"/>
              </a:rPr>
              <a:t>,</a:t>
            </a:r>
            <a:r>
              <a:rPr lang="ne-NP" sz="2400" b="1" dirty="0" smtClean="0">
                <a:cs typeface="Kalimati" pitchFamily="2"/>
              </a:rPr>
              <a:t> नेपालको </a:t>
            </a:r>
            <a:r>
              <a:rPr lang="ne-NP" sz="2400" b="1" dirty="0">
                <a:cs typeface="Kalimati" pitchFamily="2"/>
              </a:rPr>
              <a:t>अन्तरिम संविधान</a:t>
            </a:r>
            <a:r>
              <a:rPr lang="en-US" sz="2400" b="1" dirty="0">
                <a:cs typeface="Kalimati" pitchFamily="2"/>
              </a:rPr>
              <a:t>,</a:t>
            </a:r>
            <a:r>
              <a:rPr lang="ne-NP" sz="2400" b="1" dirty="0">
                <a:cs typeface="Kalimati" pitchFamily="2"/>
              </a:rPr>
              <a:t> २०६३ को धारा </a:t>
            </a:r>
            <a:r>
              <a:rPr lang="ne-NP" sz="2400" b="1" dirty="0" smtClean="0">
                <a:cs typeface="Kalimati" pitchFamily="2"/>
              </a:rPr>
              <a:t>११३</a:t>
            </a:r>
            <a:r>
              <a:rPr lang="en-US" sz="2400" b="1" dirty="0">
                <a:cs typeface="Kalimati" pitchFamily="2"/>
              </a:rPr>
              <a:t> </a:t>
            </a:r>
            <a:r>
              <a:rPr lang="ne-NP" sz="2400" b="1" dirty="0" smtClean="0">
                <a:cs typeface="Kalimati" pitchFamily="2"/>
              </a:rPr>
              <a:t>र नेपालको </a:t>
            </a:r>
            <a:r>
              <a:rPr lang="ne-NP" sz="2400" b="1" dirty="0">
                <a:cs typeface="Kalimati" pitchFamily="2"/>
              </a:rPr>
              <a:t>संविधानको धारा </a:t>
            </a:r>
            <a:r>
              <a:rPr lang="ne-NP" sz="2400" b="1" dirty="0" smtClean="0">
                <a:cs typeface="Kalimati" pitchFamily="2"/>
              </a:rPr>
              <a:t>१५३</a:t>
            </a:r>
            <a:endParaRPr lang="en-US" sz="2400" b="1" dirty="0">
              <a:cs typeface="Kalimati" pitchFamily="2"/>
            </a:endParaRPr>
          </a:p>
          <a:p>
            <a:pPr marL="342900" lvl="0" indent="-342900" algn="just">
              <a:lnSpc>
                <a:spcPct val="150000"/>
              </a:lnSpc>
              <a:spcBef>
                <a:spcPct val="20000"/>
              </a:spcBef>
              <a:buClrTx/>
              <a:buSzTx/>
              <a:buFont typeface="Arial" pitchFamily="34" charset="0"/>
              <a:buChar char="•"/>
            </a:pPr>
            <a:r>
              <a:rPr lang="ne-NP" sz="2400" dirty="0" smtClean="0">
                <a:solidFill>
                  <a:prstClr val="black"/>
                </a:solidFill>
                <a:latin typeface="Calibri"/>
                <a:cs typeface="Kalimati" pitchFamily="2"/>
              </a:rPr>
              <a:t>संविधान बमोजिम न्यायाधीशको नियुक्ति, सरुवा, अनुशासन सम्बन्धी कारबाही, बर्खासी र न्याय प्रशासन सम्बन्धी अन्य विषयको सिफारिस गर्ने वा परामर्श दिने </a:t>
            </a:r>
            <a:r>
              <a:rPr lang="en-US" sz="2400" dirty="0" smtClean="0">
                <a:solidFill>
                  <a:prstClr val="black"/>
                </a:solidFill>
                <a:latin typeface="Calibri"/>
                <a:cs typeface="Kalimati" pitchFamily="2"/>
              </a:rPr>
              <a:t>- </a:t>
            </a:r>
            <a:r>
              <a:rPr lang="ne-NP" sz="2400" dirty="0" smtClean="0">
                <a:solidFill>
                  <a:prstClr val="black"/>
                </a:solidFill>
                <a:latin typeface="Calibri"/>
                <a:cs typeface="Kalimati" pitchFamily="2"/>
              </a:rPr>
              <a:t>नेपालको संविधानको धारा 153 </a:t>
            </a:r>
            <a:r>
              <a:rPr lang="en-US" sz="2400" dirty="0" smtClean="0">
                <a:solidFill>
                  <a:prstClr val="black"/>
                </a:solidFill>
                <a:latin typeface="Calibri"/>
                <a:cs typeface="Kalimati" pitchFamily="2"/>
              </a:rPr>
              <a:t>(</a:t>
            </a:r>
            <a:r>
              <a:rPr lang="ne-NP" sz="2400" dirty="0" smtClean="0">
                <a:solidFill>
                  <a:prstClr val="black"/>
                </a:solidFill>
                <a:latin typeface="Calibri"/>
                <a:cs typeface="Kalimati" pitchFamily="2"/>
              </a:rPr>
              <a:t>१) ।</a:t>
            </a:r>
          </a:p>
          <a:p>
            <a:pPr marL="342900" lvl="0" indent="-342900" algn="just">
              <a:lnSpc>
                <a:spcPct val="150000"/>
              </a:lnSpc>
              <a:spcBef>
                <a:spcPct val="20000"/>
              </a:spcBef>
              <a:buClrTx/>
              <a:buSzTx/>
              <a:buFont typeface="Arial" pitchFamily="34" charset="0"/>
              <a:buChar char="•"/>
            </a:pPr>
            <a:r>
              <a:rPr lang="ne-NP" sz="2400" dirty="0" smtClean="0">
                <a:solidFill>
                  <a:prstClr val="black"/>
                </a:solidFill>
                <a:latin typeface="Calibri"/>
                <a:cs typeface="Kalimati" pitchFamily="2"/>
              </a:rPr>
              <a:t>न्याय परिषदको अध्यक्ष तथा सदस्यले कुनै न्यायाधीशको सम्बन्धमा पर्न आएको उजुरीसँग सम्बद्ध मुद्दाको अध्ययन गरी न्याय परिषदमा त्यसको प्रतिवेदन दिन सक्ने </a:t>
            </a:r>
            <a:r>
              <a:rPr lang="en-US" sz="2400" dirty="0" smtClean="0">
                <a:solidFill>
                  <a:prstClr val="black"/>
                </a:solidFill>
                <a:latin typeface="Calibri"/>
                <a:cs typeface="Kalimati" pitchFamily="2"/>
              </a:rPr>
              <a:t>- </a:t>
            </a:r>
            <a:r>
              <a:rPr lang="ne-NP" sz="2400" dirty="0" smtClean="0">
                <a:solidFill>
                  <a:prstClr val="black"/>
                </a:solidFill>
                <a:latin typeface="Calibri"/>
                <a:cs typeface="Kalimati" pitchFamily="2"/>
              </a:rPr>
              <a:t>नेपालको संविधानको धारा 153 </a:t>
            </a:r>
            <a:r>
              <a:rPr lang="en-US" sz="2400" dirty="0" smtClean="0">
                <a:solidFill>
                  <a:prstClr val="black"/>
                </a:solidFill>
                <a:latin typeface="Calibri"/>
                <a:cs typeface="Kalimati" pitchFamily="2"/>
              </a:rPr>
              <a:t>(</a:t>
            </a:r>
            <a:r>
              <a:rPr lang="ne-NP" sz="2400" dirty="0" smtClean="0">
                <a:solidFill>
                  <a:prstClr val="black"/>
                </a:solidFill>
                <a:latin typeface="Calibri"/>
                <a:cs typeface="Kalimati" pitchFamily="2"/>
              </a:rPr>
              <a:t>४) ।</a:t>
            </a:r>
          </a:p>
          <a:p>
            <a:pPr marL="342900" lvl="0" indent="-342900" algn="just">
              <a:lnSpc>
                <a:spcPct val="150000"/>
              </a:lnSpc>
              <a:spcBef>
                <a:spcPct val="20000"/>
              </a:spcBef>
              <a:buClrTx/>
              <a:buSzTx/>
              <a:buFont typeface="Arial" pitchFamily="34" charset="0"/>
              <a:buChar char="•"/>
            </a:pPr>
            <a:endParaRPr lang="ne-NP" sz="2000" b="1" dirty="0" smtClean="0">
              <a:solidFill>
                <a:prstClr val="black"/>
              </a:solidFill>
              <a:latin typeface="Times New Roman" pitchFamily="18" charset="0"/>
              <a:cs typeface="Times New Roman" pitchFamily="18" charset="0"/>
            </a:endParaRPr>
          </a:p>
          <a:p>
            <a:endParaRPr lang="en-US" dirty="0"/>
          </a:p>
        </p:txBody>
      </p:sp>
    </p:spTree>
    <p:extLst>
      <p:ext uri="{BB962C8B-B14F-4D97-AF65-F5344CB8AC3E}">
        <p14:creationId xmlns="" xmlns:p14="http://schemas.microsoft.com/office/powerpoint/2010/main" val="2608780690"/>
      </p:ext>
    </p:extLst>
  </p:cSld>
  <p:clrMapOvr>
    <a:masterClrMapping/>
  </p:clrMapOvr>
  <p:transition spd="slow">
    <p:wipe dir="r"/>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0"/>
            <a:ext cx="7772400" cy="609600"/>
          </a:xfrm>
        </p:spPr>
        <p:style>
          <a:lnRef idx="1">
            <a:schemeClr val="accent1"/>
          </a:lnRef>
          <a:fillRef idx="2">
            <a:schemeClr val="accent1"/>
          </a:fillRef>
          <a:effectRef idx="1">
            <a:schemeClr val="accent1"/>
          </a:effectRef>
          <a:fontRef idx="minor">
            <a:schemeClr val="dk1"/>
          </a:fontRef>
        </p:style>
        <p:txBody>
          <a:bodyPr>
            <a:normAutofit fontScale="90000"/>
          </a:bodyPr>
          <a:lstStyle/>
          <a:p>
            <a:pPr algn="ctr"/>
            <a:r>
              <a:rPr lang="ne-NP" sz="3100" dirty="0" smtClean="0"/>
              <a:t/>
            </a:r>
            <a:br>
              <a:rPr lang="ne-NP" sz="3100" dirty="0" smtClean="0"/>
            </a:br>
            <a:r>
              <a:rPr lang="ne-NP" sz="3100" dirty="0"/>
              <a:t/>
            </a:r>
            <a:br>
              <a:rPr lang="ne-NP" sz="3100" dirty="0"/>
            </a:br>
            <a:r>
              <a:rPr lang="ne-NP" sz="3100" dirty="0" smtClean="0"/>
              <a:t/>
            </a:r>
            <a:br>
              <a:rPr lang="ne-NP" sz="3100" dirty="0" smtClean="0"/>
            </a:br>
            <a:r>
              <a:rPr lang="ne-NP" sz="3100" dirty="0" smtClean="0"/>
              <a:t/>
            </a:r>
            <a:br>
              <a:rPr lang="ne-NP" sz="3100" dirty="0" smtClean="0"/>
            </a:br>
            <a:r>
              <a:rPr lang="ne-NP" sz="2700" dirty="0" smtClean="0">
                <a:cs typeface="Kalimati" panose="00000400000000000000" pitchFamily="2"/>
              </a:rPr>
              <a:t> </a:t>
            </a:r>
            <a:r>
              <a:rPr lang="ne-NP" sz="3100" dirty="0" smtClean="0"/>
              <a:t/>
            </a:r>
            <a:br>
              <a:rPr lang="ne-NP" sz="3100" dirty="0" smtClean="0"/>
            </a:br>
            <a:r>
              <a:rPr lang="ne-NP" sz="3100" dirty="0" smtClean="0"/>
              <a:t>क्रमश</a:t>
            </a:r>
            <a:r>
              <a:rPr lang="en-US" sz="3100" dirty="0" smtClean="0"/>
              <a:t>:</a:t>
            </a:r>
            <a:r>
              <a:rPr lang="ne-NP" sz="3100" dirty="0"/>
              <a:t/>
            </a:r>
            <a:br>
              <a:rPr lang="ne-NP" sz="3100" dirty="0"/>
            </a:br>
            <a:r>
              <a:rPr lang="ne-NP" sz="3100" dirty="0" smtClean="0"/>
              <a:t/>
            </a:r>
            <a:br>
              <a:rPr lang="ne-NP" sz="3100" dirty="0" smtClean="0"/>
            </a:br>
            <a:r>
              <a:rPr lang="ne-NP" sz="3100" dirty="0" smtClean="0"/>
              <a:t/>
            </a:r>
            <a:br>
              <a:rPr lang="ne-NP" sz="3100" dirty="0" smtClean="0"/>
            </a:br>
            <a:r>
              <a:rPr lang="ne-NP" dirty="0"/>
              <a:t/>
            </a:r>
            <a:br>
              <a:rPr lang="ne-NP" dirty="0"/>
            </a:br>
            <a:r>
              <a:rPr lang="ne-NP" sz="2700" dirty="0" smtClean="0">
                <a:cs typeface="Kalimati" panose="00000400000000000000" pitchFamily="2"/>
              </a:rPr>
              <a:t>..</a:t>
            </a:r>
            <a:endParaRPr lang="en-US" sz="2700" dirty="0">
              <a:cs typeface="Kalimati" panose="00000400000000000000" pitchFamily="2"/>
            </a:endParaRPr>
          </a:p>
        </p:txBody>
      </p:sp>
      <p:sp>
        <p:nvSpPr>
          <p:cNvPr id="3" name="Content Placeholder 2"/>
          <p:cNvSpPr>
            <a:spLocks noGrp="1"/>
          </p:cNvSpPr>
          <p:nvPr>
            <p:ph idx="1"/>
          </p:nvPr>
        </p:nvSpPr>
        <p:spPr bwMode="ltGray">
          <a:xfrm>
            <a:off x="914400" y="685800"/>
            <a:ext cx="7772400" cy="6019800"/>
          </a:xfrm>
        </p:spPr>
        <p:style>
          <a:lnRef idx="1">
            <a:schemeClr val="accent6"/>
          </a:lnRef>
          <a:fillRef idx="2">
            <a:schemeClr val="accent6"/>
          </a:fillRef>
          <a:effectRef idx="1">
            <a:schemeClr val="accent6"/>
          </a:effectRef>
          <a:fontRef idx="minor">
            <a:schemeClr val="dk1"/>
          </a:fontRef>
        </p:style>
        <p:txBody>
          <a:bodyPr>
            <a:normAutofit/>
          </a:bodyPr>
          <a:lstStyle/>
          <a:p>
            <a:pPr marL="342900" lvl="0" indent="-342900" algn="just">
              <a:lnSpc>
                <a:spcPct val="150000"/>
              </a:lnSpc>
              <a:spcBef>
                <a:spcPct val="20000"/>
              </a:spcBef>
              <a:buClrTx/>
              <a:buSzTx/>
              <a:buFont typeface="Arial" pitchFamily="34" charset="0"/>
              <a:buChar char="•"/>
            </a:pPr>
            <a:r>
              <a:rPr lang="ne-NP" sz="2400" dirty="0" smtClean="0">
                <a:solidFill>
                  <a:prstClr val="black"/>
                </a:solidFill>
                <a:latin typeface="Calibri"/>
                <a:cs typeface="Kalimati" pitchFamily="2"/>
              </a:rPr>
              <a:t>कुनै </a:t>
            </a:r>
            <a:r>
              <a:rPr lang="ne-NP" sz="2400" dirty="0">
                <a:solidFill>
                  <a:prstClr val="black"/>
                </a:solidFill>
                <a:latin typeface="Calibri"/>
                <a:cs typeface="Kalimati" pitchFamily="2"/>
              </a:rPr>
              <a:t>न्यायाधीशको विषयमा पर्न आएको उजुरीको सम्बन्धमा प्रारम्भिक छानबीन गराउँदा विशेषज्ञबाट विस्तृत छानबीन गर्नुपर्ने देखिएमा न्याय परिषदले जाँचबुझ समिति गठन गर्न सक्ने </a:t>
            </a:r>
            <a:r>
              <a:rPr lang="en-US" sz="2400" dirty="0">
                <a:solidFill>
                  <a:prstClr val="black"/>
                </a:solidFill>
                <a:latin typeface="Calibri"/>
                <a:cs typeface="Kalimati" pitchFamily="2"/>
              </a:rPr>
              <a:t>- </a:t>
            </a:r>
            <a:r>
              <a:rPr lang="ne-NP" sz="2400" dirty="0">
                <a:solidFill>
                  <a:prstClr val="black"/>
                </a:solidFill>
                <a:latin typeface="Calibri"/>
                <a:cs typeface="Kalimati" pitchFamily="2"/>
              </a:rPr>
              <a:t>नेपालको संविधानको धारा 153 </a:t>
            </a:r>
            <a:r>
              <a:rPr lang="en-US" sz="2400" dirty="0" smtClean="0">
                <a:solidFill>
                  <a:prstClr val="black"/>
                </a:solidFill>
                <a:latin typeface="Calibri"/>
                <a:cs typeface="Kalimati" pitchFamily="2"/>
              </a:rPr>
              <a:t>(</a:t>
            </a:r>
            <a:r>
              <a:rPr lang="ne-NP" sz="2400" dirty="0" smtClean="0">
                <a:solidFill>
                  <a:prstClr val="black"/>
                </a:solidFill>
                <a:latin typeface="Calibri"/>
                <a:cs typeface="Kalimati" pitchFamily="2"/>
              </a:rPr>
              <a:t>५) </a:t>
            </a:r>
            <a:r>
              <a:rPr lang="ne-NP" sz="2400" dirty="0">
                <a:solidFill>
                  <a:prstClr val="black"/>
                </a:solidFill>
                <a:latin typeface="Calibri"/>
                <a:cs typeface="Kalimati" pitchFamily="2"/>
              </a:rPr>
              <a:t>।</a:t>
            </a:r>
          </a:p>
          <a:p>
            <a:pPr marL="342900" indent="-342900" algn="just">
              <a:lnSpc>
                <a:spcPct val="150000"/>
              </a:lnSpc>
              <a:spcBef>
                <a:spcPct val="20000"/>
              </a:spcBef>
              <a:buClrTx/>
              <a:buSzTx/>
              <a:buFont typeface="Arial" pitchFamily="34" charset="0"/>
              <a:buChar char="•"/>
            </a:pPr>
            <a:r>
              <a:rPr lang="ne-NP" sz="2400" dirty="0" smtClean="0">
                <a:solidFill>
                  <a:prstClr val="black"/>
                </a:solidFill>
                <a:latin typeface="Calibri"/>
                <a:cs typeface="Kalimati" pitchFamily="2"/>
              </a:rPr>
              <a:t>संविधान </a:t>
            </a:r>
            <a:r>
              <a:rPr lang="ne-NP" sz="2400" dirty="0">
                <a:solidFill>
                  <a:prstClr val="black"/>
                </a:solidFill>
                <a:latin typeface="Calibri"/>
                <a:cs typeface="Kalimati" pitchFamily="2"/>
              </a:rPr>
              <a:t>बमोजिम महाभियोगको कारबाहीबाट पदमुक्त हुन सक्ने न्यायाधीश बाहेक अन्य न्यायाधीशले भ्रष्टाचार गरी अख्तियारको दुरुपयोग गरेकोमा न्याय परिषदले अनुसन्धान गरी कानून बमोजिम मुद्दा चलाउन </a:t>
            </a:r>
            <a:r>
              <a:rPr lang="ne-NP" sz="2400" dirty="0" smtClean="0">
                <a:solidFill>
                  <a:prstClr val="black"/>
                </a:solidFill>
                <a:latin typeface="Calibri"/>
                <a:cs typeface="Kalimati" pitchFamily="2"/>
              </a:rPr>
              <a:t>सक्ने</a:t>
            </a:r>
            <a:r>
              <a:rPr lang="en-US" sz="2400" dirty="0">
                <a:solidFill>
                  <a:prstClr val="black"/>
                </a:solidFill>
                <a:latin typeface="Calibri"/>
                <a:cs typeface="Kalimati" pitchFamily="2"/>
              </a:rPr>
              <a:t>- </a:t>
            </a:r>
            <a:r>
              <a:rPr lang="ne-NP" sz="2400" dirty="0">
                <a:solidFill>
                  <a:prstClr val="black"/>
                </a:solidFill>
                <a:latin typeface="Calibri"/>
                <a:cs typeface="Kalimati" pitchFamily="2"/>
              </a:rPr>
              <a:t>नेपालको संविधानको धारा 153 </a:t>
            </a:r>
            <a:r>
              <a:rPr lang="en-US" sz="2400" dirty="0" smtClean="0">
                <a:solidFill>
                  <a:prstClr val="black"/>
                </a:solidFill>
                <a:latin typeface="Calibri"/>
                <a:cs typeface="Kalimati" pitchFamily="2"/>
              </a:rPr>
              <a:t>(</a:t>
            </a:r>
            <a:r>
              <a:rPr lang="ne-NP" sz="2400" dirty="0" smtClean="0">
                <a:solidFill>
                  <a:prstClr val="black"/>
                </a:solidFill>
                <a:latin typeface="Calibri"/>
                <a:cs typeface="Kalimati" pitchFamily="2"/>
              </a:rPr>
              <a:t>६) </a:t>
            </a:r>
            <a:r>
              <a:rPr lang="ne-NP" sz="2400" dirty="0">
                <a:solidFill>
                  <a:prstClr val="black"/>
                </a:solidFill>
                <a:latin typeface="Calibri"/>
                <a:cs typeface="Kalimati" pitchFamily="2"/>
              </a:rPr>
              <a:t>।</a:t>
            </a:r>
          </a:p>
          <a:p>
            <a:endParaRPr lang="en-US" dirty="0"/>
          </a:p>
        </p:txBody>
      </p:sp>
    </p:spTree>
    <p:extLst>
      <p:ext uri="{BB962C8B-B14F-4D97-AF65-F5344CB8AC3E}">
        <p14:creationId xmlns="" xmlns:p14="http://schemas.microsoft.com/office/powerpoint/2010/main" val="2862859667"/>
      </p:ext>
    </p:extLst>
  </p:cSld>
  <p:clrMapOvr>
    <a:masterClrMapping/>
  </p:clrMapOvr>
  <p:transition spd="slow">
    <p:wipe dir="r"/>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152400"/>
            <a:ext cx="7772400" cy="685800"/>
          </a:xfrm>
        </p:spPr>
        <p:style>
          <a:lnRef idx="1">
            <a:schemeClr val="accent1"/>
          </a:lnRef>
          <a:fillRef idx="2">
            <a:schemeClr val="accent1"/>
          </a:fillRef>
          <a:effectRef idx="1">
            <a:schemeClr val="accent1"/>
          </a:effectRef>
          <a:fontRef idx="minor">
            <a:schemeClr val="dk1"/>
          </a:fontRef>
        </p:style>
        <p:txBody>
          <a:bodyPr/>
          <a:lstStyle/>
          <a:p>
            <a:pPr algn="ctr"/>
            <a:r>
              <a:rPr lang="ne-NP" sz="2400" dirty="0">
                <a:solidFill>
                  <a:prstClr val="black"/>
                </a:solidFill>
                <a:latin typeface="Perpetua"/>
                <a:ea typeface="+mn-ea"/>
                <a:cs typeface="Kalimati" panose="00000400000000000000" pitchFamily="2"/>
              </a:rPr>
              <a:t>न्यायाधीश विरुद्ध पर्ने उजुरी सम्बन्धी संवैधानिक प्रावधान</a:t>
            </a:r>
            <a:endParaRPr lang="en-US" dirty="0"/>
          </a:p>
        </p:txBody>
      </p:sp>
      <p:sp>
        <p:nvSpPr>
          <p:cNvPr id="3" name="Content Placeholder 2"/>
          <p:cNvSpPr>
            <a:spLocks noGrp="1"/>
          </p:cNvSpPr>
          <p:nvPr>
            <p:ph idx="1"/>
          </p:nvPr>
        </p:nvSpPr>
        <p:spPr>
          <a:xfrm>
            <a:off x="914400" y="990600"/>
            <a:ext cx="7772400" cy="5715000"/>
          </a:xfrm>
        </p:spPr>
        <p:style>
          <a:lnRef idx="1">
            <a:schemeClr val="accent6"/>
          </a:lnRef>
          <a:fillRef idx="2">
            <a:schemeClr val="accent6"/>
          </a:fillRef>
          <a:effectRef idx="1">
            <a:schemeClr val="accent6"/>
          </a:effectRef>
          <a:fontRef idx="minor">
            <a:schemeClr val="dk1"/>
          </a:fontRef>
        </p:style>
        <p:txBody>
          <a:bodyPr>
            <a:normAutofit fontScale="92500"/>
          </a:bodyPr>
          <a:lstStyle/>
          <a:p>
            <a:pPr algn="just">
              <a:lnSpc>
                <a:spcPct val="150000"/>
              </a:lnSpc>
            </a:pPr>
            <a:r>
              <a:rPr lang="ne-NP" sz="2000" dirty="0" smtClean="0">
                <a:solidFill>
                  <a:srgbClr val="202122"/>
                </a:solidFill>
                <a:latin typeface="Arial" panose="020B0604020202020204" pitchFamily="34" charset="0"/>
                <a:cs typeface="Kalimati" panose="00000400000000000000" pitchFamily="2"/>
              </a:rPr>
              <a:t>कार्यक्षमताको </a:t>
            </a:r>
            <a:r>
              <a:rPr lang="ne-NP" sz="2000" dirty="0">
                <a:solidFill>
                  <a:srgbClr val="202122"/>
                </a:solidFill>
                <a:latin typeface="Arial" panose="020B0604020202020204" pitchFamily="34" charset="0"/>
                <a:cs typeface="Kalimati" panose="00000400000000000000" pitchFamily="2"/>
              </a:rPr>
              <a:t>अभाव, खराब आचरण, इमानदारी पूर्वक आफ्नो कर्तव्यको पालन नगरेको, बदनियतपूर्वक कामकारबाही गरेको वा निजले पालन गर्नु पर्ने आचारसंहिताको गम्भीर उल्लंघन गरेको आधारमा न्याय परिषदको सिफारिसमा प्रधान न्यायाधीशले पदमुक्त </a:t>
            </a:r>
            <a:r>
              <a:rPr lang="ne-NP" sz="2000" dirty="0" smtClean="0">
                <a:solidFill>
                  <a:srgbClr val="202122"/>
                </a:solidFill>
                <a:latin typeface="Arial" panose="020B0604020202020204" pitchFamily="34" charset="0"/>
                <a:cs typeface="Kalimati" panose="00000400000000000000" pitchFamily="2"/>
              </a:rPr>
              <a:t>गरेमा -</a:t>
            </a:r>
            <a:r>
              <a:rPr lang="en-US" sz="2000" dirty="0" smtClean="0">
                <a:solidFill>
                  <a:srgbClr val="202122"/>
                </a:solidFill>
                <a:latin typeface="Arial" panose="020B0604020202020204" pitchFamily="34" charset="0"/>
                <a:cs typeface="Kalimati" panose="00000400000000000000" pitchFamily="2"/>
              </a:rPr>
              <a:t> </a:t>
            </a:r>
            <a:r>
              <a:rPr lang="ne-NP" sz="2000" dirty="0" smtClean="0">
                <a:solidFill>
                  <a:srgbClr val="202122"/>
                </a:solidFill>
                <a:latin typeface="Arial" panose="020B0604020202020204" pitchFamily="34" charset="0"/>
                <a:cs typeface="Kalimati" panose="00000400000000000000" pitchFamily="2"/>
              </a:rPr>
              <a:t>नेपालको संविधानको धारा १४२</a:t>
            </a:r>
            <a:r>
              <a:rPr lang="en-US" sz="2000" dirty="0" smtClean="0">
                <a:solidFill>
                  <a:srgbClr val="202122"/>
                </a:solidFill>
                <a:latin typeface="Arial" panose="020B0604020202020204" pitchFamily="34" charset="0"/>
                <a:cs typeface="Kalimati" panose="00000400000000000000" pitchFamily="2"/>
              </a:rPr>
              <a:t>(</a:t>
            </a:r>
            <a:r>
              <a:rPr lang="ne-NP" sz="2000" dirty="0" smtClean="0">
                <a:solidFill>
                  <a:srgbClr val="202122"/>
                </a:solidFill>
                <a:latin typeface="Arial" panose="020B0604020202020204" pitchFamily="34" charset="0"/>
                <a:cs typeface="Kalimati" panose="00000400000000000000" pitchFamily="2"/>
              </a:rPr>
              <a:t>१</a:t>
            </a:r>
            <a:r>
              <a:rPr lang="en-US" sz="2000" dirty="0" smtClean="0">
                <a:solidFill>
                  <a:srgbClr val="202122"/>
                </a:solidFill>
                <a:latin typeface="Arial" panose="020B0604020202020204" pitchFamily="34" charset="0"/>
                <a:cs typeface="Kalimati" panose="00000400000000000000" pitchFamily="2"/>
              </a:rPr>
              <a:t>)(</a:t>
            </a:r>
            <a:r>
              <a:rPr lang="ne-NP" sz="2000" dirty="0" smtClean="0">
                <a:solidFill>
                  <a:srgbClr val="202122"/>
                </a:solidFill>
                <a:latin typeface="Arial" panose="020B0604020202020204" pitchFamily="34" charset="0"/>
                <a:cs typeface="Kalimati" panose="00000400000000000000" pitchFamily="2"/>
              </a:rPr>
              <a:t>ग</a:t>
            </a:r>
            <a:r>
              <a:rPr lang="en-US" sz="2000" dirty="0" smtClean="0">
                <a:solidFill>
                  <a:srgbClr val="202122"/>
                </a:solidFill>
                <a:latin typeface="Arial" panose="020B0604020202020204" pitchFamily="34" charset="0"/>
                <a:cs typeface="Kalimati" panose="00000400000000000000" pitchFamily="2"/>
              </a:rPr>
              <a:t>)</a:t>
            </a:r>
            <a:r>
              <a:rPr lang="ne-NP" sz="2000" dirty="0" smtClean="0">
                <a:solidFill>
                  <a:srgbClr val="202122"/>
                </a:solidFill>
                <a:latin typeface="Arial" panose="020B0604020202020204" pitchFamily="34" charset="0"/>
                <a:cs typeface="Kalimati" panose="00000400000000000000" pitchFamily="2"/>
              </a:rPr>
              <a:t> र १४९</a:t>
            </a:r>
            <a:r>
              <a:rPr lang="en-US" sz="2000" dirty="0" smtClean="0">
                <a:solidFill>
                  <a:srgbClr val="202122"/>
                </a:solidFill>
                <a:latin typeface="Arial" panose="020B0604020202020204" pitchFamily="34" charset="0"/>
                <a:cs typeface="Kalimati" panose="00000400000000000000" pitchFamily="2"/>
              </a:rPr>
              <a:t>(</a:t>
            </a:r>
            <a:r>
              <a:rPr lang="ne-NP" sz="2000" dirty="0" smtClean="0">
                <a:solidFill>
                  <a:srgbClr val="202122"/>
                </a:solidFill>
                <a:latin typeface="Arial" panose="020B0604020202020204" pitchFamily="34" charset="0"/>
                <a:cs typeface="Kalimati" panose="00000400000000000000" pitchFamily="2"/>
              </a:rPr>
              <a:t>६</a:t>
            </a:r>
            <a:r>
              <a:rPr lang="en-US" sz="2000" dirty="0" smtClean="0">
                <a:solidFill>
                  <a:srgbClr val="202122"/>
                </a:solidFill>
                <a:latin typeface="Arial" panose="020B0604020202020204" pitchFamily="34" charset="0"/>
                <a:cs typeface="Kalimati" panose="00000400000000000000" pitchFamily="2"/>
              </a:rPr>
              <a:t>)(</a:t>
            </a:r>
            <a:r>
              <a:rPr lang="ne-NP" sz="2000" dirty="0">
                <a:solidFill>
                  <a:srgbClr val="202122"/>
                </a:solidFill>
                <a:latin typeface="Arial" panose="020B0604020202020204" pitchFamily="34" charset="0"/>
                <a:cs typeface="Kalimati" panose="00000400000000000000" pitchFamily="2"/>
              </a:rPr>
              <a:t>ग</a:t>
            </a:r>
            <a:r>
              <a:rPr lang="en-US" sz="2000" dirty="0">
                <a:solidFill>
                  <a:srgbClr val="202122"/>
                </a:solidFill>
                <a:latin typeface="Arial" panose="020B0604020202020204" pitchFamily="34" charset="0"/>
                <a:cs typeface="Kalimati" panose="00000400000000000000" pitchFamily="2"/>
              </a:rPr>
              <a:t>)</a:t>
            </a:r>
            <a:r>
              <a:rPr lang="ne-NP" sz="2000" dirty="0">
                <a:solidFill>
                  <a:srgbClr val="202122"/>
                </a:solidFill>
                <a:latin typeface="Arial" panose="020B0604020202020204" pitchFamily="34" charset="0"/>
                <a:cs typeface="Kalimati" panose="00000400000000000000" pitchFamily="2"/>
              </a:rPr>
              <a:t> </a:t>
            </a:r>
            <a:r>
              <a:rPr lang="ne-NP" sz="2000" dirty="0" smtClean="0">
                <a:solidFill>
                  <a:srgbClr val="202122"/>
                </a:solidFill>
                <a:latin typeface="Arial" panose="020B0604020202020204" pitchFamily="34" charset="0"/>
                <a:cs typeface="Kalimati" panose="00000400000000000000" pitchFamily="2"/>
              </a:rPr>
              <a:t>।</a:t>
            </a:r>
          </a:p>
          <a:p>
            <a:pPr algn="just">
              <a:lnSpc>
                <a:spcPct val="150000"/>
              </a:lnSpc>
            </a:pPr>
            <a:r>
              <a:rPr lang="ne-NP" sz="2000" dirty="0">
                <a:solidFill>
                  <a:srgbClr val="202122"/>
                </a:solidFill>
                <a:latin typeface="Arial" panose="020B0604020202020204" pitchFamily="34" charset="0"/>
                <a:cs typeface="Kalimati" panose="00000400000000000000" pitchFamily="2"/>
              </a:rPr>
              <a:t>शारीरिक वा मानसिक अस्वस्थताको कारण सेवामा रही कार्य सम्पादन गर्न असमर्थ रहेको भनी प्रधान न्यायाधीशको हकमा संवैधानिक परिषद र </a:t>
            </a:r>
            <a:r>
              <a:rPr lang="ne-NP" sz="2000" dirty="0" smtClean="0">
                <a:solidFill>
                  <a:srgbClr val="202122"/>
                </a:solidFill>
                <a:latin typeface="Arial" panose="020B0604020202020204" pitchFamily="34" charset="0"/>
                <a:cs typeface="Kalimati" panose="00000400000000000000" pitchFamily="2"/>
              </a:rPr>
              <a:t>सर्वोच्च </a:t>
            </a:r>
            <a:r>
              <a:rPr lang="ne-NP" sz="2000" dirty="0">
                <a:solidFill>
                  <a:srgbClr val="202122"/>
                </a:solidFill>
                <a:latin typeface="Arial" panose="020B0604020202020204" pitchFamily="34" charset="0"/>
                <a:cs typeface="Kalimati" panose="00000400000000000000" pitchFamily="2"/>
              </a:rPr>
              <a:t>अदालतको न्यायाधीशको हकमा न्याय परिषदको सिफारिसमा राष्ट्रपतिले पदमुक्त </a:t>
            </a:r>
            <a:r>
              <a:rPr lang="ne-NP" sz="2000" dirty="0" smtClean="0">
                <a:solidFill>
                  <a:srgbClr val="202122"/>
                </a:solidFill>
                <a:latin typeface="Arial" panose="020B0604020202020204" pitchFamily="34" charset="0"/>
                <a:cs typeface="Kalimati" panose="00000400000000000000" pitchFamily="2"/>
              </a:rPr>
              <a:t>गरेमा</a:t>
            </a:r>
            <a:r>
              <a:rPr lang="ne-NP" sz="2000" dirty="0">
                <a:solidFill>
                  <a:srgbClr val="202122"/>
                </a:solidFill>
                <a:latin typeface="Arial" panose="020B0604020202020204" pitchFamily="34" charset="0"/>
                <a:cs typeface="Kalimati" panose="00000400000000000000" pitchFamily="2"/>
              </a:rPr>
              <a:t>-नेपालको संविधानको धारा </a:t>
            </a:r>
            <a:r>
              <a:rPr lang="ne-NP" sz="2000" dirty="0" smtClean="0">
                <a:solidFill>
                  <a:srgbClr val="202122"/>
                </a:solidFill>
                <a:latin typeface="Arial" panose="020B0604020202020204" pitchFamily="34" charset="0"/>
                <a:cs typeface="Kalimati" panose="00000400000000000000" pitchFamily="2"/>
              </a:rPr>
              <a:t>१३१</a:t>
            </a:r>
            <a:r>
              <a:rPr lang="en-US" sz="2000" dirty="0" smtClean="0">
                <a:solidFill>
                  <a:srgbClr val="202122"/>
                </a:solidFill>
                <a:latin typeface="Arial" panose="020B0604020202020204" pitchFamily="34" charset="0"/>
                <a:cs typeface="Kalimati" panose="00000400000000000000" pitchFamily="2"/>
              </a:rPr>
              <a:t>(</a:t>
            </a:r>
            <a:r>
              <a:rPr lang="ne-NP" sz="2000" dirty="0">
                <a:solidFill>
                  <a:srgbClr val="202122"/>
                </a:solidFill>
                <a:latin typeface="Arial" panose="020B0604020202020204" pitchFamily="34" charset="0"/>
                <a:cs typeface="Kalimati" panose="00000400000000000000" pitchFamily="2"/>
              </a:rPr>
              <a:t>घ</a:t>
            </a:r>
            <a:r>
              <a:rPr lang="en-US" sz="2000" dirty="0" smtClean="0">
                <a:solidFill>
                  <a:srgbClr val="202122"/>
                </a:solidFill>
                <a:latin typeface="Arial" panose="020B0604020202020204" pitchFamily="34" charset="0"/>
                <a:cs typeface="Kalimati" panose="00000400000000000000" pitchFamily="2"/>
              </a:rPr>
              <a:t>)</a:t>
            </a:r>
            <a:r>
              <a:rPr lang="ne-NP" sz="2000" dirty="0" smtClean="0">
                <a:solidFill>
                  <a:srgbClr val="202122"/>
                </a:solidFill>
                <a:latin typeface="Arial" panose="020B0604020202020204" pitchFamily="34" charset="0"/>
                <a:cs typeface="Kalimati" panose="00000400000000000000" pitchFamily="2"/>
              </a:rPr>
              <a:t> । </a:t>
            </a:r>
            <a:endParaRPr lang="ne-NP" sz="2000" dirty="0">
              <a:solidFill>
                <a:srgbClr val="202122"/>
              </a:solidFill>
              <a:latin typeface="Arial" panose="020B0604020202020204" pitchFamily="34" charset="0"/>
              <a:cs typeface="Kalimati" panose="00000400000000000000" pitchFamily="2"/>
            </a:endParaRPr>
          </a:p>
          <a:p>
            <a:pPr lvl="0" algn="just">
              <a:lnSpc>
                <a:spcPct val="150000"/>
              </a:lnSpc>
              <a:buClr>
                <a:srgbClr val="D34817"/>
              </a:buClr>
            </a:pPr>
            <a:r>
              <a:rPr lang="ne-NP" sz="2000" dirty="0">
                <a:solidFill>
                  <a:srgbClr val="202122"/>
                </a:solidFill>
                <a:latin typeface="Arial" panose="020B0604020202020204" pitchFamily="34" charset="0"/>
                <a:cs typeface="Kalimati" panose="00000400000000000000" pitchFamily="2"/>
              </a:rPr>
              <a:t>शारीरिक वा मानसिक अस्वस्थताको कारण सेवामा रही कार्य सम्पादन गर्न असमर्थ रहेको भनी न्यायपरिषदको सिफारिसमा प्रधान न्यायाधीशले पदमुक्त </a:t>
            </a:r>
            <a:r>
              <a:rPr lang="ne-NP" sz="2000" dirty="0" smtClean="0">
                <a:solidFill>
                  <a:srgbClr val="202122"/>
                </a:solidFill>
                <a:latin typeface="Arial" panose="020B0604020202020204" pitchFamily="34" charset="0"/>
                <a:cs typeface="Kalimati" panose="00000400000000000000" pitchFamily="2"/>
              </a:rPr>
              <a:t>गरेमा-नेपालको </a:t>
            </a:r>
            <a:r>
              <a:rPr lang="ne-NP" sz="2000" dirty="0">
                <a:solidFill>
                  <a:srgbClr val="202122"/>
                </a:solidFill>
                <a:latin typeface="Arial" panose="020B0604020202020204" pitchFamily="34" charset="0"/>
                <a:cs typeface="Kalimati" panose="00000400000000000000" pitchFamily="2"/>
              </a:rPr>
              <a:t>संविधानको धारा १४२</a:t>
            </a:r>
            <a:r>
              <a:rPr lang="en-US" sz="2000" dirty="0">
                <a:solidFill>
                  <a:srgbClr val="202122"/>
                </a:solidFill>
                <a:latin typeface="Arial" panose="020B0604020202020204" pitchFamily="34" charset="0"/>
                <a:cs typeface="Kalimati" panose="00000400000000000000" pitchFamily="2"/>
              </a:rPr>
              <a:t>(</a:t>
            </a:r>
            <a:r>
              <a:rPr lang="ne-NP" sz="2000" dirty="0">
                <a:solidFill>
                  <a:srgbClr val="202122"/>
                </a:solidFill>
                <a:latin typeface="Arial" panose="020B0604020202020204" pitchFamily="34" charset="0"/>
                <a:cs typeface="Kalimati" panose="00000400000000000000" pitchFamily="2"/>
              </a:rPr>
              <a:t>१</a:t>
            </a:r>
            <a:r>
              <a:rPr lang="en-US" sz="2000" dirty="0" smtClean="0">
                <a:solidFill>
                  <a:srgbClr val="202122"/>
                </a:solidFill>
                <a:latin typeface="Arial" panose="020B0604020202020204" pitchFamily="34" charset="0"/>
                <a:cs typeface="Kalimati" panose="00000400000000000000" pitchFamily="2"/>
              </a:rPr>
              <a:t>)(</a:t>
            </a:r>
            <a:r>
              <a:rPr lang="ne-NP" sz="2000" dirty="0" smtClean="0">
                <a:solidFill>
                  <a:srgbClr val="202122"/>
                </a:solidFill>
                <a:latin typeface="Arial" panose="020B0604020202020204" pitchFamily="34" charset="0"/>
                <a:cs typeface="Kalimati" panose="00000400000000000000" pitchFamily="2"/>
              </a:rPr>
              <a:t>घ</a:t>
            </a:r>
            <a:r>
              <a:rPr lang="en-US" sz="2000" dirty="0" smtClean="0">
                <a:solidFill>
                  <a:srgbClr val="202122"/>
                </a:solidFill>
                <a:latin typeface="Arial" panose="020B0604020202020204" pitchFamily="34" charset="0"/>
                <a:cs typeface="Kalimati" panose="00000400000000000000" pitchFamily="2"/>
              </a:rPr>
              <a:t>)</a:t>
            </a:r>
            <a:r>
              <a:rPr lang="ne-NP" sz="2000" dirty="0" smtClean="0">
                <a:solidFill>
                  <a:srgbClr val="202122"/>
                </a:solidFill>
                <a:latin typeface="Arial" panose="020B0604020202020204" pitchFamily="34" charset="0"/>
                <a:cs typeface="Kalimati" panose="00000400000000000000" pitchFamily="2"/>
              </a:rPr>
              <a:t> </a:t>
            </a:r>
            <a:r>
              <a:rPr lang="ne-NP" sz="2000" dirty="0">
                <a:solidFill>
                  <a:srgbClr val="202122"/>
                </a:solidFill>
                <a:latin typeface="Arial" panose="020B0604020202020204" pitchFamily="34" charset="0"/>
                <a:cs typeface="Kalimati" panose="00000400000000000000" pitchFamily="2"/>
              </a:rPr>
              <a:t>र १४९</a:t>
            </a:r>
            <a:r>
              <a:rPr lang="en-US" sz="2000" dirty="0">
                <a:solidFill>
                  <a:srgbClr val="202122"/>
                </a:solidFill>
                <a:latin typeface="Arial" panose="020B0604020202020204" pitchFamily="34" charset="0"/>
                <a:cs typeface="Kalimati" panose="00000400000000000000" pitchFamily="2"/>
              </a:rPr>
              <a:t>(</a:t>
            </a:r>
            <a:r>
              <a:rPr lang="ne-NP" sz="2000" dirty="0">
                <a:solidFill>
                  <a:srgbClr val="202122"/>
                </a:solidFill>
                <a:latin typeface="Arial" panose="020B0604020202020204" pitchFamily="34" charset="0"/>
                <a:cs typeface="Kalimati" panose="00000400000000000000" pitchFamily="2"/>
              </a:rPr>
              <a:t>६</a:t>
            </a:r>
            <a:r>
              <a:rPr lang="en-US" sz="2000" dirty="0" smtClean="0">
                <a:solidFill>
                  <a:srgbClr val="202122"/>
                </a:solidFill>
                <a:latin typeface="Arial" panose="020B0604020202020204" pitchFamily="34" charset="0"/>
                <a:cs typeface="Kalimati" panose="00000400000000000000" pitchFamily="2"/>
              </a:rPr>
              <a:t>)(</a:t>
            </a:r>
            <a:r>
              <a:rPr lang="ne-NP" sz="2000" dirty="0" smtClean="0">
                <a:solidFill>
                  <a:srgbClr val="202122"/>
                </a:solidFill>
                <a:latin typeface="Arial" panose="020B0604020202020204" pitchFamily="34" charset="0"/>
                <a:cs typeface="Kalimati" panose="00000400000000000000" pitchFamily="2"/>
              </a:rPr>
              <a:t>घ</a:t>
            </a:r>
            <a:r>
              <a:rPr lang="en-US" sz="2000" dirty="0" smtClean="0">
                <a:solidFill>
                  <a:srgbClr val="202122"/>
                </a:solidFill>
                <a:latin typeface="Arial" panose="020B0604020202020204" pitchFamily="34" charset="0"/>
                <a:cs typeface="Kalimati" panose="00000400000000000000" pitchFamily="2"/>
              </a:rPr>
              <a:t>)</a:t>
            </a:r>
            <a:r>
              <a:rPr lang="ne-NP" sz="2000" dirty="0" smtClean="0">
                <a:solidFill>
                  <a:srgbClr val="202122"/>
                </a:solidFill>
                <a:latin typeface="Arial" panose="020B0604020202020204" pitchFamily="34" charset="0"/>
                <a:cs typeface="Kalimati" panose="00000400000000000000" pitchFamily="2"/>
              </a:rPr>
              <a:t> </a:t>
            </a:r>
            <a:r>
              <a:rPr lang="ne-NP" sz="2000" dirty="0">
                <a:solidFill>
                  <a:srgbClr val="202122"/>
                </a:solidFill>
                <a:latin typeface="Arial" panose="020B0604020202020204" pitchFamily="34" charset="0"/>
                <a:cs typeface="Kalimati" panose="00000400000000000000" pitchFamily="2"/>
              </a:rPr>
              <a:t>।</a:t>
            </a:r>
          </a:p>
          <a:p>
            <a:pPr algn="just">
              <a:lnSpc>
                <a:spcPct val="150000"/>
              </a:lnSpc>
            </a:pPr>
            <a:endParaRPr lang="en-US" sz="2000" dirty="0">
              <a:solidFill>
                <a:srgbClr val="202122"/>
              </a:solidFill>
              <a:latin typeface="Arial" panose="020B0604020202020204" pitchFamily="34" charset="0"/>
              <a:cs typeface="Kalimati" panose="00000400000000000000" pitchFamily="2"/>
            </a:endParaRPr>
          </a:p>
        </p:txBody>
      </p:sp>
    </p:spTree>
    <p:extLst>
      <p:ext uri="{BB962C8B-B14F-4D97-AF65-F5344CB8AC3E}">
        <p14:creationId xmlns="" xmlns:p14="http://schemas.microsoft.com/office/powerpoint/2010/main" val="880006884"/>
      </p:ext>
    </p:extLst>
  </p:cSld>
  <p:clrMapOvr>
    <a:masterClrMapping/>
  </p:clrMapOvr>
  <p:transition spd="slow">
    <p:wipe dir="r"/>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pPr algn="ctr"/>
            <a:r>
              <a:rPr lang="ne-NP" dirty="0" smtClean="0"/>
              <a:t>क्रमश</a:t>
            </a:r>
            <a:r>
              <a:rPr lang="en-US" dirty="0" smtClean="0"/>
              <a:t>:</a:t>
            </a:r>
            <a:endParaRPr lang="en-US" dirty="0"/>
          </a:p>
        </p:txBody>
      </p:sp>
      <p:sp>
        <p:nvSpPr>
          <p:cNvPr id="2" name="Content Placeholder 1"/>
          <p:cNvSpPr>
            <a:spLocks noGrp="1"/>
          </p:cNvSpPr>
          <p:nvPr>
            <p:ph idx="1"/>
          </p:nvPr>
        </p:nvSpPr>
        <p:spPr/>
        <p:txBody>
          <a:bodyPr>
            <a:normAutofit/>
          </a:bodyPr>
          <a:lstStyle/>
          <a:p>
            <a:pPr marL="571500" indent="-571500">
              <a:buFont typeface="Arial" panose="020B0604020202020204" pitchFamily="34" charset="0"/>
              <a:buChar char="•"/>
              <a:defRPr/>
            </a:pPr>
            <a:r>
              <a:rPr lang="ne-NP" sz="2400" dirty="0" smtClean="0">
                <a:effectLst>
                  <a:outerShdw blurRad="38100" dist="38100" dir="2700000" algn="tl">
                    <a:srgbClr val="000000">
                      <a:alpha val="43137"/>
                    </a:srgbClr>
                  </a:outerShdw>
                </a:effectLst>
                <a:latin typeface="Kokila" pitchFamily="34" charset="0"/>
                <a:cs typeface="Kalimati" pitchFamily="2"/>
              </a:rPr>
              <a:t>नियमक निकायका रुपमा</a:t>
            </a:r>
            <a:r>
              <a:rPr lang="en-US" sz="2400" dirty="0" smtClean="0">
                <a:effectLst>
                  <a:outerShdw blurRad="38100" dist="38100" dir="2700000" algn="tl">
                    <a:srgbClr val="000000">
                      <a:alpha val="43137"/>
                    </a:srgbClr>
                  </a:outerShdw>
                </a:effectLst>
                <a:latin typeface="Kokila" pitchFamily="34" charset="0"/>
                <a:cs typeface="Kalimati" pitchFamily="2"/>
              </a:rPr>
              <a:t> </a:t>
            </a:r>
            <a:r>
              <a:rPr lang="ne-NP" sz="2400" dirty="0" smtClean="0">
                <a:effectLst>
                  <a:outerShdw blurRad="38100" dist="38100" dir="2700000" algn="tl">
                    <a:srgbClr val="000000">
                      <a:alpha val="43137"/>
                    </a:srgbClr>
                  </a:outerShdw>
                </a:effectLst>
                <a:latin typeface="Kokila" pitchFamily="34" charset="0"/>
                <a:cs typeface="Kalimati" pitchFamily="2"/>
              </a:rPr>
              <a:t>न्याय परिषद रहेको ।</a:t>
            </a:r>
          </a:p>
          <a:p>
            <a:pPr marL="571500" indent="-571500">
              <a:buFont typeface="Arial" panose="020B0604020202020204" pitchFamily="34" charset="0"/>
              <a:buChar char="•"/>
              <a:defRPr/>
            </a:pPr>
            <a:r>
              <a:rPr lang="ne-NP" sz="2400" dirty="0" smtClean="0">
                <a:effectLst>
                  <a:outerShdw blurRad="38100" dist="38100" dir="2700000" algn="tl">
                    <a:srgbClr val="000000">
                      <a:alpha val="43137"/>
                    </a:srgbClr>
                  </a:outerShdw>
                </a:effectLst>
                <a:latin typeface="Kokila" pitchFamily="34" charset="0"/>
                <a:cs typeface="Kalimati" pitchFamily="2"/>
              </a:rPr>
              <a:t>न्यायाधीशको काम कारबाहीको निरिक्षण, अनुगमन र निगरानी राख्ने दायित्व संबिधानत: न्याय परिषदको हुने</a:t>
            </a:r>
          </a:p>
          <a:p>
            <a:pPr marL="571500" indent="-571500">
              <a:buFont typeface="Arial" panose="020B0604020202020204" pitchFamily="34" charset="0"/>
              <a:buChar char="•"/>
              <a:defRPr/>
            </a:pPr>
            <a:r>
              <a:rPr lang="ne-NP" sz="2400" dirty="0" smtClean="0">
                <a:effectLst>
                  <a:outerShdw blurRad="38100" dist="38100" dir="2700000" algn="tl">
                    <a:srgbClr val="000000">
                      <a:alpha val="43137"/>
                    </a:srgbClr>
                  </a:outerShdw>
                </a:effectLst>
                <a:latin typeface="Kokila" pitchFamily="34" charset="0"/>
                <a:cs typeface="Kalimati" pitchFamily="2"/>
              </a:rPr>
              <a:t>परिषदले कार्यक्षमताको अभाव, पदिय कर्तब्यको पालन इमान्दारीपूर्वक नगरेको र  खराब आचरणमा न्यायाधीशलाई बर्खास्त गर्ने सम्मको कारबाही गर्न सक्ने ।</a:t>
            </a:r>
          </a:p>
          <a:p>
            <a:endParaRPr lang="en-US" sz="2400" dirty="0">
              <a:cs typeface="Kalimati" pitchFamily="2"/>
            </a:endParaRPr>
          </a:p>
        </p:txBody>
      </p:sp>
    </p:spTree>
  </p:cSld>
  <p:clrMapOvr>
    <a:masterClrMapping/>
  </p:clrMapOvr>
  <p:transition spd="slow">
    <p:wipe dir="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152400"/>
            <a:ext cx="7772400" cy="762000"/>
          </a:xfrm>
        </p:spPr>
        <p:style>
          <a:lnRef idx="1">
            <a:schemeClr val="accent1"/>
          </a:lnRef>
          <a:fillRef idx="2">
            <a:schemeClr val="accent1"/>
          </a:fillRef>
          <a:effectRef idx="1">
            <a:schemeClr val="accent1"/>
          </a:effectRef>
          <a:fontRef idx="minor">
            <a:schemeClr val="dk1"/>
          </a:fontRef>
        </p:style>
        <p:txBody>
          <a:bodyPr>
            <a:normAutofit/>
          </a:bodyPr>
          <a:lstStyle/>
          <a:p>
            <a:pPr marL="274320" lvl="0" indent="-274320" algn="ctr">
              <a:lnSpc>
                <a:spcPct val="150000"/>
              </a:lnSpc>
              <a:spcBef>
                <a:spcPts val="580"/>
              </a:spcBef>
            </a:pPr>
            <a:r>
              <a:rPr lang="ne-NP" sz="2800" dirty="0" smtClean="0">
                <a:solidFill>
                  <a:prstClr val="black"/>
                </a:solidFill>
                <a:latin typeface="Perpetua"/>
                <a:cs typeface="Kalimati" pitchFamily="2"/>
              </a:rPr>
              <a:t>न्यायाधीश विरुद्ध पर्ने उजुरीका प्रकृतिहरु</a:t>
            </a:r>
            <a:endParaRPr lang="en-US" dirty="0"/>
          </a:p>
        </p:txBody>
      </p:sp>
      <p:sp>
        <p:nvSpPr>
          <p:cNvPr id="3" name="Content Placeholder 2"/>
          <p:cNvSpPr>
            <a:spLocks noGrp="1"/>
          </p:cNvSpPr>
          <p:nvPr>
            <p:ph idx="1"/>
          </p:nvPr>
        </p:nvSpPr>
        <p:spPr>
          <a:xfrm>
            <a:off x="914400" y="914400"/>
            <a:ext cx="7772400" cy="5715000"/>
          </a:xfrm>
        </p:spPr>
        <p:style>
          <a:lnRef idx="1">
            <a:schemeClr val="accent6"/>
          </a:lnRef>
          <a:fillRef idx="2">
            <a:schemeClr val="accent6"/>
          </a:fillRef>
          <a:effectRef idx="1">
            <a:schemeClr val="accent6"/>
          </a:effectRef>
          <a:fontRef idx="minor">
            <a:schemeClr val="dk1"/>
          </a:fontRef>
        </p:style>
        <p:txBody>
          <a:bodyPr>
            <a:normAutofit fontScale="85000" lnSpcReduction="10000"/>
          </a:bodyPr>
          <a:lstStyle/>
          <a:p>
            <a:pPr algn="just">
              <a:lnSpc>
                <a:spcPct val="150000"/>
              </a:lnSpc>
            </a:pPr>
            <a:r>
              <a:rPr lang="ne-NP" sz="2800" b="1" dirty="0">
                <a:cs typeface="Kalimati" pitchFamily="2"/>
              </a:rPr>
              <a:t>कार्यक्षमताको </a:t>
            </a:r>
            <a:r>
              <a:rPr lang="ne-NP" sz="2800" b="1" dirty="0" smtClean="0">
                <a:cs typeface="Kalimati" pitchFamily="2"/>
              </a:rPr>
              <a:t>अभाव- </a:t>
            </a:r>
            <a:r>
              <a:rPr lang="ne-NP" sz="2800" dirty="0" smtClean="0">
                <a:cs typeface="Kalimati" pitchFamily="2"/>
              </a:rPr>
              <a:t>९ वटा </a:t>
            </a:r>
            <a:r>
              <a:rPr lang="en-US" sz="2800" dirty="0" smtClean="0">
                <a:latin typeface="Times New Roman" pitchFamily="18" charset="0"/>
                <a:cs typeface="Times New Roman" pitchFamily="18" charset="0"/>
              </a:rPr>
              <a:t>checklis</a:t>
            </a:r>
            <a:r>
              <a:rPr lang="en-US" sz="2800" dirty="0" smtClean="0"/>
              <a:t>t-</a:t>
            </a:r>
            <a:r>
              <a:rPr lang="ne-NP" sz="2800" dirty="0" smtClean="0"/>
              <a:t> </a:t>
            </a:r>
            <a:r>
              <a:rPr lang="ne-NP" sz="2800" dirty="0">
                <a:cs typeface="Kalimati" pitchFamily="2"/>
              </a:rPr>
              <a:t>न्याय परिषद </a:t>
            </a:r>
            <a:r>
              <a:rPr lang="ne-NP" sz="2800" dirty="0" smtClean="0">
                <a:cs typeface="Kalimati" pitchFamily="2"/>
              </a:rPr>
              <a:t>ऐन</a:t>
            </a:r>
            <a:r>
              <a:rPr lang="en-US" sz="2800" dirty="0" smtClean="0">
                <a:cs typeface="Kalimati" pitchFamily="2"/>
              </a:rPr>
              <a:t>,</a:t>
            </a:r>
            <a:r>
              <a:rPr lang="ne-NP" sz="2800" dirty="0" smtClean="0">
                <a:cs typeface="Kalimati" pitchFamily="2"/>
              </a:rPr>
              <a:t> २०७३ को</a:t>
            </a:r>
            <a:r>
              <a:rPr lang="ne-NP" sz="2800" dirty="0" smtClean="0"/>
              <a:t> </a:t>
            </a:r>
            <a:r>
              <a:rPr lang="ne-NP" sz="2800" dirty="0">
                <a:cs typeface="Kalimati" pitchFamily="2"/>
              </a:rPr>
              <a:t>दफा १०</a:t>
            </a:r>
            <a:r>
              <a:rPr lang="ne-NP" sz="2800" dirty="0" smtClean="0">
                <a:cs typeface="Kalimati" pitchFamily="2"/>
              </a:rPr>
              <a:t>।</a:t>
            </a:r>
          </a:p>
          <a:p>
            <a:pPr algn="just">
              <a:lnSpc>
                <a:spcPct val="150000"/>
              </a:lnSpc>
            </a:pPr>
            <a:r>
              <a:rPr lang="ne-NP" sz="2800" b="1" dirty="0">
                <a:cs typeface="Kalimati" pitchFamily="2"/>
              </a:rPr>
              <a:t>खराव आचरण वा आचार संहिताको गम्भीर </a:t>
            </a:r>
            <a:r>
              <a:rPr lang="ne-NP" sz="2800" b="1" dirty="0" smtClean="0">
                <a:cs typeface="Kalimati" pitchFamily="2"/>
              </a:rPr>
              <a:t>उल्लंघन</a:t>
            </a:r>
            <a:r>
              <a:rPr lang="ne-NP" sz="2800" dirty="0" smtClean="0">
                <a:cs typeface="Kalimati" pitchFamily="2"/>
              </a:rPr>
              <a:t>- ८ वटा </a:t>
            </a:r>
            <a:r>
              <a:rPr lang="en-US" sz="2800" dirty="0" smtClean="0">
                <a:cs typeface="Kalimati" pitchFamily="2"/>
              </a:rPr>
              <a:t>Checklist</a:t>
            </a:r>
            <a:r>
              <a:rPr lang="ne-NP" sz="2800" dirty="0" smtClean="0">
                <a:cs typeface="Kalimati" pitchFamily="2"/>
              </a:rPr>
              <a:t> </a:t>
            </a:r>
            <a:r>
              <a:rPr lang="en-US" sz="2800" dirty="0" smtClean="0">
                <a:cs typeface="Kalimati" pitchFamily="2"/>
              </a:rPr>
              <a:t>-</a:t>
            </a:r>
            <a:r>
              <a:rPr lang="ne-NP" sz="2800" dirty="0" smtClean="0">
                <a:cs typeface="Kalimati" pitchFamily="2"/>
              </a:rPr>
              <a:t> </a:t>
            </a:r>
            <a:r>
              <a:rPr lang="ne-NP" sz="2800" dirty="0">
                <a:cs typeface="Kalimati" pitchFamily="2"/>
              </a:rPr>
              <a:t>दफा ११।</a:t>
            </a:r>
          </a:p>
          <a:p>
            <a:pPr algn="just">
              <a:lnSpc>
                <a:spcPct val="150000"/>
              </a:lnSpc>
            </a:pPr>
            <a:r>
              <a:rPr lang="ne-NP" sz="2800" b="1" dirty="0" smtClean="0">
                <a:cs typeface="Kalimati" pitchFamily="2"/>
              </a:rPr>
              <a:t>इमान्दारीपूर्वक </a:t>
            </a:r>
            <a:r>
              <a:rPr lang="ne-NP" sz="2800" b="1" dirty="0">
                <a:cs typeface="Kalimati" pitchFamily="2"/>
              </a:rPr>
              <a:t>कर्तव्य पालना नगरेको वा बदनियतपूर्वकको काम </a:t>
            </a:r>
            <a:r>
              <a:rPr lang="ne-NP" sz="2800" b="1" dirty="0" smtClean="0">
                <a:cs typeface="Kalimati" pitchFamily="2"/>
              </a:rPr>
              <a:t>कारवाही </a:t>
            </a:r>
            <a:r>
              <a:rPr lang="ne-NP" sz="2800" dirty="0" smtClean="0">
                <a:cs typeface="Kalimati" pitchFamily="2"/>
              </a:rPr>
              <a:t>- ५ वटा </a:t>
            </a:r>
            <a:r>
              <a:rPr lang="en-US" sz="2800" dirty="0" smtClean="0">
                <a:cs typeface="Kalimati" pitchFamily="2"/>
              </a:rPr>
              <a:t>Checklist-</a:t>
            </a:r>
            <a:r>
              <a:rPr lang="ne-NP" sz="2800" dirty="0" smtClean="0">
                <a:cs typeface="Kalimati" pitchFamily="2"/>
              </a:rPr>
              <a:t> </a:t>
            </a:r>
            <a:r>
              <a:rPr lang="ne-NP" sz="2800" dirty="0">
                <a:cs typeface="Kalimati" pitchFamily="2"/>
              </a:rPr>
              <a:t>दफा १२</a:t>
            </a:r>
            <a:r>
              <a:rPr lang="ne-NP" sz="2800" dirty="0" smtClean="0">
                <a:cs typeface="Kalimati" pitchFamily="2"/>
              </a:rPr>
              <a:t>।</a:t>
            </a:r>
          </a:p>
          <a:p>
            <a:pPr algn="just">
              <a:lnSpc>
                <a:spcPct val="150000"/>
              </a:lnSpc>
            </a:pPr>
            <a:r>
              <a:rPr lang="ne-NP" sz="2800" b="1" dirty="0">
                <a:cs typeface="Kalimati" pitchFamily="2"/>
              </a:rPr>
              <a:t>शारीरिक वा मानसिक रुपमा कार्य गर्न असमर्थ रहेको मानिने</a:t>
            </a:r>
            <a:r>
              <a:rPr lang="en-US" sz="2800" dirty="0">
                <a:cs typeface="Kalimati" pitchFamily="2"/>
              </a:rPr>
              <a:t>-</a:t>
            </a:r>
            <a:r>
              <a:rPr lang="ne-NP" sz="2800" dirty="0">
                <a:cs typeface="Kalimati" pitchFamily="2"/>
              </a:rPr>
              <a:t> दफा १३</a:t>
            </a:r>
            <a:r>
              <a:rPr lang="ne-NP" sz="2800" dirty="0" smtClean="0">
                <a:cs typeface="Kalimati" pitchFamily="2"/>
              </a:rPr>
              <a:t>।</a:t>
            </a:r>
          </a:p>
          <a:p>
            <a:pPr algn="just">
              <a:lnSpc>
                <a:spcPct val="150000"/>
              </a:lnSpc>
            </a:pPr>
            <a:r>
              <a:rPr lang="ne-NP" sz="2800" b="1" dirty="0">
                <a:cs typeface="Kalimati" pitchFamily="2"/>
              </a:rPr>
              <a:t>भ्रष्टाचारको कसूरमा अनुसन्धान र मुद्दा दायर</a:t>
            </a:r>
            <a:r>
              <a:rPr lang="en-US" sz="2800" dirty="0">
                <a:cs typeface="Kalimati" pitchFamily="2"/>
              </a:rPr>
              <a:t>-</a:t>
            </a:r>
            <a:r>
              <a:rPr lang="ne-NP" sz="2800" dirty="0">
                <a:cs typeface="Kalimati" pitchFamily="2"/>
              </a:rPr>
              <a:t> दफा </a:t>
            </a:r>
            <a:r>
              <a:rPr lang="ne-NP" sz="2800" dirty="0" smtClean="0">
                <a:cs typeface="Kalimati" pitchFamily="2"/>
              </a:rPr>
              <a:t>२२।</a:t>
            </a:r>
          </a:p>
          <a:p>
            <a:pPr marL="0" indent="0" algn="just">
              <a:lnSpc>
                <a:spcPct val="150000"/>
              </a:lnSpc>
              <a:buNone/>
            </a:pPr>
            <a:r>
              <a:rPr lang="en-US" sz="2400" dirty="0" smtClean="0">
                <a:cs typeface="Kalimati" pitchFamily="2"/>
              </a:rPr>
              <a:t>(</a:t>
            </a:r>
            <a:r>
              <a:rPr lang="ne-NP" sz="2400" dirty="0" smtClean="0">
                <a:cs typeface="Kalimati" pitchFamily="2"/>
              </a:rPr>
              <a:t>सम्बद्ध कसूर</a:t>
            </a:r>
            <a:r>
              <a:rPr lang="en-US" sz="2400" dirty="0" smtClean="0">
                <a:cs typeface="Kalimati" pitchFamily="2"/>
              </a:rPr>
              <a:t> – </a:t>
            </a:r>
            <a:r>
              <a:rPr lang="ne-NP" sz="2400" dirty="0" smtClean="0">
                <a:cs typeface="Kalimati" pitchFamily="2"/>
              </a:rPr>
              <a:t>सम्पत्ति शुद्धीकरण </a:t>
            </a:r>
            <a:r>
              <a:rPr lang="en-US" sz="2400" dirty="0" smtClean="0">
                <a:cs typeface="Kalimati" pitchFamily="2"/>
              </a:rPr>
              <a:t>(</a:t>
            </a:r>
            <a:r>
              <a:rPr lang="ne-NP" sz="2400" dirty="0" smtClean="0">
                <a:cs typeface="Kalimati" pitchFamily="2"/>
              </a:rPr>
              <a:t>मनी लाउण्डरिङ्ग</a:t>
            </a:r>
            <a:r>
              <a:rPr lang="en-US" sz="2400" dirty="0" smtClean="0">
                <a:cs typeface="Kalimati" pitchFamily="2"/>
              </a:rPr>
              <a:t>)</a:t>
            </a:r>
            <a:r>
              <a:rPr lang="ne-NP" sz="2400" dirty="0" smtClean="0">
                <a:cs typeface="Kalimati" pitchFamily="2"/>
              </a:rPr>
              <a:t> ऐन</a:t>
            </a:r>
            <a:r>
              <a:rPr lang="en-US" sz="2400" dirty="0" smtClean="0">
                <a:cs typeface="Kalimati" pitchFamily="2"/>
              </a:rPr>
              <a:t>,</a:t>
            </a:r>
            <a:r>
              <a:rPr lang="ne-NP" sz="2400" dirty="0" smtClean="0">
                <a:cs typeface="Kalimati" pitchFamily="2"/>
              </a:rPr>
              <a:t> २०६३ समेत</a:t>
            </a:r>
            <a:r>
              <a:rPr lang="en-US" sz="2400" dirty="0" smtClean="0">
                <a:cs typeface="Kalimati" pitchFamily="2"/>
              </a:rPr>
              <a:t>)</a:t>
            </a:r>
            <a:endParaRPr lang="ne-NP" sz="2400" dirty="0">
              <a:cs typeface="Kalimati" pitchFamily="2"/>
            </a:endParaRPr>
          </a:p>
          <a:p>
            <a:pPr algn="just">
              <a:lnSpc>
                <a:spcPct val="150000"/>
              </a:lnSpc>
            </a:pPr>
            <a:endParaRPr lang="ne-NP" sz="2800" dirty="0">
              <a:cs typeface="Kalimati" pitchFamily="2"/>
            </a:endParaRPr>
          </a:p>
          <a:p>
            <a:endParaRPr lang="en-US" dirty="0"/>
          </a:p>
        </p:txBody>
      </p:sp>
    </p:spTree>
    <p:extLst>
      <p:ext uri="{BB962C8B-B14F-4D97-AF65-F5344CB8AC3E}">
        <p14:creationId xmlns="" xmlns:p14="http://schemas.microsoft.com/office/powerpoint/2010/main" val="1842790604"/>
      </p:ext>
    </p:extLst>
  </p:cSld>
  <p:clrMapOvr>
    <a:masterClrMapping/>
  </p:clrMapOvr>
  <p:transition spd="slow">
    <p:wipe dir="r"/>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152400"/>
            <a:ext cx="7772400" cy="533400"/>
          </a:xfrm>
        </p:spPr>
        <p:txBody>
          <a:bodyPr>
            <a:normAutofit/>
          </a:bodyPr>
          <a:lstStyle/>
          <a:p>
            <a:pPr algn="ctr"/>
            <a:r>
              <a:rPr lang="ne-NP" sz="2800" b="1" dirty="0">
                <a:cs typeface="Kalimati" panose="00000400000000000000" pitchFamily="2"/>
              </a:rPr>
              <a:t>कार्यक्षमताको </a:t>
            </a:r>
            <a:r>
              <a:rPr lang="ne-NP" sz="2800" b="1" dirty="0" smtClean="0">
                <a:cs typeface="Kalimati" panose="00000400000000000000" pitchFamily="2"/>
              </a:rPr>
              <a:t>अभाव</a:t>
            </a:r>
            <a:r>
              <a:rPr lang="en-US" sz="2800" b="1" dirty="0" smtClean="0">
                <a:cs typeface="Kalimati" panose="00000400000000000000" pitchFamily="2"/>
              </a:rPr>
              <a:t> –</a:t>
            </a:r>
            <a:r>
              <a:rPr lang="ne-NP" sz="2800" b="1" dirty="0" smtClean="0">
                <a:cs typeface="Kalimati" panose="00000400000000000000" pitchFamily="2"/>
              </a:rPr>
              <a:t>दफा १०</a:t>
            </a:r>
            <a:endParaRPr lang="en-US" sz="2800" dirty="0">
              <a:cs typeface="Kalimati" panose="00000400000000000000" pitchFamily="2"/>
            </a:endParaRPr>
          </a:p>
        </p:txBody>
      </p:sp>
      <p:graphicFrame>
        <p:nvGraphicFramePr>
          <p:cNvPr id="4" name="Content Placeholder 3"/>
          <p:cNvGraphicFramePr>
            <a:graphicFrameLocks noGrp="1"/>
          </p:cNvGraphicFramePr>
          <p:nvPr>
            <p:ph idx="1"/>
            <p:extLst>
              <p:ext uri="{D42A27DB-BD31-4B8C-83A1-F6EECF244321}">
                <p14:modId xmlns="" xmlns:p14="http://schemas.microsoft.com/office/powerpoint/2010/main" val="733975177"/>
              </p:ext>
            </p:extLst>
          </p:nvPr>
        </p:nvGraphicFramePr>
        <p:xfrm>
          <a:off x="533400" y="685800"/>
          <a:ext cx="8153400" cy="6026076"/>
        </p:xfrm>
        <a:graphic>
          <a:graphicData uri="http://schemas.openxmlformats.org/drawingml/2006/table">
            <a:tbl>
              <a:tblPr firstRow="1" bandRow="1">
                <a:tableStyleId>{16D9F66E-5EB9-4882-86FB-DCBF35E3C3E4}</a:tableStyleId>
              </a:tblPr>
              <a:tblGrid>
                <a:gridCol w="559547">
                  <a:extLst>
                    <a:ext uri="{9D8B030D-6E8A-4147-A177-3AD203B41FA5}">
                      <a16:colId xmlns="" xmlns:a16="http://schemas.microsoft.com/office/drawing/2014/main" val="2782376175"/>
                    </a:ext>
                  </a:extLst>
                </a:gridCol>
                <a:gridCol w="7593853">
                  <a:extLst>
                    <a:ext uri="{9D8B030D-6E8A-4147-A177-3AD203B41FA5}">
                      <a16:colId xmlns="" xmlns:a16="http://schemas.microsoft.com/office/drawing/2014/main" val="4059657478"/>
                    </a:ext>
                  </a:extLst>
                </a:gridCol>
              </a:tblGrid>
              <a:tr h="862404">
                <a:tc>
                  <a:txBody>
                    <a:bodyPr/>
                    <a:lstStyle/>
                    <a:p>
                      <a:r>
                        <a:rPr lang="en-US" sz="1700" b="0" dirty="0" smtClean="0">
                          <a:effectLst/>
                          <a:latin typeface="Calibri" panose="020F0502020204030204" pitchFamily="34" charset="0"/>
                          <a:ea typeface="Calibri" panose="020F0502020204030204" pitchFamily="34" charset="0"/>
                          <a:cs typeface="Kalimati" panose="00000400000000000000" pitchFamily="2"/>
                        </a:rPr>
                        <a:t>(</a:t>
                      </a:r>
                      <a:r>
                        <a:rPr lang="ne-NP" sz="1700" b="0" dirty="0" smtClean="0">
                          <a:effectLst/>
                          <a:latin typeface="Calibri" panose="020F0502020204030204" pitchFamily="34" charset="0"/>
                          <a:ea typeface="Calibri" panose="020F0502020204030204" pitchFamily="34" charset="0"/>
                          <a:cs typeface="Kalimati" panose="00000400000000000000" pitchFamily="2"/>
                        </a:rPr>
                        <a:t>क</a:t>
                      </a:r>
                      <a:r>
                        <a:rPr lang="en-US" sz="1700" b="0" dirty="0" smtClean="0">
                          <a:effectLst/>
                          <a:latin typeface="Calibri" panose="020F0502020204030204" pitchFamily="34" charset="0"/>
                          <a:ea typeface="Calibri" panose="020F0502020204030204" pitchFamily="34" charset="0"/>
                          <a:cs typeface="Kalimati" panose="00000400000000000000" pitchFamily="2"/>
                        </a:rPr>
                        <a:t>)</a:t>
                      </a:r>
                      <a:r>
                        <a:rPr lang="ne-NP" sz="1700" b="0" dirty="0" smtClean="0">
                          <a:effectLst/>
                          <a:latin typeface="Calibri" panose="020F0502020204030204" pitchFamily="34" charset="0"/>
                          <a:ea typeface="Calibri" panose="020F0502020204030204" pitchFamily="34" charset="0"/>
                          <a:cs typeface="Kalimati" panose="00000400000000000000" pitchFamily="2"/>
                        </a:rPr>
                        <a:t> </a:t>
                      </a:r>
                      <a:endParaRPr lang="en-US" sz="1700" b="0" dirty="0"/>
                    </a:p>
                  </a:txBody>
                  <a:tcPr/>
                </a:tc>
                <a:tc>
                  <a:txBody>
                    <a:bodyPr/>
                    <a:lstStyle/>
                    <a:p>
                      <a:pPr>
                        <a:lnSpc>
                          <a:spcPct val="150000"/>
                        </a:lnSpc>
                      </a:pPr>
                      <a:r>
                        <a:rPr lang="ne-NP" sz="1700" b="0" dirty="0" smtClean="0">
                          <a:effectLst/>
                          <a:latin typeface="Calibri" panose="020F0502020204030204" pitchFamily="34" charset="0"/>
                          <a:ea typeface="Calibri" panose="020F0502020204030204" pitchFamily="34" charset="0"/>
                          <a:cs typeface="Kalimati" panose="00000400000000000000" pitchFamily="2"/>
                        </a:rPr>
                        <a:t>उचित कारण बिना कानूनद्वारा निर्धारित अवधिभित्र मुद्दाको कारवाही र किनारा नगरेमा</a:t>
                      </a:r>
                      <a:r>
                        <a:rPr lang="en-US" sz="1700" b="0" dirty="0" smtClean="0">
                          <a:effectLst/>
                          <a:latin typeface="Calibri" panose="020F0502020204030204" pitchFamily="34" charset="0"/>
                          <a:ea typeface="Calibri" panose="020F0502020204030204" pitchFamily="34" charset="0"/>
                          <a:cs typeface="Kalimati" panose="00000400000000000000" pitchFamily="2"/>
                        </a:rPr>
                        <a:t>,</a:t>
                      </a:r>
                      <a:endParaRPr lang="en-US" sz="1700" b="0" dirty="0"/>
                    </a:p>
                  </a:txBody>
                  <a:tcPr/>
                </a:tc>
                <a:extLst>
                  <a:ext uri="{0D108BD9-81ED-4DB2-BD59-A6C34878D82A}">
                    <a16:rowId xmlns="" xmlns:a16="http://schemas.microsoft.com/office/drawing/2014/main" val="3410791079"/>
                  </a:ext>
                </a:extLst>
              </a:tr>
              <a:tr h="1263156">
                <a:tc>
                  <a:txBody>
                    <a:bodyPr/>
                    <a:lstStyle/>
                    <a:p>
                      <a:r>
                        <a:rPr kumimoji="0" lang="en-US" sz="1700" kern="1200" dirty="0" smtClean="0">
                          <a:solidFill>
                            <a:schemeClr val="dk1"/>
                          </a:solidFill>
                          <a:effectLst/>
                          <a:latin typeface="+mn-lt"/>
                          <a:ea typeface="+mn-ea"/>
                          <a:cs typeface="Kalimati" panose="00000400000000000000" pitchFamily="2"/>
                        </a:rPr>
                        <a:t>(</a:t>
                      </a:r>
                      <a:r>
                        <a:rPr kumimoji="0" lang="ne-NP" sz="1700" kern="1200" dirty="0" smtClean="0">
                          <a:solidFill>
                            <a:schemeClr val="dk1"/>
                          </a:solidFill>
                          <a:effectLst/>
                          <a:latin typeface="+mn-lt"/>
                          <a:ea typeface="+mn-ea"/>
                          <a:cs typeface="Kalimati" panose="00000400000000000000" pitchFamily="2"/>
                        </a:rPr>
                        <a:t>ख</a:t>
                      </a:r>
                      <a:r>
                        <a:rPr kumimoji="0" lang="en-US" sz="1700" kern="1200" dirty="0" smtClean="0">
                          <a:solidFill>
                            <a:schemeClr val="dk1"/>
                          </a:solidFill>
                          <a:effectLst/>
                          <a:latin typeface="+mn-lt"/>
                          <a:ea typeface="+mn-ea"/>
                          <a:cs typeface="Kalimati" panose="00000400000000000000" pitchFamily="2"/>
                        </a:rPr>
                        <a:t>)</a:t>
                      </a:r>
                      <a:r>
                        <a:rPr kumimoji="0" lang="ne-NP" sz="1700" kern="1200" dirty="0" smtClean="0">
                          <a:solidFill>
                            <a:schemeClr val="dk1"/>
                          </a:solidFill>
                          <a:effectLst/>
                          <a:latin typeface="+mn-lt"/>
                          <a:ea typeface="+mn-ea"/>
                          <a:cs typeface="Kalimati" panose="00000400000000000000" pitchFamily="2"/>
                        </a:rPr>
                        <a:t> </a:t>
                      </a:r>
                      <a:endParaRPr lang="en-US" sz="1700" dirty="0">
                        <a:cs typeface="Kalimati" panose="00000400000000000000" pitchFamily="2"/>
                      </a:endParaRPr>
                    </a:p>
                  </a:txBody>
                  <a:tcPr/>
                </a:tc>
                <a:tc>
                  <a:txBody>
                    <a:bodyPr/>
                    <a:lstStyle/>
                    <a:p>
                      <a:pPr marL="0" marR="0" algn="just">
                        <a:lnSpc>
                          <a:spcPct val="150000"/>
                        </a:lnSpc>
                        <a:spcBef>
                          <a:spcPts val="0"/>
                        </a:spcBef>
                        <a:spcAft>
                          <a:spcPts val="800"/>
                        </a:spcAft>
                      </a:pPr>
                      <a:r>
                        <a:rPr lang="ne-NP" sz="1700" dirty="0" smtClean="0">
                          <a:effectLst/>
                          <a:latin typeface="Calibri" panose="020F0502020204030204" pitchFamily="34" charset="0"/>
                          <a:ea typeface="Calibri" panose="020F0502020204030204" pitchFamily="34" charset="0"/>
                          <a:cs typeface="Kalimati" panose="00000400000000000000" pitchFamily="2"/>
                        </a:rPr>
                        <a:t>मुद्दामा एकै पटक गर्न सकिने आदेश वा निर्णय एकै पटक नगरी वा कानून बमोजिम मुलतबी राख्नु नपर्ने मुद्दा मुलतबी राखी वा मुलतबी रहेको मुद्दा नजगाई वा कानून प्रतिकूल कारबाही वा आदेश गरी मुद्दालाई अनावश्यक रुपमा लम्ब्याएमा</a:t>
                      </a:r>
                      <a:r>
                        <a:rPr lang="en-US" sz="1700" dirty="0" smtClean="0">
                          <a:effectLst/>
                          <a:latin typeface="Calibri" panose="020F0502020204030204" pitchFamily="34" charset="0"/>
                          <a:ea typeface="Calibri" panose="020F0502020204030204" pitchFamily="34" charset="0"/>
                          <a:cs typeface="Kalimati" panose="00000400000000000000" pitchFamily="2"/>
                        </a:rPr>
                        <a:t>,</a:t>
                      </a:r>
                      <a:endParaRPr lang="en-US" sz="1700" dirty="0" smtClean="0">
                        <a:effectLst/>
                        <a:latin typeface="Calibri" panose="020F0502020204030204" pitchFamily="34" charset="0"/>
                        <a:ea typeface="Calibri" panose="020F0502020204030204" pitchFamily="34" charset="0"/>
                        <a:cs typeface="Mangal" panose="02040503050203030202" pitchFamily="18" charset="0"/>
                      </a:endParaRPr>
                    </a:p>
                  </a:txBody>
                  <a:tcPr/>
                </a:tc>
                <a:extLst>
                  <a:ext uri="{0D108BD9-81ED-4DB2-BD59-A6C34878D82A}">
                    <a16:rowId xmlns="" xmlns:a16="http://schemas.microsoft.com/office/drawing/2014/main" val="66048513"/>
                  </a:ext>
                </a:extLst>
              </a:tr>
              <a:tr h="862404">
                <a:tc>
                  <a:txBody>
                    <a:bodyPr/>
                    <a:lstStyle/>
                    <a:p>
                      <a:r>
                        <a:rPr lang="en-US" sz="1700" dirty="0" smtClean="0">
                          <a:effectLst/>
                          <a:latin typeface="Calibri" panose="020F0502020204030204" pitchFamily="34" charset="0"/>
                          <a:ea typeface="Calibri" panose="020F0502020204030204" pitchFamily="34" charset="0"/>
                          <a:cs typeface="Kalimati" panose="00000400000000000000" pitchFamily="2"/>
                        </a:rPr>
                        <a:t>(</a:t>
                      </a:r>
                      <a:r>
                        <a:rPr lang="ne-NP" sz="1700" dirty="0" smtClean="0">
                          <a:effectLst/>
                          <a:latin typeface="Calibri" panose="020F0502020204030204" pitchFamily="34" charset="0"/>
                          <a:ea typeface="Calibri" panose="020F0502020204030204" pitchFamily="34" charset="0"/>
                          <a:cs typeface="Kalimati" panose="00000400000000000000" pitchFamily="2"/>
                        </a:rPr>
                        <a:t>ग</a:t>
                      </a:r>
                      <a:r>
                        <a:rPr lang="en-US" sz="1700" dirty="0" smtClean="0">
                          <a:effectLst/>
                          <a:latin typeface="Calibri" panose="020F0502020204030204" pitchFamily="34" charset="0"/>
                          <a:ea typeface="Calibri" panose="020F0502020204030204" pitchFamily="34" charset="0"/>
                          <a:cs typeface="Kalimati" panose="00000400000000000000" pitchFamily="2"/>
                        </a:rPr>
                        <a:t>)</a:t>
                      </a:r>
                      <a:r>
                        <a:rPr lang="ne-NP" sz="1700" dirty="0" smtClean="0">
                          <a:effectLst/>
                          <a:latin typeface="Calibri" panose="020F0502020204030204" pitchFamily="34" charset="0"/>
                          <a:ea typeface="Calibri" panose="020F0502020204030204" pitchFamily="34" charset="0"/>
                          <a:cs typeface="Kalimati" panose="00000400000000000000" pitchFamily="2"/>
                        </a:rPr>
                        <a:t> </a:t>
                      </a:r>
                      <a:endParaRPr lang="en-US" sz="1700" dirty="0"/>
                    </a:p>
                  </a:txBody>
                  <a:tcPr/>
                </a:tc>
                <a:tc>
                  <a:txBody>
                    <a:bodyPr/>
                    <a:lstStyle/>
                    <a:p>
                      <a:pPr algn="just">
                        <a:lnSpc>
                          <a:spcPct val="150000"/>
                        </a:lnSpc>
                      </a:pPr>
                      <a:r>
                        <a:rPr lang="ne-NP" sz="1700" dirty="0" smtClean="0">
                          <a:effectLst/>
                          <a:latin typeface="Calibri" panose="020F0502020204030204" pitchFamily="34" charset="0"/>
                          <a:ea typeface="Calibri" panose="020F0502020204030204" pitchFamily="34" charset="0"/>
                          <a:cs typeface="Kalimati" panose="00000400000000000000" pitchFamily="2"/>
                        </a:rPr>
                        <a:t>मुद्दाको कारवाही र किनारा गर्दा स्वाभाविक रुपमा भन्दा कम मात्रामा कार्यसंपादन गरेमा</a:t>
                      </a:r>
                      <a:r>
                        <a:rPr lang="en-US" sz="1700" dirty="0" smtClean="0">
                          <a:effectLst/>
                          <a:latin typeface="Calibri" panose="020F0502020204030204" pitchFamily="34" charset="0"/>
                          <a:ea typeface="Calibri" panose="020F0502020204030204" pitchFamily="34" charset="0"/>
                          <a:cs typeface="Kalimati" panose="00000400000000000000" pitchFamily="2"/>
                        </a:rPr>
                        <a:t>,</a:t>
                      </a:r>
                      <a:endParaRPr lang="en-US" sz="1700" dirty="0"/>
                    </a:p>
                  </a:txBody>
                  <a:tcPr/>
                </a:tc>
                <a:extLst>
                  <a:ext uri="{0D108BD9-81ED-4DB2-BD59-A6C34878D82A}">
                    <a16:rowId xmlns="" xmlns:a16="http://schemas.microsoft.com/office/drawing/2014/main" val="2514164407"/>
                  </a:ext>
                </a:extLst>
              </a:tr>
              <a:tr h="1263156">
                <a:tc>
                  <a:txBody>
                    <a:bodyPr/>
                    <a:lstStyle/>
                    <a:p>
                      <a:r>
                        <a:rPr lang="en-US" sz="1700" dirty="0" smtClean="0">
                          <a:effectLst/>
                          <a:latin typeface="Calibri" panose="020F0502020204030204" pitchFamily="34" charset="0"/>
                          <a:ea typeface="Calibri" panose="020F0502020204030204" pitchFamily="34" charset="0"/>
                          <a:cs typeface="Kalimati" panose="00000400000000000000" pitchFamily="2"/>
                        </a:rPr>
                        <a:t>(</a:t>
                      </a:r>
                      <a:r>
                        <a:rPr lang="ne-NP" sz="1700" dirty="0" smtClean="0">
                          <a:effectLst/>
                          <a:latin typeface="Calibri" panose="020F0502020204030204" pitchFamily="34" charset="0"/>
                          <a:ea typeface="Calibri" panose="020F0502020204030204" pitchFamily="34" charset="0"/>
                          <a:cs typeface="Kalimati" panose="00000400000000000000" pitchFamily="2"/>
                        </a:rPr>
                        <a:t>घ</a:t>
                      </a:r>
                      <a:r>
                        <a:rPr lang="en-US" sz="1700" dirty="0" smtClean="0">
                          <a:effectLst/>
                          <a:latin typeface="Calibri" panose="020F0502020204030204" pitchFamily="34" charset="0"/>
                          <a:ea typeface="Calibri" panose="020F0502020204030204" pitchFamily="34" charset="0"/>
                          <a:cs typeface="Kalimati" panose="00000400000000000000" pitchFamily="2"/>
                        </a:rPr>
                        <a:t>)</a:t>
                      </a:r>
                      <a:r>
                        <a:rPr lang="ne-NP" sz="1700" dirty="0" smtClean="0">
                          <a:effectLst/>
                          <a:latin typeface="Calibri" panose="020F0502020204030204" pitchFamily="34" charset="0"/>
                          <a:ea typeface="Calibri" panose="020F0502020204030204" pitchFamily="34" charset="0"/>
                          <a:cs typeface="Kalimati" panose="00000400000000000000" pitchFamily="2"/>
                        </a:rPr>
                        <a:t> </a:t>
                      </a:r>
                      <a:endParaRPr lang="en-US" sz="1700" dirty="0"/>
                    </a:p>
                  </a:txBody>
                  <a:tcPr/>
                </a:tc>
                <a:tc>
                  <a:txBody>
                    <a:bodyPr/>
                    <a:lstStyle/>
                    <a:p>
                      <a:pPr marL="0" marR="0" algn="just">
                        <a:lnSpc>
                          <a:spcPct val="150000"/>
                        </a:lnSpc>
                        <a:spcBef>
                          <a:spcPts val="0"/>
                        </a:spcBef>
                        <a:spcAft>
                          <a:spcPts val="800"/>
                        </a:spcAft>
                      </a:pPr>
                      <a:r>
                        <a:rPr lang="ne-NP" sz="1700" dirty="0" smtClean="0">
                          <a:effectLst/>
                          <a:latin typeface="Calibri" panose="020F0502020204030204" pitchFamily="34" charset="0"/>
                          <a:ea typeface="Calibri" panose="020F0502020204030204" pitchFamily="34" charset="0"/>
                          <a:cs typeface="Kalimati" panose="00000400000000000000" pitchFamily="2"/>
                        </a:rPr>
                        <a:t>मुद्दाको कारवाही र किनारा गर्दा असान्दर्भिक कानूनको प्रयोग गरी वा कानूनको स्पष्ट र असंदिग्ध व्याख्या वा अर्धलाई उपेक्षा गरी अर्कै व्याख्या वा अर्थ गरी कारवाही र किनारा गरेमा</a:t>
                      </a:r>
                      <a:r>
                        <a:rPr lang="en-US" sz="1700" dirty="0" smtClean="0">
                          <a:effectLst/>
                          <a:latin typeface="Calibri" panose="020F0502020204030204" pitchFamily="34" charset="0"/>
                          <a:ea typeface="Calibri" panose="020F0502020204030204" pitchFamily="34" charset="0"/>
                          <a:cs typeface="Kalimati" panose="00000400000000000000" pitchFamily="2"/>
                        </a:rPr>
                        <a:t>,</a:t>
                      </a:r>
                      <a:endParaRPr lang="en-US" sz="1700" dirty="0" smtClean="0">
                        <a:effectLst/>
                        <a:latin typeface="Calibri" panose="020F0502020204030204" pitchFamily="34" charset="0"/>
                        <a:ea typeface="Calibri" panose="020F0502020204030204" pitchFamily="34" charset="0"/>
                        <a:cs typeface="Mangal" panose="02040503050203030202" pitchFamily="18" charset="0"/>
                      </a:endParaRPr>
                    </a:p>
                  </a:txBody>
                  <a:tcPr/>
                </a:tc>
                <a:extLst>
                  <a:ext uri="{0D108BD9-81ED-4DB2-BD59-A6C34878D82A}">
                    <a16:rowId xmlns="" xmlns:a16="http://schemas.microsoft.com/office/drawing/2014/main" val="415795892"/>
                  </a:ext>
                </a:extLst>
              </a:tr>
              <a:tr h="1768680">
                <a:tc>
                  <a:txBody>
                    <a:bodyPr/>
                    <a:lstStyle/>
                    <a:p>
                      <a:r>
                        <a:rPr lang="en-US" sz="1700" dirty="0" smtClean="0">
                          <a:effectLst/>
                          <a:latin typeface="Calibri" panose="020F0502020204030204" pitchFamily="34" charset="0"/>
                          <a:ea typeface="Calibri" panose="020F0502020204030204" pitchFamily="34" charset="0"/>
                          <a:cs typeface="Kalimati" panose="00000400000000000000" pitchFamily="2"/>
                        </a:rPr>
                        <a:t>(</a:t>
                      </a:r>
                      <a:r>
                        <a:rPr lang="ne-NP" sz="1700" dirty="0" smtClean="0">
                          <a:effectLst/>
                          <a:latin typeface="Calibri" panose="020F0502020204030204" pitchFamily="34" charset="0"/>
                          <a:ea typeface="Calibri" panose="020F0502020204030204" pitchFamily="34" charset="0"/>
                          <a:cs typeface="Kalimati" panose="00000400000000000000" pitchFamily="2"/>
                        </a:rPr>
                        <a:t>ङ</a:t>
                      </a:r>
                      <a:r>
                        <a:rPr lang="en-US" sz="1700" dirty="0" smtClean="0">
                          <a:effectLst/>
                          <a:latin typeface="Calibri" panose="020F0502020204030204" pitchFamily="34" charset="0"/>
                          <a:ea typeface="Calibri" panose="020F0502020204030204" pitchFamily="34" charset="0"/>
                          <a:cs typeface="Kalimati" panose="00000400000000000000" pitchFamily="2"/>
                        </a:rPr>
                        <a:t>)</a:t>
                      </a:r>
                      <a:r>
                        <a:rPr lang="ne-NP" sz="1700" dirty="0" smtClean="0">
                          <a:effectLst/>
                          <a:latin typeface="Calibri" panose="020F0502020204030204" pitchFamily="34" charset="0"/>
                          <a:ea typeface="Calibri" panose="020F0502020204030204" pitchFamily="34" charset="0"/>
                          <a:cs typeface="Kalimati" panose="00000400000000000000" pitchFamily="2"/>
                        </a:rPr>
                        <a:t> </a:t>
                      </a:r>
                      <a:endParaRPr lang="en-US" sz="1700" dirty="0"/>
                    </a:p>
                  </a:txBody>
                  <a:tcPr/>
                </a:tc>
                <a:tc>
                  <a:txBody>
                    <a:bodyPr/>
                    <a:lstStyle/>
                    <a:p>
                      <a:pPr marL="0" marR="0" algn="just">
                        <a:lnSpc>
                          <a:spcPct val="150000"/>
                        </a:lnSpc>
                        <a:spcBef>
                          <a:spcPts val="0"/>
                        </a:spcBef>
                        <a:spcAft>
                          <a:spcPts val="800"/>
                        </a:spcAft>
                      </a:pPr>
                      <a:r>
                        <a:rPr lang="ne-NP" sz="1700" dirty="0" smtClean="0">
                          <a:effectLst/>
                          <a:latin typeface="Calibri" panose="020F0502020204030204" pitchFamily="34" charset="0"/>
                          <a:ea typeface="Calibri" panose="020F0502020204030204" pitchFamily="34" charset="0"/>
                          <a:cs typeface="Kalimati" panose="00000400000000000000" pitchFamily="2"/>
                        </a:rPr>
                        <a:t>एकै किसिमको कानूनी प्रश्न रहेको भिन्न भिन्न मुद्दामा भिन्न भिन्न राय कायम गरी कारवाही वा निर्णय गरेमा</a:t>
                      </a:r>
                      <a:r>
                        <a:rPr lang="en-US" sz="1700" dirty="0" smtClean="0">
                          <a:effectLst/>
                          <a:latin typeface="Calibri" panose="020F0502020204030204" pitchFamily="34" charset="0"/>
                          <a:ea typeface="Calibri" panose="020F0502020204030204" pitchFamily="34" charset="0"/>
                          <a:cs typeface="Kalimati" panose="00000400000000000000" pitchFamily="2"/>
                        </a:rPr>
                        <a:t>,</a:t>
                      </a:r>
                      <a:endParaRPr lang="en-US" sz="1700" dirty="0" smtClean="0">
                        <a:effectLst/>
                        <a:latin typeface="Calibri" panose="020F0502020204030204" pitchFamily="34" charset="0"/>
                        <a:ea typeface="Calibri" panose="020F0502020204030204" pitchFamily="34" charset="0"/>
                        <a:cs typeface="Mangal" panose="02040503050203030202" pitchFamily="18" charset="0"/>
                      </a:endParaRPr>
                    </a:p>
                    <a:p>
                      <a:pPr marL="0" marR="0" algn="just">
                        <a:lnSpc>
                          <a:spcPct val="150000"/>
                        </a:lnSpc>
                        <a:spcBef>
                          <a:spcPts val="0"/>
                        </a:spcBef>
                        <a:spcAft>
                          <a:spcPts val="800"/>
                        </a:spcAft>
                      </a:pPr>
                      <a:r>
                        <a:rPr lang="ne-NP" sz="1700" dirty="0" smtClean="0">
                          <a:effectLst/>
                          <a:latin typeface="Calibri" panose="020F0502020204030204" pitchFamily="34" charset="0"/>
                          <a:ea typeface="Calibri" panose="020F0502020204030204" pitchFamily="34" charset="0"/>
                          <a:cs typeface="Kalimati" panose="00000400000000000000" pitchFamily="2"/>
                        </a:rPr>
                        <a:t>तर कुनै मुद्दामा पहिले व्यक्त गरेको राय त्रुटिपूर्ण रहेको ठानी आधार र कारण खुलाई राय परिवर्तन गरेकोमा यो खण्ड लागू हुने छैन।</a:t>
                      </a:r>
                      <a:endParaRPr lang="en-US" sz="1700" dirty="0" smtClean="0">
                        <a:effectLst/>
                        <a:latin typeface="Calibri" panose="020F0502020204030204" pitchFamily="34" charset="0"/>
                        <a:ea typeface="Calibri" panose="020F0502020204030204" pitchFamily="34" charset="0"/>
                        <a:cs typeface="Mangal" panose="02040503050203030202" pitchFamily="18" charset="0"/>
                      </a:endParaRPr>
                    </a:p>
                  </a:txBody>
                  <a:tcPr/>
                </a:tc>
                <a:extLst>
                  <a:ext uri="{0D108BD9-81ED-4DB2-BD59-A6C34878D82A}">
                    <a16:rowId xmlns="" xmlns:a16="http://schemas.microsoft.com/office/drawing/2014/main" val="1270820188"/>
                  </a:ext>
                </a:extLst>
              </a:tr>
            </a:tbl>
          </a:graphicData>
        </a:graphic>
      </p:graphicFrame>
    </p:spTree>
    <p:extLst>
      <p:ext uri="{BB962C8B-B14F-4D97-AF65-F5344CB8AC3E}">
        <p14:creationId xmlns="" xmlns:p14="http://schemas.microsoft.com/office/powerpoint/2010/main" val="2718409237"/>
      </p:ext>
    </p:extLst>
  </p:cSld>
  <p:clrMapOvr>
    <a:masterClrMapping/>
  </p:clrMapOvr>
  <p:transition spd="slow">
    <p:wipe dir="r"/>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152400"/>
            <a:ext cx="7772400" cy="685800"/>
          </a:xfrm>
        </p:spPr>
        <p:style>
          <a:lnRef idx="1">
            <a:schemeClr val="accent1"/>
          </a:lnRef>
          <a:fillRef idx="2">
            <a:schemeClr val="accent1"/>
          </a:fillRef>
          <a:effectRef idx="1">
            <a:schemeClr val="accent1"/>
          </a:effectRef>
          <a:fontRef idx="minor">
            <a:schemeClr val="dk1"/>
          </a:fontRef>
        </p:style>
        <p:txBody>
          <a:bodyPr>
            <a:normAutofit/>
          </a:bodyPr>
          <a:lstStyle/>
          <a:p>
            <a:pPr algn="ctr"/>
            <a:r>
              <a:rPr lang="ne-NP" sz="2800" b="1" dirty="0">
                <a:solidFill>
                  <a:srgbClr val="696464"/>
                </a:solidFill>
                <a:cs typeface="Kalimati" panose="00000400000000000000" pitchFamily="2"/>
              </a:rPr>
              <a:t>कार्यक्षमताको अभाव</a:t>
            </a:r>
            <a:r>
              <a:rPr lang="en-US" sz="2800" b="1" dirty="0">
                <a:solidFill>
                  <a:srgbClr val="696464"/>
                </a:solidFill>
                <a:cs typeface="Kalimati" panose="00000400000000000000" pitchFamily="2"/>
              </a:rPr>
              <a:t> –</a:t>
            </a:r>
            <a:r>
              <a:rPr lang="ne-NP" sz="2800" b="1" dirty="0">
                <a:solidFill>
                  <a:srgbClr val="696464"/>
                </a:solidFill>
                <a:cs typeface="Kalimati" panose="00000400000000000000" pitchFamily="2"/>
              </a:rPr>
              <a:t>दफा </a:t>
            </a:r>
            <a:r>
              <a:rPr lang="ne-NP" sz="2800" b="1" dirty="0" smtClean="0">
                <a:solidFill>
                  <a:srgbClr val="696464"/>
                </a:solidFill>
                <a:cs typeface="Kalimati" panose="00000400000000000000" pitchFamily="2"/>
              </a:rPr>
              <a:t>१०...</a:t>
            </a:r>
            <a:endParaRPr lang="en-US" sz="2800" dirty="0"/>
          </a:p>
        </p:txBody>
      </p:sp>
      <p:graphicFrame>
        <p:nvGraphicFramePr>
          <p:cNvPr id="4" name="Content Placeholder 3"/>
          <p:cNvGraphicFramePr>
            <a:graphicFrameLocks noGrp="1"/>
          </p:cNvGraphicFramePr>
          <p:nvPr>
            <p:ph idx="1"/>
            <p:extLst>
              <p:ext uri="{D42A27DB-BD31-4B8C-83A1-F6EECF244321}">
                <p14:modId xmlns="" xmlns:p14="http://schemas.microsoft.com/office/powerpoint/2010/main" val="855816478"/>
              </p:ext>
            </p:extLst>
          </p:nvPr>
        </p:nvGraphicFramePr>
        <p:xfrm>
          <a:off x="914400" y="990600"/>
          <a:ext cx="7772400" cy="5432947"/>
        </p:xfrm>
        <a:graphic>
          <a:graphicData uri="http://schemas.openxmlformats.org/drawingml/2006/table">
            <a:tbl>
              <a:tblPr firstRow="1" bandRow="1">
                <a:tableStyleId>{E8B1032C-EA38-4F05-BA0D-38AFFFC7BED3}</a:tableStyleId>
              </a:tblPr>
              <a:tblGrid>
                <a:gridCol w="609600">
                  <a:extLst>
                    <a:ext uri="{9D8B030D-6E8A-4147-A177-3AD203B41FA5}">
                      <a16:colId xmlns="" xmlns:a16="http://schemas.microsoft.com/office/drawing/2014/main" val="2992012394"/>
                    </a:ext>
                  </a:extLst>
                </a:gridCol>
                <a:gridCol w="7162800">
                  <a:extLst>
                    <a:ext uri="{9D8B030D-6E8A-4147-A177-3AD203B41FA5}">
                      <a16:colId xmlns="" xmlns:a16="http://schemas.microsoft.com/office/drawing/2014/main" val="1733260771"/>
                    </a:ext>
                  </a:extLst>
                </a:gridCol>
              </a:tblGrid>
              <a:tr h="1181138">
                <a:tc>
                  <a:txBody>
                    <a:bodyPr/>
                    <a:lstStyle/>
                    <a:p>
                      <a:pPr algn="just">
                        <a:lnSpc>
                          <a:spcPct val="200000"/>
                        </a:lnSpc>
                      </a:pPr>
                      <a:r>
                        <a:rPr lang="en-US" sz="1800" b="0" dirty="0" smtClean="0">
                          <a:effectLst/>
                          <a:latin typeface="Calibri" panose="020F0502020204030204" pitchFamily="34" charset="0"/>
                          <a:ea typeface="Calibri" panose="020F0502020204030204" pitchFamily="34" charset="0"/>
                          <a:cs typeface="Kalimati" panose="00000400000000000000" pitchFamily="2"/>
                        </a:rPr>
                        <a:t>(</a:t>
                      </a:r>
                      <a:r>
                        <a:rPr lang="ne-NP" sz="1800" b="0" dirty="0" smtClean="0">
                          <a:effectLst/>
                          <a:latin typeface="Calibri" panose="020F0502020204030204" pitchFamily="34" charset="0"/>
                          <a:ea typeface="Calibri" panose="020F0502020204030204" pitchFamily="34" charset="0"/>
                          <a:cs typeface="Kalimati" panose="00000400000000000000" pitchFamily="2"/>
                        </a:rPr>
                        <a:t>च</a:t>
                      </a:r>
                      <a:r>
                        <a:rPr lang="en-US" sz="1800" b="0" dirty="0" smtClean="0">
                          <a:effectLst/>
                          <a:latin typeface="Calibri" panose="020F0502020204030204" pitchFamily="34" charset="0"/>
                          <a:ea typeface="Calibri" panose="020F0502020204030204" pitchFamily="34" charset="0"/>
                          <a:cs typeface="Kalimati" panose="00000400000000000000" pitchFamily="2"/>
                        </a:rPr>
                        <a:t>)</a:t>
                      </a:r>
                      <a:r>
                        <a:rPr lang="ne-NP" sz="1800" b="0" dirty="0" smtClean="0">
                          <a:effectLst/>
                          <a:latin typeface="Calibri" panose="020F0502020204030204" pitchFamily="34" charset="0"/>
                          <a:ea typeface="Calibri" panose="020F0502020204030204" pitchFamily="34" charset="0"/>
                          <a:cs typeface="Kalimati" panose="00000400000000000000" pitchFamily="2"/>
                        </a:rPr>
                        <a:t> </a:t>
                      </a:r>
                      <a:endParaRPr lang="en-US" sz="1800" b="0" dirty="0">
                        <a:cs typeface="Kalimati" panose="00000400000000000000" pitchFamily="2"/>
                      </a:endParaRPr>
                    </a:p>
                  </a:txBody>
                  <a:tcPr/>
                </a:tc>
                <a:tc>
                  <a:txBody>
                    <a:bodyPr/>
                    <a:lstStyle/>
                    <a:p>
                      <a:pPr algn="just">
                        <a:lnSpc>
                          <a:spcPct val="200000"/>
                        </a:lnSpc>
                      </a:pPr>
                      <a:r>
                        <a:rPr lang="ne-NP" sz="1800" b="0" dirty="0" smtClean="0">
                          <a:effectLst/>
                          <a:latin typeface="Calibri" panose="020F0502020204030204" pitchFamily="34" charset="0"/>
                          <a:ea typeface="Calibri" panose="020F0502020204030204" pitchFamily="34" charset="0"/>
                          <a:cs typeface="Kalimati" panose="00000400000000000000" pitchFamily="2"/>
                        </a:rPr>
                        <a:t>मुद्दाका पक्षलाई उपस्थित गराएको वा तारिखका दिन मनासिव कारण बिना गर्नु पर्ने काम नगरी पन्छाएकोमा</a:t>
                      </a:r>
                      <a:endParaRPr lang="en-US" sz="1800" b="0" dirty="0">
                        <a:cs typeface="Kalimati" panose="00000400000000000000" pitchFamily="2"/>
                      </a:endParaRPr>
                    </a:p>
                  </a:txBody>
                  <a:tcPr/>
                </a:tc>
                <a:extLst>
                  <a:ext uri="{0D108BD9-81ED-4DB2-BD59-A6C34878D82A}">
                    <a16:rowId xmlns="" xmlns:a16="http://schemas.microsoft.com/office/drawing/2014/main" val="724872445"/>
                  </a:ext>
                </a:extLst>
              </a:tr>
              <a:tr h="1181138">
                <a:tc>
                  <a:txBody>
                    <a:bodyPr/>
                    <a:lstStyle/>
                    <a:p>
                      <a:pPr algn="just">
                        <a:lnSpc>
                          <a:spcPct val="200000"/>
                        </a:lnSpc>
                      </a:pPr>
                      <a:r>
                        <a:rPr lang="en-US" sz="1800" b="0" dirty="0" smtClean="0">
                          <a:effectLst/>
                          <a:latin typeface="Calibri" panose="020F0502020204030204" pitchFamily="34" charset="0"/>
                          <a:ea typeface="Calibri" panose="020F0502020204030204" pitchFamily="34" charset="0"/>
                          <a:cs typeface="Kalimati" panose="00000400000000000000" pitchFamily="2"/>
                        </a:rPr>
                        <a:t>(</a:t>
                      </a:r>
                      <a:r>
                        <a:rPr lang="ne-NP" sz="1800" b="0" dirty="0" smtClean="0">
                          <a:effectLst/>
                          <a:latin typeface="Calibri" panose="020F0502020204030204" pitchFamily="34" charset="0"/>
                          <a:ea typeface="Calibri" panose="020F0502020204030204" pitchFamily="34" charset="0"/>
                          <a:cs typeface="Kalimati" panose="00000400000000000000" pitchFamily="2"/>
                        </a:rPr>
                        <a:t>छ</a:t>
                      </a:r>
                      <a:r>
                        <a:rPr lang="en-US" sz="1800" b="0" dirty="0" smtClean="0">
                          <a:effectLst/>
                          <a:latin typeface="Calibri" panose="020F0502020204030204" pitchFamily="34" charset="0"/>
                          <a:ea typeface="Calibri" panose="020F0502020204030204" pitchFamily="34" charset="0"/>
                          <a:cs typeface="Kalimati" panose="00000400000000000000" pitchFamily="2"/>
                        </a:rPr>
                        <a:t>)</a:t>
                      </a:r>
                      <a:r>
                        <a:rPr lang="ne-NP" sz="1800" b="0" dirty="0" smtClean="0">
                          <a:effectLst/>
                          <a:latin typeface="Calibri" panose="020F0502020204030204" pitchFamily="34" charset="0"/>
                          <a:ea typeface="Calibri" panose="020F0502020204030204" pitchFamily="34" charset="0"/>
                          <a:cs typeface="Kalimati" panose="00000400000000000000" pitchFamily="2"/>
                        </a:rPr>
                        <a:t> </a:t>
                      </a:r>
                      <a:endParaRPr lang="en-US" sz="1800" b="0" dirty="0">
                        <a:cs typeface="Kalimati" panose="00000400000000000000" pitchFamily="2"/>
                      </a:endParaRPr>
                    </a:p>
                  </a:txBody>
                  <a:tcPr/>
                </a:tc>
                <a:tc>
                  <a:txBody>
                    <a:bodyPr/>
                    <a:lstStyle/>
                    <a:p>
                      <a:pPr marL="0" marR="0" algn="just">
                        <a:lnSpc>
                          <a:spcPct val="200000"/>
                        </a:lnSpc>
                        <a:spcBef>
                          <a:spcPts val="0"/>
                        </a:spcBef>
                        <a:spcAft>
                          <a:spcPts val="800"/>
                        </a:spcAft>
                      </a:pPr>
                      <a:r>
                        <a:rPr lang="ne-NP" sz="1800" b="0" dirty="0" smtClean="0">
                          <a:effectLst/>
                          <a:latin typeface="Calibri" panose="020F0502020204030204" pitchFamily="34" charset="0"/>
                          <a:ea typeface="Calibri" panose="020F0502020204030204" pitchFamily="34" charset="0"/>
                          <a:cs typeface="Kalimati" panose="00000400000000000000" pitchFamily="2"/>
                        </a:rPr>
                        <a:t>प्रमाण बुझ्ने आदेश गर्दा पक्षहरुको मुख मिलेको वा नमिलेको तथ्य वा प्रश्न स्पष्ट नगरी प्रमाण बुझ्ने आदेश गरेमा</a:t>
                      </a:r>
                      <a:r>
                        <a:rPr lang="en-US" sz="1800" b="0" dirty="0" smtClean="0">
                          <a:effectLst/>
                          <a:latin typeface="Calibri" panose="020F0502020204030204" pitchFamily="34" charset="0"/>
                          <a:ea typeface="Calibri" panose="020F0502020204030204" pitchFamily="34" charset="0"/>
                          <a:cs typeface="Kalimati" panose="00000400000000000000" pitchFamily="2"/>
                        </a:rPr>
                        <a:t>,</a:t>
                      </a:r>
                    </a:p>
                  </a:txBody>
                  <a:tcPr/>
                </a:tc>
                <a:extLst>
                  <a:ext uri="{0D108BD9-81ED-4DB2-BD59-A6C34878D82A}">
                    <a16:rowId xmlns="" xmlns:a16="http://schemas.microsoft.com/office/drawing/2014/main" val="496176711"/>
                  </a:ext>
                </a:extLst>
              </a:tr>
              <a:tr h="1866787">
                <a:tc>
                  <a:txBody>
                    <a:bodyPr/>
                    <a:lstStyle/>
                    <a:p>
                      <a:pPr algn="just">
                        <a:lnSpc>
                          <a:spcPct val="200000"/>
                        </a:lnSpc>
                      </a:pPr>
                      <a:r>
                        <a:rPr lang="en-US" sz="1800" b="0" dirty="0" smtClean="0">
                          <a:effectLst/>
                          <a:latin typeface="Calibri" panose="020F0502020204030204" pitchFamily="34" charset="0"/>
                          <a:ea typeface="Calibri" panose="020F0502020204030204" pitchFamily="34" charset="0"/>
                          <a:cs typeface="Kalimati" panose="00000400000000000000" pitchFamily="2"/>
                        </a:rPr>
                        <a:t>(</a:t>
                      </a:r>
                      <a:r>
                        <a:rPr lang="ne-NP" sz="1800" b="0" dirty="0" smtClean="0">
                          <a:effectLst/>
                          <a:latin typeface="Calibri" panose="020F0502020204030204" pitchFamily="34" charset="0"/>
                          <a:ea typeface="Calibri" panose="020F0502020204030204" pitchFamily="34" charset="0"/>
                          <a:cs typeface="Kalimati" panose="00000400000000000000" pitchFamily="2"/>
                        </a:rPr>
                        <a:t>ज</a:t>
                      </a:r>
                      <a:r>
                        <a:rPr lang="en-US" sz="1800" b="0" dirty="0" smtClean="0">
                          <a:effectLst/>
                          <a:latin typeface="Calibri" panose="020F0502020204030204" pitchFamily="34" charset="0"/>
                          <a:ea typeface="Calibri" panose="020F0502020204030204" pitchFamily="34" charset="0"/>
                          <a:cs typeface="Kalimati" panose="00000400000000000000" pitchFamily="2"/>
                        </a:rPr>
                        <a:t>)</a:t>
                      </a:r>
                      <a:r>
                        <a:rPr lang="ne-NP" sz="1800" b="0" dirty="0" smtClean="0">
                          <a:effectLst/>
                          <a:latin typeface="Calibri" panose="020F0502020204030204" pitchFamily="34" charset="0"/>
                          <a:ea typeface="Calibri" panose="020F0502020204030204" pitchFamily="34" charset="0"/>
                          <a:cs typeface="Kalimati" panose="00000400000000000000" pitchFamily="2"/>
                        </a:rPr>
                        <a:t> </a:t>
                      </a:r>
                      <a:endParaRPr lang="en-US" sz="1800" b="0" dirty="0">
                        <a:cs typeface="Kalimati" panose="00000400000000000000" pitchFamily="2"/>
                      </a:endParaRPr>
                    </a:p>
                  </a:txBody>
                  <a:tcPr/>
                </a:tc>
                <a:tc>
                  <a:txBody>
                    <a:bodyPr/>
                    <a:lstStyle/>
                    <a:p>
                      <a:pPr marL="0" marR="0" algn="just">
                        <a:lnSpc>
                          <a:spcPct val="200000"/>
                        </a:lnSpc>
                        <a:spcBef>
                          <a:spcPts val="0"/>
                        </a:spcBef>
                        <a:spcAft>
                          <a:spcPts val="800"/>
                        </a:spcAft>
                      </a:pPr>
                      <a:r>
                        <a:rPr lang="ne-NP" sz="1800" b="0" dirty="0" smtClean="0">
                          <a:effectLst/>
                          <a:latin typeface="Calibri" panose="020F0502020204030204" pitchFamily="34" charset="0"/>
                          <a:ea typeface="Calibri" panose="020F0502020204030204" pitchFamily="34" charset="0"/>
                          <a:cs typeface="Kalimati" panose="00000400000000000000" pitchFamily="2"/>
                        </a:rPr>
                        <a:t>सर्वोच्च अदालतबाट प्रतिपादित कानूनी सिद्धान्तको प्रतिकूल निर्णय गरेमा</a:t>
                      </a:r>
                      <a:r>
                        <a:rPr lang="en-US" sz="1800" b="0" dirty="0" smtClean="0">
                          <a:effectLst/>
                          <a:latin typeface="Calibri" panose="020F0502020204030204" pitchFamily="34" charset="0"/>
                          <a:ea typeface="Calibri" panose="020F0502020204030204" pitchFamily="34" charset="0"/>
                          <a:cs typeface="Kalimati" panose="00000400000000000000" pitchFamily="2"/>
                        </a:rPr>
                        <a:t>,</a:t>
                      </a:r>
                    </a:p>
                    <a:p>
                      <a:pPr marL="0" marR="0" algn="just">
                        <a:lnSpc>
                          <a:spcPct val="200000"/>
                        </a:lnSpc>
                        <a:spcBef>
                          <a:spcPts val="0"/>
                        </a:spcBef>
                        <a:spcAft>
                          <a:spcPts val="800"/>
                        </a:spcAft>
                      </a:pPr>
                      <a:r>
                        <a:rPr lang="en-US" sz="1800" b="0" dirty="0" smtClean="0">
                          <a:effectLst/>
                          <a:latin typeface="Calibri" panose="020F0502020204030204" pitchFamily="34" charset="0"/>
                          <a:ea typeface="Calibri" panose="020F0502020204030204" pitchFamily="34" charset="0"/>
                          <a:cs typeface="Kalimati" panose="00000400000000000000" pitchFamily="2"/>
                        </a:rPr>
                        <a:t>	</a:t>
                      </a:r>
                      <a:r>
                        <a:rPr lang="ne-NP" sz="1800" b="0" dirty="0" smtClean="0">
                          <a:effectLst/>
                          <a:latin typeface="Calibri" panose="020F0502020204030204" pitchFamily="34" charset="0"/>
                          <a:ea typeface="Calibri" panose="020F0502020204030204" pitchFamily="34" charset="0"/>
                          <a:cs typeface="Kalimati" panose="00000400000000000000" pitchFamily="2"/>
                        </a:rPr>
                        <a:t>तर सर्वोच्च अदालतबाट प्रतिपादित कानूनी सिद्धान्तमा एकरुपता वा निश्चितता कायम भई नसकेको अवस्थामा यो खण्ड लागू हुने छैन।</a:t>
                      </a:r>
                      <a:endParaRPr lang="en-US" sz="1800" b="0" dirty="0" smtClean="0">
                        <a:effectLst/>
                        <a:latin typeface="Calibri" panose="020F0502020204030204" pitchFamily="34" charset="0"/>
                        <a:ea typeface="Calibri" panose="020F0502020204030204" pitchFamily="34" charset="0"/>
                        <a:cs typeface="Kalimati" panose="00000400000000000000" pitchFamily="2"/>
                      </a:endParaRPr>
                    </a:p>
                  </a:txBody>
                  <a:tcPr/>
                </a:tc>
                <a:extLst>
                  <a:ext uri="{0D108BD9-81ED-4DB2-BD59-A6C34878D82A}">
                    <a16:rowId xmlns="" xmlns:a16="http://schemas.microsoft.com/office/drawing/2014/main" val="3502444876"/>
                  </a:ext>
                </a:extLst>
              </a:tr>
              <a:tr h="1181138">
                <a:tc>
                  <a:txBody>
                    <a:bodyPr/>
                    <a:lstStyle/>
                    <a:p>
                      <a:pPr algn="just">
                        <a:lnSpc>
                          <a:spcPct val="200000"/>
                        </a:lnSpc>
                      </a:pPr>
                      <a:r>
                        <a:rPr lang="en-US" sz="1800" b="0" dirty="0" smtClean="0">
                          <a:effectLst/>
                          <a:latin typeface="Calibri" panose="020F0502020204030204" pitchFamily="34" charset="0"/>
                          <a:ea typeface="Calibri" panose="020F0502020204030204" pitchFamily="34" charset="0"/>
                          <a:cs typeface="Kalimati" panose="00000400000000000000" pitchFamily="2"/>
                        </a:rPr>
                        <a:t>(</a:t>
                      </a:r>
                      <a:r>
                        <a:rPr lang="ne-NP" sz="1800" b="0" dirty="0" smtClean="0">
                          <a:effectLst/>
                          <a:latin typeface="Calibri" panose="020F0502020204030204" pitchFamily="34" charset="0"/>
                          <a:ea typeface="Calibri" panose="020F0502020204030204" pitchFamily="34" charset="0"/>
                          <a:cs typeface="Kalimati" panose="00000400000000000000" pitchFamily="2"/>
                        </a:rPr>
                        <a:t>झ</a:t>
                      </a:r>
                      <a:r>
                        <a:rPr lang="en-US" sz="1800" b="0" dirty="0" smtClean="0">
                          <a:effectLst/>
                          <a:latin typeface="Calibri" panose="020F0502020204030204" pitchFamily="34" charset="0"/>
                          <a:ea typeface="Calibri" panose="020F0502020204030204" pitchFamily="34" charset="0"/>
                          <a:cs typeface="Kalimati" panose="00000400000000000000" pitchFamily="2"/>
                        </a:rPr>
                        <a:t>)</a:t>
                      </a:r>
                      <a:r>
                        <a:rPr lang="ne-NP" sz="1800" b="0" dirty="0" smtClean="0">
                          <a:effectLst/>
                          <a:latin typeface="Calibri" panose="020F0502020204030204" pitchFamily="34" charset="0"/>
                          <a:ea typeface="Calibri" panose="020F0502020204030204" pitchFamily="34" charset="0"/>
                          <a:cs typeface="Kalimati" panose="00000400000000000000" pitchFamily="2"/>
                        </a:rPr>
                        <a:t> </a:t>
                      </a:r>
                      <a:endParaRPr lang="en-US" sz="1800" b="0" dirty="0">
                        <a:cs typeface="Kalimati" panose="00000400000000000000" pitchFamily="2"/>
                      </a:endParaRPr>
                    </a:p>
                  </a:txBody>
                  <a:tcPr/>
                </a:tc>
                <a:tc>
                  <a:txBody>
                    <a:bodyPr/>
                    <a:lstStyle/>
                    <a:p>
                      <a:pPr marL="0" marR="0" algn="just">
                        <a:lnSpc>
                          <a:spcPct val="200000"/>
                        </a:lnSpc>
                        <a:spcBef>
                          <a:spcPts val="0"/>
                        </a:spcBef>
                        <a:spcAft>
                          <a:spcPts val="800"/>
                        </a:spcAft>
                      </a:pPr>
                      <a:r>
                        <a:rPr lang="ne-NP" sz="1800" b="0" dirty="0" smtClean="0">
                          <a:effectLst/>
                          <a:latin typeface="Calibri" panose="020F0502020204030204" pitchFamily="34" charset="0"/>
                          <a:ea typeface="Calibri" panose="020F0502020204030204" pitchFamily="34" charset="0"/>
                          <a:cs typeface="Kalimati" panose="00000400000000000000" pitchFamily="2"/>
                        </a:rPr>
                        <a:t>पदीय दायित्व निर्वाह गर्नको लागि अपेक्षित स्तरको कार्यक्षमता नरहेको पुष्टि हुने अन्य कुनै काम गरेमा।</a:t>
                      </a:r>
                      <a:endParaRPr lang="en-US" sz="1800" b="0" dirty="0" smtClean="0">
                        <a:effectLst/>
                        <a:latin typeface="Calibri" panose="020F0502020204030204" pitchFamily="34" charset="0"/>
                        <a:ea typeface="Calibri" panose="020F0502020204030204" pitchFamily="34" charset="0"/>
                        <a:cs typeface="Kalimati" panose="00000400000000000000" pitchFamily="2"/>
                      </a:endParaRPr>
                    </a:p>
                  </a:txBody>
                  <a:tcPr/>
                </a:tc>
                <a:extLst>
                  <a:ext uri="{0D108BD9-81ED-4DB2-BD59-A6C34878D82A}">
                    <a16:rowId xmlns="" xmlns:a16="http://schemas.microsoft.com/office/drawing/2014/main" val="2537133143"/>
                  </a:ext>
                </a:extLst>
              </a:tr>
            </a:tbl>
          </a:graphicData>
        </a:graphic>
      </p:graphicFrame>
    </p:spTree>
    <p:extLst>
      <p:ext uri="{BB962C8B-B14F-4D97-AF65-F5344CB8AC3E}">
        <p14:creationId xmlns="" xmlns:p14="http://schemas.microsoft.com/office/powerpoint/2010/main" val="1683744986"/>
      </p:ext>
    </p:extLst>
  </p:cSld>
  <p:clrMapOvr>
    <a:masterClrMapping/>
  </p:clrMapOvr>
  <p:transition spd="slow">
    <p:wipe dir="r"/>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152400"/>
            <a:ext cx="7772400" cy="533400"/>
          </a:xfrm>
        </p:spPr>
        <p:style>
          <a:lnRef idx="1">
            <a:schemeClr val="accent1"/>
          </a:lnRef>
          <a:fillRef idx="2">
            <a:schemeClr val="accent1"/>
          </a:fillRef>
          <a:effectRef idx="1">
            <a:schemeClr val="accent1"/>
          </a:effectRef>
          <a:fontRef idx="minor">
            <a:schemeClr val="dk1"/>
          </a:fontRef>
        </p:style>
        <p:txBody>
          <a:bodyPr>
            <a:normAutofit/>
          </a:bodyPr>
          <a:lstStyle/>
          <a:p>
            <a:pPr algn="ctr"/>
            <a:r>
              <a:rPr lang="ne-NP" sz="2800" b="1" dirty="0">
                <a:latin typeface="Calibri" panose="020F0502020204030204" pitchFamily="34" charset="0"/>
                <a:ea typeface="Calibri" panose="020F0502020204030204" pitchFamily="34" charset="0"/>
                <a:cs typeface="Kalimati" panose="00000400000000000000" pitchFamily="2"/>
              </a:rPr>
              <a:t>खराब आचरण </a:t>
            </a:r>
            <a:r>
              <a:rPr lang="ne-NP" sz="2800" b="1" dirty="0" smtClean="0">
                <a:latin typeface="Calibri" panose="020F0502020204030204" pitchFamily="34" charset="0"/>
                <a:ea typeface="Calibri" panose="020F0502020204030204" pitchFamily="34" charset="0"/>
                <a:cs typeface="Kalimati" panose="00000400000000000000" pitchFamily="2"/>
              </a:rPr>
              <a:t>–दफा ११</a:t>
            </a:r>
            <a:endParaRPr lang="en-US" sz="2800" dirty="0"/>
          </a:p>
        </p:txBody>
      </p:sp>
      <p:graphicFrame>
        <p:nvGraphicFramePr>
          <p:cNvPr id="4" name="Content Placeholder 3"/>
          <p:cNvGraphicFramePr>
            <a:graphicFrameLocks noGrp="1"/>
          </p:cNvGraphicFramePr>
          <p:nvPr>
            <p:ph idx="1"/>
            <p:extLst>
              <p:ext uri="{D42A27DB-BD31-4B8C-83A1-F6EECF244321}">
                <p14:modId xmlns="" xmlns:p14="http://schemas.microsoft.com/office/powerpoint/2010/main" val="3576062286"/>
              </p:ext>
            </p:extLst>
          </p:nvPr>
        </p:nvGraphicFramePr>
        <p:xfrm>
          <a:off x="889416" y="618344"/>
          <a:ext cx="7772400" cy="6322481"/>
        </p:xfrm>
        <a:graphic>
          <a:graphicData uri="http://schemas.openxmlformats.org/drawingml/2006/table">
            <a:tbl>
              <a:tblPr firstRow="1" bandRow="1">
                <a:tableStyleId>{E8B1032C-EA38-4F05-BA0D-38AFFFC7BED3}</a:tableStyleId>
              </a:tblPr>
              <a:tblGrid>
                <a:gridCol w="609600">
                  <a:extLst>
                    <a:ext uri="{9D8B030D-6E8A-4147-A177-3AD203B41FA5}">
                      <a16:colId xmlns="" xmlns:a16="http://schemas.microsoft.com/office/drawing/2014/main" val="4152748001"/>
                    </a:ext>
                  </a:extLst>
                </a:gridCol>
                <a:gridCol w="7162800">
                  <a:extLst>
                    <a:ext uri="{9D8B030D-6E8A-4147-A177-3AD203B41FA5}">
                      <a16:colId xmlns="" xmlns:a16="http://schemas.microsoft.com/office/drawing/2014/main" val="2061618302"/>
                    </a:ext>
                  </a:extLst>
                </a:gridCol>
              </a:tblGrid>
              <a:tr h="1122070">
                <a:tc>
                  <a:txBody>
                    <a:bodyPr/>
                    <a:lstStyle/>
                    <a:p>
                      <a:pPr>
                        <a:lnSpc>
                          <a:spcPct val="150000"/>
                        </a:lnSpc>
                      </a:pPr>
                      <a:r>
                        <a:rPr lang="en-US" sz="1600" b="0" dirty="0" smtClean="0">
                          <a:effectLst/>
                          <a:latin typeface="Calibri" panose="020F0502020204030204" pitchFamily="34" charset="0"/>
                          <a:ea typeface="Calibri" panose="020F0502020204030204" pitchFamily="34" charset="0"/>
                          <a:cs typeface="Kalimati" panose="00000400000000000000" pitchFamily="2"/>
                        </a:rPr>
                        <a:t>(</a:t>
                      </a:r>
                      <a:r>
                        <a:rPr lang="ne-NP" sz="1600" b="0" dirty="0" smtClean="0">
                          <a:effectLst/>
                          <a:latin typeface="Calibri" panose="020F0502020204030204" pitchFamily="34" charset="0"/>
                          <a:ea typeface="Calibri" panose="020F0502020204030204" pitchFamily="34" charset="0"/>
                          <a:cs typeface="Kalimati" panose="00000400000000000000" pitchFamily="2"/>
                        </a:rPr>
                        <a:t>क</a:t>
                      </a:r>
                      <a:r>
                        <a:rPr lang="en-US" sz="1600" b="0" dirty="0" smtClean="0">
                          <a:effectLst/>
                          <a:latin typeface="Calibri" panose="020F0502020204030204" pitchFamily="34" charset="0"/>
                          <a:ea typeface="Calibri" panose="020F0502020204030204" pitchFamily="34" charset="0"/>
                          <a:cs typeface="Kalimati" panose="00000400000000000000" pitchFamily="2"/>
                        </a:rPr>
                        <a:t>) </a:t>
                      </a:r>
                      <a:endParaRPr lang="en-US" sz="1600" b="0" dirty="0">
                        <a:cs typeface="Kalimati" panose="00000400000000000000" pitchFamily="2"/>
                      </a:endParaRPr>
                    </a:p>
                  </a:txBody>
                  <a:tcPr/>
                </a:tc>
                <a:tc>
                  <a:txBody>
                    <a:bodyPr/>
                    <a:lstStyle/>
                    <a:p>
                      <a:pPr marL="0" marR="0" algn="just">
                        <a:lnSpc>
                          <a:spcPct val="150000"/>
                        </a:lnSpc>
                        <a:spcBef>
                          <a:spcPts val="0"/>
                        </a:spcBef>
                        <a:spcAft>
                          <a:spcPts val="800"/>
                        </a:spcAft>
                      </a:pPr>
                      <a:r>
                        <a:rPr lang="ne-NP" sz="1600" b="0" dirty="0" smtClean="0">
                          <a:effectLst/>
                          <a:latin typeface="Calibri" panose="020F0502020204030204" pitchFamily="34" charset="0"/>
                          <a:ea typeface="Calibri" panose="020F0502020204030204" pitchFamily="34" charset="0"/>
                          <a:cs typeface="Kalimati" panose="00000400000000000000" pitchFamily="2"/>
                        </a:rPr>
                        <a:t>भ्रष्टाचार</a:t>
                      </a:r>
                      <a:r>
                        <a:rPr lang="en-US" sz="1600" b="0" dirty="0" smtClean="0">
                          <a:effectLst/>
                          <a:latin typeface="Calibri" panose="020F0502020204030204" pitchFamily="34" charset="0"/>
                          <a:ea typeface="Calibri" panose="020F0502020204030204" pitchFamily="34" charset="0"/>
                          <a:cs typeface="Kalimati" panose="00000400000000000000" pitchFamily="2"/>
                        </a:rPr>
                        <a:t>, </a:t>
                      </a:r>
                      <a:r>
                        <a:rPr lang="ne-NP" sz="1600" b="0" dirty="0" smtClean="0">
                          <a:effectLst/>
                          <a:latin typeface="Calibri" panose="020F0502020204030204" pitchFamily="34" charset="0"/>
                          <a:ea typeface="Calibri" panose="020F0502020204030204" pitchFamily="34" charset="0"/>
                          <a:cs typeface="Kalimati" panose="00000400000000000000" pitchFamily="2"/>
                        </a:rPr>
                        <a:t>जवरजस्ती करणी</a:t>
                      </a:r>
                      <a:r>
                        <a:rPr lang="en-US" sz="1600" b="0" dirty="0" smtClean="0">
                          <a:effectLst/>
                          <a:latin typeface="Calibri" panose="020F0502020204030204" pitchFamily="34" charset="0"/>
                          <a:ea typeface="Calibri" panose="020F0502020204030204" pitchFamily="34" charset="0"/>
                          <a:cs typeface="Kalimati" panose="00000400000000000000" pitchFamily="2"/>
                        </a:rPr>
                        <a:t>,</a:t>
                      </a:r>
                      <a:r>
                        <a:rPr lang="ne-NP" sz="1600" b="0" dirty="0" smtClean="0">
                          <a:effectLst/>
                          <a:latin typeface="Calibri" panose="020F0502020204030204" pitchFamily="34" charset="0"/>
                          <a:ea typeface="Calibri" panose="020F0502020204030204" pitchFamily="34" charset="0"/>
                          <a:cs typeface="Kalimati" panose="00000400000000000000" pitchFamily="2"/>
                        </a:rPr>
                        <a:t> मानव बेचबिखन तथा ओसारपसार</a:t>
                      </a:r>
                      <a:r>
                        <a:rPr lang="en-US" sz="1600" b="0" dirty="0" smtClean="0">
                          <a:effectLst/>
                          <a:latin typeface="Calibri" panose="020F0502020204030204" pitchFamily="34" charset="0"/>
                          <a:ea typeface="Calibri" panose="020F0502020204030204" pitchFamily="34" charset="0"/>
                          <a:cs typeface="Kalimati" panose="00000400000000000000" pitchFamily="2"/>
                        </a:rPr>
                        <a:t>,</a:t>
                      </a:r>
                      <a:r>
                        <a:rPr lang="ne-NP" sz="1600" b="0" dirty="0" smtClean="0">
                          <a:effectLst/>
                          <a:latin typeface="Calibri" panose="020F0502020204030204" pitchFamily="34" charset="0"/>
                          <a:ea typeface="Calibri" panose="020F0502020204030204" pitchFamily="34" charset="0"/>
                          <a:cs typeface="Kalimati" panose="00000400000000000000" pitchFamily="2"/>
                        </a:rPr>
                        <a:t> लागू औषध बिक्री वितरण वा ओसारपसार</a:t>
                      </a:r>
                      <a:r>
                        <a:rPr lang="en-US" sz="1600" b="0" dirty="0" smtClean="0">
                          <a:effectLst/>
                          <a:latin typeface="Calibri" panose="020F0502020204030204" pitchFamily="34" charset="0"/>
                          <a:ea typeface="Calibri" panose="020F0502020204030204" pitchFamily="34" charset="0"/>
                          <a:cs typeface="Kalimati" panose="00000400000000000000" pitchFamily="2"/>
                        </a:rPr>
                        <a:t>,</a:t>
                      </a:r>
                      <a:r>
                        <a:rPr lang="ne-NP" sz="1600" b="0" dirty="0" smtClean="0">
                          <a:effectLst/>
                          <a:latin typeface="Calibri" panose="020F0502020204030204" pitchFamily="34" charset="0"/>
                          <a:ea typeface="Calibri" panose="020F0502020204030204" pitchFamily="34" charset="0"/>
                          <a:cs typeface="Kalimati" panose="00000400000000000000" pitchFamily="2"/>
                        </a:rPr>
                        <a:t> सम्पत्ति शुद्धीकरण</a:t>
                      </a:r>
                      <a:r>
                        <a:rPr lang="en-US" sz="1600" b="0" dirty="0" smtClean="0">
                          <a:effectLst/>
                          <a:latin typeface="Calibri" panose="020F0502020204030204" pitchFamily="34" charset="0"/>
                          <a:ea typeface="Calibri" panose="020F0502020204030204" pitchFamily="34" charset="0"/>
                          <a:cs typeface="Kalimati" panose="00000400000000000000" pitchFamily="2"/>
                        </a:rPr>
                        <a:t>,</a:t>
                      </a:r>
                      <a:r>
                        <a:rPr lang="ne-NP" sz="1600" b="0" dirty="0" smtClean="0">
                          <a:effectLst/>
                          <a:latin typeface="Calibri" panose="020F0502020204030204" pitchFamily="34" charset="0"/>
                          <a:ea typeface="Calibri" panose="020F0502020204030204" pitchFamily="34" charset="0"/>
                          <a:cs typeface="Kalimati" panose="00000400000000000000" pitchFamily="2"/>
                        </a:rPr>
                        <a:t> राहदानी दुरुपयोग</a:t>
                      </a:r>
                      <a:r>
                        <a:rPr lang="en-US" sz="1600" b="0" dirty="0" smtClean="0">
                          <a:effectLst/>
                          <a:latin typeface="Calibri" panose="020F0502020204030204" pitchFamily="34" charset="0"/>
                          <a:ea typeface="Calibri" panose="020F0502020204030204" pitchFamily="34" charset="0"/>
                          <a:cs typeface="Kalimati" panose="00000400000000000000" pitchFamily="2"/>
                        </a:rPr>
                        <a:t>,</a:t>
                      </a:r>
                      <a:r>
                        <a:rPr lang="ne-NP" sz="1600" b="0" dirty="0" smtClean="0">
                          <a:effectLst/>
                          <a:latin typeface="Calibri" panose="020F0502020204030204" pitchFamily="34" charset="0"/>
                          <a:ea typeface="Calibri" panose="020F0502020204030204" pitchFamily="34" charset="0"/>
                          <a:cs typeface="Kalimati" panose="00000400000000000000" pitchFamily="2"/>
                        </a:rPr>
                        <a:t> अपहरण वा नैतिक पतन देखिने अन्य फौजदारी कसूर</a:t>
                      </a:r>
                      <a:r>
                        <a:rPr lang="ne-NP" sz="1600" b="0" baseline="0" dirty="0" smtClean="0">
                          <a:effectLst/>
                          <a:latin typeface="Calibri" panose="020F0502020204030204" pitchFamily="34" charset="0"/>
                          <a:ea typeface="Calibri" panose="020F0502020204030204" pitchFamily="34" charset="0"/>
                          <a:cs typeface="Kalimati" panose="00000400000000000000" pitchFamily="2"/>
                        </a:rPr>
                        <a:t> </a:t>
                      </a:r>
                      <a:r>
                        <a:rPr lang="ne-NP" sz="1600" b="0" dirty="0" smtClean="0">
                          <a:effectLst/>
                          <a:latin typeface="Calibri" panose="020F0502020204030204" pitchFamily="34" charset="0"/>
                          <a:ea typeface="Calibri" panose="020F0502020204030204" pitchFamily="34" charset="0"/>
                          <a:cs typeface="Kalimati" panose="00000400000000000000" pitchFamily="2"/>
                        </a:rPr>
                        <a:t>गरेमा</a:t>
                      </a:r>
                      <a:r>
                        <a:rPr lang="en-US" sz="1600" b="0" dirty="0" smtClean="0">
                          <a:effectLst/>
                          <a:latin typeface="Calibri" panose="020F0502020204030204" pitchFamily="34" charset="0"/>
                          <a:ea typeface="Calibri" panose="020F0502020204030204" pitchFamily="34" charset="0"/>
                          <a:cs typeface="Kalimati" panose="00000400000000000000" pitchFamily="2"/>
                        </a:rPr>
                        <a:t>,</a:t>
                      </a:r>
                    </a:p>
                  </a:txBody>
                  <a:tcPr/>
                </a:tc>
                <a:extLst>
                  <a:ext uri="{0D108BD9-81ED-4DB2-BD59-A6C34878D82A}">
                    <a16:rowId xmlns="" xmlns:a16="http://schemas.microsoft.com/office/drawing/2014/main" val="4003439337"/>
                  </a:ext>
                </a:extLst>
              </a:tr>
              <a:tr h="438543">
                <a:tc>
                  <a:txBody>
                    <a:bodyPr/>
                    <a:lstStyle/>
                    <a:p>
                      <a:r>
                        <a:rPr lang="en-US" sz="1600" dirty="0" smtClean="0">
                          <a:effectLst/>
                          <a:latin typeface="Calibri" panose="020F0502020204030204" pitchFamily="34" charset="0"/>
                          <a:ea typeface="Calibri" panose="020F0502020204030204" pitchFamily="34" charset="0"/>
                          <a:cs typeface="Kalimati" panose="00000400000000000000" pitchFamily="2"/>
                        </a:rPr>
                        <a:t>(</a:t>
                      </a:r>
                      <a:r>
                        <a:rPr lang="ne-NP" sz="1600" dirty="0" smtClean="0">
                          <a:effectLst/>
                          <a:latin typeface="Calibri" panose="020F0502020204030204" pitchFamily="34" charset="0"/>
                          <a:ea typeface="Calibri" panose="020F0502020204030204" pitchFamily="34" charset="0"/>
                          <a:cs typeface="Kalimati" panose="00000400000000000000" pitchFamily="2"/>
                        </a:rPr>
                        <a:t>ख</a:t>
                      </a:r>
                      <a:r>
                        <a:rPr lang="en-US" sz="1600" dirty="0" smtClean="0">
                          <a:effectLst/>
                          <a:latin typeface="Calibri" panose="020F0502020204030204" pitchFamily="34" charset="0"/>
                          <a:ea typeface="Calibri" panose="020F0502020204030204" pitchFamily="34" charset="0"/>
                          <a:cs typeface="Kalimati" panose="00000400000000000000" pitchFamily="2"/>
                        </a:rPr>
                        <a:t>)</a:t>
                      </a:r>
                      <a:r>
                        <a:rPr lang="ne-NP" sz="1600" dirty="0" smtClean="0">
                          <a:effectLst/>
                          <a:latin typeface="Calibri" panose="020F0502020204030204" pitchFamily="34" charset="0"/>
                          <a:ea typeface="Calibri" panose="020F0502020204030204" pitchFamily="34" charset="0"/>
                          <a:cs typeface="Kalimati" panose="00000400000000000000" pitchFamily="2"/>
                        </a:rPr>
                        <a:t> </a:t>
                      </a:r>
                      <a:endParaRPr lang="en-US" sz="1600" dirty="0"/>
                    </a:p>
                  </a:txBody>
                  <a:tcPr/>
                </a:tc>
                <a:tc>
                  <a:txBody>
                    <a:bodyPr/>
                    <a:lstStyle/>
                    <a:p>
                      <a:pPr marL="0" marR="0" algn="just">
                        <a:lnSpc>
                          <a:spcPct val="150000"/>
                        </a:lnSpc>
                        <a:spcBef>
                          <a:spcPts val="0"/>
                        </a:spcBef>
                        <a:spcAft>
                          <a:spcPts val="800"/>
                        </a:spcAft>
                      </a:pPr>
                      <a:r>
                        <a:rPr lang="ne-NP" sz="1600" dirty="0" smtClean="0">
                          <a:effectLst/>
                          <a:latin typeface="Calibri" panose="020F0502020204030204" pitchFamily="34" charset="0"/>
                          <a:ea typeface="Calibri" panose="020F0502020204030204" pitchFamily="34" charset="0"/>
                          <a:cs typeface="Kalimati" panose="00000400000000000000" pitchFamily="2"/>
                        </a:rPr>
                        <a:t>लागू औषधको सेवन गरेमा</a:t>
                      </a:r>
                      <a:r>
                        <a:rPr lang="en-US" sz="1600" dirty="0" smtClean="0">
                          <a:effectLst/>
                          <a:latin typeface="Calibri" panose="020F0502020204030204" pitchFamily="34" charset="0"/>
                          <a:ea typeface="Calibri" panose="020F0502020204030204" pitchFamily="34" charset="0"/>
                          <a:cs typeface="Kalimati" panose="00000400000000000000" pitchFamily="2"/>
                        </a:rPr>
                        <a:t>,</a:t>
                      </a:r>
                      <a:endParaRPr lang="en-US" sz="1600" dirty="0" smtClean="0">
                        <a:effectLst/>
                        <a:latin typeface="Calibri" panose="020F0502020204030204" pitchFamily="34" charset="0"/>
                        <a:ea typeface="Calibri" panose="020F0502020204030204" pitchFamily="34" charset="0"/>
                        <a:cs typeface="Mangal" panose="02040503050203030202" pitchFamily="18" charset="0"/>
                      </a:endParaRPr>
                    </a:p>
                  </a:txBody>
                  <a:tcPr/>
                </a:tc>
                <a:extLst>
                  <a:ext uri="{0D108BD9-81ED-4DB2-BD59-A6C34878D82A}">
                    <a16:rowId xmlns="" xmlns:a16="http://schemas.microsoft.com/office/drawing/2014/main" val="3980131276"/>
                  </a:ext>
                </a:extLst>
              </a:tr>
              <a:tr h="413394">
                <a:tc>
                  <a:txBody>
                    <a:bodyPr/>
                    <a:lstStyle/>
                    <a:p>
                      <a:r>
                        <a:rPr lang="en-US" sz="1600" dirty="0" smtClean="0">
                          <a:effectLst/>
                          <a:latin typeface="Calibri" panose="020F0502020204030204" pitchFamily="34" charset="0"/>
                          <a:ea typeface="Calibri" panose="020F0502020204030204" pitchFamily="34" charset="0"/>
                          <a:cs typeface="Kalimati" panose="00000400000000000000" pitchFamily="2"/>
                        </a:rPr>
                        <a:t>(</a:t>
                      </a:r>
                      <a:r>
                        <a:rPr lang="ne-NP" sz="1600" dirty="0" smtClean="0">
                          <a:effectLst/>
                          <a:latin typeface="Calibri" panose="020F0502020204030204" pitchFamily="34" charset="0"/>
                          <a:ea typeface="Calibri" panose="020F0502020204030204" pitchFamily="34" charset="0"/>
                          <a:cs typeface="Kalimati" panose="00000400000000000000" pitchFamily="2"/>
                        </a:rPr>
                        <a:t>ग</a:t>
                      </a:r>
                      <a:r>
                        <a:rPr lang="en-US" sz="1600" dirty="0" smtClean="0">
                          <a:effectLst/>
                          <a:latin typeface="Calibri" panose="020F0502020204030204" pitchFamily="34" charset="0"/>
                          <a:ea typeface="Calibri" panose="020F0502020204030204" pitchFamily="34" charset="0"/>
                          <a:cs typeface="Kalimati" panose="00000400000000000000" pitchFamily="2"/>
                        </a:rPr>
                        <a:t>)</a:t>
                      </a:r>
                      <a:r>
                        <a:rPr lang="ne-NP" sz="1600" dirty="0" smtClean="0">
                          <a:effectLst/>
                          <a:latin typeface="Calibri" panose="020F0502020204030204" pitchFamily="34" charset="0"/>
                          <a:ea typeface="Calibri" panose="020F0502020204030204" pitchFamily="34" charset="0"/>
                          <a:cs typeface="Kalimati" panose="00000400000000000000" pitchFamily="2"/>
                        </a:rPr>
                        <a:t> </a:t>
                      </a:r>
                      <a:endParaRPr lang="en-US" sz="1600" dirty="0"/>
                    </a:p>
                  </a:txBody>
                  <a:tcPr/>
                </a:tc>
                <a:tc>
                  <a:txBody>
                    <a:bodyPr/>
                    <a:lstStyle/>
                    <a:p>
                      <a:pPr marL="0" marR="0" indent="0" algn="just" defTabSz="914400" rtl="0" eaLnBrk="1" fontAlgn="auto" latinLnBrk="0" hangingPunct="1">
                        <a:lnSpc>
                          <a:spcPct val="150000"/>
                        </a:lnSpc>
                        <a:spcBef>
                          <a:spcPts val="0"/>
                        </a:spcBef>
                        <a:spcAft>
                          <a:spcPts val="0"/>
                        </a:spcAft>
                        <a:buClrTx/>
                        <a:buSzTx/>
                        <a:buFontTx/>
                        <a:buNone/>
                        <a:tabLst/>
                        <a:defRPr/>
                      </a:pPr>
                      <a:r>
                        <a:rPr lang="ne-NP" sz="1600" dirty="0" smtClean="0">
                          <a:effectLst/>
                          <a:latin typeface="Calibri" panose="020F0502020204030204" pitchFamily="34" charset="0"/>
                          <a:ea typeface="Calibri" panose="020F0502020204030204" pitchFamily="34" charset="0"/>
                          <a:cs typeface="Kalimati" panose="00000400000000000000" pitchFamily="2"/>
                        </a:rPr>
                        <a:t>अदालतको समयमा मादक पदार्थ सेवन गरेमा</a:t>
                      </a:r>
                      <a:r>
                        <a:rPr lang="en-US" sz="1600" dirty="0" smtClean="0">
                          <a:effectLst/>
                          <a:latin typeface="Calibri" panose="020F0502020204030204" pitchFamily="34" charset="0"/>
                          <a:ea typeface="Calibri" panose="020F0502020204030204" pitchFamily="34" charset="0"/>
                          <a:cs typeface="Kalimati" panose="00000400000000000000" pitchFamily="2"/>
                        </a:rPr>
                        <a:t>,</a:t>
                      </a:r>
                      <a:endParaRPr lang="en-US" sz="1600" dirty="0" smtClean="0">
                        <a:effectLst/>
                        <a:latin typeface="Calibri" panose="020F0502020204030204" pitchFamily="34" charset="0"/>
                        <a:ea typeface="Calibri" panose="020F0502020204030204" pitchFamily="34" charset="0"/>
                        <a:cs typeface="Mangal" panose="02040503050203030202" pitchFamily="18" charset="0"/>
                      </a:endParaRPr>
                    </a:p>
                  </a:txBody>
                  <a:tcPr/>
                </a:tc>
                <a:extLst>
                  <a:ext uri="{0D108BD9-81ED-4DB2-BD59-A6C34878D82A}">
                    <a16:rowId xmlns="" xmlns:a16="http://schemas.microsoft.com/office/drawing/2014/main" val="461814880"/>
                  </a:ext>
                </a:extLst>
              </a:tr>
              <a:tr h="438543">
                <a:tc>
                  <a:txBody>
                    <a:bodyPr/>
                    <a:lstStyle/>
                    <a:p>
                      <a:r>
                        <a:rPr lang="en-US" sz="1600" dirty="0" smtClean="0">
                          <a:effectLst/>
                          <a:latin typeface="Calibri" panose="020F0502020204030204" pitchFamily="34" charset="0"/>
                          <a:ea typeface="Calibri" panose="020F0502020204030204" pitchFamily="34" charset="0"/>
                          <a:cs typeface="Kalimati" panose="00000400000000000000" pitchFamily="2"/>
                        </a:rPr>
                        <a:t>(</a:t>
                      </a:r>
                      <a:r>
                        <a:rPr lang="ne-NP" sz="1600" dirty="0" smtClean="0">
                          <a:effectLst/>
                          <a:latin typeface="Calibri" panose="020F0502020204030204" pitchFamily="34" charset="0"/>
                          <a:ea typeface="Calibri" panose="020F0502020204030204" pitchFamily="34" charset="0"/>
                          <a:cs typeface="Kalimati" panose="00000400000000000000" pitchFamily="2"/>
                        </a:rPr>
                        <a:t>घ</a:t>
                      </a:r>
                      <a:r>
                        <a:rPr lang="en-US" sz="1600" dirty="0" smtClean="0">
                          <a:effectLst/>
                          <a:latin typeface="Calibri" panose="020F0502020204030204" pitchFamily="34" charset="0"/>
                          <a:ea typeface="Calibri" panose="020F0502020204030204" pitchFamily="34" charset="0"/>
                          <a:cs typeface="Kalimati" panose="00000400000000000000" pitchFamily="2"/>
                        </a:rPr>
                        <a:t>)</a:t>
                      </a:r>
                      <a:r>
                        <a:rPr lang="ne-NP" sz="1600" dirty="0" smtClean="0">
                          <a:effectLst/>
                          <a:latin typeface="Calibri" panose="020F0502020204030204" pitchFamily="34" charset="0"/>
                          <a:ea typeface="Calibri" panose="020F0502020204030204" pitchFamily="34" charset="0"/>
                          <a:cs typeface="Kalimati" panose="00000400000000000000" pitchFamily="2"/>
                        </a:rPr>
                        <a:t> </a:t>
                      </a:r>
                      <a:endParaRPr lang="en-US" sz="1600" dirty="0"/>
                    </a:p>
                  </a:txBody>
                  <a:tcPr/>
                </a:tc>
                <a:tc>
                  <a:txBody>
                    <a:bodyPr/>
                    <a:lstStyle/>
                    <a:p>
                      <a:pPr marL="0" marR="0" indent="0" algn="just" defTabSz="914400" rtl="0" eaLnBrk="1" fontAlgn="auto" latinLnBrk="0" hangingPunct="1">
                        <a:lnSpc>
                          <a:spcPct val="150000"/>
                        </a:lnSpc>
                        <a:spcBef>
                          <a:spcPts val="0"/>
                        </a:spcBef>
                        <a:spcAft>
                          <a:spcPts val="0"/>
                        </a:spcAft>
                        <a:buClrTx/>
                        <a:buSzTx/>
                        <a:buFontTx/>
                        <a:buNone/>
                        <a:tabLst/>
                        <a:defRPr/>
                      </a:pPr>
                      <a:r>
                        <a:rPr lang="ne-NP" sz="1600" dirty="0" smtClean="0">
                          <a:effectLst/>
                          <a:latin typeface="Calibri" panose="020F0502020204030204" pitchFamily="34" charset="0"/>
                          <a:ea typeface="Calibri" panose="020F0502020204030204" pitchFamily="34" charset="0"/>
                          <a:cs typeface="Kalimati" panose="00000400000000000000" pitchFamily="2"/>
                        </a:rPr>
                        <a:t>सार्वजनिक स्थल वा समारोहमा अशिष्ट वा उच्छृङ्खल व्यवहार गरेमा</a:t>
                      </a:r>
                      <a:r>
                        <a:rPr lang="en-US" sz="1600" dirty="0" smtClean="0">
                          <a:effectLst/>
                          <a:latin typeface="Calibri" panose="020F0502020204030204" pitchFamily="34" charset="0"/>
                          <a:ea typeface="Calibri" panose="020F0502020204030204" pitchFamily="34" charset="0"/>
                          <a:cs typeface="Kalimati" panose="00000400000000000000" pitchFamily="2"/>
                        </a:rPr>
                        <a:t>,</a:t>
                      </a:r>
                      <a:endParaRPr lang="en-US" sz="1600" dirty="0" smtClean="0">
                        <a:effectLst/>
                        <a:latin typeface="Calibri" panose="020F0502020204030204" pitchFamily="34" charset="0"/>
                        <a:ea typeface="Calibri" panose="020F0502020204030204" pitchFamily="34" charset="0"/>
                        <a:cs typeface="Mangal" panose="02040503050203030202" pitchFamily="18" charset="0"/>
                      </a:endParaRPr>
                    </a:p>
                  </a:txBody>
                  <a:tcPr/>
                </a:tc>
                <a:extLst>
                  <a:ext uri="{0D108BD9-81ED-4DB2-BD59-A6C34878D82A}">
                    <a16:rowId xmlns="" xmlns:a16="http://schemas.microsoft.com/office/drawing/2014/main" val="836300007"/>
                  </a:ext>
                </a:extLst>
              </a:tr>
              <a:tr h="1122070">
                <a:tc>
                  <a:txBody>
                    <a:bodyPr/>
                    <a:lstStyle/>
                    <a:p>
                      <a:r>
                        <a:rPr lang="en-US" sz="1600" dirty="0" smtClean="0">
                          <a:effectLst/>
                          <a:latin typeface="Calibri" panose="020F0502020204030204" pitchFamily="34" charset="0"/>
                          <a:ea typeface="Calibri" panose="020F0502020204030204" pitchFamily="34" charset="0"/>
                          <a:cs typeface="Kalimati" panose="00000400000000000000" pitchFamily="2"/>
                        </a:rPr>
                        <a:t>(</a:t>
                      </a:r>
                      <a:r>
                        <a:rPr lang="ne-NP" sz="1600" dirty="0" smtClean="0">
                          <a:effectLst/>
                          <a:latin typeface="Calibri" panose="020F0502020204030204" pitchFamily="34" charset="0"/>
                          <a:ea typeface="Calibri" panose="020F0502020204030204" pitchFamily="34" charset="0"/>
                          <a:cs typeface="Kalimati" panose="00000400000000000000" pitchFamily="2"/>
                        </a:rPr>
                        <a:t>ङ</a:t>
                      </a:r>
                      <a:r>
                        <a:rPr lang="en-US" sz="1600" dirty="0" smtClean="0">
                          <a:effectLst/>
                          <a:latin typeface="Calibri" panose="020F0502020204030204" pitchFamily="34" charset="0"/>
                          <a:ea typeface="Calibri" panose="020F0502020204030204" pitchFamily="34" charset="0"/>
                          <a:cs typeface="Kalimati" panose="00000400000000000000" pitchFamily="2"/>
                        </a:rPr>
                        <a:t>)</a:t>
                      </a:r>
                      <a:r>
                        <a:rPr lang="ne-NP" sz="1600" dirty="0" smtClean="0">
                          <a:effectLst/>
                          <a:latin typeface="Calibri" panose="020F0502020204030204" pitchFamily="34" charset="0"/>
                          <a:ea typeface="Calibri" panose="020F0502020204030204" pitchFamily="34" charset="0"/>
                          <a:cs typeface="Kalimati" panose="00000400000000000000" pitchFamily="2"/>
                        </a:rPr>
                        <a:t> </a:t>
                      </a:r>
                      <a:endParaRPr lang="en-US" sz="1600" dirty="0"/>
                    </a:p>
                  </a:txBody>
                  <a:tcPr/>
                </a:tc>
                <a:tc>
                  <a:txBody>
                    <a:bodyPr/>
                    <a:lstStyle/>
                    <a:p>
                      <a:pPr marL="0" marR="0" indent="0" algn="just" defTabSz="914400" rtl="0" eaLnBrk="1" fontAlgn="auto" latinLnBrk="0" hangingPunct="1">
                        <a:lnSpc>
                          <a:spcPct val="150000"/>
                        </a:lnSpc>
                        <a:spcBef>
                          <a:spcPts val="0"/>
                        </a:spcBef>
                        <a:spcAft>
                          <a:spcPts val="0"/>
                        </a:spcAft>
                        <a:buClrTx/>
                        <a:buSzTx/>
                        <a:buFontTx/>
                        <a:buNone/>
                        <a:tabLst/>
                        <a:defRPr/>
                      </a:pPr>
                      <a:r>
                        <a:rPr lang="ne-NP" sz="1600" dirty="0" smtClean="0">
                          <a:effectLst/>
                          <a:latin typeface="Calibri" panose="020F0502020204030204" pitchFamily="34" charset="0"/>
                          <a:ea typeface="Calibri" panose="020F0502020204030204" pitchFamily="34" charset="0"/>
                          <a:cs typeface="Kalimati" panose="00000400000000000000" pitchFamily="2"/>
                        </a:rPr>
                        <a:t>राजनीतिमा भाग लिएमा</a:t>
                      </a:r>
                      <a:r>
                        <a:rPr lang="en-US" sz="1600" dirty="0" smtClean="0">
                          <a:effectLst/>
                          <a:latin typeface="Calibri" panose="020F0502020204030204" pitchFamily="34" charset="0"/>
                          <a:ea typeface="Calibri" panose="020F0502020204030204" pitchFamily="34" charset="0"/>
                          <a:cs typeface="Kalimati" panose="00000400000000000000" pitchFamily="2"/>
                        </a:rPr>
                        <a:t>,</a:t>
                      </a:r>
                      <a:r>
                        <a:rPr lang="ne-NP" sz="1600" baseline="0" dirty="0" smtClean="0">
                          <a:effectLst/>
                          <a:latin typeface="Calibri" panose="020F0502020204030204" pitchFamily="34" charset="0"/>
                          <a:ea typeface="Calibri" panose="020F0502020204030204" pitchFamily="34" charset="0"/>
                          <a:cs typeface="Mangal" panose="02040503050203030202" pitchFamily="18" charset="0"/>
                        </a:rPr>
                        <a:t> </a:t>
                      </a:r>
                    </a:p>
                    <a:p>
                      <a:pPr marL="0" marR="0" indent="0" algn="just" defTabSz="914400" rtl="0" eaLnBrk="1" fontAlgn="auto" latinLnBrk="0" hangingPunct="1">
                        <a:lnSpc>
                          <a:spcPct val="150000"/>
                        </a:lnSpc>
                        <a:spcBef>
                          <a:spcPts val="0"/>
                        </a:spcBef>
                        <a:spcAft>
                          <a:spcPts val="0"/>
                        </a:spcAft>
                        <a:buClrTx/>
                        <a:buSzTx/>
                        <a:buFontTx/>
                        <a:buNone/>
                        <a:tabLst/>
                        <a:defRPr/>
                      </a:pPr>
                      <a:r>
                        <a:rPr lang="ne-NP" sz="1600" dirty="0" smtClean="0">
                          <a:effectLst/>
                          <a:latin typeface="Calibri" panose="020F0502020204030204" pitchFamily="34" charset="0"/>
                          <a:ea typeface="Calibri" panose="020F0502020204030204" pitchFamily="34" charset="0"/>
                          <a:cs typeface="Kalimati" panose="00000400000000000000" pitchFamily="2"/>
                        </a:rPr>
                        <a:t>तर कानून बमोजिम मताधिकारको प्रयोग गरेको विषयलाई राजनीतिमा भाग लिएको मानिने छैन।</a:t>
                      </a:r>
                      <a:endParaRPr lang="en-US" sz="1600" dirty="0" smtClean="0">
                        <a:effectLst/>
                        <a:latin typeface="Calibri" panose="020F0502020204030204" pitchFamily="34" charset="0"/>
                        <a:ea typeface="Calibri" panose="020F0502020204030204" pitchFamily="34" charset="0"/>
                        <a:cs typeface="Mangal" panose="02040503050203030202" pitchFamily="18" charset="0"/>
                      </a:endParaRPr>
                    </a:p>
                  </a:txBody>
                  <a:tcPr/>
                </a:tc>
                <a:extLst>
                  <a:ext uri="{0D108BD9-81ED-4DB2-BD59-A6C34878D82A}">
                    <a16:rowId xmlns="" xmlns:a16="http://schemas.microsoft.com/office/drawing/2014/main" val="1097605807"/>
                  </a:ext>
                </a:extLst>
              </a:tr>
              <a:tr h="337983">
                <a:tc>
                  <a:txBody>
                    <a:bodyPr/>
                    <a:lstStyle/>
                    <a:p>
                      <a:r>
                        <a:rPr lang="en-US" sz="1600" dirty="0" smtClean="0">
                          <a:effectLst/>
                          <a:latin typeface="Calibri" panose="020F0502020204030204" pitchFamily="34" charset="0"/>
                          <a:ea typeface="Calibri" panose="020F0502020204030204" pitchFamily="34" charset="0"/>
                          <a:cs typeface="Kalimati" panose="00000400000000000000" pitchFamily="2"/>
                        </a:rPr>
                        <a:t>(</a:t>
                      </a:r>
                      <a:r>
                        <a:rPr lang="ne-NP" sz="1600" dirty="0" smtClean="0">
                          <a:effectLst/>
                          <a:latin typeface="Calibri" panose="020F0502020204030204" pitchFamily="34" charset="0"/>
                          <a:ea typeface="Calibri" panose="020F0502020204030204" pitchFamily="34" charset="0"/>
                          <a:cs typeface="Kalimati" panose="00000400000000000000" pitchFamily="2"/>
                        </a:rPr>
                        <a:t>च</a:t>
                      </a:r>
                      <a:r>
                        <a:rPr lang="en-US" sz="1600" dirty="0" smtClean="0">
                          <a:effectLst/>
                          <a:latin typeface="Calibri" panose="020F0502020204030204" pitchFamily="34" charset="0"/>
                          <a:ea typeface="Calibri" panose="020F0502020204030204" pitchFamily="34" charset="0"/>
                          <a:cs typeface="Kalimati" panose="00000400000000000000" pitchFamily="2"/>
                        </a:rPr>
                        <a:t>)</a:t>
                      </a:r>
                      <a:r>
                        <a:rPr lang="ne-NP" sz="1600" dirty="0" smtClean="0">
                          <a:effectLst/>
                          <a:latin typeface="Calibri" panose="020F0502020204030204" pitchFamily="34" charset="0"/>
                          <a:ea typeface="Calibri" panose="020F0502020204030204" pitchFamily="34" charset="0"/>
                          <a:cs typeface="Kalimati" panose="00000400000000000000" pitchFamily="2"/>
                        </a:rPr>
                        <a:t> </a:t>
                      </a:r>
                      <a:endParaRPr lang="en-US" sz="1600" dirty="0"/>
                    </a:p>
                  </a:txBody>
                  <a:tcPr/>
                </a:tc>
                <a:tc>
                  <a:txBody>
                    <a:bodyPr/>
                    <a:lstStyle/>
                    <a:p>
                      <a:pPr marL="0" marR="0" algn="just">
                        <a:lnSpc>
                          <a:spcPct val="107000"/>
                        </a:lnSpc>
                        <a:spcBef>
                          <a:spcPts val="0"/>
                        </a:spcBef>
                        <a:spcAft>
                          <a:spcPts val="800"/>
                        </a:spcAft>
                      </a:pPr>
                      <a:r>
                        <a:rPr lang="ne-NP" sz="1600" dirty="0" smtClean="0">
                          <a:effectLst/>
                          <a:latin typeface="Calibri" panose="020F0502020204030204" pitchFamily="34" charset="0"/>
                          <a:ea typeface="Calibri" panose="020F0502020204030204" pitchFamily="34" charset="0"/>
                          <a:cs typeface="Kalimati" panose="00000400000000000000" pitchFamily="2"/>
                        </a:rPr>
                        <a:t>अनुचित प्रभावमा परी वा कानून विपरीत मुद्दामा कारवाही र किनारा गरेमा</a:t>
                      </a:r>
                      <a:r>
                        <a:rPr lang="en-US" sz="1600" dirty="0" smtClean="0">
                          <a:effectLst/>
                          <a:latin typeface="Calibri" panose="020F0502020204030204" pitchFamily="34" charset="0"/>
                          <a:ea typeface="Calibri" panose="020F0502020204030204" pitchFamily="34" charset="0"/>
                          <a:cs typeface="Kalimati" panose="00000400000000000000" pitchFamily="2"/>
                        </a:rPr>
                        <a:t>,</a:t>
                      </a:r>
                      <a:endParaRPr lang="en-US" sz="1600" dirty="0" smtClean="0">
                        <a:effectLst/>
                        <a:latin typeface="Calibri" panose="020F0502020204030204" pitchFamily="34" charset="0"/>
                        <a:ea typeface="Calibri" panose="020F0502020204030204" pitchFamily="34" charset="0"/>
                        <a:cs typeface="Mangal" panose="02040503050203030202" pitchFamily="18" charset="0"/>
                      </a:endParaRPr>
                    </a:p>
                  </a:txBody>
                  <a:tcPr/>
                </a:tc>
                <a:extLst>
                  <a:ext uri="{0D108BD9-81ED-4DB2-BD59-A6C34878D82A}">
                    <a16:rowId xmlns="" xmlns:a16="http://schemas.microsoft.com/office/drawing/2014/main" val="27296370"/>
                  </a:ext>
                </a:extLst>
              </a:tr>
              <a:tr h="438543">
                <a:tc>
                  <a:txBody>
                    <a:bodyPr/>
                    <a:lstStyle/>
                    <a:p>
                      <a:r>
                        <a:rPr lang="en-US" sz="1600" dirty="0" smtClean="0">
                          <a:effectLst/>
                          <a:latin typeface="Calibri" panose="020F0502020204030204" pitchFamily="34" charset="0"/>
                          <a:ea typeface="Calibri" panose="020F0502020204030204" pitchFamily="34" charset="0"/>
                          <a:cs typeface="Kalimati" panose="00000400000000000000" pitchFamily="2"/>
                        </a:rPr>
                        <a:t>(</a:t>
                      </a:r>
                      <a:r>
                        <a:rPr lang="ne-NP" sz="1600" dirty="0" smtClean="0">
                          <a:effectLst/>
                          <a:latin typeface="Calibri" panose="020F0502020204030204" pitchFamily="34" charset="0"/>
                          <a:ea typeface="Calibri" panose="020F0502020204030204" pitchFamily="34" charset="0"/>
                          <a:cs typeface="Kalimati" panose="00000400000000000000" pitchFamily="2"/>
                        </a:rPr>
                        <a:t>छ</a:t>
                      </a:r>
                      <a:r>
                        <a:rPr lang="en-US" sz="1600" dirty="0" smtClean="0">
                          <a:effectLst/>
                          <a:latin typeface="Calibri" panose="020F0502020204030204" pitchFamily="34" charset="0"/>
                          <a:ea typeface="Calibri" panose="020F0502020204030204" pitchFamily="34" charset="0"/>
                          <a:cs typeface="Kalimati" panose="00000400000000000000" pitchFamily="2"/>
                        </a:rPr>
                        <a:t>)</a:t>
                      </a:r>
                      <a:r>
                        <a:rPr lang="ne-NP" sz="1600" dirty="0" smtClean="0">
                          <a:effectLst/>
                          <a:latin typeface="Calibri" panose="020F0502020204030204" pitchFamily="34" charset="0"/>
                          <a:ea typeface="Calibri" panose="020F0502020204030204" pitchFamily="34" charset="0"/>
                          <a:cs typeface="Kalimati" panose="00000400000000000000" pitchFamily="2"/>
                        </a:rPr>
                        <a:t> </a:t>
                      </a:r>
                      <a:endParaRPr lang="en-US" sz="1600" dirty="0"/>
                    </a:p>
                  </a:txBody>
                  <a:tcPr/>
                </a:tc>
                <a:tc>
                  <a:txBody>
                    <a:bodyPr/>
                    <a:lstStyle/>
                    <a:p>
                      <a:pPr marL="0" marR="0" algn="just">
                        <a:lnSpc>
                          <a:spcPct val="150000"/>
                        </a:lnSpc>
                        <a:spcBef>
                          <a:spcPts val="0"/>
                        </a:spcBef>
                        <a:spcAft>
                          <a:spcPts val="800"/>
                        </a:spcAft>
                      </a:pPr>
                      <a:r>
                        <a:rPr lang="ne-NP" sz="1600" dirty="0" smtClean="0">
                          <a:effectLst/>
                          <a:latin typeface="Calibri" panose="020F0502020204030204" pitchFamily="34" charset="0"/>
                          <a:ea typeface="Calibri" panose="020F0502020204030204" pitchFamily="34" charset="0"/>
                          <a:cs typeface="Kalimati" panose="00000400000000000000" pitchFamily="2"/>
                        </a:rPr>
                        <a:t>सरकारी वा सार्वजनिक सम्पत्ति वा आफुलाई प्राप्त कुनै सुविधाको दुरुपयोग गरेमा</a:t>
                      </a:r>
                      <a:endParaRPr lang="en-US" sz="1600" dirty="0" smtClean="0">
                        <a:effectLst/>
                        <a:latin typeface="Calibri" panose="020F0502020204030204" pitchFamily="34" charset="0"/>
                        <a:ea typeface="Calibri" panose="020F0502020204030204" pitchFamily="34" charset="0"/>
                        <a:cs typeface="Mangal" panose="02040503050203030202" pitchFamily="18" charset="0"/>
                      </a:endParaRPr>
                    </a:p>
                  </a:txBody>
                  <a:tcPr/>
                </a:tc>
                <a:extLst>
                  <a:ext uri="{0D108BD9-81ED-4DB2-BD59-A6C34878D82A}">
                    <a16:rowId xmlns="" xmlns:a16="http://schemas.microsoft.com/office/drawing/2014/main" val="114123336"/>
                  </a:ext>
                </a:extLst>
              </a:tr>
              <a:tr h="690454">
                <a:tc>
                  <a:txBody>
                    <a:bodyPr/>
                    <a:lstStyle/>
                    <a:p>
                      <a:r>
                        <a:rPr lang="en-US" sz="1600" dirty="0" smtClean="0">
                          <a:effectLst/>
                          <a:latin typeface="Calibri" panose="020F0502020204030204" pitchFamily="34" charset="0"/>
                          <a:ea typeface="Calibri" panose="020F0502020204030204" pitchFamily="34" charset="0"/>
                          <a:cs typeface="Kalimati" panose="00000400000000000000" pitchFamily="2"/>
                        </a:rPr>
                        <a:t>(</a:t>
                      </a:r>
                      <a:r>
                        <a:rPr lang="ne-NP" sz="1600" dirty="0" smtClean="0">
                          <a:effectLst/>
                          <a:latin typeface="Calibri" panose="020F0502020204030204" pitchFamily="34" charset="0"/>
                          <a:ea typeface="Calibri" panose="020F0502020204030204" pitchFamily="34" charset="0"/>
                          <a:cs typeface="Kalimati" panose="00000400000000000000" pitchFamily="2"/>
                        </a:rPr>
                        <a:t>ज</a:t>
                      </a:r>
                      <a:r>
                        <a:rPr lang="en-US" sz="1600" dirty="0" smtClean="0">
                          <a:effectLst/>
                          <a:latin typeface="Calibri" panose="020F0502020204030204" pitchFamily="34" charset="0"/>
                          <a:ea typeface="Calibri" panose="020F0502020204030204" pitchFamily="34" charset="0"/>
                          <a:cs typeface="Kalimati" panose="00000400000000000000" pitchFamily="2"/>
                        </a:rPr>
                        <a:t>)</a:t>
                      </a:r>
                      <a:r>
                        <a:rPr lang="ne-NP" sz="1600" dirty="0" smtClean="0">
                          <a:effectLst/>
                          <a:latin typeface="Calibri" panose="020F0502020204030204" pitchFamily="34" charset="0"/>
                          <a:ea typeface="Calibri" panose="020F0502020204030204" pitchFamily="34" charset="0"/>
                          <a:cs typeface="Kalimati" panose="00000400000000000000" pitchFamily="2"/>
                        </a:rPr>
                        <a:t> </a:t>
                      </a:r>
                      <a:endParaRPr lang="en-US" sz="1600" dirty="0"/>
                    </a:p>
                  </a:txBody>
                  <a:tcPr/>
                </a:tc>
                <a:tc>
                  <a:txBody>
                    <a:bodyPr/>
                    <a:lstStyle/>
                    <a:p>
                      <a:pPr marL="0" marR="0" indent="0" algn="just" defTabSz="914400" rtl="0" eaLnBrk="1" fontAlgn="auto" latinLnBrk="0" hangingPunct="1">
                        <a:lnSpc>
                          <a:spcPct val="150000"/>
                        </a:lnSpc>
                        <a:spcBef>
                          <a:spcPts val="0"/>
                        </a:spcBef>
                        <a:spcAft>
                          <a:spcPts val="800"/>
                        </a:spcAft>
                        <a:buClrTx/>
                        <a:buSzTx/>
                        <a:buFontTx/>
                        <a:buNone/>
                        <a:tabLst/>
                        <a:defRPr/>
                      </a:pPr>
                      <a:r>
                        <a:rPr lang="ne-NP" sz="1600" dirty="0" smtClean="0">
                          <a:effectLst/>
                          <a:latin typeface="Calibri" panose="020F0502020204030204" pitchFamily="34" charset="0"/>
                          <a:ea typeface="Calibri" panose="020F0502020204030204" pitchFamily="34" charset="0"/>
                          <a:cs typeface="Kalimati" panose="00000400000000000000" pitchFamily="2"/>
                        </a:rPr>
                        <a:t>इजलासमा रहँदा अदालतको मर्यादा भङ्ग हुने वा पदीय अनुशासन वा मर्यादाको प्रतिकूल हुने कुनै आचरण गरेमा ।</a:t>
                      </a:r>
                      <a:endParaRPr lang="en-US" sz="1600" dirty="0" smtClean="0">
                        <a:effectLst/>
                        <a:latin typeface="Calibri" panose="020F0502020204030204" pitchFamily="34" charset="0"/>
                        <a:ea typeface="Calibri" panose="020F0502020204030204" pitchFamily="34" charset="0"/>
                        <a:cs typeface="Mangal" panose="02040503050203030202" pitchFamily="18" charset="0"/>
                      </a:endParaRPr>
                    </a:p>
                  </a:txBody>
                  <a:tcPr/>
                </a:tc>
                <a:extLst>
                  <a:ext uri="{0D108BD9-81ED-4DB2-BD59-A6C34878D82A}">
                    <a16:rowId xmlns="" xmlns:a16="http://schemas.microsoft.com/office/drawing/2014/main" val="2963538233"/>
                  </a:ext>
                </a:extLst>
              </a:tr>
              <a:tr h="940919">
                <a:tc gridSpan="2">
                  <a:txBody>
                    <a:bodyPr/>
                    <a:lstStyle/>
                    <a:p>
                      <a:pPr marL="0" marR="0" algn="just">
                        <a:lnSpc>
                          <a:spcPct val="150000"/>
                        </a:lnSpc>
                        <a:spcBef>
                          <a:spcPts val="0"/>
                        </a:spcBef>
                        <a:spcAft>
                          <a:spcPts val="800"/>
                        </a:spcAft>
                      </a:pPr>
                      <a:r>
                        <a:rPr lang="en-US" sz="1600" dirty="0" smtClean="0">
                          <a:effectLst/>
                          <a:latin typeface="Calibri" panose="020F0502020204030204" pitchFamily="34" charset="0"/>
                          <a:ea typeface="Calibri" panose="020F0502020204030204" pitchFamily="34" charset="0"/>
                          <a:cs typeface="Kalimati" panose="00000400000000000000" pitchFamily="2"/>
                        </a:rPr>
                        <a:t>(</a:t>
                      </a:r>
                      <a:r>
                        <a:rPr lang="ne-NP" sz="1600" dirty="0" smtClean="0">
                          <a:effectLst/>
                          <a:latin typeface="Calibri" panose="020F0502020204030204" pitchFamily="34" charset="0"/>
                          <a:ea typeface="Calibri" panose="020F0502020204030204" pitchFamily="34" charset="0"/>
                          <a:cs typeface="Kalimati" panose="00000400000000000000" pitchFamily="2"/>
                        </a:rPr>
                        <a:t>२</a:t>
                      </a:r>
                      <a:r>
                        <a:rPr lang="en-US" sz="1600" dirty="0" smtClean="0">
                          <a:effectLst/>
                          <a:latin typeface="Calibri" panose="020F0502020204030204" pitchFamily="34" charset="0"/>
                          <a:ea typeface="Calibri" panose="020F0502020204030204" pitchFamily="34" charset="0"/>
                          <a:cs typeface="Kalimati" panose="00000400000000000000" pitchFamily="2"/>
                        </a:rPr>
                        <a:t>)</a:t>
                      </a:r>
                      <a:r>
                        <a:rPr lang="ne-NP" sz="1600" dirty="0" smtClean="0">
                          <a:effectLst/>
                          <a:latin typeface="Calibri" panose="020F0502020204030204" pitchFamily="34" charset="0"/>
                          <a:ea typeface="Calibri" panose="020F0502020204030204" pitchFamily="34" charset="0"/>
                          <a:cs typeface="Kalimati" panose="00000400000000000000" pitchFamily="2"/>
                        </a:rPr>
                        <a:t>न्यायाधीशले आचार संहिताको गम्भीर उल्लङ्घन हुने कार्य गरेमा वा त्यस्तो आचार संहिताको पटक पटक उल्लंघन गरेमा आचार संहिताको गम्भीर उल्लंघन गरेको मानिनेछ।</a:t>
                      </a:r>
                      <a:endParaRPr lang="en-US" sz="1400" dirty="0" smtClean="0">
                        <a:effectLst/>
                        <a:latin typeface="Calibri" panose="020F0502020204030204" pitchFamily="34" charset="0"/>
                        <a:ea typeface="Calibri" panose="020F0502020204030204" pitchFamily="34" charset="0"/>
                        <a:cs typeface="Mangal" panose="02040503050203030202" pitchFamily="18" charset="0"/>
                      </a:endParaRPr>
                    </a:p>
                  </a:txBody>
                  <a:tcPr/>
                </a:tc>
                <a:tc hMerge="1">
                  <a:txBody>
                    <a:bodyPr/>
                    <a:lstStyle/>
                    <a:p>
                      <a:pPr marL="0" marR="0" indent="0" algn="just" defTabSz="914400" rtl="0" eaLnBrk="1" fontAlgn="auto" latinLnBrk="0" hangingPunct="1">
                        <a:lnSpc>
                          <a:spcPct val="150000"/>
                        </a:lnSpc>
                        <a:spcBef>
                          <a:spcPts val="0"/>
                        </a:spcBef>
                        <a:spcAft>
                          <a:spcPts val="800"/>
                        </a:spcAft>
                        <a:buClrTx/>
                        <a:buSzTx/>
                        <a:buFontTx/>
                        <a:buNone/>
                        <a:tabLst/>
                        <a:defRPr/>
                      </a:pPr>
                      <a:endParaRPr lang="en-US" sz="1600" dirty="0" smtClean="0">
                        <a:effectLst/>
                        <a:latin typeface="Calibri" panose="020F0502020204030204" pitchFamily="34" charset="0"/>
                        <a:ea typeface="Calibri" panose="020F0502020204030204" pitchFamily="34" charset="0"/>
                        <a:cs typeface="Mangal" panose="02040503050203030202" pitchFamily="18" charset="0"/>
                      </a:endParaRPr>
                    </a:p>
                  </a:txBody>
                  <a:tcPr/>
                </a:tc>
                <a:extLst>
                  <a:ext uri="{0D108BD9-81ED-4DB2-BD59-A6C34878D82A}">
                    <a16:rowId xmlns="" xmlns:a16="http://schemas.microsoft.com/office/drawing/2014/main" val="103665988"/>
                  </a:ext>
                </a:extLst>
              </a:tr>
            </a:tbl>
          </a:graphicData>
        </a:graphic>
      </p:graphicFrame>
    </p:spTree>
    <p:extLst>
      <p:ext uri="{BB962C8B-B14F-4D97-AF65-F5344CB8AC3E}">
        <p14:creationId xmlns="" xmlns:p14="http://schemas.microsoft.com/office/powerpoint/2010/main" val="104137352"/>
      </p:ext>
    </p:extLst>
  </p:cSld>
  <p:clrMapOvr>
    <a:masterClrMapping/>
  </p:clrMapOvr>
  <p:transition spd="slow">
    <p:wipe dir="r"/>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152400"/>
            <a:ext cx="7772400" cy="1265238"/>
          </a:xfrm>
        </p:spPr>
        <p:style>
          <a:lnRef idx="1">
            <a:schemeClr val="accent1"/>
          </a:lnRef>
          <a:fillRef idx="2">
            <a:schemeClr val="accent1"/>
          </a:fillRef>
          <a:effectRef idx="1">
            <a:schemeClr val="accent1"/>
          </a:effectRef>
          <a:fontRef idx="minor">
            <a:schemeClr val="dk1"/>
          </a:fontRef>
        </p:style>
        <p:txBody>
          <a:bodyPr>
            <a:normAutofit/>
          </a:bodyPr>
          <a:lstStyle/>
          <a:p>
            <a:pPr algn="ctr">
              <a:lnSpc>
                <a:spcPct val="150000"/>
              </a:lnSpc>
            </a:pPr>
            <a:r>
              <a:rPr lang="ne-NP" sz="2400" b="1" dirty="0">
                <a:latin typeface="Calibri" panose="020F0502020204030204" pitchFamily="34" charset="0"/>
                <a:ea typeface="Calibri" panose="020F0502020204030204" pitchFamily="34" charset="0"/>
                <a:cs typeface="Kalimati" panose="00000400000000000000" pitchFamily="2"/>
              </a:rPr>
              <a:t>इमान्दारीपूर्वक कर्तव्य पालन नगरेको वा बदनियतपूर्वकको काम कारवाही</a:t>
            </a:r>
            <a:r>
              <a:rPr lang="ne-NP" sz="2400" dirty="0">
                <a:latin typeface="Calibri" panose="020F0502020204030204" pitchFamily="34" charset="0"/>
                <a:ea typeface="Calibri" panose="020F0502020204030204" pitchFamily="34" charset="0"/>
                <a:cs typeface="Kalimati" panose="00000400000000000000" pitchFamily="2"/>
              </a:rPr>
              <a:t> </a:t>
            </a:r>
            <a:r>
              <a:rPr lang="ne-NP" sz="2400" dirty="0" smtClean="0">
                <a:latin typeface="Calibri" panose="020F0502020204030204" pitchFamily="34" charset="0"/>
                <a:ea typeface="Calibri" panose="020F0502020204030204" pitchFamily="34" charset="0"/>
                <a:cs typeface="Kalimati" panose="00000400000000000000" pitchFamily="2"/>
              </a:rPr>
              <a:t>–दफा १२</a:t>
            </a:r>
            <a:endParaRPr lang="en-US" sz="2400" dirty="0"/>
          </a:p>
        </p:txBody>
      </p:sp>
      <p:graphicFrame>
        <p:nvGraphicFramePr>
          <p:cNvPr id="4" name="Content Placeholder 3"/>
          <p:cNvGraphicFramePr>
            <a:graphicFrameLocks noGrp="1"/>
          </p:cNvGraphicFramePr>
          <p:nvPr>
            <p:ph idx="1"/>
            <p:extLst>
              <p:ext uri="{D42A27DB-BD31-4B8C-83A1-F6EECF244321}">
                <p14:modId xmlns="" xmlns:p14="http://schemas.microsoft.com/office/powerpoint/2010/main" val="1639782428"/>
              </p:ext>
            </p:extLst>
          </p:nvPr>
        </p:nvGraphicFramePr>
        <p:xfrm>
          <a:off x="457200" y="1935163"/>
          <a:ext cx="8229600" cy="4572000"/>
        </p:xfrm>
        <a:graphic>
          <a:graphicData uri="http://schemas.openxmlformats.org/drawingml/2006/table">
            <a:tbl>
              <a:tblPr firstRow="1" bandRow="1">
                <a:tableStyleId>{E8B1032C-EA38-4F05-BA0D-38AFFFC7BED3}</a:tableStyleId>
              </a:tblPr>
              <a:tblGrid>
                <a:gridCol w="645459">
                  <a:extLst>
                    <a:ext uri="{9D8B030D-6E8A-4147-A177-3AD203B41FA5}">
                      <a16:colId xmlns="" xmlns:a16="http://schemas.microsoft.com/office/drawing/2014/main" val="789633066"/>
                    </a:ext>
                  </a:extLst>
                </a:gridCol>
                <a:gridCol w="7584141">
                  <a:extLst>
                    <a:ext uri="{9D8B030D-6E8A-4147-A177-3AD203B41FA5}">
                      <a16:colId xmlns="" xmlns:a16="http://schemas.microsoft.com/office/drawing/2014/main" val="505129878"/>
                    </a:ext>
                  </a:extLst>
                </a:gridCol>
              </a:tblGrid>
              <a:tr h="370840">
                <a:tc>
                  <a:txBody>
                    <a:bodyPr/>
                    <a:lstStyle/>
                    <a:p>
                      <a:pPr algn="just">
                        <a:lnSpc>
                          <a:spcPct val="150000"/>
                        </a:lnSpc>
                      </a:pPr>
                      <a:r>
                        <a:rPr lang="ne-NP" sz="2000" b="0" dirty="0" smtClean="0">
                          <a:effectLst/>
                          <a:latin typeface="Calibri" panose="020F0502020204030204" pitchFamily="34" charset="0"/>
                          <a:ea typeface="Calibri" panose="020F0502020204030204" pitchFamily="34" charset="0"/>
                          <a:cs typeface="Kalimati" panose="00000400000000000000" pitchFamily="2"/>
                        </a:rPr>
                        <a:t>क</a:t>
                      </a:r>
                      <a:r>
                        <a:rPr lang="en-US" sz="2000" b="0" dirty="0" smtClean="0">
                          <a:effectLst/>
                          <a:latin typeface="Calibri" panose="020F0502020204030204" pitchFamily="34" charset="0"/>
                          <a:ea typeface="Calibri" panose="020F0502020204030204" pitchFamily="34" charset="0"/>
                          <a:cs typeface="Kalimati" panose="00000400000000000000" pitchFamily="2"/>
                        </a:rPr>
                        <a:t>) </a:t>
                      </a:r>
                      <a:endParaRPr lang="en-US" sz="2000" b="0" dirty="0"/>
                    </a:p>
                  </a:txBody>
                  <a:tcPr marL="96819" marR="96819"/>
                </a:tc>
                <a:tc>
                  <a:txBody>
                    <a:bodyPr/>
                    <a:lstStyle/>
                    <a:p>
                      <a:pPr marL="0" marR="0" algn="just">
                        <a:lnSpc>
                          <a:spcPct val="150000"/>
                        </a:lnSpc>
                        <a:spcBef>
                          <a:spcPts val="0"/>
                        </a:spcBef>
                        <a:spcAft>
                          <a:spcPts val="800"/>
                        </a:spcAft>
                      </a:pPr>
                      <a:r>
                        <a:rPr lang="ne-NP" sz="2000" b="0" dirty="0" smtClean="0">
                          <a:effectLst/>
                          <a:latin typeface="Calibri" panose="020F0502020204030204" pitchFamily="34" charset="0"/>
                          <a:ea typeface="Calibri" panose="020F0502020204030204" pitchFamily="34" charset="0"/>
                          <a:cs typeface="Kalimati" panose="00000400000000000000" pitchFamily="2"/>
                        </a:rPr>
                        <a:t>मुद्दालाई पन्छ्याउने</a:t>
                      </a:r>
                      <a:r>
                        <a:rPr lang="en-US" sz="2000" b="0" dirty="0" smtClean="0">
                          <a:effectLst/>
                          <a:latin typeface="Calibri" panose="020F0502020204030204" pitchFamily="34" charset="0"/>
                          <a:ea typeface="Calibri" panose="020F0502020204030204" pitchFamily="34" charset="0"/>
                          <a:cs typeface="Kalimati" panose="00000400000000000000" pitchFamily="2"/>
                        </a:rPr>
                        <a:t>,</a:t>
                      </a:r>
                      <a:r>
                        <a:rPr lang="ne-NP" sz="2000" b="0" dirty="0" smtClean="0">
                          <a:effectLst/>
                          <a:latin typeface="Calibri" panose="020F0502020204030204" pitchFamily="34" charset="0"/>
                          <a:ea typeface="Calibri" panose="020F0502020204030204" pitchFamily="34" charset="0"/>
                          <a:cs typeface="Kalimati" panose="00000400000000000000" pitchFamily="2"/>
                        </a:rPr>
                        <a:t> लम्ब्याउने वा अनुचित रुपमा प्रभाव पार्ने मनसायले कुनै काम गरेमा</a:t>
                      </a:r>
                      <a:r>
                        <a:rPr lang="en-US" sz="2000" b="0" dirty="0" smtClean="0">
                          <a:effectLst/>
                          <a:latin typeface="Calibri" panose="020F0502020204030204" pitchFamily="34" charset="0"/>
                          <a:ea typeface="Calibri" panose="020F0502020204030204" pitchFamily="34" charset="0"/>
                          <a:cs typeface="Kalimati" panose="00000400000000000000" pitchFamily="2"/>
                        </a:rPr>
                        <a:t>,</a:t>
                      </a:r>
                      <a:endParaRPr lang="en-US" sz="2000" b="0" dirty="0" smtClean="0">
                        <a:effectLst/>
                        <a:latin typeface="Calibri" panose="020F0502020204030204" pitchFamily="34" charset="0"/>
                        <a:ea typeface="Calibri" panose="020F0502020204030204" pitchFamily="34" charset="0"/>
                        <a:cs typeface="Mangal" panose="02040503050203030202" pitchFamily="18" charset="0"/>
                      </a:endParaRPr>
                    </a:p>
                  </a:txBody>
                  <a:tcPr marL="96819" marR="96819"/>
                </a:tc>
                <a:extLst>
                  <a:ext uri="{0D108BD9-81ED-4DB2-BD59-A6C34878D82A}">
                    <a16:rowId xmlns="" xmlns:a16="http://schemas.microsoft.com/office/drawing/2014/main" val="4114756525"/>
                  </a:ext>
                </a:extLst>
              </a:tr>
              <a:tr h="370840">
                <a:tc>
                  <a:txBody>
                    <a:bodyPr/>
                    <a:lstStyle/>
                    <a:p>
                      <a:pPr algn="just">
                        <a:lnSpc>
                          <a:spcPct val="150000"/>
                        </a:lnSpc>
                      </a:pPr>
                      <a:r>
                        <a:rPr lang="en-US" sz="2000" b="0" dirty="0" smtClean="0">
                          <a:effectLst/>
                          <a:latin typeface="Calibri" panose="020F0502020204030204" pitchFamily="34" charset="0"/>
                          <a:ea typeface="Calibri" panose="020F0502020204030204" pitchFamily="34" charset="0"/>
                          <a:cs typeface="Kalimati" panose="00000400000000000000" pitchFamily="2"/>
                        </a:rPr>
                        <a:t>(</a:t>
                      </a:r>
                      <a:r>
                        <a:rPr lang="ne-NP" sz="2000" b="0" dirty="0" smtClean="0">
                          <a:effectLst/>
                          <a:latin typeface="Calibri" panose="020F0502020204030204" pitchFamily="34" charset="0"/>
                          <a:ea typeface="Calibri" panose="020F0502020204030204" pitchFamily="34" charset="0"/>
                          <a:cs typeface="Kalimati" panose="00000400000000000000" pitchFamily="2"/>
                        </a:rPr>
                        <a:t>ख</a:t>
                      </a:r>
                      <a:r>
                        <a:rPr lang="en-US" sz="2000" b="0" dirty="0" smtClean="0">
                          <a:effectLst/>
                          <a:latin typeface="Calibri" panose="020F0502020204030204" pitchFamily="34" charset="0"/>
                          <a:ea typeface="Calibri" panose="020F0502020204030204" pitchFamily="34" charset="0"/>
                          <a:cs typeface="Kalimati" panose="00000400000000000000" pitchFamily="2"/>
                        </a:rPr>
                        <a:t>)</a:t>
                      </a:r>
                      <a:r>
                        <a:rPr lang="ne-NP" sz="2000" b="0" dirty="0" smtClean="0">
                          <a:effectLst/>
                          <a:latin typeface="Calibri" panose="020F0502020204030204" pitchFamily="34" charset="0"/>
                          <a:ea typeface="Calibri" panose="020F0502020204030204" pitchFamily="34" charset="0"/>
                          <a:cs typeface="Kalimati" panose="00000400000000000000" pitchFamily="2"/>
                        </a:rPr>
                        <a:t> </a:t>
                      </a:r>
                      <a:endParaRPr lang="en-US" sz="2000" b="0" dirty="0"/>
                    </a:p>
                  </a:txBody>
                  <a:tcPr marL="96819" marR="96819"/>
                </a:tc>
                <a:tc>
                  <a:txBody>
                    <a:bodyPr/>
                    <a:lstStyle/>
                    <a:p>
                      <a:pPr marL="0" marR="0" indent="0" algn="just" defTabSz="914400" rtl="0" eaLnBrk="1" fontAlgn="auto" latinLnBrk="0" hangingPunct="1">
                        <a:lnSpc>
                          <a:spcPct val="150000"/>
                        </a:lnSpc>
                        <a:spcBef>
                          <a:spcPts val="0"/>
                        </a:spcBef>
                        <a:spcAft>
                          <a:spcPts val="0"/>
                        </a:spcAft>
                        <a:buClrTx/>
                        <a:buSzTx/>
                        <a:buFontTx/>
                        <a:buNone/>
                        <a:tabLst/>
                        <a:defRPr/>
                      </a:pPr>
                      <a:r>
                        <a:rPr lang="ne-NP" sz="2000" b="0" dirty="0" smtClean="0">
                          <a:effectLst/>
                          <a:latin typeface="Calibri" panose="020F0502020204030204" pitchFamily="34" charset="0"/>
                          <a:ea typeface="Calibri" panose="020F0502020204030204" pitchFamily="34" charset="0"/>
                          <a:cs typeface="Kalimati" panose="00000400000000000000" pitchFamily="2"/>
                        </a:rPr>
                        <a:t>मनासिव कारण बिना निर्धारित समयमा इजलासमा नबस्ने वा मुद्दाको सुनुवाई नगरेमा</a:t>
                      </a:r>
                      <a:r>
                        <a:rPr lang="en-US" sz="2000" b="0" dirty="0" smtClean="0">
                          <a:effectLst/>
                          <a:latin typeface="Calibri" panose="020F0502020204030204" pitchFamily="34" charset="0"/>
                          <a:ea typeface="Calibri" panose="020F0502020204030204" pitchFamily="34" charset="0"/>
                          <a:cs typeface="Kalimati" panose="00000400000000000000" pitchFamily="2"/>
                        </a:rPr>
                        <a:t>,</a:t>
                      </a:r>
                      <a:endParaRPr lang="en-US" sz="2000" b="0" dirty="0" smtClean="0">
                        <a:effectLst/>
                        <a:latin typeface="Calibri" panose="020F0502020204030204" pitchFamily="34" charset="0"/>
                        <a:ea typeface="Calibri" panose="020F0502020204030204" pitchFamily="34" charset="0"/>
                        <a:cs typeface="Mangal" panose="02040503050203030202" pitchFamily="18" charset="0"/>
                      </a:endParaRPr>
                    </a:p>
                  </a:txBody>
                  <a:tcPr marL="96819" marR="96819"/>
                </a:tc>
                <a:extLst>
                  <a:ext uri="{0D108BD9-81ED-4DB2-BD59-A6C34878D82A}">
                    <a16:rowId xmlns="" xmlns:a16="http://schemas.microsoft.com/office/drawing/2014/main" val="2776155213"/>
                  </a:ext>
                </a:extLst>
              </a:tr>
              <a:tr h="370840">
                <a:tc>
                  <a:txBody>
                    <a:bodyPr/>
                    <a:lstStyle/>
                    <a:p>
                      <a:pPr algn="just">
                        <a:lnSpc>
                          <a:spcPct val="150000"/>
                        </a:lnSpc>
                      </a:pPr>
                      <a:r>
                        <a:rPr lang="en-US" sz="2000" b="0" dirty="0" smtClean="0">
                          <a:effectLst/>
                          <a:latin typeface="Calibri" panose="020F0502020204030204" pitchFamily="34" charset="0"/>
                          <a:ea typeface="Calibri" panose="020F0502020204030204" pitchFamily="34" charset="0"/>
                          <a:cs typeface="Kalimati" panose="00000400000000000000" pitchFamily="2"/>
                        </a:rPr>
                        <a:t>(</a:t>
                      </a:r>
                      <a:r>
                        <a:rPr lang="ne-NP" sz="2000" b="0" dirty="0" smtClean="0">
                          <a:effectLst/>
                          <a:latin typeface="Calibri" panose="020F0502020204030204" pitchFamily="34" charset="0"/>
                          <a:ea typeface="Calibri" panose="020F0502020204030204" pitchFamily="34" charset="0"/>
                          <a:cs typeface="Kalimati" panose="00000400000000000000" pitchFamily="2"/>
                        </a:rPr>
                        <a:t>ग</a:t>
                      </a:r>
                      <a:r>
                        <a:rPr lang="en-US" sz="2000" b="0" dirty="0" smtClean="0">
                          <a:effectLst/>
                          <a:latin typeface="Calibri" panose="020F0502020204030204" pitchFamily="34" charset="0"/>
                          <a:ea typeface="Calibri" panose="020F0502020204030204" pitchFamily="34" charset="0"/>
                          <a:cs typeface="Kalimati" panose="00000400000000000000" pitchFamily="2"/>
                        </a:rPr>
                        <a:t>)</a:t>
                      </a:r>
                      <a:r>
                        <a:rPr lang="ne-NP" sz="2000" b="0" dirty="0" smtClean="0">
                          <a:effectLst/>
                          <a:latin typeface="Calibri" panose="020F0502020204030204" pitchFamily="34" charset="0"/>
                          <a:ea typeface="Calibri" panose="020F0502020204030204" pitchFamily="34" charset="0"/>
                          <a:cs typeface="Kalimati" panose="00000400000000000000" pitchFamily="2"/>
                        </a:rPr>
                        <a:t> </a:t>
                      </a:r>
                      <a:endParaRPr lang="en-US" sz="2000" b="0" dirty="0"/>
                    </a:p>
                  </a:txBody>
                  <a:tcPr marL="96819" marR="96819"/>
                </a:tc>
                <a:tc>
                  <a:txBody>
                    <a:bodyPr/>
                    <a:lstStyle/>
                    <a:p>
                      <a:pPr marL="0" marR="0" indent="0" algn="just" defTabSz="914400" rtl="0" eaLnBrk="1" fontAlgn="auto" latinLnBrk="0" hangingPunct="1">
                        <a:lnSpc>
                          <a:spcPct val="150000"/>
                        </a:lnSpc>
                        <a:spcBef>
                          <a:spcPts val="0"/>
                        </a:spcBef>
                        <a:spcAft>
                          <a:spcPts val="0"/>
                        </a:spcAft>
                        <a:buClrTx/>
                        <a:buSzTx/>
                        <a:buFontTx/>
                        <a:buNone/>
                        <a:tabLst/>
                        <a:defRPr/>
                      </a:pPr>
                      <a:r>
                        <a:rPr lang="ne-NP" sz="2000" b="0" dirty="0" smtClean="0">
                          <a:effectLst/>
                          <a:latin typeface="Calibri" panose="020F0502020204030204" pitchFamily="34" charset="0"/>
                          <a:ea typeface="Calibri" panose="020F0502020204030204" pitchFamily="34" charset="0"/>
                          <a:cs typeface="Kalimati" panose="00000400000000000000" pitchFamily="2"/>
                        </a:rPr>
                        <a:t>मनासिव कारण बिना निर्धारित समयभित्र फैसला वा आदेश नलेखेमा</a:t>
                      </a:r>
                      <a:r>
                        <a:rPr lang="en-US" sz="2000" b="0" dirty="0" smtClean="0">
                          <a:effectLst/>
                          <a:latin typeface="Calibri" panose="020F0502020204030204" pitchFamily="34" charset="0"/>
                          <a:ea typeface="Calibri" panose="020F0502020204030204" pitchFamily="34" charset="0"/>
                          <a:cs typeface="Kalimati" panose="00000400000000000000" pitchFamily="2"/>
                        </a:rPr>
                        <a:t>,</a:t>
                      </a:r>
                      <a:endParaRPr lang="en-US" sz="2000" b="0" dirty="0" smtClean="0">
                        <a:effectLst/>
                        <a:latin typeface="Calibri" panose="020F0502020204030204" pitchFamily="34" charset="0"/>
                        <a:ea typeface="Calibri" panose="020F0502020204030204" pitchFamily="34" charset="0"/>
                        <a:cs typeface="Mangal" panose="02040503050203030202" pitchFamily="18" charset="0"/>
                      </a:endParaRPr>
                    </a:p>
                  </a:txBody>
                  <a:tcPr marL="96819" marR="96819"/>
                </a:tc>
                <a:extLst>
                  <a:ext uri="{0D108BD9-81ED-4DB2-BD59-A6C34878D82A}">
                    <a16:rowId xmlns="" xmlns:a16="http://schemas.microsoft.com/office/drawing/2014/main" val="2043616458"/>
                  </a:ext>
                </a:extLst>
              </a:tr>
              <a:tr h="370840">
                <a:tc>
                  <a:txBody>
                    <a:bodyPr/>
                    <a:lstStyle/>
                    <a:p>
                      <a:pPr algn="just">
                        <a:lnSpc>
                          <a:spcPct val="150000"/>
                        </a:lnSpc>
                      </a:pPr>
                      <a:r>
                        <a:rPr lang="en-US" sz="2000" b="0" dirty="0" smtClean="0">
                          <a:effectLst/>
                          <a:latin typeface="Calibri" panose="020F0502020204030204" pitchFamily="34" charset="0"/>
                          <a:ea typeface="Calibri" panose="020F0502020204030204" pitchFamily="34" charset="0"/>
                          <a:cs typeface="Kalimati" panose="00000400000000000000" pitchFamily="2"/>
                        </a:rPr>
                        <a:t>(</a:t>
                      </a:r>
                      <a:r>
                        <a:rPr lang="ne-NP" sz="2000" b="0" dirty="0" smtClean="0">
                          <a:effectLst/>
                          <a:latin typeface="Calibri" panose="020F0502020204030204" pitchFamily="34" charset="0"/>
                          <a:ea typeface="Calibri" panose="020F0502020204030204" pitchFamily="34" charset="0"/>
                          <a:cs typeface="Kalimati" panose="00000400000000000000" pitchFamily="2"/>
                        </a:rPr>
                        <a:t>घ</a:t>
                      </a:r>
                      <a:r>
                        <a:rPr lang="en-US" sz="2000" b="0" dirty="0" smtClean="0">
                          <a:effectLst/>
                          <a:latin typeface="Calibri" panose="020F0502020204030204" pitchFamily="34" charset="0"/>
                          <a:ea typeface="Calibri" panose="020F0502020204030204" pitchFamily="34" charset="0"/>
                          <a:cs typeface="Kalimati" panose="00000400000000000000" pitchFamily="2"/>
                        </a:rPr>
                        <a:t>)</a:t>
                      </a:r>
                      <a:r>
                        <a:rPr lang="ne-NP" sz="2000" b="0" dirty="0" smtClean="0">
                          <a:effectLst/>
                          <a:latin typeface="Calibri" panose="020F0502020204030204" pitchFamily="34" charset="0"/>
                          <a:ea typeface="Calibri" panose="020F0502020204030204" pitchFamily="34" charset="0"/>
                          <a:cs typeface="Kalimati" panose="00000400000000000000" pitchFamily="2"/>
                        </a:rPr>
                        <a:t> </a:t>
                      </a:r>
                      <a:endParaRPr lang="en-US" sz="2000" b="0" dirty="0"/>
                    </a:p>
                  </a:txBody>
                  <a:tcPr marL="96819" marR="96819"/>
                </a:tc>
                <a:tc>
                  <a:txBody>
                    <a:bodyPr/>
                    <a:lstStyle/>
                    <a:p>
                      <a:pPr marL="0" marR="0" indent="0" algn="just" defTabSz="914400" rtl="0" eaLnBrk="1" fontAlgn="auto" latinLnBrk="0" hangingPunct="1">
                        <a:lnSpc>
                          <a:spcPct val="150000"/>
                        </a:lnSpc>
                        <a:spcBef>
                          <a:spcPts val="0"/>
                        </a:spcBef>
                        <a:spcAft>
                          <a:spcPts val="0"/>
                        </a:spcAft>
                        <a:buClrTx/>
                        <a:buSzTx/>
                        <a:buFontTx/>
                        <a:buNone/>
                        <a:tabLst/>
                        <a:defRPr/>
                      </a:pPr>
                      <a:r>
                        <a:rPr lang="ne-NP" sz="2000" b="0" dirty="0" smtClean="0">
                          <a:effectLst/>
                          <a:latin typeface="Calibri" panose="020F0502020204030204" pitchFamily="34" charset="0"/>
                          <a:ea typeface="Calibri" panose="020F0502020204030204" pitchFamily="34" charset="0"/>
                          <a:cs typeface="Kalimati" panose="00000400000000000000" pitchFamily="2"/>
                        </a:rPr>
                        <a:t>बिदा स्वीकृत नगराई पटक पटक अदालतमा अनुपस्थित हुने गरेमा</a:t>
                      </a:r>
                      <a:r>
                        <a:rPr lang="en-US" sz="2000" b="0" dirty="0" smtClean="0">
                          <a:effectLst/>
                          <a:latin typeface="Calibri" panose="020F0502020204030204" pitchFamily="34" charset="0"/>
                          <a:ea typeface="Calibri" panose="020F0502020204030204" pitchFamily="34" charset="0"/>
                          <a:cs typeface="Kalimati" panose="00000400000000000000" pitchFamily="2"/>
                        </a:rPr>
                        <a:t>,</a:t>
                      </a:r>
                      <a:r>
                        <a:rPr lang="ne-NP" sz="2000" b="0" dirty="0" smtClean="0">
                          <a:effectLst/>
                          <a:latin typeface="Calibri" panose="020F0502020204030204" pitchFamily="34" charset="0"/>
                          <a:ea typeface="Calibri" panose="020F0502020204030204" pitchFamily="34" charset="0"/>
                          <a:cs typeface="Kalimati" panose="00000400000000000000" pitchFamily="2"/>
                        </a:rPr>
                        <a:t> वा</a:t>
                      </a:r>
                      <a:endParaRPr lang="en-US" sz="2000" b="0" dirty="0" smtClean="0">
                        <a:effectLst/>
                        <a:latin typeface="Calibri" panose="020F0502020204030204" pitchFamily="34" charset="0"/>
                        <a:ea typeface="Calibri" panose="020F0502020204030204" pitchFamily="34" charset="0"/>
                        <a:cs typeface="Mangal" panose="02040503050203030202" pitchFamily="18" charset="0"/>
                      </a:endParaRPr>
                    </a:p>
                  </a:txBody>
                  <a:tcPr marL="96819" marR="96819"/>
                </a:tc>
                <a:extLst>
                  <a:ext uri="{0D108BD9-81ED-4DB2-BD59-A6C34878D82A}">
                    <a16:rowId xmlns="" xmlns:a16="http://schemas.microsoft.com/office/drawing/2014/main" val="3765702956"/>
                  </a:ext>
                </a:extLst>
              </a:tr>
              <a:tr h="370840">
                <a:tc>
                  <a:txBody>
                    <a:bodyPr/>
                    <a:lstStyle/>
                    <a:p>
                      <a:pPr algn="just">
                        <a:lnSpc>
                          <a:spcPct val="150000"/>
                        </a:lnSpc>
                      </a:pPr>
                      <a:r>
                        <a:rPr lang="en-US" sz="2000" b="0" dirty="0" smtClean="0">
                          <a:effectLst/>
                          <a:latin typeface="Calibri" panose="020F0502020204030204" pitchFamily="34" charset="0"/>
                          <a:ea typeface="Calibri" panose="020F0502020204030204" pitchFamily="34" charset="0"/>
                          <a:cs typeface="Kalimati" panose="00000400000000000000" pitchFamily="2"/>
                        </a:rPr>
                        <a:t>(</a:t>
                      </a:r>
                      <a:r>
                        <a:rPr lang="ne-NP" sz="2000" b="0" dirty="0" smtClean="0">
                          <a:effectLst/>
                          <a:latin typeface="Calibri" panose="020F0502020204030204" pitchFamily="34" charset="0"/>
                          <a:ea typeface="Calibri" panose="020F0502020204030204" pitchFamily="34" charset="0"/>
                          <a:cs typeface="Kalimati" panose="00000400000000000000" pitchFamily="2"/>
                        </a:rPr>
                        <a:t>ङ</a:t>
                      </a:r>
                      <a:r>
                        <a:rPr lang="en-US" sz="2000" b="0" dirty="0" smtClean="0">
                          <a:effectLst/>
                          <a:latin typeface="Calibri" panose="020F0502020204030204" pitchFamily="34" charset="0"/>
                          <a:ea typeface="Calibri" panose="020F0502020204030204" pitchFamily="34" charset="0"/>
                          <a:cs typeface="Kalimati" panose="00000400000000000000" pitchFamily="2"/>
                        </a:rPr>
                        <a:t>)</a:t>
                      </a:r>
                      <a:r>
                        <a:rPr lang="ne-NP" sz="2000" b="0" dirty="0" smtClean="0">
                          <a:effectLst/>
                          <a:latin typeface="Calibri" panose="020F0502020204030204" pitchFamily="34" charset="0"/>
                          <a:ea typeface="Calibri" panose="020F0502020204030204" pitchFamily="34" charset="0"/>
                          <a:cs typeface="Kalimati" panose="00000400000000000000" pitchFamily="2"/>
                        </a:rPr>
                        <a:t> </a:t>
                      </a:r>
                      <a:endParaRPr lang="en-US" sz="2000" b="0" dirty="0"/>
                    </a:p>
                  </a:txBody>
                  <a:tcPr marL="96819" marR="96819"/>
                </a:tc>
                <a:tc>
                  <a:txBody>
                    <a:bodyPr/>
                    <a:lstStyle/>
                    <a:p>
                      <a:pPr marL="0" marR="0" indent="0" algn="just" defTabSz="914400" rtl="0" eaLnBrk="1" fontAlgn="auto" latinLnBrk="0" hangingPunct="1">
                        <a:lnSpc>
                          <a:spcPct val="150000"/>
                        </a:lnSpc>
                        <a:spcBef>
                          <a:spcPts val="0"/>
                        </a:spcBef>
                        <a:spcAft>
                          <a:spcPts val="0"/>
                        </a:spcAft>
                        <a:buClrTx/>
                        <a:buSzTx/>
                        <a:buFontTx/>
                        <a:buNone/>
                        <a:tabLst/>
                        <a:defRPr/>
                      </a:pPr>
                      <a:r>
                        <a:rPr lang="ne-NP" sz="2000" b="0" dirty="0" smtClean="0">
                          <a:effectLst/>
                          <a:latin typeface="Calibri" panose="020F0502020204030204" pitchFamily="34" charset="0"/>
                          <a:ea typeface="Calibri" panose="020F0502020204030204" pitchFamily="34" charset="0"/>
                          <a:cs typeface="Kalimati" panose="00000400000000000000" pitchFamily="2"/>
                        </a:rPr>
                        <a:t>माथिल्लो अदालतले दिएको आदेश वा प्रशासकीय विषयमा प्रधान न्यायाधीश</a:t>
                      </a:r>
                      <a:r>
                        <a:rPr lang="en-US" sz="2000" b="0" dirty="0" smtClean="0">
                          <a:effectLst/>
                          <a:latin typeface="Calibri" panose="020F0502020204030204" pitchFamily="34" charset="0"/>
                          <a:ea typeface="Calibri" panose="020F0502020204030204" pitchFamily="34" charset="0"/>
                          <a:cs typeface="Kalimati" panose="00000400000000000000" pitchFamily="2"/>
                        </a:rPr>
                        <a:t>,</a:t>
                      </a:r>
                      <a:r>
                        <a:rPr lang="ne-NP" sz="2000" b="0" dirty="0" smtClean="0">
                          <a:effectLst/>
                          <a:latin typeface="Calibri" panose="020F0502020204030204" pitchFamily="34" charset="0"/>
                          <a:ea typeface="Calibri" panose="020F0502020204030204" pitchFamily="34" charset="0"/>
                          <a:cs typeface="Kalimati" panose="00000400000000000000" pitchFamily="2"/>
                        </a:rPr>
                        <a:t> उच्च अदालतको मुख्य न्यायाधीश वा निरीक्षण गर्ने न्यायाधीशले दिएको निर्देशनको मनासिव अवधिभित्र पालना नगरेमा।</a:t>
                      </a:r>
                      <a:endParaRPr lang="en-US" sz="2000" b="0" dirty="0" smtClean="0">
                        <a:effectLst/>
                        <a:latin typeface="Calibri" panose="020F0502020204030204" pitchFamily="34" charset="0"/>
                        <a:ea typeface="Calibri" panose="020F0502020204030204" pitchFamily="34" charset="0"/>
                        <a:cs typeface="Mangal" panose="02040503050203030202" pitchFamily="18" charset="0"/>
                      </a:endParaRPr>
                    </a:p>
                  </a:txBody>
                  <a:tcPr marL="96819" marR="96819"/>
                </a:tc>
                <a:extLst>
                  <a:ext uri="{0D108BD9-81ED-4DB2-BD59-A6C34878D82A}">
                    <a16:rowId xmlns="" xmlns:a16="http://schemas.microsoft.com/office/drawing/2014/main" val="3289154169"/>
                  </a:ext>
                </a:extLst>
              </a:tr>
            </a:tbl>
          </a:graphicData>
        </a:graphic>
      </p:graphicFrame>
    </p:spTree>
    <p:extLst>
      <p:ext uri="{BB962C8B-B14F-4D97-AF65-F5344CB8AC3E}">
        <p14:creationId xmlns="" xmlns:p14="http://schemas.microsoft.com/office/powerpoint/2010/main" val="1083235178"/>
      </p:ext>
    </p:extLst>
  </p:cSld>
  <p:clrMapOvr>
    <a:masterClrMapping/>
  </p:clrMapOvr>
  <p:transition spd="slow">
    <p:wipe dir="r"/>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152400"/>
            <a:ext cx="7772400" cy="609600"/>
          </a:xfrm>
        </p:spPr>
        <p:style>
          <a:lnRef idx="1">
            <a:schemeClr val="accent1"/>
          </a:lnRef>
          <a:fillRef idx="2">
            <a:schemeClr val="accent1"/>
          </a:fillRef>
          <a:effectRef idx="1">
            <a:schemeClr val="accent1"/>
          </a:effectRef>
          <a:fontRef idx="minor">
            <a:schemeClr val="dk1"/>
          </a:fontRef>
        </p:style>
        <p:txBody>
          <a:bodyPr>
            <a:normAutofit/>
          </a:bodyPr>
          <a:lstStyle/>
          <a:p>
            <a:pPr algn="ctr"/>
            <a:r>
              <a:rPr lang="ne-NP" sz="2800" b="1" dirty="0">
                <a:latin typeface="Calibri" panose="020F0502020204030204" pitchFamily="34" charset="0"/>
                <a:ea typeface="Calibri" panose="020F0502020204030204" pitchFamily="34" charset="0"/>
                <a:cs typeface="Kalimati" panose="00000400000000000000" pitchFamily="2"/>
              </a:rPr>
              <a:t>कार्य सम्पादन गर्न असमर्थ </a:t>
            </a:r>
            <a:r>
              <a:rPr lang="ne-NP" sz="2800" b="1" dirty="0" smtClean="0">
                <a:latin typeface="Calibri" panose="020F0502020204030204" pitchFamily="34" charset="0"/>
                <a:ea typeface="Calibri" panose="020F0502020204030204" pitchFamily="34" charset="0"/>
                <a:cs typeface="Kalimati" panose="00000400000000000000" pitchFamily="2"/>
              </a:rPr>
              <a:t>मानिने-दफा १३ </a:t>
            </a:r>
            <a:endParaRPr lang="en-US" sz="2800" dirty="0"/>
          </a:p>
        </p:txBody>
      </p:sp>
      <p:sp>
        <p:nvSpPr>
          <p:cNvPr id="3" name="Content Placeholder 2"/>
          <p:cNvSpPr>
            <a:spLocks noGrp="1"/>
          </p:cNvSpPr>
          <p:nvPr>
            <p:ph idx="1"/>
          </p:nvPr>
        </p:nvSpPr>
        <p:spPr>
          <a:xfrm>
            <a:off x="914400" y="914400"/>
            <a:ext cx="7772400" cy="5715000"/>
          </a:xfrm>
        </p:spPr>
        <p:style>
          <a:lnRef idx="1">
            <a:schemeClr val="accent6"/>
          </a:lnRef>
          <a:fillRef idx="2">
            <a:schemeClr val="accent6"/>
          </a:fillRef>
          <a:effectRef idx="1">
            <a:schemeClr val="accent6"/>
          </a:effectRef>
          <a:fontRef idx="minor">
            <a:schemeClr val="dk1"/>
          </a:fontRef>
        </p:style>
        <p:txBody>
          <a:bodyPr>
            <a:normAutofit lnSpcReduction="10000"/>
          </a:bodyPr>
          <a:lstStyle/>
          <a:p>
            <a:pPr algn="just">
              <a:lnSpc>
                <a:spcPct val="150000"/>
              </a:lnSpc>
            </a:pPr>
            <a:r>
              <a:rPr lang="ne-NP" sz="2000" dirty="0">
                <a:latin typeface="Calibri" panose="020F0502020204030204" pitchFamily="34" charset="0"/>
                <a:ea typeface="Calibri" panose="020F0502020204030204" pitchFamily="34" charset="0"/>
                <a:cs typeface="Kalimati" panose="00000400000000000000" pitchFamily="2"/>
              </a:rPr>
              <a:t>कुनै न्यायाधीश संविधानको धारा १३१ को खण्ड </a:t>
            </a:r>
            <a:r>
              <a:rPr lang="en-US" sz="2000" dirty="0">
                <a:latin typeface="Calibri" panose="020F0502020204030204" pitchFamily="34" charset="0"/>
                <a:ea typeface="Calibri" panose="020F0502020204030204" pitchFamily="34" charset="0"/>
                <a:cs typeface="Kalimati" panose="00000400000000000000" pitchFamily="2"/>
              </a:rPr>
              <a:t>(</a:t>
            </a:r>
            <a:r>
              <a:rPr lang="ne-NP" sz="2000" dirty="0">
                <a:latin typeface="Calibri" panose="020F0502020204030204" pitchFamily="34" charset="0"/>
                <a:ea typeface="Calibri" panose="020F0502020204030204" pitchFamily="34" charset="0"/>
                <a:cs typeface="Kalimati" panose="00000400000000000000" pitchFamily="2"/>
              </a:rPr>
              <a:t>घ</a:t>
            </a:r>
            <a:r>
              <a:rPr lang="en-US" sz="2000" dirty="0">
                <a:latin typeface="Calibri" panose="020F0502020204030204" pitchFamily="34" charset="0"/>
                <a:ea typeface="Calibri" panose="020F0502020204030204" pitchFamily="34" charset="0"/>
                <a:cs typeface="Kalimati" panose="00000400000000000000" pitchFamily="2"/>
              </a:rPr>
              <a:t>),</a:t>
            </a:r>
            <a:r>
              <a:rPr lang="ne-NP" sz="2000" dirty="0">
                <a:latin typeface="Calibri" panose="020F0502020204030204" pitchFamily="34" charset="0"/>
                <a:ea typeface="Calibri" panose="020F0502020204030204" pitchFamily="34" charset="0"/>
                <a:cs typeface="Kalimati" panose="00000400000000000000" pitchFamily="2"/>
              </a:rPr>
              <a:t> धारा १४२ को उपधारा </a:t>
            </a:r>
            <a:r>
              <a:rPr lang="en-US" sz="2000" dirty="0">
                <a:latin typeface="Calibri" panose="020F0502020204030204" pitchFamily="34" charset="0"/>
                <a:ea typeface="Calibri" panose="020F0502020204030204" pitchFamily="34" charset="0"/>
                <a:cs typeface="Kalimati" panose="00000400000000000000" pitchFamily="2"/>
              </a:rPr>
              <a:t>(</a:t>
            </a:r>
            <a:r>
              <a:rPr lang="ne-NP" sz="2000" dirty="0">
                <a:latin typeface="Calibri" panose="020F0502020204030204" pitchFamily="34" charset="0"/>
                <a:ea typeface="Calibri" panose="020F0502020204030204" pitchFamily="34" charset="0"/>
                <a:cs typeface="Kalimati" panose="00000400000000000000" pitchFamily="2"/>
              </a:rPr>
              <a:t>१</a:t>
            </a:r>
            <a:r>
              <a:rPr lang="en-US" sz="2000" dirty="0">
                <a:latin typeface="Calibri" panose="020F0502020204030204" pitchFamily="34" charset="0"/>
                <a:ea typeface="Calibri" panose="020F0502020204030204" pitchFamily="34" charset="0"/>
                <a:cs typeface="Kalimati" panose="00000400000000000000" pitchFamily="2"/>
              </a:rPr>
              <a:t>)</a:t>
            </a:r>
            <a:r>
              <a:rPr lang="ne-NP" sz="2000" dirty="0">
                <a:latin typeface="Calibri" panose="020F0502020204030204" pitchFamily="34" charset="0"/>
                <a:ea typeface="Calibri" panose="020F0502020204030204" pitchFamily="34" charset="0"/>
                <a:cs typeface="Kalimati" panose="00000400000000000000" pitchFamily="2"/>
              </a:rPr>
              <a:t> को खण्ड </a:t>
            </a:r>
            <a:r>
              <a:rPr lang="en-US" sz="2000" dirty="0">
                <a:latin typeface="Calibri" panose="020F0502020204030204" pitchFamily="34" charset="0"/>
                <a:ea typeface="Calibri" panose="020F0502020204030204" pitchFamily="34" charset="0"/>
                <a:cs typeface="Kalimati" panose="00000400000000000000" pitchFamily="2"/>
              </a:rPr>
              <a:t>(</a:t>
            </a:r>
            <a:r>
              <a:rPr lang="ne-NP" sz="2000" dirty="0">
                <a:latin typeface="Calibri" panose="020F0502020204030204" pitchFamily="34" charset="0"/>
                <a:ea typeface="Calibri" panose="020F0502020204030204" pitchFamily="34" charset="0"/>
                <a:cs typeface="Kalimati" panose="00000400000000000000" pitchFamily="2"/>
              </a:rPr>
              <a:t>घ</a:t>
            </a:r>
            <a:r>
              <a:rPr lang="en-US" sz="2000" dirty="0">
                <a:latin typeface="Calibri" panose="020F0502020204030204" pitchFamily="34" charset="0"/>
                <a:ea typeface="Calibri" panose="020F0502020204030204" pitchFamily="34" charset="0"/>
                <a:cs typeface="Kalimati" panose="00000400000000000000" pitchFamily="2"/>
              </a:rPr>
              <a:t>)</a:t>
            </a:r>
            <a:r>
              <a:rPr lang="ne-NP" sz="2000" dirty="0">
                <a:latin typeface="Calibri" panose="020F0502020204030204" pitchFamily="34" charset="0"/>
                <a:ea typeface="Calibri" panose="020F0502020204030204" pitchFamily="34" charset="0"/>
                <a:cs typeface="Kalimati" panose="00000400000000000000" pitchFamily="2"/>
              </a:rPr>
              <a:t> वा धारा १४९ को उपधारा </a:t>
            </a:r>
            <a:r>
              <a:rPr lang="en-US" sz="2000" dirty="0">
                <a:latin typeface="Calibri" panose="020F0502020204030204" pitchFamily="34" charset="0"/>
                <a:ea typeface="Calibri" panose="020F0502020204030204" pitchFamily="34" charset="0"/>
                <a:cs typeface="Kalimati" panose="00000400000000000000" pitchFamily="2"/>
              </a:rPr>
              <a:t>(</a:t>
            </a:r>
            <a:r>
              <a:rPr lang="ne-NP" sz="2000" dirty="0">
                <a:latin typeface="Calibri" panose="020F0502020204030204" pitchFamily="34" charset="0"/>
                <a:ea typeface="Calibri" panose="020F0502020204030204" pitchFamily="34" charset="0"/>
                <a:cs typeface="Kalimati" panose="00000400000000000000" pitchFamily="2"/>
              </a:rPr>
              <a:t>६</a:t>
            </a:r>
            <a:r>
              <a:rPr lang="en-US" sz="2000" dirty="0">
                <a:latin typeface="Calibri" panose="020F0502020204030204" pitchFamily="34" charset="0"/>
                <a:ea typeface="Calibri" panose="020F0502020204030204" pitchFamily="34" charset="0"/>
                <a:cs typeface="Kalimati" panose="00000400000000000000" pitchFamily="2"/>
              </a:rPr>
              <a:t>)</a:t>
            </a:r>
            <a:r>
              <a:rPr lang="ne-NP" sz="2000" dirty="0">
                <a:latin typeface="Calibri" panose="020F0502020204030204" pitchFamily="34" charset="0"/>
                <a:ea typeface="Calibri" panose="020F0502020204030204" pitchFamily="34" charset="0"/>
                <a:cs typeface="Kalimati" panose="00000400000000000000" pitchFamily="2"/>
              </a:rPr>
              <a:t>को खण्ड </a:t>
            </a:r>
            <a:r>
              <a:rPr lang="en-US" sz="2000" dirty="0">
                <a:latin typeface="Calibri" panose="020F0502020204030204" pitchFamily="34" charset="0"/>
                <a:ea typeface="Calibri" panose="020F0502020204030204" pitchFamily="34" charset="0"/>
                <a:cs typeface="Kalimati" panose="00000400000000000000" pitchFamily="2"/>
              </a:rPr>
              <a:t>(</a:t>
            </a:r>
            <a:r>
              <a:rPr lang="ne-NP" sz="2000" dirty="0">
                <a:latin typeface="Calibri" panose="020F0502020204030204" pitchFamily="34" charset="0"/>
                <a:ea typeface="Calibri" panose="020F0502020204030204" pitchFamily="34" charset="0"/>
                <a:cs typeface="Kalimati" panose="00000400000000000000" pitchFamily="2"/>
              </a:rPr>
              <a:t>घ</a:t>
            </a:r>
            <a:r>
              <a:rPr lang="en-US" sz="2000" dirty="0">
                <a:latin typeface="Calibri" panose="020F0502020204030204" pitchFamily="34" charset="0"/>
                <a:ea typeface="Calibri" panose="020F0502020204030204" pitchFamily="34" charset="0"/>
                <a:cs typeface="Kalimati" panose="00000400000000000000" pitchFamily="2"/>
              </a:rPr>
              <a:t>)</a:t>
            </a:r>
            <a:r>
              <a:rPr lang="ne-NP" sz="2000" dirty="0">
                <a:latin typeface="Calibri" panose="020F0502020204030204" pitchFamily="34" charset="0"/>
                <a:ea typeface="Calibri" panose="020F0502020204030204" pitchFamily="34" charset="0"/>
                <a:cs typeface="Kalimati" panose="00000400000000000000" pitchFamily="2"/>
              </a:rPr>
              <a:t> बमोजिम शारीरिक वा मानसिक अस्वस्थताको कारणले सेवामा रही कार्य सम्पादन गर्न असमर्थ रहे नरहेको यकिन गर्न न्याय परिषदले नेपाल सरकारद्वारा गठित मेडिकल बोर्डमा लेखी </a:t>
            </a:r>
            <a:r>
              <a:rPr lang="ne-NP" sz="2000" dirty="0" smtClean="0">
                <a:latin typeface="Calibri" panose="020F0502020204030204" pitchFamily="34" charset="0"/>
                <a:ea typeface="Calibri" panose="020F0502020204030204" pitchFamily="34" charset="0"/>
                <a:cs typeface="Kalimati" panose="00000400000000000000" pitchFamily="2"/>
              </a:rPr>
              <a:t>पठाउने।</a:t>
            </a:r>
          </a:p>
          <a:p>
            <a:pPr algn="just">
              <a:lnSpc>
                <a:spcPct val="150000"/>
              </a:lnSpc>
            </a:pPr>
            <a:r>
              <a:rPr lang="ne-NP" sz="2000" dirty="0" smtClean="0">
                <a:latin typeface="Calibri" panose="020F0502020204030204" pitchFamily="34" charset="0"/>
                <a:ea typeface="Calibri" panose="020F0502020204030204" pitchFamily="34" charset="0"/>
                <a:cs typeface="Kalimati" panose="00000400000000000000" pitchFamily="2"/>
              </a:rPr>
              <a:t>यसरी लेखी </a:t>
            </a:r>
            <a:r>
              <a:rPr lang="ne-NP" sz="2000" dirty="0">
                <a:latin typeface="Calibri" panose="020F0502020204030204" pitchFamily="34" charset="0"/>
                <a:ea typeface="Calibri" panose="020F0502020204030204" pitchFamily="34" charset="0"/>
                <a:cs typeface="Kalimati" panose="00000400000000000000" pitchFamily="2"/>
              </a:rPr>
              <a:t>पठाइएकोमा मेडिकल बोर्डले कुनै न्यायाधीशलाई शारीरिक वा मानसिक कारणले कार्य सम्पादन गर्न असमर्थ भएको भनी सिफारिस गरेमा त्यस्तो न्यायाधीश शारीरिक वा मानसिक कारणले कार्य सम्पादन गर्न असमर्थ भएको </a:t>
            </a:r>
            <a:r>
              <a:rPr lang="ne-NP" sz="2000" dirty="0" smtClean="0">
                <a:latin typeface="Calibri" panose="020F0502020204030204" pitchFamily="34" charset="0"/>
                <a:ea typeface="Calibri" panose="020F0502020204030204" pitchFamily="34" charset="0"/>
                <a:cs typeface="Kalimati" panose="00000400000000000000" pitchFamily="2"/>
              </a:rPr>
              <a:t>मानिने ।</a:t>
            </a:r>
          </a:p>
          <a:p>
            <a:pPr algn="just">
              <a:lnSpc>
                <a:spcPct val="150000"/>
              </a:lnSpc>
            </a:pPr>
            <a:r>
              <a:rPr lang="ne-NP" sz="2100" dirty="0">
                <a:latin typeface="Calibri" panose="020F0502020204030204" pitchFamily="34" charset="0"/>
                <a:ea typeface="Calibri" panose="020F0502020204030204" pitchFamily="34" charset="0"/>
                <a:cs typeface="Kalimati" panose="00000400000000000000" pitchFamily="2"/>
              </a:rPr>
              <a:t>कुनै न्यायाधीशले यस दफा बमोजिम मेडिकल बोर्डबाट शारीरिक वा मानसिक अवस्थाको परीक्षण गराउन इन्कार गरेमा निज शारीरिक वा मानसिक रुपमा कार्य सम्पादन गर्न असमर्थ भएको </a:t>
            </a:r>
            <a:r>
              <a:rPr lang="ne-NP" sz="2100" dirty="0" smtClean="0">
                <a:latin typeface="Calibri" panose="020F0502020204030204" pitchFamily="34" charset="0"/>
                <a:ea typeface="Calibri" panose="020F0502020204030204" pitchFamily="34" charset="0"/>
                <a:cs typeface="Kalimati" panose="00000400000000000000" pitchFamily="2"/>
              </a:rPr>
              <a:t>मानिने ।</a:t>
            </a:r>
            <a:endParaRPr lang="en-US" sz="2100" dirty="0">
              <a:latin typeface="Calibri" panose="020F0502020204030204" pitchFamily="34" charset="0"/>
              <a:ea typeface="Calibri" panose="020F0502020204030204" pitchFamily="34" charset="0"/>
              <a:cs typeface="Kalimati" panose="00000400000000000000" pitchFamily="2"/>
            </a:endParaRPr>
          </a:p>
        </p:txBody>
      </p:sp>
    </p:spTree>
    <p:extLst>
      <p:ext uri="{BB962C8B-B14F-4D97-AF65-F5344CB8AC3E}">
        <p14:creationId xmlns="" xmlns:p14="http://schemas.microsoft.com/office/powerpoint/2010/main" val="292404869"/>
      </p:ext>
    </p:extLst>
  </p:cSld>
  <p:clrMapOvr>
    <a:masterClrMapping/>
  </p:clrMapOvr>
  <p:transition spd="slow">
    <p:wipe dir="r"/>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pPr algn="ctr"/>
            <a:r>
              <a:rPr lang="ne-NP" dirty="0" smtClean="0">
                <a:cs typeface="Kalimati" pitchFamily="2"/>
              </a:rPr>
              <a:t>कारबाही गर्ने - दफा १४</a:t>
            </a:r>
            <a:endParaRPr lang="en-US" dirty="0">
              <a:cs typeface="Kalimati" pitchFamily="2"/>
            </a:endParaRPr>
          </a:p>
        </p:txBody>
      </p:sp>
      <p:sp>
        <p:nvSpPr>
          <p:cNvPr id="2" name="Content Placeholder 1"/>
          <p:cNvSpPr>
            <a:spLocks noGrp="1"/>
          </p:cNvSpPr>
          <p:nvPr>
            <p:ph idx="1"/>
          </p:nvPr>
        </p:nvSpPr>
        <p:spPr/>
        <p:txBody>
          <a:bodyPr>
            <a:normAutofit/>
          </a:bodyPr>
          <a:lstStyle/>
          <a:p>
            <a:r>
              <a:rPr lang="ne-NP" sz="2000" dirty="0" smtClean="0">
                <a:cs typeface="Kalimati" pitchFamily="2"/>
              </a:rPr>
              <a:t>न्याय परिषदले दफा १० वा १२ बमोजिमको अवस्थामा पहिलोपटक सम्बन्धित न्यायाधीशलाई सचेत गराउन सक्नेछ।</a:t>
            </a:r>
          </a:p>
          <a:p>
            <a:r>
              <a:rPr lang="ne-NP" sz="2000" dirty="0" smtClean="0">
                <a:cs typeface="Kalimati" pitchFamily="2"/>
              </a:rPr>
              <a:t>उपदफा १ बमोजिम सचेत गराउँदा पनि दफा १० वा १२ बमोजिमको अवस्थामा सुधार नभएमा वा दफा ११ बमोजिम खराब आचरण वा आचार संहिताको गम्भिर गम्भिर उल्लघङ्गन गरेमा त्यस्तो न्यायाधीशउपर न्याय परिषदले संविधानको धारा १४२ को उपधारा </a:t>
            </a:r>
            <a:r>
              <a:rPr lang="en-US" sz="2000" dirty="0" smtClean="0">
                <a:cs typeface="Kalimati" pitchFamily="2"/>
              </a:rPr>
              <a:t>(</a:t>
            </a:r>
            <a:r>
              <a:rPr lang="ne-NP" sz="2000" dirty="0" smtClean="0">
                <a:cs typeface="Kalimati" pitchFamily="2"/>
              </a:rPr>
              <a:t>१</a:t>
            </a:r>
            <a:r>
              <a:rPr lang="en-US" sz="2000" dirty="0" smtClean="0">
                <a:cs typeface="Kalimati" pitchFamily="2"/>
              </a:rPr>
              <a:t>)</a:t>
            </a:r>
            <a:r>
              <a:rPr lang="ne-NP" sz="2000" dirty="0" smtClean="0">
                <a:cs typeface="Kalimati" pitchFamily="2"/>
              </a:rPr>
              <a:t> को खण्ड </a:t>
            </a:r>
            <a:r>
              <a:rPr lang="en-US" sz="2000" dirty="0" smtClean="0">
                <a:cs typeface="Kalimati" pitchFamily="2"/>
              </a:rPr>
              <a:t>(</a:t>
            </a:r>
            <a:r>
              <a:rPr lang="ne-NP" sz="2000" dirty="0" smtClean="0">
                <a:cs typeface="Kalimati" pitchFamily="2"/>
              </a:rPr>
              <a:t>ग</a:t>
            </a:r>
            <a:r>
              <a:rPr lang="en-US" sz="2000" dirty="0" smtClean="0">
                <a:cs typeface="Kalimati" pitchFamily="2"/>
              </a:rPr>
              <a:t>)</a:t>
            </a:r>
            <a:r>
              <a:rPr lang="ne-NP" sz="2000" dirty="0" smtClean="0">
                <a:cs typeface="Kalimati" pitchFamily="2"/>
              </a:rPr>
              <a:t> वा धारा १४९ को उपधारा </a:t>
            </a:r>
            <a:r>
              <a:rPr lang="en-US" sz="2000" dirty="0" smtClean="0">
                <a:cs typeface="Kalimati" pitchFamily="2"/>
              </a:rPr>
              <a:t>(</a:t>
            </a:r>
            <a:r>
              <a:rPr lang="ne-NP" sz="2000" dirty="0" smtClean="0">
                <a:cs typeface="Kalimati" pitchFamily="2"/>
              </a:rPr>
              <a:t>६</a:t>
            </a:r>
            <a:r>
              <a:rPr lang="en-US" sz="2000" dirty="0" smtClean="0">
                <a:cs typeface="Kalimati" pitchFamily="2"/>
              </a:rPr>
              <a:t>)</a:t>
            </a:r>
            <a:r>
              <a:rPr lang="ne-NP" sz="2000" dirty="0" smtClean="0">
                <a:cs typeface="Kalimati" pitchFamily="2"/>
              </a:rPr>
              <a:t> को खण्ड</a:t>
            </a:r>
            <a:r>
              <a:rPr lang="en-US" sz="2000" dirty="0" smtClean="0">
                <a:cs typeface="Kalimati" pitchFamily="2"/>
              </a:rPr>
              <a:t> (</a:t>
            </a:r>
            <a:r>
              <a:rPr lang="ne-NP" sz="2000" dirty="0" smtClean="0">
                <a:cs typeface="Kalimati" pitchFamily="2"/>
              </a:rPr>
              <a:t>ग</a:t>
            </a:r>
            <a:r>
              <a:rPr lang="en-US" sz="2000" dirty="0" smtClean="0">
                <a:cs typeface="Kalimati" pitchFamily="2"/>
              </a:rPr>
              <a:t>)</a:t>
            </a:r>
            <a:r>
              <a:rPr lang="ne-NP" sz="2000" dirty="0" smtClean="0">
                <a:cs typeface="Kalimati" pitchFamily="2"/>
              </a:rPr>
              <a:t> बमोजिम कारबाही गर्नुपर्नेछ ।</a:t>
            </a:r>
          </a:p>
          <a:p>
            <a:r>
              <a:rPr lang="ne-NP" sz="2000" dirty="0" smtClean="0">
                <a:cs typeface="Kalimati" pitchFamily="2"/>
              </a:rPr>
              <a:t>तर सर्वोच्च अदालतका न्यायाधीशको हकमा संविधानको धारा १३१ बमोजिम हुनेछ । </a:t>
            </a:r>
            <a:endParaRPr lang="en-US" sz="2000" dirty="0">
              <a:cs typeface="Kalimati" pitchFamily="2"/>
            </a:endParaRPr>
          </a:p>
        </p:txBody>
      </p:sp>
    </p:spTree>
  </p:cSld>
  <p:clrMapOvr>
    <a:masterClrMapping/>
  </p:clrMapOvr>
  <mc:AlternateContent xmlns:mc="http://schemas.openxmlformats.org/markup-compatibility/2006">
    <mc:Choice xmlns="" xmlns:p14="http://schemas.microsoft.com/office/powerpoint/2010/main" Requires="p14">
      <p:transition spd="slow">
        <p:wipe/>
      </p:transition>
    </mc:Choice>
    <mc:Fallback>
      <p:transition spd="slow">
        <p:wip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152400"/>
            <a:ext cx="7772400" cy="533400"/>
          </a:xfrm>
        </p:spPr>
        <p:style>
          <a:lnRef idx="1">
            <a:schemeClr val="accent1"/>
          </a:lnRef>
          <a:fillRef idx="2">
            <a:schemeClr val="accent1"/>
          </a:fillRef>
          <a:effectRef idx="1">
            <a:schemeClr val="accent1"/>
          </a:effectRef>
          <a:fontRef idx="minor">
            <a:schemeClr val="dk1"/>
          </a:fontRef>
        </p:style>
        <p:txBody>
          <a:bodyPr>
            <a:normAutofit/>
          </a:bodyPr>
          <a:lstStyle/>
          <a:p>
            <a:pPr algn="ctr"/>
            <a:r>
              <a:rPr lang="ne-NP" sz="2800" dirty="0" smtClean="0">
                <a:cs typeface="Kalimati" panose="00000400000000000000" pitchFamily="2"/>
              </a:rPr>
              <a:t>कारवाही-दफा १४</a:t>
            </a:r>
            <a:endParaRPr lang="en-US" sz="2800" dirty="0">
              <a:cs typeface="Kalimati" panose="00000400000000000000" pitchFamily="2"/>
            </a:endParaRPr>
          </a:p>
        </p:txBody>
      </p:sp>
      <p:graphicFrame>
        <p:nvGraphicFramePr>
          <p:cNvPr id="4" name="Content Placeholder 3"/>
          <p:cNvGraphicFramePr>
            <a:graphicFrameLocks noGrp="1"/>
          </p:cNvGraphicFramePr>
          <p:nvPr>
            <p:ph idx="1"/>
            <p:extLst>
              <p:ext uri="{D42A27DB-BD31-4B8C-83A1-F6EECF244321}">
                <p14:modId xmlns="" xmlns:p14="http://schemas.microsoft.com/office/powerpoint/2010/main" val="217051498"/>
              </p:ext>
            </p:extLst>
          </p:nvPr>
        </p:nvGraphicFramePr>
        <p:xfrm>
          <a:off x="914400" y="838200"/>
          <a:ext cx="7772400" cy="5941915"/>
        </p:xfrm>
        <a:graphic>
          <a:graphicData uri="http://schemas.openxmlformats.org/drawingml/2006/table">
            <a:tbl>
              <a:tblPr firstRow="1" bandRow="1">
                <a:tableStyleId>{16D9F66E-5EB9-4882-86FB-DCBF35E3C3E4}</a:tableStyleId>
              </a:tblPr>
              <a:tblGrid>
                <a:gridCol w="685800">
                  <a:extLst>
                    <a:ext uri="{9D8B030D-6E8A-4147-A177-3AD203B41FA5}">
                      <a16:colId xmlns="" xmlns:a16="http://schemas.microsoft.com/office/drawing/2014/main" val="3674573350"/>
                    </a:ext>
                  </a:extLst>
                </a:gridCol>
                <a:gridCol w="2514600">
                  <a:extLst>
                    <a:ext uri="{9D8B030D-6E8A-4147-A177-3AD203B41FA5}">
                      <a16:colId xmlns="" xmlns:a16="http://schemas.microsoft.com/office/drawing/2014/main" val="2026910148"/>
                    </a:ext>
                  </a:extLst>
                </a:gridCol>
                <a:gridCol w="2057400">
                  <a:extLst>
                    <a:ext uri="{9D8B030D-6E8A-4147-A177-3AD203B41FA5}">
                      <a16:colId xmlns="" xmlns:a16="http://schemas.microsoft.com/office/drawing/2014/main" val="897866629"/>
                    </a:ext>
                  </a:extLst>
                </a:gridCol>
                <a:gridCol w="1752600">
                  <a:extLst>
                    <a:ext uri="{9D8B030D-6E8A-4147-A177-3AD203B41FA5}">
                      <a16:colId xmlns="" xmlns:a16="http://schemas.microsoft.com/office/drawing/2014/main" val="2371601472"/>
                    </a:ext>
                  </a:extLst>
                </a:gridCol>
                <a:gridCol w="762000">
                  <a:extLst>
                    <a:ext uri="{9D8B030D-6E8A-4147-A177-3AD203B41FA5}">
                      <a16:colId xmlns="" xmlns:a16="http://schemas.microsoft.com/office/drawing/2014/main" val="1857706433"/>
                    </a:ext>
                  </a:extLst>
                </a:gridCol>
              </a:tblGrid>
              <a:tr h="660554">
                <a:tc>
                  <a:txBody>
                    <a:bodyPr/>
                    <a:lstStyle/>
                    <a:p>
                      <a:pPr algn="just"/>
                      <a:r>
                        <a:rPr lang="ne-NP" sz="1600" dirty="0" smtClean="0">
                          <a:cs typeface="Kalimati" panose="00000400000000000000" pitchFamily="2"/>
                        </a:rPr>
                        <a:t>क्रम संख्या</a:t>
                      </a:r>
                      <a:endParaRPr lang="en-US" sz="1600" dirty="0">
                        <a:cs typeface="Kalimati" panose="00000400000000000000" pitchFamily="2"/>
                      </a:endParaRPr>
                    </a:p>
                  </a:txBody>
                  <a:tcPr/>
                </a:tc>
                <a:tc>
                  <a:txBody>
                    <a:bodyPr/>
                    <a:lstStyle/>
                    <a:p>
                      <a:pPr algn="just"/>
                      <a:r>
                        <a:rPr lang="ne-NP" sz="1600" dirty="0" smtClean="0">
                          <a:cs typeface="Kalimati" panose="00000400000000000000" pitchFamily="2"/>
                        </a:rPr>
                        <a:t>उजुरी आरोप</a:t>
                      </a:r>
                      <a:endParaRPr lang="en-US" sz="1600" dirty="0">
                        <a:cs typeface="Kalimati" panose="00000400000000000000" pitchFamily="2"/>
                      </a:endParaRPr>
                    </a:p>
                  </a:txBody>
                  <a:tcPr/>
                </a:tc>
                <a:tc>
                  <a:txBody>
                    <a:bodyPr/>
                    <a:lstStyle/>
                    <a:p>
                      <a:pPr algn="just"/>
                      <a:r>
                        <a:rPr lang="ne-NP" sz="1600" dirty="0" smtClean="0">
                          <a:cs typeface="Kalimati" panose="00000400000000000000" pitchFamily="2"/>
                        </a:rPr>
                        <a:t>पहिलो पटक</a:t>
                      </a:r>
                      <a:endParaRPr lang="en-US" sz="1600" dirty="0">
                        <a:cs typeface="Kalimati" panose="00000400000000000000" pitchFamily="2"/>
                      </a:endParaRPr>
                    </a:p>
                  </a:txBody>
                  <a:tcPr/>
                </a:tc>
                <a:tc>
                  <a:txBody>
                    <a:bodyPr/>
                    <a:lstStyle/>
                    <a:p>
                      <a:pPr algn="just"/>
                      <a:r>
                        <a:rPr lang="ne-NP" sz="1600" dirty="0" smtClean="0">
                          <a:cs typeface="Kalimati" panose="00000400000000000000" pitchFamily="2"/>
                        </a:rPr>
                        <a:t>दोस्रो</a:t>
                      </a:r>
                      <a:r>
                        <a:rPr lang="ne-NP" sz="1600" baseline="0" dirty="0" smtClean="0">
                          <a:cs typeface="Kalimati" panose="00000400000000000000" pitchFamily="2"/>
                        </a:rPr>
                        <a:t> पटक</a:t>
                      </a:r>
                      <a:endParaRPr lang="en-US" sz="1600" dirty="0">
                        <a:cs typeface="Kalimati" panose="00000400000000000000" pitchFamily="2"/>
                      </a:endParaRPr>
                    </a:p>
                  </a:txBody>
                  <a:tcPr/>
                </a:tc>
                <a:tc>
                  <a:txBody>
                    <a:bodyPr/>
                    <a:lstStyle/>
                    <a:p>
                      <a:pPr algn="just"/>
                      <a:r>
                        <a:rPr lang="ne-NP" sz="1600" dirty="0" smtClean="0">
                          <a:cs typeface="Kalimati" panose="00000400000000000000" pitchFamily="2"/>
                        </a:rPr>
                        <a:t>पुष्टि नभए</a:t>
                      </a:r>
                      <a:endParaRPr lang="en-US" sz="1600" dirty="0">
                        <a:cs typeface="Kalimati" panose="00000400000000000000" pitchFamily="2"/>
                      </a:endParaRPr>
                    </a:p>
                  </a:txBody>
                  <a:tcPr/>
                </a:tc>
                <a:extLst>
                  <a:ext uri="{0D108BD9-81ED-4DB2-BD59-A6C34878D82A}">
                    <a16:rowId xmlns="" xmlns:a16="http://schemas.microsoft.com/office/drawing/2014/main" val="2986118692"/>
                  </a:ext>
                </a:extLst>
              </a:tr>
              <a:tr h="1114205">
                <a:tc>
                  <a:txBody>
                    <a:bodyPr/>
                    <a:lstStyle/>
                    <a:p>
                      <a:pPr algn="just">
                        <a:lnSpc>
                          <a:spcPct val="150000"/>
                        </a:lnSpc>
                      </a:pPr>
                      <a:r>
                        <a:rPr lang="ne-NP" sz="1600" dirty="0" smtClean="0">
                          <a:cs typeface="Kalimati" panose="00000400000000000000" pitchFamily="2"/>
                        </a:rPr>
                        <a:t>१</a:t>
                      </a:r>
                      <a:endParaRPr lang="en-US" sz="1600" dirty="0">
                        <a:cs typeface="Kalimati" panose="00000400000000000000" pitchFamily="2"/>
                      </a:endParaRPr>
                    </a:p>
                  </a:txBody>
                  <a:tcPr/>
                </a:tc>
                <a:tc>
                  <a:txBody>
                    <a:bodyPr/>
                    <a:lstStyle/>
                    <a:p>
                      <a:pPr algn="just">
                        <a:lnSpc>
                          <a:spcPct val="150000"/>
                        </a:lnSpc>
                      </a:pPr>
                      <a:r>
                        <a:rPr lang="ne-NP" sz="1600" dirty="0" smtClean="0">
                          <a:cs typeface="Kalimati" panose="00000400000000000000" pitchFamily="2"/>
                        </a:rPr>
                        <a:t>दफा १० बमोजिम कार्यक्षमताको अभाव</a:t>
                      </a:r>
                      <a:endParaRPr lang="en-US" sz="1600" dirty="0">
                        <a:cs typeface="Kalimati" panose="00000400000000000000" pitchFamily="2"/>
                      </a:endParaRPr>
                    </a:p>
                  </a:txBody>
                  <a:tcPr/>
                </a:tc>
                <a:tc>
                  <a:txBody>
                    <a:bodyPr/>
                    <a:lstStyle/>
                    <a:p>
                      <a:pPr algn="just">
                        <a:lnSpc>
                          <a:spcPct val="150000"/>
                        </a:lnSpc>
                      </a:pPr>
                      <a:r>
                        <a:rPr lang="ne-NP" sz="1600" dirty="0" smtClean="0">
                          <a:cs typeface="Kalimati" panose="00000400000000000000" pitchFamily="2"/>
                        </a:rPr>
                        <a:t>सचेत गराउने</a:t>
                      </a:r>
                      <a:endParaRPr lang="en-US" sz="1600" dirty="0">
                        <a:cs typeface="Kalimati" panose="00000400000000000000" pitchFamily="2"/>
                      </a:endParaRPr>
                    </a:p>
                  </a:txBody>
                  <a:tcPr/>
                </a:tc>
                <a:tc rowSpan="2">
                  <a:txBody>
                    <a:bodyPr/>
                    <a:lstStyle/>
                    <a:p>
                      <a:pPr algn="just">
                        <a:lnSpc>
                          <a:spcPct val="150000"/>
                        </a:lnSpc>
                      </a:pPr>
                      <a:r>
                        <a:rPr lang="ne-NP" sz="1600" dirty="0" smtClean="0">
                          <a:effectLst/>
                          <a:latin typeface="Calibri" panose="020F0502020204030204" pitchFamily="34" charset="0"/>
                          <a:ea typeface="Calibri" panose="020F0502020204030204" pitchFamily="34" charset="0"/>
                          <a:cs typeface="Kalimati" panose="00000400000000000000" pitchFamily="2"/>
                        </a:rPr>
                        <a:t>धारा १४२ को उपधारा </a:t>
                      </a:r>
                      <a:r>
                        <a:rPr lang="en-US" sz="1600" dirty="0" smtClean="0">
                          <a:effectLst/>
                          <a:latin typeface="Calibri" panose="020F0502020204030204" pitchFamily="34" charset="0"/>
                          <a:ea typeface="Calibri" panose="020F0502020204030204" pitchFamily="34" charset="0"/>
                          <a:cs typeface="Kalimati" panose="00000400000000000000" pitchFamily="2"/>
                        </a:rPr>
                        <a:t>(</a:t>
                      </a:r>
                      <a:r>
                        <a:rPr lang="ne-NP" sz="1600" dirty="0" smtClean="0">
                          <a:effectLst/>
                          <a:latin typeface="Calibri" panose="020F0502020204030204" pitchFamily="34" charset="0"/>
                          <a:ea typeface="Calibri" panose="020F0502020204030204" pitchFamily="34" charset="0"/>
                          <a:cs typeface="Kalimati" panose="00000400000000000000" pitchFamily="2"/>
                        </a:rPr>
                        <a:t>१</a:t>
                      </a:r>
                      <a:r>
                        <a:rPr lang="en-US" sz="1600" dirty="0" smtClean="0">
                          <a:effectLst/>
                          <a:latin typeface="Calibri" panose="020F0502020204030204" pitchFamily="34" charset="0"/>
                          <a:ea typeface="Calibri" panose="020F0502020204030204" pitchFamily="34" charset="0"/>
                          <a:cs typeface="Kalimati" panose="00000400000000000000" pitchFamily="2"/>
                        </a:rPr>
                        <a:t>)</a:t>
                      </a:r>
                      <a:r>
                        <a:rPr lang="ne-NP" sz="1600" dirty="0" smtClean="0">
                          <a:effectLst/>
                          <a:latin typeface="Calibri" panose="020F0502020204030204" pitchFamily="34" charset="0"/>
                          <a:ea typeface="Calibri" panose="020F0502020204030204" pitchFamily="34" charset="0"/>
                          <a:cs typeface="Kalimati" panose="00000400000000000000" pitchFamily="2"/>
                        </a:rPr>
                        <a:t> को खण्ड </a:t>
                      </a:r>
                      <a:r>
                        <a:rPr lang="en-US" sz="1600" dirty="0" smtClean="0">
                          <a:effectLst/>
                          <a:latin typeface="Calibri" panose="020F0502020204030204" pitchFamily="34" charset="0"/>
                          <a:ea typeface="Calibri" panose="020F0502020204030204" pitchFamily="34" charset="0"/>
                          <a:cs typeface="Kalimati" panose="00000400000000000000" pitchFamily="2"/>
                        </a:rPr>
                        <a:t>(</a:t>
                      </a:r>
                      <a:r>
                        <a:rPr lang="ne-NP" sz="1600" dirty="0" smtClean="0">
                          <a:effectLst/>
                          <a:latin typeface="Calibri" panose="020F0502020204030204" pitchFamily="34" charset="0"/>
                          <a:ea typeface="Calibri" panose="020F0502020204030204" pitchFamily="34" charset="0"/>
                          <a:cs typeface="Kalimati" panose="00000400000000000000" pitchFamily="2"/>
                        </a:rPr>
                        <a:t>ग</a:t>
                      </a:r>
                      <a:r>
                        <a:rPr lang="en-US" sz="1600" dirty="0" smtClean="0">
                          <a:effectLst/>
                          <a:latin typeface="Calibri" panose="020F0502020204030204" pitchFamily="34" charset="0"/>
                          <a:ea typeface="Calibri" panose="020F0502020204030204" pitchFamily="34" charset="0"/>
                          <a:cs typeface="Kalimati" panose="00000400000000000000" pitchFamily="2"/>
                        </a:rPr>
                        <a:t>)</a:t>
                      </a:r>
                      <a:r>
                        <a:rPr lang="ne-NP" sz="1600" dirty="0" smtClean="0">
                          <a:effectLst/>
                          <a:latin typeface="Calibri" panose="020F0502020204030204" pitchFamily="34" charset="0"/>
                          <a:ea typeface="Calibri" panose="020F0502020204030204" pitchFamily="34" charset="0"/>
                          <a:cs typeface="Kalimati" panose="00000400000000000000" pitchFamily="2"/>
                        </a:rPr>
                        <a:t> वा धारा १४९ को उपधारा </a:t>
                      </a:r>
                      <a:r>
                        <a:rPr lang="en-US" sz="1600" dirty="0" smtClean="0">
                          <a:effectLst/>
                          <a:latin typeface="Calibri" panose="020F0502020204030204" pitchFamily="34" charset="0"/>
                          <a:ea typeface="Calibri" panose="020F0502020204030204" pitchFamily="34" charset="0"/>
                          <a:cs typeface="Kalimati" panose="00000400000000000000" pitchFamily="2"/>
                        </a:rPr>
                        <a:t>(</a:t>
                      </a:r>
                      <a:r>
                        <a:rPr lang="ne-NP" sz="1600" dirty="0" smtClean="0">
                          <a:effectLst/>
                          <a:latin typeface="Calibri" panose="020F0502020204030204" pitchFamily="34" charset="0"/>
                          <a:ea typeface="Calibri" panose="020F0502020204030204" pitchFamily="34" charset="0"/>
                          <a:cs typeface="Kalimati" panose="00000400000000000000" pitchFamily="2"/>
                        </a:rPr>
                        <a:t>६</a:t>
                      </a:r>
                      <a:r>
                        <a:rPr lang="en-US" sz="1600" dirty="0" smtClean="0">
                          <a:effectLst/>
                          <a:latin typeface="Calibri" panose="020F0502020204030204" pitchFamily="34" charset="0"/>
                          <a:ea typeface="Calibri" panose="020F0502020204030204" pitchFamily="34" charset="0"/>
                          <a:cs typeface="Kalimati" panose="00000400000000000000" pitchFamily="2"/>
                        </a:rPr>
                        <a:t>)</a:t>
                      </a:r>
                      <a:r>
                        <a:rPr lang="ne-NP" sz="1600" dirty="0" smtClean="0">
                          <a:effectLst/>
                          <a:latin typeface="Calibri" panose="020F0502020204030204" pitchFamily="34" charset="0"/>
                          <a:ea typeface="Calibri" panose="020F0502020204030204" pitchFamily="34" charset="0"/>
                          <a:cs typeface="Kalimati" panose="00000400000000000000" pitchFamily="2"/>
                        </a:rPr>
                        <a:t> को खण्ड </a:t>
                      </a:r>
                      <a:r>
                        <a:rPr lang="en-US" sz="1600" dirty="0" smtClean="0">
                          <a:effectLst/>
                          <a:latin typeface="Calibri" panose="020F0502020204030204" pitchFamily="34" charset="0"/>
                          <a:ea typeface="Calibri" panose="020F0502020204030204" pitchFamily="34" charset="0"/>
                          <a:cs typeface="Kalimati" panose="00000400000000000000" pitchFamily="2"/>
                        </a:rPr>
                        <a:t>(</a:t>
                      </a:r>
                      <a:r>
                        <a:rPr lang="ne-NP" sz="1600" dirty="0" smtClean="0">
                          <a:effectLst/>
                          <a:latin typeface="Calibri" panose="020F0502020204030204" pitchFamily="34" charset="0"/>
                          <a:ea typeface="Calibri" panose="020F0502020204030204" pitchFamily="34" charset="0"/>
                          <a:cs typeface="Kalimati" panose="00000400000000000000" pitchFamily="2"/>
                        </a:rPr>
                        <a:t>ग</a:t>
                      </a:r>
                      <a:r>
                        <a:rPr lang="en-US" sz="1600" dirty="0" smtClean="0">
                          <a:effectLst/>
                          <a:latin typeface="Calibri" panose="020F0502020204030204" pitchFamily="34" charset="0"/>
                          <a:ea typeface="Calibri" panose="020F0502020204030204" pitchFamily="34" charset="0"/>
                          <a:cs typeface="Kalimati" panose="00000400000000000000" pitchFamily="2"/>
                        </a:rPr>
                        <a:t>)</a:t>
                      </a:r>
                      <a:r>
                        <a:rPr lang="ne-NP" sz="1600" dirty="0" smtClean="0">
                          <a:effectLst/>
                          <a:latin typeface="Calibri" panose="020F0502020204030204" pitchFamily="34" charset="0"/>
                          <a:ea typeface="Calibri" panose="020F0502020204030204" pitchFamily="34" charset="0"/>
                          <a:cs typeface="Kalimati" panose="00000400000000000000" pitchFamily="2"/>
                        </a:rPr>
                        <a:t> बमोजिम कारवाही</a:t>
                      </a:r>
                      <a:endParaRPr lang="en-US" sz="1600" dirty="0">
                        <a:cs typeface="Kalimati" panose="00000400000000000000" pitchFamily="2"/>
                      </a:endParaRPr>
                    </a:p>
                  </a:txBody>
                  <a:tcPr/>
                </a:tc>
                <a:tc>
                  <a:txBody>
                    <a:bodyPr/>
                    <a:lstStyle/>
                    <a:p>
                      <a:pPr algn="just">
                        <a:lnSpc>
                          <a:spcPct val="150000"/>
                        </a:lnSpc>
                      </a:pPr>
                      <a:r>
                        <a:rPr lang="ne-NP" sz="1600" dirty="0" smtClean="0">
                          <a:cs typeface="Kalimati" panose="00000400000000000000" pitchFamily="2"/>
                        </a:rPr>
                        <a:t>तामेली</a:t>
                      </a:r>
                      <a:r>
                        <a:rPr lang="en-US" sz="1600" dirty="0" smtClean="0">
                          <a:cs typeface="Kalimati" panose="00000400000000000000" pitchFamily="2"/>
                        </a:rPr>
                        <a:t>((</a:t>
                      </a:r>
                      <a:r>
                        <a:rPr lang="ne-NP" sz="1600" dirty="0" smtClean="0">
                          <a:cs typeface="Kalimati" panose="00000400000000000000" pitchFamily="2"/>
                        </a:rPr>
                        <a:t>दफा २६</a:t>
                      </a:r>
                      <a:r>
                        <a:rPr lang="en-US" sz="1600" dirty="0" smtClean="0">
                          <a:cs typeface="Kalimati" panose="00000400000000000000" pitchFamily="2"/>
                        </a:rPr>
                        <a:t>)</a:t>
                      </a:r>
                      <a:r>
                        <a:rPr lang="ne-NP" sz="1600" dirty="0" smtClean="0">
                          <a:cs typeface="Kalimati" panose="00000400000000000000" pitchFamily="2"/>
                        </a:rPr>
                        <a:t> </a:t>
                      </a:r>
                      <a:endParaRPr lang="en-US" sz="1600" dirty="0">
                        <a:cs typeface="Kalimati" panose="00000400000000000000" pitchFamily="2"/>
                      </a:endParaRPr>
                    </a:p>
                  </a:txBody>
                  <a:tcPr/>
                </a:tc>
                <a:extLst>
                  <a:ext uri="{0D108BD9-81ED-4DB2-BD59-A6C34878D82A}">
                    <a16:rowId xmlns="" xmlns:a16="http://schemas.microsoft.com/office/drawing/2014/main" val="850310948"/>
                  </a:ext>
                </a:extLst>
              </a:tr>
              <a:tr h="1702063">
                <a:tc>
                  <a:txBody>
                    <a:bodyPr/>
                    <a:lstStyle/>
                    <a:p>
                      <a:pPr algn="just">
                        <a:lnSpc>
                          <a:spcPct val="150000"/>
                        </a:lnSpc>
                      </a:pPr>
                      <a:r>
                        <a:rPr lang="ne-NP" sz="1600" dirty="0" smtClean="0">
                          <a:cs typeface="Kalimati" panose="00000400000000000000" pitchFamily="2"/>
                        </a:rPr>
                        <a:t>२</a:t>
                      </a:r>
                      <a:endParaRPr lang="en-US" sz="1600" dirty="0">
                        <a:cs typeface="Kalimati" panose="00000400000000000000" pitchFamily="2"/>
                      </a:endParaRPr>
                    </a:p>
                  </a:txBody>
                  <a:tcPr/>
                </a:tc>
                <a:tc>
                  <a:txBody>
                    <a:bodyPr/>
                    <a:lstStyle/>
                    <a:p>
                      <a:pPr algn="just">
                        <a:lnSpc>
                          <a:spcPct val="150000"/>
                        </a:lnSpc>
                      </a:pPr>
                      <a:r>
                        <a:rPr lang="ne-NP" sz="1600" dirty="0" smtClean="0">
                          <a:cs typeface="Kalimati" panose="00000400000000000000" pitchFamily="2"/>
                        </a:rPr>
                        <a:t>दफा १२ बमोजिम </a:t>
                      </a:r>
                      <a:r>
                        <a:rPr kumimoji="0" lang="ne-NP" sz="1600" kern="1200" dirty="0" smtClean="0">
                          <a:solidFill>
                            <a:schemeClr val="dk1"/>
                          </a:solidFill>
                          <a:effectLst/>
                          <a:latin typeface="+mn-lt"/>
                          <a:ea typeface="+mn-ea"/>
                          <a:cs typeface="Kalimati" panose="00000400000000000000" pitchFamily="2"/>
                        </a:rPr>
                        <a:t>आफ्नो कर्तव्य इमान्दारीपूर्वक पालन नगरेको वा बदनियतपूर्वक काम कारवाही गरेको </a:t>
                      </a:r>
                      <a:endParaRPr lang="en-US" sz="1600" dirty="0">
                        <a:cs typeface="Kalimati" panose="00000400000000000000" pitchFamily="2"/>
                      </a:endParaRPr>
                    </a:p>
                  </a:txBody>
                  <a:tcPr/>
                </a:tc>
                <a:tc>
                  <a:txBody>
                    <a:bodyPr/>
                    <a:lstStyle/>
                    <a:p>
                      <a:pPr marL="0" marR="0" lvl="0" indent="0" algn="just" defTabSz="914400" rtl="0" eaLnBrk="1" fontAlgn="auto" latinLnBrk="0" hangingPunct="1">
                        <a:lnSpc>
                          <a:spcPct val="150000"/>
                        </a:lnSpc>
                        <a:spcBef>
                          <a:spcPts val="0"/>
                        </a:spcBef>
                        <a:spcAft>
                          <a:spcPts val="0"/>
                        </a:spcAft>
                        <a:buClrTx/>
                        <a:buSzTx/>
                        <a:buFontTx/>
                        <a:buNone/>
                        <a:tabLst/>
                        <a:defRPr/>
                      </a:pPr>
                      <a:r>
                        <a:rPr kumimoji="0" lang="ne-NP" sz="1600" b="0" i="0" u="none" strike="noStrike" kern="1200" cap="none" spc="0" normalizeH="0" baseline="0" noProof="0" dirty="0" smtClean="0">
                          <a:ln>
                            <a:noFill/>
                          </a:ln>
                          <a:solidFill>
                            <a:prstClr val="black"/>
                          </a:solidFill>
                          <a:effectLst/>
                          <a:uLnTx/>
                          <a:uFillTx/>
                          <a:latin typeface="+mn-lt"/>
                          <a:ea typeface="+mn-ea"/>
                          <a:cs typeface="Kalimati" panose="00000400000000000000" pitchFamily="2"/>
                        </a:rPr>
                        <a:t>सचेत गराउने</a:t>
                      </a:r>
                      <a:endParaRPr kumimoji="0" lang="en-US" sz="1600" b="0" i="0" u="none" strike="noStrike" kern="1200" cap="none" spc="0" normalizeH="0" baseline="0" noProof="0" dirty="0" smtClean="0">
                        <a:ln>
                          <a:noFill/>
                        </a:ln>
                        <a:solidFill>
                          <a:prstClr val="black"/>
                        </a:solidFill>
                        <a:effectLst/>
                        <a:uLnTx/>
                        <a:uFillTx/>
                        <a:latin typeface="+mn-lt"/>
                        <a:ea typeface="+mn-ea"/>
                        <a:cs typeface="Kalimati" panose="00000400000000000000" pitchFamily="2"/>
                      </a:endParaRPr>
                    </a:p>
                    <a:p>
                      <a:pPr algn="just">
                        <a:lnSpc>
                          <a:spcPct val="150000"/>
                        </a:lnSpc>
                      </a:pPr>
                      <a:endParaRPr lang="en-US" sz="1600" dirty="0">
                        <a:cs typeface="Kalimati" panose="00000400000000000000" pitchFamily="2"/>
                      </a:endParaRPr>
                    </a:p>
                  </a:txBody>
                  <a:tcPr/>
                </a:tc>
                <a:tc vMerge="1">
                  <a:txBody>
                    <a:bodyPr/>
                    <a:lstStyle/>
                    <a:p>
                      <a:endParaRPr lang="en-US" dirty="0"/>
                    </a:p>
                  </a:txBody>
                  <a:tcPr/>
                </a:tc>
                <a:tc>
                  <a:txBody>
                    <a:bodyPr/>
                    <a:lstStyle/>
                    <a:p>
                      <a:pPr algn="just">
                        <a:lnSpc>
                          <a:spcPct val="150000"/>
                        </a:lnSpc>
                      </a:pPr>
                      <a:r>
                        <a:rPr lang="ne-NP" sz="1600" dirty="0" smtClean="0">
                          <a:cs typeface="Kalimati" panose="00000400000000000000" pitchFamily="2"/>
                        </a:rPr>
                        <a:t>तामेली</a:t>
                      </a:r>
                      <a:endParaRPr lang="en-US" sz="1600" dirty="0">
                        <a:cs typeface="Kalimati" panose="00000400000000000000" pitchFamily="2"/>
                      </a:endParaRPr>
                    </a:p>
                  </a:txBody>
                  <a:tcPr/>
                </a:tc>
                <a:extLst>
                  <a:ext uri="{0D108BD9-81ED-4DB2-BD59-A6C34878D82A}">
                    <a16:rowId xmlns="" xmlns:a16="http://schemas.microsoft.com/office/drawing/2014/main" val="3495297432"/>
                  </a:ext>
                </a:extLst>
              </a:tr>
              <a:tr h="1195289">
                <a:tc>
                  <a:txBody>
                    <a:bodyPr/>
                    <a:lstStyle/>
                    <a:p>
                      <a:pPr algn="just">
                        <a:lnSpc>
                          <a:spcPct val="150000"/>
                        </a:lnSpc>
                      </a:pPr>
                      <a:r>
                        <a:rPr lang="ne-NP" sz="1600" dirty="0" smtClean="0">
                          <a:cs typeface="Kalimati" panose="00000400000000000000" pitchFamily="2"/>
                        </a:rPr>
                        <a:t>३</a:t>
                      </a:r>
                      <a:endParaRPr lang="en-US" sz="1600" dirty="0">
                        <a:cs typeface="Kalimati" panose="00000400000000000000" pitchFamily="2"/>
                      </a:endParaRPr>
                    </a:p>
                  </a:txBody>
                  <a:tcPr/>
                </a:tc>
                <a:tc>
                  <a:txBody>
                    <a:bodyPr/>
                    <a:lstStyle/>
                    <a:p>
                      <a:pPr algn="just">
                        <a:lnSpc>
                          <a:spcPct val="150000"/>
                        </a:lnSpc>
                      </a:pPr>
                      <a:r>
                        <a:rPr lang="ne-NP" sz="1600" dirty="0" smtClean="0">
                          <a:effectLst/>
                          <a:latin typeface="Calibri" panose="020F0502020204030204" pitchFamily="34" charset="0"/>
                          <a:ea typeface="Calibri" panose="020F0502020204030204" pitchFamily="34" charset="0"/>
                          <a:cs typeface="Kalimati" panose="00000400000000000000" pitchFamily="2"/>
                        </a:rPr>
                        <a:t>सचेत गराउदा पनि दफा १० वा १२ बमोजिमको अवस्थामा सुधार नभएमा वा</a:t>
                      </a:r>
                      <a:endParaRPr lang="en-US" sz="1600" dirty="0">
                        <a:cs typeface="Kalimati" panose="00000400000000000000" pitchFamily="2"/>
                      </a:endParaRPr>
                    </a:p>
                  </a:txBody>
                  <a:tcPr/>
                </a:tc>
                <a:tc rowSpan="2">
                  <a:txBody>
                    <a:bodyPr/>
                    <a:lstStyle/>
                    <a:p>
                      <a:pPr algn="just">
                        <a:lnSpc>
                          <a:spcPct val="150000"/>
                        </a:lnSpc>
                      </a:pPr>
                      <a:r>
                        <a:rPr lang="ne-NP" sz="1600" dirty="0" smtClean="0">
                          <a:effectLst/>
                          <a:latin typeface="Calibri" panose="020F0502020204030204" pitchFamily="34" charset="0"/>
                          <a:ea typeface="Calibri" panose="020F0502020204030204" pitchFamily="34" charset="0"/>
                          <a:cs typeface="Kalimati" panose="00000400000000000000" pitchFamily="2"/>
                        </a:rPr>
                        <a:t>धारा १४२ को उपधारा </a:t>
                      </a:r>
                      <a:r>
                        <a:rPr lang="en-US" sz="1600" dirty="0" smtClean="0">
                          <a:effectLst/>
                          <a:latin typeface="Calibri" panose="020F0502020204030204" pitchFamily="34" charset="0"/>
                          <a:ea typeface="Calibri" panose="020F0502020204030204" pitchFamily="34" charset="0"/>
                          <a:cs typeface="Kalimati" panose="00000400000000000000" pitchFamily="2"/>
                        </a:rPr>
                        <a:t>(</a:t>
                      </a:r>
                      <a:r>
                        <a:rPr lang="ne-NP" sz="1600" dirty="0" smtClean="0">
                          <a:effectLst/>
                          <a:latin typeface="Calibri" panose="020F0502020204030204" pitchFamily="34" charset="0"/>
                          <a:ea typeface="Calibri" panose="020F0502020204030204" pitchFamily="34" charset="0"/>
                          <a:cs typeface="Kalimati" panose="00000400000000000000" pitchFamily="2"/>
                        </a:rPr>
                        <a:t>१</a:t>
                      </a:r>
                      <a:r>
                        <a:rPr lang="en-US" sz="1600" dirty="0" smtClean="0">
                          <a:effectLst/>
                          <a:latin typeface="Calibri" panose="020F0502020204030204" pitchFamily="34" charset="0"/>
                          <a:ea typeface="Calibri" panose="020F0502020204030204" pitchFamily="34" charset="0"/>
                          <a:cs typeface="Kalimati" panose="00000400000000000000" pitchFamily="2"/>
                        </a:rPr>
                        <a:t>)</a:t>
                      </a:r>
                      <a:r>
                        <a:rPr lang="ne-NP" sz="1600" dirty="0" smtClean="0">
                          <a:effectLst/>
                          <a:latin typeface="Calibri" panose="020F0502020204030204" pitchFamily="34" charset="0"/>
                          <a:ea typeface="Calibri" panose="020F0502020204030204" pitchFamily="34" charset="0"/>
                          <a:cs typeface="Kalimati" panose="00000400000000000000" pitchFamily="2"/>
                        </a:rPr>
                        <a:t> को खण्ड </a:t>
                      </a:r>
                      <a:r>
                        <a:rPr lang="en-US" sz="1600" dirty="0" smtClean="0">
                          <a:effectLst/>
                          <a:latin typeface="Calibri" panose="020F0502020204030204" pitchFamily="34" charset="0"/>
                          <a:ea typeface="Calibri" panose="020F0502020204030204" pitchFamily="34" charset="0"/>
                          <a:cs typeface="Kalimati" panose="00000400000000000000" pitchFamily="2"/>
                        </a:rPr>
                        <a:t>(</a:t>
                      </a:r>
                      <a:r>
                        <a:rPr lang="ne-NP" sz="1600" dirty="0" smtClean="0">
                          <a:effectLst/>
                          <a:latin typeface="Calibri" panose="020F0502020204030204" pitchFamily="34" charset="0"/>
                          <a:ea typeface="Calibri" panose="020F0502020204030204" pitchFamily="34" charset="0"/>
                          <a:cs typeface="Kalimati" panose="00000400000000000000" pitchFamily="2"/>
                        </a:rPr>
                        <a:t>ग</a:t>
                      </a:r>
                      <a:r>
                        <a:rPr lang="en-US" sz="1600" dirty="0" smtClean="0">
                          <a:effectLst/>
                          <a:latin typeface="Calibri" panose="020F0502020204030204" pitchFamily="34" charset="0"/>
                          <a:ea typeface="Calibri" panose="020F0502020204030204" pitchFamily="34" charset="0"/>
                          <a:cs typeface="Kalimati" panose="00000400000000000000" pitchFamily="2"/>
                        </a:rPr>
                        <a:t>)</a:t>
                      </a:r>
                      <a:r>
                        <a:rPr lang="ne-NP" sz="1600" dirty="0" smtClean="0">
                          <a:effectLst/>
                          <a:latin typeface="Calibri" panose="020F0502020204030204" pitchFamily="34" charset="0"/>
                          <a:ea typeface="Calibri" panose="020F0502020204030204" pitchFamily="34" charset="0"/>
                          <a:cs typeface="Kalimati" panose="00000400000000000000" pitchFamily="2"/>
                        </a:rPr>
                        <a:t> वा धारा १४९ को उपधारा </a:t>
                      </a:r>
                      <a:r>
                        <a:rPr lang="en-US" sz="1600" dirty="0" smtClean="0">
                          <a:effectLst/>
                          <a:latin typeface="Calibri" panose="020F0502020204030204" pitchFamily="34" charset="0"/>
                          <a:ea typeface="Calibri" panose="020F0502020204030204" pitchFamily="34" charset="0"/>
                          <a:cs typeface="Kalimati" panose="00000400000000000000" pitchFamily="2"/>
                        </a:rPr>
                        <a:t>(</a:t>
                      </a:r>
                      <a:r>
                        <a:rPr lang="ne-NP" sz="1600" dirty="0" smtClean="0">
                          <a:effectLst/>
                          <a:latin typeface="Calibri" panose="020F0502020204030204" pitchFamily="34" charset="0"/>
                          <a:ea typeface="Calibri" panose="020F0502020204030204" pitchFamily="34" charset="0"/>
                          <a:cs typeface="Kalimati" panose="00000400000000000000" pitchFamily="2"/>
                        </a:rPr>
                        <a:t>६</a:t>
                      </a:r>
                      <a:r>
                        <a:rPr lang="en-US" sz="1600" dirty="0" smtClean="0">
                          <a:effectLst/>
                          <a:latin typeface="Calibri" panose="020F0502020204030204" pitchFamily="34" charset="0"/>
                          <a:ea typeface="Calibri" panose="020F0502020204030204" pitchFamily="34" charset="0"/>
                          <a:cs typeface="Kalimati" panose="00000400000000000000" pitchFamily="2"/>
                        </a:rPr>
                        <a:t>)</a:t>
                      </a:r>
                      <a:r>
                        <a:rPr lang="ne-NP" sz="1600" dirty="0" smtClean="0">
                          <a:effectLst/>
                          <a:latin typeface="Calibri" panose="020F0502020204030204" pitchFamily="34" charset="0"/>
                          <a:ea typeface="Calibri" panose="020F0502020204030204" pitchFamily="34" charset="0"/>
                          <a:cs typeface="Kalimati" panose="00000400000000000000" pitchFamily="2"/>
                        </a:rPr>
                        <a:t> को खण्ड </a:t>
                      </a:r>
                      <a:r>
                        <a:rPr lang="en-US" sz="1600" dirty="0" smtClean="0">
                          <a:effectLst/>
                          <a:latin typeface="Calibri" panose="020F0502020204030204" pitchFamily="34" charset="0"/>
                          <a:ea typeface="Calibri" panose="020F0502020204030204" pitchFamily="34" charset="0"/>
                          <a:cs typeface="Kalimati" panose="00000400000000000000" pitchFamily="2"/>
                        </a:rPr>
                        <a:t>(</a:t>
                      </a:r>
                      <a:r>
                        <a:rPr lang="ne-NP" sz="1600" dirty="0" smtClean="0">
                          <a:effectLst/>
                          <a:latin typeface="Calibri" panose="020F0502020204030204" pitchFamily="34" charset="0"/>
                          <a:ea typeface="Calibri" panose="020F0502020204030204" pitchFamily="34" charset="0"/>
                          <a:cs typeface="Kalimati" panose="00000400000000000000" pitchFamily="2"/>
                        </a:rPr>
                        <a:t>ग</a:t>
                      </a:r>
                      <a:r>
                        <a:rPr lang="en-US" sz="1600" dirty="0" smtClean="0">
                          <a:effectLst/>
                          <a:latin typeface="Calibri" panose="020F0502020204030204" pitchFamily="34" charset="0"/>
                          <a:ea typeface="Calibri" panose="020F0502020204030204" pitchFamily="34" charset="0"/>
                          <a:cs typeface="Kalimati" panose="00000400000000000000" pitchFamily="2"/>
                        </a:rPr>
                        <a:t>)</a:t>
                      </a:r>
                      <a:r>
                        <a:rPr lang="ne-NP" sz="1600" dirty="0" smtClean="0">
                          <a:effectLst/>
                          <a:latin typeface="Calibri" panose="020F0502020204030204" pitchFamily="34" charset="0"/>
                          <a:ea typeface="Calibri" panose="020F0502020204030204" pitchFamily="34" charset="0"/>
                          <a:cs typeface="Kalimati" panose="00000400000000000000" pitchFamily="2"/>
                        </a:rPr>
                        <a:t> बमोजिम कारवाही</a:t>
                      </a:r>
                      <a:endParaRPr lang="en-US" sz="1600" dirty="0">
                        <a:cs typeface="Kalimati" panose="00000400000000000000" pitchFamily="2"/>
                      </a:endParaRPr>
                    </a:p>
                  </a:txBody>
                  <a:tcPr/>
                </a:tc>
                <a:tc>
                  <a:txBody>
                    <a:bodyPr/>
                    <a:lstStyle/>
                    <a:p>
                      <a:pPr algn="just">
                        <a:lnSpc>
                          <a:spcPct val="150000"/>
                        </a:lnSpc>
                      </a:pPr>
                      <a:r>
                        <a:rPr lang="ne-NP" sz="1600" dirty="0" smtClean="0">
                          <a:cs typeface="Kalimati" panose="00000400000000000000" pitchFamily="2"/>
                        </a:rPr>
                        <a:t>------------</a:t>
                      </a:r>
                      <a:endParaRPr lang="en-US" sz="1600" dirty="0">
                        <a:cs typeface="Kalimati" panose="00000400000000000000" pitchFamily="2"/>
                      </a:endParaRPr>
                    </a:p>
                  </a:txBody>
                  <a:tcPr/>
                </a:tc>
                <a:tc>
                  <a:txBody>
                    <a:bodyPr/>
                    <a:lstStyle/>
                    <a:p>
                      <a:pPr algn="just">
                        <a:lnSpc>
                          <a:spcPct val="150000"/>
                        </a:lnSpc>
                      </a:pPr>
                      <a:r>
                        <a:rPr lang="ne-NP" sz="1600" dirty="0" smtClean="0">
                          <a:cs typeface="Kalimati" panose="00000400000000000000" pitchFamily="2"/>
                        </a:rPr>
                        <a:t>तामेली</a:t>
                      </a:r>
                      <a:endParaRPr lang="en-US" sz="1600" dirty="0">
                        <a:cs typeface="Kalimati" panose="00000400000000000000" pitchFamily="2"/>
                      </a:endParaRPr>
                    </a:p>
                  </a:txBody>
                  <a:tcPr/>
                </a:tc>
                <a:extLst>
                  <a:ext uri="{0D108BD9-81ED-4DB2-BD59-A6C34878D82A}">
                    <a16:rowId xmlns="" xmlns:a16="http://schemas.microsoft.com/office/drawing/2014/main" val="2424344700"/>
                  </a:ext>
                </a:extLst>
              </a:tr>
              <a:tr h="1195289">
                <a:tc>
                  <a:txBody>
                    <a:bodyPr/>
                    <a:lstStyle/>
                    <a:p>
                      <a:pPr algn="just">
                        <a:lnSpc>
                          <a:spcPct val="150000"/>
                        </a:lnSpc>
                      </a:pPr>
                      <a:r>
                        <a:rPr lang="ne-NP" sz="1600" dirty="0" smtClean="0">
                          <a:cs typeface="Kalimati" panose="00000400000000000000" pitchFamily="2"/>
                        </a:rPr>
                        <a:t>४</a:t>
                      </a:r>
                      <a:endParaRPr lang="en-US" sz="1600" dirty="0">
                        <a:cs typeface="Kalimati" panose="00000400000000000000" pitchFamily="2"/>
                      </a:endParaRPr>
                    </a:p>
                  </a:txBody>
                  <a:tcPr/>
                </a:tc>
                <a:tc>
                  <a:txBody>
                    <a:bodyPr/>
                    <a:lstStyle/>
                    <a:p>
                      <a:pPr algn="just">
                        <a:lnSpc>
                          <a:spcPct val="150000"/>
                        </a:lnSpc>
                      </a:pPr>
                      <a:r>
                        <a:rPr lang="ne-NP" sz="1600" dirty="0" smtClean="0">
                          <a:effectLst/>
                          <a:latin typeface="Calibri" panose="020F0502020204030204" pitchFamily="34" charset="0"/>
                          <a:ea typeface="Calibri" panose="020F0502020204030204" pitchFamily="34" charset="0"/>
                          <a:cs typeface="Kalimati" panose="00000400000000000000" pitchFamily="2"/>
                        </a:rPr>
                        <a:t>दफा ११ बमोजिम खराव आचरण वा आचार संहिताको गम्भीर उल्लंघन गरेमा </a:t>
                      </a:r>
                      <a:endParaRPr lang="en-US" sz="1600" dirty="0">
                        <a:cs typeface="Kalimati" panose="00000400000000000000" pitchFamily="2"/>
                      </a:endParaRPr>
                    </a:p>
                  </a:txBody>
                  <a:tcPr/>
                </a:tc>
                <a:tc vMerge="1">
                  <a:txBody>
                    <a:bodyPr/>
                    <a:lstStyle/>
                    <a:p>
                      <a:endParaRPr lang="en-US" dirty="0"/>
                    </a:p>
                  </a:txBody>
                  <a:tcPr/>
                </a:tc>
                <a:tc>
                  <a:txBody>
                    <a:bodyPr/>
                    <a:lstStyle/>
                    <a:p>
                      <a:pPr algn="just">
                        <a:lnSpc>
                          <a:spcPct val="150000"/>
                        </a:lnSpc>
                      </a:pPr>
                      <a:r>
                        <a:rPr lang="ne-NP" sz="1600" dirty="0" smtClean="0">
                          <a:cs typeface="Kalimati" panose="00000400000000000000" pitchFamily="2"/>
                        </a:rPr>
                        <a:t>-------------</a:t>
                      </a:r>
                      <a:endParaRPr lang="en-US" sz="1600" dirty="0">
                        <a:cs typeface="Kalimati" panose="00000400000000000000" pitchFamily="2"/>
                      </a:endParaRPr>
                    </a:p>
                  </a:txBody>
                  <a:tcPr/>
                </a:tc>
                <a:tc>
                  <a:txBody>
                    <a:bodyPr/>
                    <a:lstStyle/>
                    <a:p>
                      <a:pPr algn="just">
                        <a:lnSpc>
                          <a:spcPct val="150000"/>
                        </a:lnSpc>
                      </a:pPr>
                      <a:r>
                        <a:rPr lang="ne-NP" sz="1600" dirty="0" smtClean="0">
                          <a:cs typeface="Kalimati" panose="00000400000000000000" pitchFamily="2"/>
                        </a:rPr>
                        <a:t>तामेली</a:t>
                      </a:r>
                      <a:endParaRPr lang="en-US" sz="1600" dirty="0">
                        <a:cs typeface="Kalimati" panose="00000400000000000000" pitchFamily="2"/>
                      </a:endParaRPr>
                    </a:p>
                  </a:txBody>
                  <a:tcPr/>
                </a:tc>
                <a:extLst>
                  <a:ext uri="{0D108BD9-81ED-4DB2-BD59-A6C34878D82A}">
                    <a16:rowId xmlns="" xmlns:a16="http://schemas.microsoft.com/office/drawing/2014/main" val="4125653977"/>
                  </a:ext>
                </a:extLst>
              </a:tr>
            </a:tbl>
          </a:graphicData>
        </a:graphic>
      </p:graphicFrame>
    </p:spTree>
    <p:extLst>
      <p:ext uri="{BB962C8B-B14F-4D97-AF65-F5344CB8AC3E}">
        <p14:creationId xmlns="" xmlns:p14="http://schemas.microsoft.com/office/powerpoint/2010/main" val="4193697113"/>
      </p:ext>
    </p:extLst>
  </p:cSld>
  <p:clrMapOvr>
    <a:masterClrMapping/>
  </p:clrMapOvr>
  <p:transition spd="slow">
    <p:wipe dir="r"/>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Autofit/>
          </a:bodyPr>
          <a:lstStyle/>
          <a:p>
            <a:pPr algn="ctr"/>
            <a:r>
              <a:rPr lang="ne-NP" sz="4000" dirty="0" smtClean="0">
                <a:cs typeface="Kalimati" pitchFamily="2"/>
              </a:rPr>
              <a:t>निरीक्षणसम्बन्धी ब्यवस्था - दफा १५</a:t>
            </a:r>
            <a:endParaRPr lang="en-US" sz="4000" dirty="0">
              <a:cs typeface="Kalimati" pitchFamily="2"/>
            </a:endParaRPr>
          </a:p>
        </p:txBody>
      </p:sp>
      <p:sp>
        <p:nvSpPr>
          <p:cNvPr id="2" name="Content Placeholder 1"/>
          <p:cNvSpPr>
            <a:spLocks noGrp="1"/>
          </p:cNvSpPr>
          <p:nvPr>
            <p:ph idx="1"/>
          </p:nvPr>
        </p:nvSpPr>
        <p:spPr/>
        <p:txBody>
          <a:bodyPr>
            <a:normAutofit/>
          </a:bodyPr>
          <a:lstStyle/>
          <a:p>
            <a:pPr algn="just"/>
            <a:r>
              <a:rPr lang="ne-NP" sz="2000" dirty="0" smtClean="0">
                <a:cs typeface="Kalimati" pitchFamily="2"/>
              </a:rPr>
              <a:t>उच्च अदालतको मुख्य न्यायाधीशले प्रत्येक वर्ष सम्बन्धित उच्च अदालत वा मातहतका जिल्ला अदालतका न्यायाधीशहरुको काम कारवाहीको सम्बन्धमा निरीक्षण गरी न्याय परिषदमा न्यायाधीशको रुजु हाजिरीको विवरण</a:t>
            </a:r>
            <a:r>
              <a:rPr lang="en-US" sz="2000" dirty="0" smtClean="0">
                <a:cs typeface="Kalimati" pitchFamily="2"/>
              </a:rPr>
              <a:t>, </a:t>
            </a:r>
            <a:r>
              <a:rPr lang="ne-NP" sz="2000" dirty="0" smtClean="0">
                <a:cs typeface="Kalimati" pitchFamily="2"/>
              </a:rPr>
              <a:t>न्यायाधीशले गरेको फैसलाको विवरण</a:t>
            </a:r>
            <a:r>
              <a:rPr lang="en-US" sz="2000" dirty="0" smtClean="0">
                <a:cs typeface="Kalimati" pitchFamily="2"/>
              </a:rPr>
              <a:t>,</a:t>
            </a:r>
            <a:r>
              <a:rPr lang="ne-NP" sz="2000" dirty="0" smtClean="0">
                <a:cs typeface="Kalimati" pitchFamily="2"/>
              </a:rPr>
              <a:t> सम्बन्धित न्यायाधीशले गरेको फैसला माथिल्लो अदालतबाट सदर वा बदर भएकोमा सोको विवरण समेत उल्लेख गरी प्रतिवेदन दिनुपर्ने ।</a:t>
            </a:r>
          </a:p>
          <a:p>
            <a:r>
              <a:rPr lang="ne-NP" sz="2000" dirty="0" smtClean="0">
                <a:cs typeface="Kalimati" pitchFamily="2"/>
              </a:rPr>
              <a:t>न्याय परिषदले न्यायाधीशको मूल्याङ्कन वा निजउपर कारबाही गर्दा उक्त प्रतिवेदनलाई आधार लिन सक्ने</a:t>
            </a:r>
          </a:p>
          <a:p>
            <a:endParaRPr lang="ne-NP" sz="2000" dirty="0" smtClean="0">
              <a:cs typeface="Kalimati" pitchFamily="2"/>
            </a:endParaRPr>
          </a:p>
          <a:p>
            <a:endParaRPr lang="ne-NP" sz="2000" dirty="0" smtClean="0">
              <a:cs typeface="Kalimati" pitchFamily="2"/>
            </a:endParaRPr>
          </a:p>
          <a:p>
            <a:endParaRPr lang="en-US" sz="2000" dirty="0">
              <a:cs typeface="Kalimati" pitchFamily="2"/>
            </a:endParaRPr>
          </a:p>
        </p:txBody>
      </p:sp>
    </p:spTree>
  </p:cSld>
  <p:clrMapOvr>
    <a:masterClrMapping/>
  </p:clrMapOvr>
  <mc:AlternateContent xmlns:mc="http://schemas.openxmlformats.org/markup-compatibility/2006">
    <mc:Choice xmlns="" xmlns:p14="http://schemas.microsoft.com/office/powerpoint/2010/main" Requires="p14">
      <p:transition spd="slow">
        <p:wipe/>
      </p:transition>
    </mc:Choice>
    <mc:Fallback>
      <p:transition spd="slow">
        <p:wip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152400"/>
            <a:ext cx="7772400" cy="609600"/>
          </a:xfrm>
        </p:spPr>
        <p:style>
          <a:lnRef idx="1">
            <a:schemeClr val="accent1"/>
          </a:lnRef>
          <a:fillRef idx="2">
            <a:schemeClr val="accent1"/>
          </a:fillRef>
          <a:effectRef idx="1">
            <a:schemeClr val="accent1"/>
          </a:effectRef>
          <a:fontRef idx="minor">
            <a:schemeClr val="dk1"/>
          </a:fontRef>
        </p:style>
        <p:txBody>
          <a:bodyPr>
            <a:normAutofit/>
          </a:bodyPr>
          <a:lstStyle/>
          <a:p>
            <a:pPr algn="ctr"/>
            <a:r>
              <a:rPr lang="ne-NP" sz="2800" b="1" dirty="0" smtClean="0">
                <a:cs typeface="Kalimati" pitchFamily="2"/>
              </a:rPr>
              <a:t>अनुगमन </a:t>
            </a:r>
            <a:r>
              <a:rPr lang="ne-NP" sz="2800" b="1" smtClean="0">
                <a:cs typeface="Kalimati" pitchFamily="2"/>
              </a:rPr>
              <a:t>तथा निगरानी समिति </a:t>
            </a:r>
            <a:r>
              <a:rPr lang="en-US" sz="2800" b="1" dirty="0" smtClean="0">
                <a:cs typeface="Kalimati" pitchFamily="2"/>
              </a:rPr>
              <a:t>–</a:t>
            </a:r>
            <a:r>
              <a:rPr lang="ne-NP" sz="2800" b="1" dirty="0" smtClean="0">
                <a:cs typeface="Kalimati" pitchFamily="2"/>
              </a:rPr>
              <a:t> दफा १६</a:t>
            </a:r>
            <a:endParaRPr lang="en-US" sz="2800" dirty="0">
              <a:cs typeface="Kalimati" pitchFamily="2"/>
            </a:endParaRPr>
          </a:p>
        </p:txBody>
      </p:sp>
      <p:sp>
        <p:nvSpPr>
          <p:cNvPr id="3" name="Content Placeholder 2"/>
          <p:cNvSpPr>
            <a:spLocks noGrp="1"/>
          </p:cNvSpPr>
          <p:nvPr>
            <p:ph idx="1"/>
          </p:nvPr>
        </p:nvSpPr>
        <p:spPr>
          <a:xfrm>
            <a:off x="914400" y="914400"/>
            <a:ext cx="7772400" cy="5715000"/>
          </a:xfrm>
        </p:spPr>
        <p:style>
          <a:lnRef idx="1">
            <a:schemeClr val="accent6"/>
          </a:lnRef>
          <a:fillRef idx="2">
            <a:schemeClr val="accent6"/>
          </a:fillRef>
          <a:effectRef idx="1">
            <a:schemeClr val="accent6"/>
          </a:effectRef>
          <a:fontRef idx="minor">
            <a:schemeClr val="dk1"/>
          </a:fontRef>
        </p:style>
        <p:txBody>
          <a:bodyPr>
            <a:normAutofit/>
          </a:bodyPr>
          <a:lstStyle/>
          <a:p>
            <a:pPr algn="just">
              <a:lnSpc>
                <a:spcPct val="150000"/>
              </a:lnSpc>
            </a:pPr>
            <a:r>
              <a:rPr lang="ne-NP" sz="1800" dirty="0" smtClean="0">
                <a:cs typeface="Kalimati" pitchFamily="2"/>
              </a:rPr>
              <a:t>न्यायाधीशको काम कारवाही तथा आचरणको नियमित अनुगमन गर्न वा निगरानी राख्न न्याय परिषदको कुनै सदस्यको संयोजकत्वमा एक वा तीन सदस्यीय न्यायिक अनुगमन तथा निगरानी समिति गठन गर्न सक्ने</a:t>
            </a:r>
            <a:r>
              <a:rPr lang="en-US" sz="1800" dirty="0" smtClean="0">
                <a:cs typeface="Kalimati" pitchFamily="2"/>
              </a:rPr>
              <a:t> </a:t>
            </a:r>
            <a:r>
              <a:rPr lang="ne-NP" sz="1800" dirty="0" smtClean="0">
                <a:cs typeface="Kalimati" pitchFamily="2"/>
              </a:rPr>
              <a:t>र न्याय परिषदको सचिवले सचिवको रुपमा कार्य गर्ने। </a:t>
            </a:r>
            <a:endParaRPr lang="en-US" sz="1800" dirty="0" smtClean="0">
              <a:cs typeface="Kalimati" pitchFamily="2"/>
            </a:endParaRPr>
          </a:p>
          <a:p>
            <a:pPr algn="just">
              <a:lnSpc>
                <a:spcPct val="150000"/>
              </a:lnSpc>
            </a:pPr>
            <a:r>
              <a:rPr lang="ne-NP" sz="1800" dirty="0" smtClean="0">
                <a:cs typeface="Kalimati" pitchFamily="2"/>
              </a:rPr>
              <a:t>समितिले संविधान र कानून बमोजिम न्यायाधीशले पालन गर्नु पर्ने कर्तव्य वा पदीय आचरण पालन गरे वा नगरेको विषयमा वा न्याय परिषदले तोकेको अन्य काम कारवाहीको अनुगमन वा निगरानी राख्न सक्ने।</a:t>
            </a:r>
          </a:p>
          <a:p>
            <a:pPr algn="just">
              <a:lnSpc>
                <a:spcPct val="150000"/>
              </a:lnSpc>
            </a:pPr>
            <a:r>
              <a:rPr lang="ne-NP" sz="1800" dirty="0" smtClean="0">
                <a:cs typeface="Kalimati" pitchFamily="2"/>
              </a:rPr>
              <a:t>आवश्यकता अनुसार मुख्य न्यायाधीश</a:t>
            </a:r>
            <a:r>
              <a:rPr lang="en-US" sz="1800" dirty="0" smtClean="0">
                <a:cs typeface="Kalimati" pitchFamily="2"/>
              </a:rPr>
              <a:t>,</a:t>
            </a:r>
            <a:r>
              <a:rPr lang="ne-NP" sz="1800" dirty="0" smtClean="0">
                <a:cs typeface="Kalimati" pitchFamily="2"/>
              </a:rPr>
              <a:t> सम्बन्धित अदालतको अन्य न्यायाधीश</a:t>
            </a:r>
            <a:r>
              <a:rPr lang="en-US" sz="1800" dirty="0" smtClean="0">
                <a:cs typeface="Kalimati" pitchFamily="2"/>
              </a:rPr>
              <a:t>,</a:t>
            </a:r>
            <a:r>
              <a:rPr lang="ne-NP" sz="1800" dirty="0" smtClean="0">
                <a:cs typeface="Kalimati" pitchFamily="2"/>
              </a:rPr>
              <a:t> कर्मचारी</a:t>
            </a:r>
            <a:r>
              <a:rPr lang="en-US" sz="1800" dirty="0" smtClean="0">
                <a:cs typeface="Kalimati" pitchFamily="2"/>
              </a:rPr>
              <a:t>,</a:t>
            </a:r>
            <a:r>
              <a:rPr lang="ne-NP" sz="1800" dirty="0" smtClean="0">
                <a:cs typeface="Kalimati" pitchFamily="2"/>
              </a:rPr>
              <a:t> कानून व्यवसायी वा सेवाग्राहीसँग सम्बन्धित न्यायाधीशका सम्बन्धमा रहेको धारणा बुझ्न सक्ने।</a:t>
            </a:r>
          </a:p>
          <a:p>
            <a:pPr algn="just">
              <a:lnSpc>
                <a:spcPct val="150000"/>
              </a:lnSpc>
            </a:pPr>
            <a:r>
              <a:rPr lang="ne-NP" sz="1800" dirty="0" smtClean="0">
                <a:cs typeface="Kalimati" pitchFamily="2"/>
              </a:rPr>
              <a:t>समितिले आवश्यकता अनुसार न्याय परिषदका राजपत्रांकित कर्मचारीको सहयोग लिन सक्ने ।अनुगमन तथा निगरानीको काम गर्दा गोप्य रुपमा गर्नु पर्ने र समितिले प्रतिवेदन न्याय परिषदसमक्ष पेश गर्नु पर्ने।</a:t>
            </a:r>
            <a:endParaRPr lang="en-US" sz="1800" dirty="0" smtClean="0">
              <a:cs typeface="Kalimati" pitchFamily="2"/>
            </a:endParaRPr>
          </a:p>
        </p:txBody>
      </p:sp>
    </p:spTree>
  </p:cSld>
  <p:clrMapOvr>
    <a:masterClrMapping/>
  </p:clrMapOvr>
  <p:transition spd="slow">
    <p:wipe dir="r"/>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152400"/>
            <a:ext cx="7772400" cy="762000"/>
          </a:xfrm>
        </p:spPr>
        <p:style>
          <a:lnRef idx="1">
            <a:schemeClr val="accent1"/>
          </a:lnRef>
          <a:fillRef idx="2">
            <a:schemeClr val="accent1"/>
          </a:fillRef>
          <a:effectRef idx="1">
            <a:schemeClr val="accent1"/>
          </a:effectRef>
          <a:fontRef idx="minor">
            <a:schemeClr val="dk1"/>
          </a:fontRef>
        </p:style>
        <p:txBody>
          <a:bodyPr>
            <a:noAutofit/>
          </a:bodyPr>
          <a:lstStyle/>
          <a:p>
            <a:pPr algn="ctr">
              <a:lnSpc>
                <a:spcPct val="150000"/>
              </a:lnSpc>
            </a:pPr>
            <a:r>
              <a:rPr lang="ne-NP" sz="2800" dirty="0" smtClean="0">
                <a:cs typeface="Kalimati" panose="00000400000000000000" pitchFamily="2"/>
              </a:rPr>
              <a:t>उजुरीसँग संबद्ध मुद्दाको अध्ययन- दफा १७</a:t>
            </a:r>
            <a:endParaRPr lang="en-US" sz="2800" dirty="0">
              <a:cs typeface="Kalimati" panose="00000400000000000000" pitchFamily="2"/>
            </a:endParaRPr>
          </a:p>
        </p:txBody>
      </p:sp>
      <p:sp>
        <p:nvSpPr>
          <p:cNvPr id="3" name="Content Placeholder 2"/>
          <p:cNvSpPr>
            <a:spLocks noGrp="1"/>
          </p:cNvSpPr>
          <p:nvPr>
            <p:ph idx="1"/>
          </p:nvPr>
        </p:nvSpPr>
        <p:spPr>
          <a:xfrm>
            <a:off x="914400" y="990600"/>
            <a:ext cx="7772400" cy="5791200"/>
          </a:xfrm>
        </p:spPr>
        <p:style>
          <a:lnRef idx="1">
            <a:schemeClr val="accent6"/>
          </a:lnRef>
          <a:fillRef idx="2">
            <a:schemeClr val="accent6"/>
          </a:fillRef>
          <a:effectRef idx="1">
            <a:schemeClr val="accent6"/>
          </a:effectRef>
          <a:fontRef idx="minor">
            <a:schemeClr val="dk1"/>
          </a:fontRef>
        </p:style>
        <p:txBody>
          <a:bodyPr>
            <a:noAutofit/>
          </a:bodyPr>
          <a:lstStyle/>
          <a:p>
            <a:pPr algn="just">
              <a:lnSpc>
                <a:spcPct val="150000"/>
              </a:lnSpc>
            </a:pPr>
            <a:r>
              <a:rPr lang="ne-NP" sz="2000" dirty="0" smtClean="0">
                <a:latin typeface="Calibri" panose="020F0502020204030204" pitchFamily="34" charset="0"/>
                <a:ea typeface="Calibri" panose="020F0502020204030204" pitchFamily="34" charset="0"/>
                <a:cs typeface="Kalimati" panose="00000400000000000000" pitchFamily="2"/>
              </a:rPr>
              <a:t>कुनै मुद्दाको सम्बन्धमा कुनै न्यायाधीश विरुद्ध न्याय परिषदमा उजुरी परेमा न्याय परिषदले त्यस्तो मुद्दाको अध्ययन गर्न कुनै सदस्यलाई तोक्न सक्ने।</a:t>
            </a:r>
          </a:p>
          <a:p>
            <a:pPr algn="just">
              <a:lnSpc>
                <a:spcPct val="150000"/>
              </a:lnSpc>
            </a:pPr>
            <a:r>
              <a:rPr lang="ne-NP" sz="2000" dirty="0" smtClean="0">
                <a:latin typeface="Calibri" panose="020F0502020204030204" pitchFamily="34" charset="0"/>
                <a:ea typeface="Calibri" panose="020F0502020204030204" pitchFamily="34" charset="0"/>
                <a:cs typeface="Kalimati" panose="00000400000000000000" pitchFamily="2"/>
              </a:rPr>
              <a:t>उक्त प्रयोजनको </a:t>
            </a:r>
            <a:r>
              <a:rPr lang="ne-NP" sz="2000" dirty="0">
                <a:latin typeface="Calibri" panose="020F0502020204030204" pitchFamily="34" charset="0"/>
                <a:ea typeface="Calibri" panose="020F0502020204030204" pitchFamily="34" charset="0"/>
                <a:cs typeface="Kalimati" panose="00000400000000000000" pitchFamily="2"/>
              </a:rPr>
              <a:t>लागि सम्बन्धित अदालतले सदस्यले माग गरेको कागजात वा फाइल उपलव्ध गराउनु </a:t>
            </a:r>
            <a:r>
              <a:rPr lang="ne-NP" sz="2000" dirty="0" smtClean="0">
                <a:latin typeface="Calibri" panose="020F0502020204030204" pitchFamily="34" charset="0"/>
                <a:ea typeface="Calibri" panose="020F0502020204030204" pitchFamily="34" charset="0"/>
                <a:cs typeface="Kalimati" panose="00000400000000000000" pitchFamily="2"/>
              </a:rPr>
              <a:t>पर्ने ।</a:t>
            </a:r>
          </a:p>
          <a:p>
            <a:pPr algn="just">
              <a:lnSpc>
                <a:spcPct val="150000"/>
              </a:lnSpc>
            </a:pPr>
            <a:r>
              <a:rPr lang="ne-NP" sz="2000" dirty="0" smtClean="0">
                <a:latin typeface="Calibri" panose="020F0502020204030204" pitchFamily="34" charset="0"/>
                <a:ea typeface="Calibri" panose="020F0502020204030204" pitchFamily="34" charset="0"/>
                <a:cs typeface="Kalimati" panose="00000400000000000000" pitchFamily="2"/>
              </a:rPr>
              <a:t>छानबिनको </a:t>
            </a:r>
            <a:r>
              <a:rPr lang="ne-NP" sz="2000" dirty="0">
                <a:latin typeface="Calibri" panose="020F0502020204030204" pitchFamily="34" charset="0"/>
                <a:ea typeface="Calibri" panose="020F0502020204030204" pitchFamily="34" charset="0"/>
                <a:cs typeface="Kalimati" panose="00000400000000000000" pitchFamily="2"/>
              </a:rPr>
              <a:t>लागि तोकिएको सदस्यले उजुरीसँग सम्बद्ध मुद्दाको अध्ययन गरी न्याय परिषदले तोकेको अवधिभित्र आफ्नो राय सहितको प्रतिवेदन न्याय परिषदमा पेस गर्नु पर्ने</a:t>
            </a:r>
            <a:r>
              <a:rPr lang="ne-NP" sz="2000" dirty="0" smtClean="0">
                <a:latin typeface="Calibri" panose="020F0502020204030204" pitchFamily="34" charset="0"/>
                <a:ea typeface="Calibri" panose="020F0502020204030204" pitchFamily="34" charset="0"/>
                <a:cs typeface="Kalimati" panose="00000400000000000000" pitchFamily="2"/>
              </a:rPr>
              <a:t>।</a:t>
            </a:r>
          </a:p>
          <a:p>
            <a:pPr marL="0" marR="0" indent="0" algn="just">
              <a:lnSpc>
                <a:spcPct val="115000"/>
              </a:lnSpc>
              <a:spcBef>
                <a:spcPts val="0"/>
              </a:spcBef>
              <a:spcAft>
                <a:spcPts val="800"/>
              </a:spcAft>
              <a:buNone/>
            </a:pPr>
            <a:r>
              <a:rPr lang="en-US" sz="2000" dirty="0" smtClean="0">
                <a:solidFill>
                  <a:srgbClr val="7030A0"/>
                </a:solidFill>
                <a:highlight>
                  <a:srgbClr val="FFFF00"/>
                </a:highlight>
                <a:latin typeface="Calibri" panose="020F0502020204030204" pitchFamily="34" charset="0"/>
                <a:ea typeface="Calibri" panose="020F0502020204030204" pitchFamily="34" charset="0"/>
                <a:cs typeface="Kalimati" panose="00000400000000000000" pitchFamily="2"/>
              </a:rPr>
              <a:t>(</a:t>
            </a:r>
            <a:r>
              <a:rPr lang="ne-NP" sz="2000" dirty="0">
                <a:solidFill>
                  <a:srgbClr val="7030A0"/>
                </a:solidFill>
                <a:highlight>
                  <a:srgbClr val="FFFF00"/>
                </a:highlight>
                <a:latin typeface="Calibri" panose="020F0502020204030204" pitchFamily="34" charset="0"/>
                <a:ea typeface="Calibri" panose="020F0502020204030204" pitchFamily="34" charset="0"/>
                <a:cs typeface="Kalimati" panose="00000400000000000000" pitchFamily="2"/>
              </a:rPr>
              <a:t>न्याय परिषद </a:t>
            </a:r>
            <a:r>
              <a:rPr lang="ne-NP" sz="2000" dirty="0" smtClean="0">
                <a:solidFill>
                  <a:srgbClr val="7030A0"/>
                </a:solidFill>
                <a:highlight>
                  <a:srgbClr val="FFFF00"/>
                </a:highlight>
                <a:latin typeface="Calibri" panose="020F0502020204030204" pitchFamily="34" charset="0"/>
                <a:ea typeface="Calibri" panose="020F0502020204030204" pitchFamily="34" charset="0"/>
                <a:cs typeface="Kalimati" panose="00000400000000000000" pitchFamily="2"/>
              </a:rPr>
              <a:t>नियमावली</a:t>
            </a:r>
            <a:r>
              <a:rPr lang="en-US" sz="2000" dirty="0" smtClean="0">
                <a:solidFill>
                  <a:srgbClr val="7030A0"/>
                </a:solidFill>
                <a:highlight>
                  <a:srgbClr val="FFFF00"/>
                </a:highlight>
                <a:latin typeface="Calibri" panose="020F0502020204030204" pitchFamily="34" charset="0"/>
                <a:ea typeface="Calibri" panose="020F0502020204030204" pitchFamily="34" charset="0"/>
                <a:cs typeface="Kalimati" panose="00000400000000000000" pitchFamily="2"/>
              </a:rPr>
              <a:t>,</a:t>
            </a:r>
            <a:r>
              <a:rPr lang="ne-NP" sz="2000" dirty="0" smtClean="0">
                <a:solidFill>
                  <a:srgbClr val="7030A0"/>
                </a:solidFill>
                <a:highlight>
                  <a:srgbClr val="FFFF00"/>
                </a:highlight>
                <a:latin typeface="Calibri" panose="020F0502020204030204" pitchFamily="34" charset="0"/>
                <a:ea typeface="Calibri" panose="020F0502020204030204" pitchFamily="34" charset="0"/>
                <a:cs typeface="Kalimati" panose="00000400000000000000" pitchFamily="2"/>
              </a:rPr>
              <a:t>२०७४ </a:t>
            </a:r>
            <a:r>
              <a:rPr lang="ne-NP" sz="2000" dirty="0">
                <a:solidFill>
                  <a:srgbClr val="7030A0"/>
                </a:solidFill>
                <a:highlight>
                  <a:srgbClr val="FFFF00"/>
                </a:highlight>
                <a:latin typeface="Calibri" panose="020F0502020204030204" pitchFamily="34" charset="0"/>
                <a:ea typeface="Calibri" panose="020F0502020204030204" pitchFamily="34" charset="0"/>
                <a:cs typeface="Kalimati" panose="00000400000000000000" pitchFamily="2"/>
              </a:rPr>
              <a:t>को नियम १७</a:t>
            </a:r>
            <a:r>
              <a:rPr lang="en-US" sz="2000" dirty="0">
                <a:solidFill>
                  <a:srgbClr val="7030A0"/>
                </a:solidFill>
                <a:highlight>
                  <a:srgbClr val="FFFF00"/>
                </a:highlight>
                <a:latin typeface="Calibri" panose="020F0502020204030204" pitchFamily="34" charset="0"/>
                <a:ea typeface="Calibri" panose="020F0502020204030204" pitchFamily="34" charset="0"/>
                <a:cs typeface="Kalimati" panose="00000400000000000000" pitchFamily="2"/>
              </a:rPr>
              <a:t>(</a:t>
            </a:r>
            <a:r>
              <a:rPr lang="ne-NP" sz="2000" dirty="0">
                <a:solidFill>
                  <a:srgbClr val="7030A0"/>
                </a:solidFill>
                <a:highlight>
                  <a:srgbClr val="FFFF00"/>
                </a:highlight>
                <a:latin typeface="Calibri" panose="020F0502020204030204" pitchFamily="34" charset="0"/>
                <a:ea typeface="Calibri" panose="020F0502020204030204" pitchFamily="34" charset="0"/>
                <a:cs typeface="Kalimati" panose="00000400000000000000" pitchFamily="2"/>
              </a:rPr>
              <a:t>४</a:t>
            </a:r>
            <a:r>
              <a:rPr lang="en-US" sz="2000" dirty="0">
                <a:solidFill>
                  <a:srgbClr val="7030A0"/>
                </a:solidFill>
                <a:highlight>
                  <a:srgbClr val="FFFF00"/>
                </a:highlight>
                <a:latin typeface="Calibri" panose="020F0502020204030204" pitchFamily="34" charset="0"/>
                <a:ea typeface="Calibri" panose="020F0502020204030204" pitchFamily="34" charset="0"/>
                <a:cs typeface="Kalimati" panose="00000400000000000000" pitchFamily="2"/>
              </a:rPr>
              <a:t>)</a:t>
            </a:r>
            <a:r>
              <a:rPr lang="ne-NP" sz="2000" dirty="0">
                <a:solidFill>
                  <a:srgbClr val="7030A0"/>
                </a:solidFill>
                <a:highlight>
                  <a:srgbClr val="FFFF00"/>
                </a:highlight>
                <a:latin typeface="Calibri" panose="020F0502020204030204" pitchFamily="34" charset="0"/>
                <a:ea typeface="Calibri" panose="020F0502020204030204" pitchFamily="34" charset="0"/>
                <a:cs typeface="Kalimati" panose="00000400000000000000" pitchFamily="2"/>
              </a:rPr>
              <a:t> ले ३ महिनाभित्र प्रारम्भिक छानबिन गर्नुपर्ने व्यवस्था गरेको</a:t>
            </a:r>
            <a:r>
              <a:rPr lang="en-US" sz="2000" dirty="0">
                <a:solidFill>
                  <a:srgbClr val="7030A0"/>
                </a:solidFill>
                <a:highlight>
                  <a:srgbClr val="FFFF00"/>
                </a:highlight>
                <a:latin typeface="Calibri" panose="020F0502020204030204" pitchFamily="34" charset="0"/>
                <a:ea typeface="Calibri" panose="020F0502020204030204" pitchFamily="34" charset="0"/>
                <a:cs typeface="Kalimati" panose="00000400000000000000" pitchFamily="2"/>
              </a:rPr>
              <a:t>)</a:t>
            </a:r>
            <a:endParaRPr lang="en-US" sz="2000" dirty="0">
              <a:solidFill>
                <a:srgbClr val="7030A0"/>
              </a:solidFill>
              <a:latin typeface="Calibri" panose="020F0502020204030204" pitchFamily="34" charset="0"/>
              <a:ea typeface="Calibri" panose="020F0502020204030204" pitchFamily="34" charset="0"/>
              <a:cs typeface="Mangal" panose="02040503050203030202" pitchFamily="18" charset="0"/>
            </a:endParaRPr>
          </a:p>
          <a:p>
            <a:pPr algn="just">
              <a:lnSpc>
                <a:spcPct val="150000"/>
              </a:lnSpc>
            </a:pPr>
            <a:endParaRPr lang="en-US" sz="2200" dirty="0">
              <a:latin typeface="Calibri" panose="020F0502020204030204" pitchFamily="34" charset="0"/>
              <a:ea typeface="Calibri" panose="020F0502020204030204" pitchFamily="34" charset="0"/>
              <a:cs typeface="Kalimati" panose="00000400000000000000" pitchFamily="2"/>
            </a:endParaRPr>
          </a:p>
        </p:txBody>
      </p:sp>
    </p:spTree>
    <p:extLst>
      <p:ext uri="{BB962C8B-B14F-4D97-AF65-F5344CB8AC3E}">
        <p14:creationId xmlns="" xmlns:p14="http://schemas.microsoft.com/office/powerpoint/2010/main" val="3377658417"/>
      </p:ext>
    </p:extLst>
  </p:cSld>
  <p:clrMapOvr>
    <a:masterClrMapping/>
  </p:clrMapOvr>
  <p:transition spd="slow">
    <p:wipe dir="r"/>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274638"/>
            <a:ext cx="7772400" cy="563562"/>
          </a:xfrm>
        </p:spPr>
        <p:style>
          <a:lnRef idx="1">
            <a:schemeClr val="accent1"/>
          </a:lnRef>
          <a:fillRef idx="2">
            <a:schemeClr val="accent1"/>
          </a:fillRef>
          <a:effectRef idx="1">
            <a:schemeClr val="accent1"/>
          </a:effectRef>
          <a:fontRef idx="minor">
            <a:schemeClr val="dk1"/>
          </a:fontRef>
        </p:style>
        <p:txBody>
          <a:bodyPr>
            <a:normAutofit/>
          </a:bodyPr>
          <a:lstStyle/>
          <a:p>
            <a:pPr algn="ctr"/>
            <a:r>
              <a:rPr lang="ne-NP" sz="2800" b="1" dirty="0">
                <a:latin typeface="Calibri" panose="020F0502020204030204" pitchFamily="34" charset="0"/>
                <a:ea typeface="Calibri" panose="020F0502020204030204" pitchFamily="34" charset="0"/>
                <a:cs typeface="Kalimati" panose="00000400000000000000" pitchFamily="2"/>
              </a:rPr>
              <a:t>प्रारम्भिक छानविन</a:t>
            </a:r>
            <a:r>
              <a:rPr lang="ne-NP" sz="2800" dirty="0">
                <a:latin typeface="Calibri" panose="020F0502020204030204" pitchFamily="34" charset="0"/>
                <a:ea typeface="Calibri" panose="020F0502020204030204" pitchFamily="34" charset="0"/>
                <a:cs typeface="Kalimati" panose="00000400000000000000" pitchFamily="2"/>
              </a:rPr>
              <a:t> </a:t>
            </a:r>
            <a:r>
              <a:rPr lang="ne-NP" sz="2800" dirty="0" smtClean="0">
                <a:latin typeface="Calibri" panose="020F0502020204030204" pitchFamily="34" charset="0"/>
                <a:ea typeface="Calibri" panose="020F0502020204030204" pitchFamily="34" charset="0"/>
                <a:cs typeface="Kalimati" panose="00000400000000000000" pitchFamily="2"/>
              </a:rPr>
              <a:t>–दफा १८</a:t>
            </a:r>
            <a:endParaRPr lang="en-US" sz="2800" dirty="0"/>
          </a:p>
        </p:txBody>
      </p:sp>
      <p:sp>
        <p:nvSpPr>
          <p:cNvPr id="3" name="Content Placeholder 2"/>
          <p:cNvSpPr>
            <a:spLocks noGrp="1"/>
          </p:cNvSpPr>
          <p:nvPr>
            <p:ph idx="1"/>
          </p:nvPr>
        </p:nvSpPr>
        <p:spPr>
          <a:xfrm>
            <a:off x="914400" y="838200"/>
            <a:ext cx="7772400" cy="5867400"/>
          </a:xfrm>
        </p:spPr>
        <p:style>
          <a:lnRef idx="1">
            <a:schemeClr val="accent6"/>
          </a:lnRef>
          <a:fillRef idx="2">
            <a:schemeClr val="accent6"/>
          </a:fillRef>
          <a:effectRef idx="1">
            <a:schemeClr val="accent6"/>
          </a:effectRef>
          <a:fontRef idx="minor">
            <a:schemeClr val="dk1"/>
          </a:fontRef>
        </p:style>
        <p:txBody>
          <a:bodyPr>
            <a:normAutofit fontScale="92500"/>
          </a:bodyPr>
          <a:lstStyle/>
          <a:p>
            <a:pPr algn="just">
              <a:lnSpc>
                <a:spcPct val="150000"/>
              </a:lnSpc>
            </a:pPr>
            <a:r>
              <a:rPr lang="ne-NP" sz="2000" dirty="0">
                <a:latin typeface="Calibri" panose="020F0502020204030204" pitchFamily="34" charset="0"/>
                <a:ea typeface="Calibri" panose="020F0502020204030204" pitchFamily="34" charset="0"/>
                <a:cs typeface="Kalimati" panose="00000400000000000000" pitchFamily="2"/>
              </a:rPr>
              <a:t>न्याय परिषदमा प्राप्त उजुरी वा अनुगमन वा निरीक्षण प्रतिवदेनको</a:t>
            </a:r>
            <a:r>
              <a:rPr lang="ne-NP" sz="2000" dirty="0">
                <a:ea typeface="Calibri" panose="020F0502020204030204" pitchFamily="34" charset="0"/>
                <a:cs typeface="Calibri" panose="020F0502020204030204" pitchFamily="34" charset="0"/>
              </a:rPr>
              <a:t> </a:t>
            </a:r>
            <a:r>
              <a:rPr lang="ne-NP" sz="2000" dirty="0">
                <a:latin typeface="Calibri" panose="020F0502020204030204" pitchFamily="34" charset="0"/>
                <a:ea typeface="Calibri" panose="020F0502020204030204" pitchFamily="34" charset="0"/>
                <a:cs typeface="Kalimati" panose="00000400000000000000" pitchFamily="2"/>
              </a:rPr>
              <a:t>आधारमा वा न्याय परिषद आफैले उच्च अदालत वा जिल्ला अदालतको कुनै न्यायाधीशको</a:t>
            </a:r>
            <a:r>
              <a:rPr lang="ne-NP" sz="2000" dirty="0">
                <a:ea typeface="Calibri" panose="020F0502020204030204" pitchFamily="34" charset="0"/>
                <a:cs typeface="Calibri" panose="020F0502020204030204" pitchFamily="34" charset="0"/>
              </a:rPr>
              <a:t> </a:t>
            </a:r>
            <a:r>
              <a:rPr lang="ne-NP" sz="2000" dirty="0">
                <a:latin typeface="Calibri" panose="020F0502020204030204" pitchFamily="34" charset="0"/>
                <a:ea typeface="Calibri" panose="020F0502020204030204" pitchFamily="34" charset="0"/>
                <a:cs typeface="Kalimati" panose="00000400000000000000" pitchFamily="2"/>
              </a:rPr>
              <a:t>विरुद्धमा छानबिन गर्न आवश्यक देखेमा न्याय परिषदले कुनै </a:t>
            </a:r>
            <a:r>
              <a:rPr lang="ne-NP" sz="2000" b="1" dirty="0">
                <a:latin typeface="Calibri" panose="020F0502020204030204" pitchFamily="34" charset="0"/>
                <a:ea typeface="Calibri" panose="020F0502020204030204" pitchFamily="34" charset="0"/>
                <a:cs typeface="Kalimati" panose="00000400000000000000" pitchFamily="2"/>
              </a:rPr>
              <a:t>सदस्य वा सर्वोच्च अदालतको</a:t>
            </a:r>
            <a:r>
              <a:rPr lang="ne-NP" sz="2000" b="1" dirty="0">
                <a:ea typeface="Calibri" panose="020F0502020204030204" pitchFamily="34" charset="0"/>
                <a:cs typeface="Calibri" panose="020F0502020204030204" pitchFamily="34" charset="0"/>
              </a:rPr>
              <a:t> </a:t>
            </a:r>
            <a:r>
              <a:rPr lang="ne-NP" sz="2000" b="1" dirty="0">
                <a:latin typeface="Calibri" panose="020F0502020204030204" pitchFamily="34" charset="0"/>
                <a:ea typeface="Calibri" panose="020F0502020204030204" pitchFamily="34" charset="0"/>
                <a:cs typeface="Kalimati" panose="00000400000000000000" pitchFamily="2"/>
              </a:rPr>
              <a:t>कुनै न्यायाधीशलाई </a:t>
            </a:r>
            <a:r>
              <a:rPr lang="ne-NP" sz="2000" dirty="0">
                <a:latin typeface="Calibri" panose="020F0502020204030204" pitchFamily="34" charset="0"/>
                <a:ea typeface="Calibri" panose="020F0502020204030204" pitchFamily="34" charset="0"/>
                <a:cs typeface="Kalimati" panose="00000400000000000000" pitchFamily="2"/>
              </a:rPr>
              <a:t>त्यसको प्रारम्भिक छानबिन गर्नको लागि तोक्न </a:t>
            </a:r>
            <a:r>
              <a:rPr lang="ne-NP" sz="2000" dirty="0" smtClean="0">
                <a:latin typeface="Calibri" panose="020F0502020204030204" pitchFamily="34" charset="0"/>
                <a:ea typeface="Calibri" panose="020F0502020204030204" pitchFamily="34" charset="0"/>
                <a:cs typeface="Kalimati" panose="00000400000000000000" pitchFamily="2"/>
              </a:rPr>
              <a:t>सक्ने</a:t>
            </a:r>
            <a:r>
              <a:rPr lang="ne-NP" sz="2000" dirty="0" smtClean="0">
                <a:latin typeface="Calibri" panose="020F0502020204030204" pitchFamily="34" charset="0"/>
                <a:ea typeface="Calibri" panose="020F0502020204030204" pitchFamily="34" charset="0"/>
              </a:rPr>
              <a:t> ।</a:t>
            </a:r>
          </a:p>
          <a:p>
            <a:pPr algn="just">
              <a:lnSpc>
                <a:spcPct val="150000"/>
              </a:lnSpc>
            </a:pPr>
            <a:r>
              <a:rPr lang="ne-NP" sz="2000" dirty="0">
                <a:latin typeface="Calibri" panose="020F0502020204030204" pitchFamily="34" charset="0"/>
                <a:ea typeface="Calibri" panose="020F0502020204030204" pitchFamily="34" charset="0"/>
                <a:cs typeface="Kalimati" panose="00000400000000000000" pitchFamily="2"/>
              </a:rPr>
              <a:t>तोकेको सदस्य वा न्यायाधीशले सम्बन्धित न्यायाधीश वा अन्य सम्बद्ध व्यक्तिसँग सोधपुछ गर्न </a:t>
            </a:r>
            <a:r>
              <a:rPr lang="ne-NP" sz="2000" dirty="0" smtClean="0">
                <a:latin typeface="Calibri" panose="020F0502020204030204" pitchFamily="34" charset="0"/>
                <a:ea typeface="Calibri" panose="020F0502020204030204" pitchFamily="34" charset="0"/>
                <a:cs typeface="Kalimati" panose="00000400000000000000" pitchFamily="2"/>
              </a:rPr>
              <a:t>सक्ने ।</a:t>
            </a:r>
            <a:endParaRPr lang="en-US" sz="2000" dirty="0" smtClean="0">
              <a:latin typeface="Calibri" panose="020F0502020204030204" pitchFamily="34" charset="0"/>
              <a:ea typeface="Calibri" panose="020F0502020204030204" pitchFamily="34" charset="0"/>
              <a:cs typeface="Kalimati" panose="00000400000000000000" pitchFamily="2"/>
            </a:endParaRPr>
          </a:p>
          <a:p>
            <a:pPr algn="just">
              <a:lnSpc>
                <a:spcPct val="150000"/>
              </a:lnSpc>
            </a:pPr>
            <a:r>
              <a:rPr lang="ne-NP" sz="2000" dirty="0" smtClean="0">
                <a:latin typeface="Calibri" panose="020F0502020204030204" pitchFamily="34" charset="0"/>
                <a:ea typeface="Calibri" panose="020F0502020204030204" pitchFamily="34" charset="0"/>
                <a:cs typeface="Kalimati" panose="00000400000000000000" pitchFamily="2"/>
              </a:rPr>
              <a:t>तोकेको </a:t>
            </a:r>
            <a:r>
              <a:rPr lang="ne-NP" sz="2000" dirty="0">
                <a:latin typeface="Calibri" panose="020F0502020204030204" pitchFamily="34" charset="0"/>
                <a:ea typeface="Calibri" panose="020F0502020204030204" pitchFamily="34" charset="0"/>
                <a:cs typeface="Kalimati" panose="00000400000000000000" pitchFamily="2"/>
              </a:rPr>
              <a:t>सदस्य वा न्यायाधीशले प्रारम्भिक छानबिनको विषयसँग सम्बन्धित कुनै कागजात माग गर्न </a:t>
            </a:r>
            <a:r>
              <a:rPr lang="ne-NP" sz="2000" dirty="0" smtClean="0">
                <a:latin typeface="Calibri" panose="020F0502020204030204" pitchFamily="34" charset="0"/>
                <a:ea typeface="Calibri" panose="020F0502020204030204" pitchFamily="34" charset="0"/>
                <a:cs typeface="Kalimati" panose="00000400000000000000" pitchFamily="2"/>
              </a:rPr>
              <a:t>सक्ने</a:t>
            </a:r>
            <a:r>
              <a:rPr lang="en-US" sz="2000" dirty="0" smtClean="0">
                <a:latin typeface="Calibri" panose="020F0502020204030204" pitchFamily="34" charset="0"/>
                <a:ea typeface="Calibri" panose="020F0502020204030204" pitchFamily="34" charset="0"/>
                <a:cs typeface="Kalimati" panose="00000400000000000000" pitchFamily="2"/>
              </a:rPr>
              <a:t>, </a:t>
            </a:r>
            <a:r>
              <a:rPr lang="ne-NP" sz="2000" dirty="0" smtClean="0">
                <a:latin typeface="Calibri" panose="020F0502020204030204" pitchFamily="34" charset="0"/>
                <a:ea typeface="Calibri" panose="020F0502020204030204" pitchFamily="34" charset="0"/>
                <a:cs typeface="Kalimati" panose="00000400000000000000" pitchFamily="2"/>
              </a:rPr>
              <a:t>माग </a:t>
            </a:r>
            <a:r>
              <a:rPr lang="ne-NP" sz="2000" dirty="0">
                <a:latin typeface="Calibri" panose="020F0502020204030204" pitchFamily="34" charset="0"/>
                <a:ea typeface="Calibri" panose="020F0502020204030204" pitchFamily="34" charset="0"/>
                <a:cs typeface="Kalimati" panose="00000400000000000000" pitchFamily="2"/>
              </a:rPr>
              <a:t>गरिएको कागजात उपलब्ध गराउनु त्यस्तो अदालत वा निकायको कर्तव्य </a:t>
            </a:r>
            <a:r>
              <a:rPr lang="ne-NP" sz="2000" dirty="0" smtClean="0">
                <a:latin typeface="Calibri" panose="020F0502020204030204" pitchFamily="34" charset="0"/>
                <a:ea typeface="Calibri" panose="020F0502020204030204" pitchFamily="34" charset="0"/>
                <a:cs typeface="Kalimati" panose="00000400000000000000" pitchFamily="2"/>
              </a:rPr>
              <a:t>हुने ।</a:t>
            </a:r>
            <a:endParaRPr lang="en-US" sz="2000" dirty="0" smtClean="0">
              <a:latin typeface="Calibri" panose="020F0502020204030204" pitchFamily="34" charset="0"/>
              <a:ea typeface="Calibri" panose="020F0502020204030204" pitchFamily="34" charset="0"/>
              <a:cs typeface="Kalimati" panose="00000400000000000000" pitchFamily="2"/>
            </a:endParaRPr>
          </a:p>
          <a:p>
            <a:pPr algn="just">
              <a:lnSpc>
                <a:spcPct val="150000"/>
              </a:lnSpc>
            </a:pPr>
            <a:r>
              <a:rPr lang="ne-NP" sz="2100" dirty="0">
                <a:latin typeface="Calibri" panose="020F0502020204030204" pitchFamily="34" charset="0"/>
                <a:ea typeface="Calibri" panose="020F0502020204030204" pitchFamily="34" charset="0"/>
                <a:cs typeface="Kalimati" panose="00000400000000000000" pitchFamily="2"/>
              </a:rPr>
              <a:t>तोकेको सदस्य वा न्यायाधीशले न्याय परिषदले तोकेको अवधिभित्र आफ्नो राय सहितको प्रारम्भिक छानबिन प्रतिवेदन न्याय परिषदमा पेश गर्नु </a:t>
            </a:r>
            <a:r>
              <a:rPr lang="ne-NP" sz="2100" dirty="0" smtClean="0">
                <a:latin typeface="Calibri" panose="020F0502020204030204" pitchFamily="34" charset="0"/>
                <a:ea typeface="Calibri" panose="020F0502020204030204" pitchFamily="34" charset="0"/>
                <a:cs typeface="Kalimati" panose="00000400000000000000" pitchFamily="2"/>
              </a:rPr>
              <a:t>पर्ने </a:t>
            </a:r>
            <a:r>
              <a:rPr lang="ne-NP" sz="2100" dirty="0">
                <a:latin typeface="Calibri" panose="020F0502020204030204" pitchFamily="34" charset="0"/>
                <a:ea typeface="Calibri" panose="020F0502020204030204" pitchFamily="34" charset="0"/>
                <a:cs typeface="Kalimati" panose="00000400000000000000" pitchFamily="2"/>
              </a:rPr>
              <a:t>।</a:t>
            </a:r>
            <a:endParaRPr lang="en-US" sz="2100" dirty="0">
              <a:latin typeface="Calibri" panose="020F0502020204030204" pitchFamily="34" charset="0"/>
              <a:ea typeface="Calibri" panose="020F0502020204030204" pitchFamily="34" charset="0"/>
              <a:cs typeface="Kalimati" panose="00000400000000000000" pitchFamily="2"/>
            </a:endParaRPr>
          </a:p>
          <a:p>
            <a:pPr algn="just">
              <a:lnSpc>
                <a:spcPct val="150000"/>
              </a:lnSpc>
            </a:pPr>
            <a:endParaRPr lang="en-US" sz="2000" dirty="0"/>
          </a:p>
        </p:txBody>
      </p:sp>
    </p:spTree>
    <p:extLst>
      <p:ext uri="{BB962C8B-B14F-4D97-AF65-F5344CB8AC3E}">
        <p14:creationId xmlns="" xmlns:p14="http://schemas.microsoft.com/office/powerpoint/2010/main" val="4245923053"/>
      </p:ext>
    </p:extLst>
  </p:cSld>
  <p:clrMapOvr>
    <a:masterClrMapping/>
  </p:clrMapOvr>
  <p:transition spd="slow">
    <p:wipe dir="r"/>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152400"/>
            <a:ext cx="7772400" cy="685800"/>
          </a:xfrm>
        </p:spPr>
        <p:style>
          <a:lnRef idx="1">
            <a:schemeClr val="accent1"/>
          </a:lnRef>
          <a:fillRef idx="2">
            <a:schemeClr val="accent1"/>
          </a:fillRef>
          <a:effectRef idx="1">
            <a:schemeClr val="accent1"/>
          </a:effectRef>
          <a:fontRef idx="minor">
            <a:schemeClr val="dk1"/>
          </a:fontRef>
        </p:style>
        <p:txBody>
          <a:bodyPr>
            <a:normAutofit/>
          </a:bodyPr>
          <a:lstStyle/>
          <a:p>
            <a:pPr algn="ctr"/>
            <a:r>
              <a:rPr lang="ne-NP" sz="2800" b="1" dirty="0">
                <a:latin typeface="Calibri" panose="020F0502020204030204" pitchFamily="34" charset="0"/>
                <a:ea typeface="Calibri" panose="020F0502020204030204" pitchFamily="34" charset="0"/>
                <a:cs typeface="Kalimati" panose="00000400000000000000" pitchFamily="2"/>
              </a:rPr>
              <a:t>जाँचबुझ समिति</a:t>
            </a:r>
            <a:r>
              <a:rPr lang="ne-NP" sz="2800" dirty="0">
                <a:latin typeface="Calibri" panose="020F0502020204030204" pitchFamily="34" charset="0"/>
                <a:ea typeface="Calibri" panose="020F0502020204030204" pitchFamily="34" charset="0"/>
                <a:cs typeface="Kalimati" panose="00000400000000000000" pitchFamily="2"/>
              </a:rPr>
              <a:t> </a:t>
            </a:r>
            <a:r>
              <a:rPr lang="en-US" sz="2800" dirty="0" smtClean="0">
                <a:latin typeface="Calibri" panose="020F0502020204030204" pitchFamily="34" charset="0"/>
                <a:ea typeface="Calibri" panose="020F0502020204030204" pitchFamily="34" charset="0"/>
                <a:cs typeface="Kalimati" panose="00000400000000000000" pitchFamily="2"/>
              </a:rPr>
              <a:t>–</a:t>
            </a:r>
            <a:r>
              <a:rPr lang="ne-NP" sz="2800" dirty="0" smtClean="0">
                <a:latin typeface="Calibri" panose="020F0502020204030204" pitchFamily="34" charset="0"/>
                <a:ea typeface="Calibri" panose="020F0502020204030204" pitchFamily="34" charset="0"/>
                <a:cs typeface="Kalimati" panose="00000400000000000000" pitchFamily="2"/>
              </a:rPr>
              <a:t>दफा १९</a:t>
            </a:r>
            <a:endParaRPr lang="en-US" sz="2800" dirty="0"/>
          </a:p>
        </p:txBody>
      </p:sp>
      <p:sp>
        <p:nvSpPr>
          <p:cNvPr id="3" name="Content Placeholder 2"/>
          <p:cNvSpPr>
            <a:spLocks noGrp="1"/>
          </p:cNvSpPr>
          <p:nvPr>
            <p:ph idx="1"/>
          </p:nvPr>
        </p:nvSpPr>
        <p:spPr>
          <a:xfrm>
            <a:off x="914400" y="990600"/>
            <a:ext cx="7772400" cy="5715000"/>
          </a:xfrm>
        </p:spPr>
        <p:style>
          <a:lnRef idx="1">
            <a:schemeClr val="accent6"/>
          </a:lnRef>
          <a:fillRef idx="2">
            <a:schemeClr val="accent6"/>
          </a:fillRef>
          <a:effectRef idx="1">
            <a:schemeClr val="accent6"/>
          </a:effectRef>
          <a:fontRef idx="minor">
            <a:schemeClr val="dk1"/>
          </a:fontRef>
        </p:style>
        <p:txBody>
          <a:bodyPr>
            <a:noAutofit/>
          </a:bodyPr>
          <a:lstStyle/>
          <a:p>
            <a:pPr algn="just">
              <a:lnSpc>
                <a:spcPct val="160000"/>
              </a:lnSpc>
            </a:pPr>
            <a:r>
              <a:rPr lang="ne-NP" sz="1800" dirty="0" smtClean="0">
                <a:latin typeface="Calibri" panose="020F0502020204030204" pitchFamily="34" charset="0"/>
                <a:ea typeface="Calibri" panose="020F0502020204030204" pitchFamily="34" charset="0"/>
                <a:cs typeface="Kalimati" panose="00000400000000000000" pitchFamily="2"/>
              </a:rPr>
              <a:t>दफा </a:t>
            </a:r>
            <a:r>
              <a:rPr lang="ne-NP" sz="1800" dirty="0">
                <a:latin typeface="Calibri" panose="020F0502020204030204" pitchFamily="34" charset="0"/>
                <a:ea typeface="Calibri" panose="020F0502020204030204" pitchFamily="34" charset="0"/>
                <a:cs typeface="Kalimati" panose="00000400000000000000" pitchFamily="2"/>
              </a:rPr>
              <a:t>१७ वा १८ बमोजिम प्राप्त प्रतिवेदनबाट वा न्याय परिषद आफैले उच्च अदालत वा जिल्ला अदालतको न्यायाधीशको विरुद्धमा जाँचबुझ गराउन आवश्यक देखेमा न्याय परिषदको सदस्य वा सर्वोच्च अदालतको कुनै न्यायाधीशको अध्यक्षतामा सम्बन्धित क्षेत्रको विज्ञ सहितको तीन सदस्यीय जाँचबुझ समिति गठन गरी तत्सम्बन्धी सूचना नेपाल राजपत्रमा प्रकाशन गर्नु पर्ने।</a:t>
            </a:r>
            <a:endParaRPr lang="en-US" sz="1800" dirty="0">
              <a:latin typeface="Calibri" panose="020F0502020204030204" pitchFamily="34" charset="0"/>
              <a:ea typeface="Calibri" panose="020F0502020204030204" pitchFamily="34" charset="0"/>
              <a:cs typeface="Mangal" panose="02040503050203030202" pitchFamily="18" charset="0"/>
            </a:endParaRPr>
          </a:p>
          <a:p>
            <a:pPr algn="just">
              <a:lnSpc>
                <a:spcPct val="160000"/>
              </a:lnSpc>
            </a:pPr>
            <a:r>
              <a:rPr lang="ne-NP" sz="1800" dirty="0">
                <a:latin typeface="Calibri" panose="020F0502020204030204" pitchFamily="34" charset="0"/>
                <a:ea typeface="Calibri" panose="020F0502020204030204" pitchFamily="34" charset="0"/>
                <a:cs typeface="Kalimati" panose="00000400000000000000" pitchFamily="2"/>
              </a:rPr>
              <a:t>जाँचबुझ समितिले न्याय परिषदले तोकेको अवधिभित्र जाँचबुझ सम्पन्न गरी न्याय परिषदमा प्रतिवेदन पेश गर्नु पर्ने।</a:t>
            </a:r>
          </a:p>
          <a:p>
            <a:pPr algn="just">
              <a:lnSpc>
                <a:spcPct val="160000"/>
              </a:lnSpc>
            </a:pPr>
            <a:r>
              <a:rPr lang="ne-NP" sz="1800" dirty="0" smtClean="0">
                <a:latin typeface="Calibri" panose="020F0502020204030204" pitchFamily="34" charset="0"/>
                <a:ea typeface="Calibri" panose="020F0502020204030204" pitchFamily="34" charset="0"/>
                <a:cs typeface="Kalimati" panose="00000400000000000000" pitchFamily="2"/>
              </a:rPr>
              <a:t>जाँचबुझ </a:t>
            </a:r>
            <a:r>
              <a:rPr lang="ne-NP" sz="1800" dirty="0">
                <a:latin typeface="Calibri" panose="020F0502020204030204" pitchFamily="34" charset="0"/>
                <a:ea typeface="Calibri" panose="020F0502020204030204" pitchFamily="34" charset="0"/>
                <a:cs typeface="Kalimati" panose="00000400000000000000" pitchFamily="2"/>
              </a:rPr>
              <a:t>समितिको कार्यालय न्याय परिषदको सचिवालयमा </a:t>
            </a:r>
            <a:r>
              <a:rPr lang="ne-NP" sz="1800" dirty="0" smtClean="0">
                <a:latin typeface="Calibri" panose="020F0502020204030204" pitchFamily="34" charset="0"/>
                <a:ea typeface="Calibri" panose="020F0502020204030204" pitchFamily="34" charset="0"/>
                <a:cs typeface="Kalimati" panose="00000400000000000000" pitchFamily="2"/>
              </a:rPr>
              <a:t>रहने </a:t>
            </a:r>
            <a:r>
              <a:rPr lang="ne-NP" sz="1800" dirty="0">
                <a:latin typeface="Calibri" panose="020F0502020204030204" pitchFamily="34" charset="0"/>
                <a:ea typeface="Calibri" panose="020F0502020204030204" pitchFamily="34" charset="0"/>
                <a:cs typeface="Kalimati" panose="00000400000000000000" pitchFamily="2"/>
              </a:rPr>
              <a:t>र जाँचबुझ समितिको लागि आवश्यक कर्मचारी र स्रोत साधन न्याय परिषदले उपलव्ध गराउनु </a:t>
            </a:r>
            <a:r>
              <a:rPr lang="ne-NP" sz="1800" dirty="0" smtClean="0">
                <a:latin typeface="Calibri" panose="020F0502020204030204" pitchFamily="34" charset="0"/>
                <a:ea typeface="Calibri" panose="020F0502020204030204" pitchFamily="34" charset="0"/>
                <a:cs typeface="Kalimati" panose="00000400000000000000" pitchFamily="2"/>
              </a:rPr>
              <a:t>पर्ने।</a:t>
            </a:r>
            <a:endParaRPr lang="en-US" sz="1800" dirty="0">
              <a:latin typeface="Calibri" panose="020F0502020204030204" pitchFamily="34" charset="0"/>
              <a:ea typeface="Calibri" panose="020F0502020204030204" pitchFamily="34" charset="0"/>
              <a:cs typeface="Kalimati" panose="00000400000000000000" pitchFamily="2"/>
            </a:endParaRPr>
          </a:p>
          <a:p>
            <a:pPr algn="just">
              <a:lnSpc>
                <a:spcPct val="160000"/>
              </a:lnSpc>
            </a:pPr>
            <a:r>
              <a:rPr lang="ne-NP" sz="1800" dirty="0" smtClean="0">
                <a:latin typeface="Calibri" panose="020F0502020204030204" pitchFamily="34" charset="0"/>
                <a:ea typeface="Calibri" panose="020F0502020204030204" pitchFamily="34" charset="0"/>
                <a:cs typeface="Kalimati" panose="00000400000000000000" pitchFamily="2"/>
              </a:rPr>
              <a:t>जाँचबुझ </a:t>
            </a:r>
            <a:r>
              <a:rPr lang="ne-NP" sz="1800" dirty="0">
                <a:latin typeface="Calibri" panose="020F0502020204030204" pitchFamily="34" charset="0"/>
                <a:ea typeface="Calibri" panose="020F0502020204030204" pitchFamily="34" charset="0"/>
                <a:cs typeface="Kalimati" panose="00000400000000000000" pitchFamily="2"/>
              </a:rPr>
              <a:t>समितिको सचिवको काम न्याय परिषदको सचिव वा न्याय परिषदले तोकेको संघीय न्याय सेवाको राजपत्रांकित कर्मचारीले </a:t>
            </a:r>
            <a:r>
              <a:rPr lang="ne-NP" sz="1800" dirty="0" smtClean="0">
                <a:latin typeface="Calibri" panose="020F0502020204030204" pitchFamily="34" charset="0"/>
                <a:ea typeface="Calibri" panose="020F0502020204030204" pitchFamily="34" charset="0"/>
                <a:cs typeface="Kalimati" panose="00000400000000000000" pitchFamily="2"/>
              </a:rPr>
              <a:t>गर्ने।</a:t>
            </a:r>
            <a:endParaRPr lang="en-US" sz="1800" dirty="0">
              <a:latin typeface="Calibri" panose="020F0502020204030204" pitchFamily="34" charset="0"/>
              <a:ea typeface="Calibri" panose="020F0502020204030204" pitchFamily="34" charset="0"/>
              <a:cs typeface="Kalimati" panose="00000400000000000000" pitchFamily="2"/>
            </a:endParaRPr>
          </a:p>
          <a:p>
            <a:pPr marL="0" indent="0" algn="just">
              <a:lnSpc>
                <a:spcPct val="160000"/>
              </a:lnSpc>
              <a:buNone/>
            </a:pPr>
            <a:endParaRPr lang="en-US" sz="1800" dirty="0">
              <a:latin typeface="Calibri" panose="020F0502020204030204" pitchFamily="34" charset="0"/>
              <a:ea typeface="Calibri" panose="020F0502020204030204" pitchFamily="34" charset="0"/>
              <a:cs typeface="Kalimati" panose="00000400000000000000" pitchFamily="2"/>
            </a:endParaRPr>
          </a:p>
        </p:txBody>
      </p:sp>
    </p:spTree>
    <p:extLst>
      <p:ext uri="{BB962C8B-B14F-4D97-AF65-F5344CB8AC3E}">
        <p14:creationId xmlns="" xmlns:p14="http://schemas.microsoft.com/office/powerpoint/2010/main" val="1416795773"/>
      </p:ext>
    </p:extLst>
  </p:cSld>
  <p:clrMapOvr>
    <a:masterClrMapping/>
  </p:clrMapOvr>
  <p:transition spd="slow">
    <p:wipe dir="r"/>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152400"/>
            <a:ext cx="7772400" cy="609600"/>
          </a:xfrm>
        </p:spPr>
        <p:style>
          <a:lnRef idx="1">
            <a:schemeClr val="accent1"/>
          </a:lnRef>
          <a:fillRef idx="2">
            <a:schemeClr val="accent1"/>
          </a:fillRef>
          <a:effectRef idx="1">
            <a:schemeClr val="accent1"/>
          </a:effectRef>
          <a:fontRef idx="minor">
            <a:schemeClr val="dk1"/>
          </a:fontRef>
        </p:style>
        <p:txBody>
          <a:bodyPr>
            <a:normAutofit/>
          </a:bodyPr>
          <a:lstStyle/>
          <a:p>
            <a:pPr algn="ctr"/>
            <a:r>
              <a:rPr lang="ne-NP" sz="2800" dirty="0">
                <a:latin typeface="Calibri" panose="020F0502020204030204" pitchFamily="34" charset="0"/>
                <a:ea typeface="Calibri" panose="020F0502020204030204" pitchFamily="34" charset="0"/>
                <a:cs typeface="Kalimati" panose="00000400000000000000" pitchFamily="2"/>
              </a:rPr>
              <a:t>जाँचबुझ समितिको अधिकार</a:t>
            </a:r>
            <a:r>
              <a:rPr lang="ne-NP" sz="2800" dirty="0">
                <a:ea typeface="Calibri" panose="020F0502020204030204" pitchFamily="34" charset="0"/>
                <a:cs typeface="Kalimati" panose="00000400000000000000" pitchFamily="2"/>
              </a:rPr>
              <a:t> </a:t>
            </a:r>
            <a:r>
              <a:rPr lang="ne-NP" sz="2800" dirty="0" smtClean="0">
                <a:ea typeface="Calibri" panose="020F0502020204030204" pitchFamily="34" charset="0"/>
                <a:cs typeface="Kalimati" panose="00000400000000000000" pitchFamily="2"/>
              </a:rPr>
              <a:t>–दफा २०</a:t>
            </a:r>
            <a:endParaRPr lang="en-US" sz="2800" dirty="0">
              <a:cs typeface="Kalimati" panose="00000400000000000000" pitchFamily="2"/>
            </a:endParaRPr>
          </a:p>
        </p:txBody>
      </p:sp>
      <p:sp>
        <p:nvSpPr>
          <p:cNvPr id="3" name="Content Placeholder 2"/>
          <p:cNvSpPr>
            <a:spLocks noGrp="1"/>
          </p:cNvSpPr>
          <p:nvPr>
            <p:ph idx="1"/>
          </p:nvPr>
        </p:nvSpPr>
        <p:spPr>
          <a:xfrm>
            <a:off x="914400" y="762000"/>
            <a:ext cx="7772400" cy="5943600"/>
          </a:xfrm>
        </p:spPr>
        <p:style>
          <a:lnRef idx="1">
            <a:schemeClr val="accent6"/>
          </a:lnRef>
          <a:fillRef idx="2">
            <a:schemeClr val="accent6"/>
          </a:fillRef>
          <a:effectRef idx="1">
            <a:schemeClr val="accent6"/>
          </a:effectRef>
          <a:fontRef idx="minor">
            <a:schemeClr val="dk1"/>
          </a:fontRef>
        </p:style>
        <p:txBody>
          <a:bodyPr>
            <a:normAutofit fontScale="92500" lnSpcReduction="20000"/>
          </a:bodyPr>
          <a:lstStyle/>
          <a:p>
            <a:pPr algn="just">
              <a:lnSpc>
                <a:spcPct val="150000"/>
              </a:lnSpc>
            </a:pPr>
            <a:r>
              <a:rPr lang="ne-NP" sz="1800" dirty="0" smtClean="0">
                <a:latin typeface="Calibri" panose="020F0502020204030204" pitchFamily="34" charset="0"/>
                <a:ea typeface="Calibri" panose="020F0502020204030204" pitchFamily="34" charset="0"/>
                <a:cs typeface="Kalimati" panose="00000400000000000000" pitchFamily="2"/>
              </a:rPr>
              <a:t>जाँचबुझ </a:t>
            </a:r>
            <a:r>
              <a:rPr lang="ne-NP" sz="1800" dirty="0">
                <a:latin typeface="Calibri" panose="020F0502020204030204" pitchFamily="34" charset="0"/>
                <a:ea typeface="Calibri" panose="020F0502020204030204" pitchFamily="34" charset="0"/>
                <a:cs typeface="Kalimati" panose="00000400000000000000" pitchFamily="2"/>
              </a:rPr>
              <a:t>समितिले जिल्ला अदालत वा उच्च अदालतको जाँचबुझ गर्न लागिएको न्यायाधीशलाई सूचना दिने</a:t>
            </a:r>
            <a:r>
              <a:rPr lang="en-US" sz="1800" dirty="0">
                <a:latin typeface="Calibri" panose="020F0502020204030204" pitchFamily="34" charset="0"/>
                <a:ea typeface="Calibri" panose="020F0502020204030204" pitchFamily="34" charset="0"/>
                <a:cs typeface="Kalimati" panose="00000400000000000000" pitchFamily="2"/>
              </a:rPr>
              <a:t>,</a:t>
            </a:r>
            <a:r>
              <a:rPr lang="ne-NP" sz="1800" dirty="0">
                <a:latin typeface="Calibri" panose="020F0502020204030204" pitchFamily="34" charset="0"/>
                <a:ea typeface="Calibri" panose="020F0502020204030204" pitchFamily="34" charset="0"/>
                <a:cs typeface="Kalimati" panose="00000400000000000000" pitchFamily="2"/>
              </a:rPr>
              <a:t> सूचना तामेल गर्ने</a:t>
            </a:r>
            <a:r>
              <a:rPr lang="en-US" sz="1800" dirty="0">
                <a:latin typeface="Calibri" panose="020F0502020204030204" pitchFamily="34" charset="0"/>
                <a:ea typeface="Calibri" panose="020F0502020204030204" pitchFamily="34" charset="0"/>
                <a:cs typeface="Kalimati" panose="00000400000000000000" pitchFamily="2"/>
              </a:rPr>
              <a:t>,</a:t>
            </a:r>
            <a:r>
              <a:rPr lang="ne-NP" sz="1800" dirty="0">
                <a:latin typeface="Calibri" panose="020F0502020204030204" pitchFamily="34" charset="0"/>
                <a:ea typeface="Calibri" panose="020F0502020204030204" pitchFamily="34" charset="0"/>
                <a:cs typeface="Kalimati" panose="00000400000000000000" pitchFamily="2"/>
              </a:rPr>
              <a:t> बयान गराउने वा साक्षी प्रमाण बुझ्ने सम्बन्धमा जाँचबुझ आयोग ऐन</a:t>
            </a:r>
            <a:r>
              <a:rPr lang="en-US" sz="1800" dirty="0">
                <a:latin typeface="Calibri" panose="020F0502020204030204" pitchFamily="34" charset="0"/>
                <a:ea typeface="Calibri" panose="020F0502020204030204" pitchFamily="34" charset="0"/>
                <a:cs typeface="Kalimati" panose="00000400000000000000" pitchFamily="2"/>
              </a:rPr>
              <a:t>,</a:t>
            </a:r>
            <a:r>
              <a:rPr lang="ne-NP" sz="1800" dirty="0">
                <a:latin typeface="Calibri" panose="020F0502020204030204" pitchFamily="34" charset="0"/>
                <a:ea typeface="Calibri" panose="020F0502020204030204" pitchFamily="34" charset="0"/>
                <a:cs typeface="Kalimati" panose="00000400000000000000" pitchFamily="2"/>
              </a:rPr>
              <a:t> २०२६ बमोजिम गठित आयोगले प्रयोग गर्ने अधिकार प्रयोग गर्न सक्ने</a:t>
            </a:r>
            <a:r>
              <a:rPr lang="ne-NP" sz="1800" dirty="0" smtClean="0">
                <a:latin typeface="Calibri" panose="020F0502020204030204" pitchFamily="34" charset="0"/>
                <a:ea typeface="Calibri" panose="020F0502020204030204" pitchFamily="34" charset="0"/>
                <a:cs typeface="Kalimati" panose="00000400000000000000" pitchFamily="2"/>
              </a:rPr>
              <a:t>।</a:t>
            </a:r>
          </a:p>
          <a:p>
            <a:pPr algn="just">
              <a:lnSpc>
                <a:spcPct val="150000"/>
              </a:lnSpc>
            </a:pPr>
            <a:r>
              <a:rPr lang="ne-NP" sz="1800" dirty="0">
                <a:latin typeface="Calibri" panose="020F0502020204030204" pitchFamily="34" charset="0"/>
                <a:ea typeface="Calibri" panose="020F0502020204030204" pitchFamily="34" charset="0"/>
                <a:cs typeface="Kalimati" panose="00000400000000000000" pitchFamily="2"/>
              </a:rPr>
              <a:t>जाँचबुझ समितिको काम कारवाही गोप्य हुने।</a:t>
            </a:r>
          </a:p>
          <a:p>
            <a:pPr algn="just">
              <a:lnSpc>
                <a:spcPct val="150000"/>
              </a:lnSpc>
            </a:pPr>
            <a:r>
              <a:rPr lang="ne-NP" sz="1800" dirty="0" smtClean="0">
                <a:latin typeface="Calibri" panose="020F0502020204030204" pitchFamily="34" charset="0"/>
                <a:ea typeface="Calibri" panose="020F0502020204030204" pitchFamily="34" charset="0"/>
                <a:cs typeface="Kalimati" panose="00000400000000000000" pitchFamily="2"/>
              </a:rPr>
              <a:t>जाँचबुझ </a:t>
            </a:r>
            <a:r>
              <a:rPr lang="ne-NP" sz="1800" dirty="0">
                <a:latin typeface="Calibri" panose="020F0502020204030204" pitchFamily="34" charset="0"/>
                <a:ea typeface="Calibri" panose="020F0502020204030204" pitchFamily="34" charset="0"/>
                <a:cs typeface="Kalimati" panose="00000400000000000000" pitchFamily="2"/>
              </a:rPr>
              <a:t>समितिले जाँचबुझको कारवाही भएको ठाउँमा आरोप लागेका उच्च अदालत वा जिल्ला अदालतको न्यायाधीश</a:t>
            </a:r>
            <a:r>
              <a:rPr lang="en-US" sz="1800" dirty="0">
                <a:latin typeface="Calibri" panose="020F0502020204030204" pitchFamily="34" charset="0"/>
                <a:ea typeface="Calibri" panose="020F0502020204030204" pitchFamily="34" charset="0"/>
                <a:cs typeface="Kalimati" panose="00000400000000000000" pitchFamily="2"/>
              </a:rPr>
              <a:t>,</a:t>
            </a:r>
            <a:r>
              <a:rPr lang="ne-NP" sz="1800" dirty="0">
                <a:latin typeface="Calibri" panose="020F0502020204030204" pitchFamily="34" charset="0"/>
                <a:ea typeface="Calibri" panose="020F0502020204030204" pitchFamily="34" charset="0"/>
                <a:cs typeface="Kalimati" panose="00000400000000000000" pitchFamily="2"/>
              </a:rPr>
              <a:t> सम्बन्धित कानून व्यवसायी वा उजूरवाला बाहेक अरु कुनै व्यक्तिलाई उपस्थित हुने वा कारवाहीमा भाग लिने अनुमति नदिने </a:t>
            </a:r>
            <a:r>
              <a:rPr lang="ne-NP" sz="1800" dirty="0" smtClean="0">
                <a:latin typeface="Calibri" panose="020F0502020204030204" pitchFamily="34" charset="0"/>
                <a:ea typeface="Calibri" panose="020F0502020204030204" pitchFamily="34" charset="0"/>
                <a:cs typeface="Kalimati" panose="00000400000000000000" pitchFamily="2"/>
              </a:rPr>
              <a:t>।</a:t>
            </a:r>
          </a:p>
          <a:p>
            <a:pPr algn="just">
              <a:lnSpc>
                <a:spcPct val="150000"/>
              </a:lnSpc>
            </a:pPr>
            <a:r>
              <a:rPr lang="ne-NP" sz="1800" dirty="0" smtClean="0">
                <a:latin typeface="Calibri" panose="020F0502020204030204" pitchFamily="34" charset="0"/>
                <a:ea typeface="Calibri" panose="020F0502020204030204" pitchFamily="34" charset="0"/>
                <a:cs typeface="Kalimati" panose="00000400000000000000" pitchFamily="2"/>
              </a:rPr>
              <a:t>जाँचबुझ </a:t>
            </a:r>
            <a:r>
              <a:rPr lang="ne-NP" sz="1800" dirty="0">
                <a:latin typeface="Calibri" panose="020F0502020204030204" pitchFamily="34" charset="0"/>
                <a:ea typeface="Calibri" panose="020F0502020204030204" pitchFamily="34" charset="0"/>
                <a:cs typeface="Kalimati" panose="00000400000000000000" pitchFamily="2"/>
              </a:rPr>
              <a:t>समितिले दिएको आदेशको अवहेलना गर्ने वा जाँचबुझको कारवाहीमा बाधा पु-याउने व्यक्तिलाई जाँचबुझ समितिले तीन हजार रुपैयाँसम्म जरिवाना वा एक महिनासम्म कैद वा दुबै सजाय गर्न </a:t>
            </a:r>
            <a:r>
              <a:rPr lang="ne-NP" sz="1800" dirty="0" smtClean="0">
                <a:latin typeface="Calibri" panose="020F0502020204030204" pitchFamily="34" charset="0"/>
                <a:ea typeface="Calibri" panose="020F0502020204030204" pitchFamily="34" charset="0"/>
                <a:cs typeface="Kalimati" panose="00000400000000000000" pitchFamily="2"/>
              </a:rPr>
              <a:t>सक्ने</a:t>
            </a:r>
            <a:r>
              <a:rPr lang="en-US" sz="1800" dirty="0" smtClean="0">
                <a:latin typeface="Calibri" panose="020F0502020204030204" pitchFamily="34" charset="0"/>
                <a:ea typeface="Calibri" panose="020F0502020204030204" pitchFamily="34" charset="0"/>
                <a:cs typeface="Kalimati" panose="00000400000000000000" pitchFamily="2"/>
              </a:rPr>
              <a:t>,</a:t>
            </a:r>
            <a:r>
              <a:rPr lang="ne-NP" sz="1800" dirty="0">
                <a:latin typeface="Calibri" panose="020F0502020204030204" pitchFamily="34" charset="0"/>
                <a:ea typeface="Calibri" panose="020F0502020204030204" pitchFamily="34" charset="0"/>
                <a:cs typeface="Kalimati" panose="00000400000000000000" pitchFamily="2"/>
              </a:rPr>
              <a:t> </a:t>
            </a:r>
            <a:endParaRPr lang="ne-NP" sz="1800" dirty="0" smtClean="0">
              <a:latin typeface="Calibri" panose="020F0502020204030204" pitchFamily="34" charset="0"/>
              <a:ea typeface="Calibri" panose="020F0502020204030204" pitchFamily="34" charset="0"/>
              <a:cs typeface="Kalimati" panose="00000400000000000000" pitchFamily="2"/>
            </a:endParaRPr>
          </a:p>
          <a:p>
            <a:pPr algn="just">
              <a:lnSpc>
                <a:spcPct val="150000"/>
              </a:lnSpc>
            </a:pPr>
            <a:r>
              <a:rPr lang="ne-NP" sz="1800" dirty="0" smtClean="0">
                <a:latin typeface="Calibri" panose="020F0502020204030204" pitchFamily="34" charset="0"/>
                <a:ea typeface="Calibri" panose="020F0502020204030204" pitchFamily="34" charset="0"/>
                <a:cs typeface="Kalimati" panose="00000400000000000000" pitchFamily="2"/>
              </a:rPr>
              <a:t>सजायको </a:t>
            </a:r>
            <a:r>
              <a:rPr lang="ne-NP" sz="1800" dirty="0">
                <a:latin typeface="Calibri" panose="020F0502020204030204" pitchFamily="34" charset="0"/>
                <a:ea typeface="Calibri" panose="020F0502020204030204" pitchFamily="34" charset="0"/>
                <a:cs typeface="Kalimati" panose="00000400000000000000" pitchFamily="2"/>
              </a:rPr>
              <a:t>आदेश नदिँदै सम्बन्धित व्यक्तिले जाँचबुझ समिति समक्ष क्षमा माग्न </a:t>
            </a:r>
            <a:r>
              <a:rPr lang="ne-NP" sz="1800" dirty="0" smtClean="0">
                <a:latin typeface="Calibri" panose="020F0502020204030204" pitchFamily="34" charset="0"/>
                <a:ea typeface="Calibri" panose="020F0502020204030204" pitchFamily="34" charset="0"/>
                <a:cs typeface="Kalimati" panose="00000400000000000000" pitchFamily="2"/>
              </a:rPr>
              <a:t>सक्ने।</a:t>
            </a:r>
          </a:p>
          <a:p>
            <a:pPr algn="just">
              <a:lnSpc>
                <a:spcPct val="150000"/>
              </a:lnSpc>
            </a:pPr>
            <a:r>
              <a:rPr lang="ne-NP" sz="1800" dirty="0" smtClean="0">
                <a:latin typeface="Calibri" panose="020F0502020204030204" pitchFamily="34" charset="0"/>
                <a:ea typeface="Calibri" panose="020F0502020204030204" pitchFamily="34" charset="0"/>
                <a:cs typeface="Kalimati" panose="00000400000000000000" pitchFamily="2"/>
              </a:rPr>
              <a:t>जाँचबुझ </a:t>
            </a:r>
            <a:r>
              <a:rPr lang="ne-NP" sz="1800" dirty="0">
                <a:latin typeface="Calibri" panose="020F0502020204030204" pitchFamily="34" charset="0"/>
                <a:ea typeface="Calibri" panose="020F0502020204030204" pitchFamily="34" charset="0"/>
                <a:cs typeface="Kalimati" panose="00000400000000000000" pitchFamily="2"/>
              </a:rPr>
              <a:t>समिति सन्तुष्ट भएमा जाँचबुझ समितिले कुनै सजाय न</a:t>
            </a:r>
            <a:r>
              <a:rPr lang="ne-NP" sz="1800" dirty="0" smtClean="0">
                <a:latin typeface="Calibri" panose="020F0502020204030204" pitchFamily="34" charset="0"/>
                <a:ea typeface="Calibri" panose="020F0502020204030204" pitchFamily="34" charset="0"/>
                <a:cs typeface="Kalimati" panose="00000400000000000000" pitchFamily="2"/>
              </a:rPr>
              <a:t>गर्ने र सजाय दिई सकेको भएपनि कार्यान्वयन नगर्ने।</a:t>
            </a:r>
          </a:p>
          <a:p>
            <a:pPr algn="just">
              <a:lnSpc>
                <a:spcPct val="150000"/>
              </a:lnSpc>
            </a:pPr>
            <a:r>
              <a:rPr lang="ne-NP" sz="1800" dirty="0" smtClean="0">
                <a:latin typeface="Calibri" panose="020F0502020204030204" pitchFamily="34" charset="0"/>
                <a:ea typeface="Calibri" panose="020F0502020204030204" pitchFamily="34" charset="0"/>
                <a:cs typeface="Kalimati" panose="00000400000000000000" pitchFamily="2"/>
              </a:rPr>
              <a:t>जाँचबुझ </a:t>
            </a:r>
            <a:r>
              <a:rPr lang="ne-NP" sz="1800" dirty="0">
                <a:latin typeface="Calibri" panose="020F0502020204030204" pitchFamily="34" charset="0"/>
                <a:ea typeface="Calibri" panose="020F0502020204030204" pitchFamily="34" charset="0"/>
                <a:cs typeface="Kalimati" panose="00000400000000000000" pitchFamily="2"/>
              </a:rPr>
              <a:t>समितिले जाँचबुझको काम समाप्त भएपछि आफ्नो राय सहित जाँचबुझको प्रतिवेदन र तत्सँग सम्बन्धित कागजात न्याय परिषदको सचिवालयमा बुझाउनु </a:t>
            </a:r>
            <a:r>
              <a:rPr lang="ne-NP" sz="1800" dirty="0" smtClean="0">
                <a:latin typeface="Calibri" panose="020F0502020204030204" pitchFamily="34" charset="0"/>
                <a:ea typeface="Calibri" panose="020F0502020204030204" pitchFamily="34" charset="0"/>
                <a:cs typeface="Kalimati" panose="00000400000000000000" pitchFamily="2"/>
              </a:rPr>
              <a:t>पर्ने।</a:t>
            </a:r>
            <a:endParaRPr lang="en-US" sz="1800" dirty="0">
              <a:latin typeface="Calibri" panose="020F0502020204030204" pitchFamily="34" charset="0"/>
              <a:ea typeface="Calibri" panose="020F0502020204030204" pitchFamily="34" charset="0"/>
              <a:cs typeface="Kalimati" panose="00000400000000000000" pitchFamily="2"/>
            </a:endParaRPr>
          </a:p>
          <a:p>
            <a:pPr algn="just">
              <a:lnSpc>
                <a:spcPct val="150000"/>
              </a:lnSpc>
            </a:pPr>
            <a:endParaRPr lang="en-US" sz="1800" dirty="0">
              <a:latin typeface="Calibri" panose="020F0502020204030204" pitchFamily="34" charset="0"/>
              <a:ea typeface="Calibri" panose="020F0502020204030204" pitchFamily="34" charset="0"/>
              <a:cs typeface="Kalimati" panose="00000400000000000000" pitchFamily="2"/>
            </a:endParaRPr>
          </a:p>
        </p:txBody>
      </p:sp>
    </p:spTree>
    <p:extLst>
      <p:ext uri="{BB962C8B-B14F-4D97-AF65-F5344CB8AC3E}">
        <p14:creationId xmlns="" xmlns:p14="http://schemas.microsoft.com/office/powerpoint/2010/main" val="31223168"/>
      </p:ext>
    </p:extLst>
  </p:cSld>
  <p:clrMapOvr>
    <a:masterClrMapping/>
  </p:clrMapOvr>
  <p:transition spd="slow">
    <p:wipe dir="r"/>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152400"/>
            <a:ext cx="7772400" cy="533400"/>
          </a:xfrm>
        </p:spPr>
        <p:style>
          <a:lnRef idx="1">
            <a:schemeClr val="accent1"/>
          </a:lnRef>
          <a:fillRef idx="2">
            <a:schemeClr val="accent1"/>
          </a:fillRef>
          <a:effectRef idx="1">
            <a:schemeClr val="accent1"/>
          </a:effectRef>
          <a:fontRef idx="minor">
            <a:schemeClr val="dk1"/>
          </a:fontRef>
        </p:style>
        <p:txBody>
          <a:bodyPr>
            <a:normAutofit/>
          </a:bodyPr>
          <a:lstStyle/>
          <a:p>
            <a:pPr algn="ctr"/>
            <a:r>
              <a:rPr lang="ne-NP" sz="2800" dirty="0">
                <a:latin typeface="Calibri" panose="020F0502020204030204" pitchFamily="34" charset="0"/>
                <a:ea typeface="Calibri" panose="020F0502020204030204" pitchFamily="34" charset="0"/>
                <a:cs typeface="Kalimati" panose="00000400000000000000" pitchFamily="2"/>
              </a:rPr>
              <a:t>सफाईको मौका दिने </a:t>
            </a:r>
            <a:r>
              <a:rPr lang="ne-NP" sz="2800" dirty="0" smtClean="0">
                <a:latin typeface="Calibri" panose="020F0502020204030204" pitchFamily="34" charset="0"/>
                <a:ea typeface="Calibri" panose="020F0502020204030204" pitchFamily="34" charset="0"/>
                <a:cs typeface="Kalimati" panose="00000400000000000000" pitchFamily="2"/>
              </a:rPr>
              <a:t>–दफा २१</a:t>
            </a:r>
            <a:endParaRPr lang="en-US" sz="2800" dirty="0">
              <a:cs typeface="Kalimati" panose="00000400000000000000" pitchFamily="2"/>
            </a:endParaRPr>
          </a:p>
        </p:txBody>
      </p:sp>
      <p:sp>
        <p:nvSpPr>
          <p:cNvPr id="3" name="Content Placeholder 2"/>
          <p:cNvSpPr>
            <a:spLocks noGrp="1"/>
          </p:cNvSpPr>
          <p:nvPr>
            <p:ph idx="1"/>
          </p:nvPr>
        </p:nvSpPr>
        <p:spPr>
          <a:xfrm>
            <a:off x="914400" y="685800"/>
            <a:ext cx="7772400" cy="6096000"/>
          </a:xfrm>
        </p:spPr>
        <p:style>
          <a:lnRef idx="1">
            <a:schemeClr val="accent6"/>
          </a:lnRef>
          <a:fillRef idx="2">
            <a:schemeClr val="accent6"/>
          </a:fillRef>
          <a:effectRef idx="1">
            <a:schemeClr val="accent6"/>
          </a:effectRef>
          <a:fontRef idx="minor">
            <a:schemeClr val="dk1"/>
          </a:fontRef>
        </p:style>
        <p:txBody>
          <a:bodyPr>
            <a:noAutofit/>
          </a:bodyPr>
          <a:lstStyle/>
          <a:p>
            <a:pPr algn="just">
              <a:lnSpc>
                <a:spcPct val="150000"/>
              </a:lnSpc>
            </a:pPr>
            <a:r>
              <a:rPr lang="ne-NP" sz="2000" dirty="0">
                <a:latin typeface="Calibri" panose="020F0502020204030204" pitchFamily="34" charset="0"/>
                <a:ea typeface="Calibri" panose="020F0502020204030204" pitchFamily="34" charset="0"/>
                <a:cs typeface="Kalimati" panose="00000400000000000000" pitchFamily="2"/>
              </a:rPr>
              <a:t>दफा १७</a:t>
            </a:r>
            <a:r>
              <a:rPr lang="en-US" sz="2000" dirty="0">
                <a:latin typeface="Calibri" panose="020F0502020204030204" pitchFamily="34" charset="0"/>
                <a:ea typeface="Calibri" panose="020F0502020204030204" pitchFamily="34" charset="0"/>
                <a:cs typeface="Kalimati" panose="00000400000000000000" pitchFamily="2"/>
              </a:rPr>
              <a:t>,</a:t>
            </a:r>
            <a:r>
              <a:rPr lang="ne-NP" sz="2000" dirty="0">
                <a:latin typeface="Calibri" panose="020F0502020204030204" pitchFamily="34" charset="0"/>
                <a:ea typeface="Calibri" panose="020F0502020204030204" pitchFamily="34" charset="0"/>
                <a:cs typeface="Kalimati" panose="00000400000000000000" pitchFamily="2"/>
              </a:rPr>
              <a:t> १८ वा १९ बमोजिम प्राप्त प्रतिवेदन अध्ययन गर्दा आरोपित उच्च अदालत वा जिल्ला अदालतको न्यायाधीशलाई संविधान</a:t>
            </a:r>
            <a:r>
              <a:rPr lang="en-US" sz="2000" dirty="0">
                <a:latin typeface="Calibri" panose="020F0502020204030204" pitchFamily="34" charset="0"/>
                <a:ea typeface="Calibri" panose="020F0502020204030204" pitchFamily="34" charset="0"/>
                <a:cs typeface="Kalimati" panose="00000400000000000000" pitchFamily="2"/>
              </a:rPr>
              <a:t>,</a:t>
            </a:r>
            <a:r>
              <a:rPr lang="ne-NP" sz="2000" dirty="0">
                <a:latin typeface="Calibri" panose="020F0502020204030204" pitchFamily="34" charset="0"/>
                <a:ea typeface="Calibri" panose="020F0502020204030204" pitchFamily="34" charset="0"/>
                <a:cs typeface="Kalimati" panose="00000400000000000000" pitchFamily="2"/>
              </a:rPr>
              <a:t> यस ऐन वा अन्य प्रचलित कानून बमोजिम कारवाही गर्नु पर्ने देखिएमा न्याय परिषदले कारण र आधार खुलाई मनासिव अवधि तोकी सफाई पेश गर्ने मौका दिनु </a:t>
            </a:r>
            <a:r>
              <a:rPr lang="ne-NP" sz="2000" dirty="0" smtClean="0">
                <a:latin typeface="Calibri" panose="020F0502020204030204" pitchFamily="34" charset="0"/>
                <a:ea typeface="Calibri" panose="020F0502020204030204" pitchFamily="34" charset="0"/>
                <a:cs typeface="Kalimati" panose="00000400000000000000" pitchFamily="2"/>
              </a:rPr>
              <a:t>पर्ने।</a:t>
            </a:r>
          </a:p>
          <a:p>
            <a:pPr algn="just">
              <a:lnSpc>
                <a:spcPct val="150000"/>
              </a:lnSpc>
            </a:pPr>
            <a:r>
              <a:rPr lang="ne-NP" sz="2000" dirty="0" smtClean="0">
                <a:latin typeface="Calibri" panose="020F0502020204030204" pitchFamily="34" charset="0"/>
                <a:ea typeface="Calibri" panose="020F0502020204030204" pitchFamily="34" charset="0"/>
                <a:cs typeface="Kalimati" panose="00000400000000000000" pitchFamily="2"/>
              </a:rPr>
              <a:t>तोकिएको अवधिभित्र </a:t>
            </a:r>
            <a:r>
              <a:rPr lang="ne-NP" sz="2000" dirty="0">
                <a:latin typeface="Calibri" panose="020F0502020204030204" pitchFamily="34" charset="0"/>
                <a:ea typeface="Calibri" panose="020F0502020204030204" pitchFamily="34" charset="0"/>
                <a:cs typeface="Kalimati" panose="00000400000000000000" pitchFamily="2"/>
              </a:rPr>
              <a:t>सफाई पेश नगरेमा वा पेश गरेको सफाई सन्तोषजनक नदेखिएमा आरोपित न्यायाधीशलाई यस ऐन बमोजिमको कुनै सजाय गर्न वा न्याय परिषदले उच्च अदालत वा जिल्ला अदालतको आरोपित न्यायाधीशलाई संविधानको धारा १४२ को उपधारा </a:t>
            </a:r>
            <a:r>
              <a:rPr lang="en-US" sz="2000" dirty="0">
                <a:latin typeface="Calibri" panose="020F0502020204030204" pitchFamily="34" charset="0"/>
                <a:ea typeface="Calibri" panose="020F0502020204030204" pitchFamily="34" charset="0"/>
                <a:cs typeface="Kalimati" panose="00000400000000000000" pitchFamily="2"/>
              </a:rPr>
              <a:t>(</a:t>
            </a:r>
            <a:r>
              <a:rPr lang="ne-NP" sz="2000" dirty="0">
                <a:latin typeface="Calibri" panose="020F0502020204030204" pitchFamily="34" charset="0"/>
                <a:ea typeface="Calibri" panose="020F0502020204030204" pitchFamily="34" charset="0"/>
                <a:cs typeface="Kalimati" panose="00000400000000000000" pitchFamily="2"/>
              </a:rPr>
              <a:t>१</a:t>
            </a:r>
            <a:r>
              <a:rPr lang="en-US" sz="2000" dirty="0">
                <a:latin typeface="Calibri" panose="020F0502020204030204" pitchFamily="34" charset="0"/>
                <a:ea typeface="Calibri" panose="020F0502020204030204" pitchFamily="34" charset="0"/>
                <a:cs typeface="Kalimati" panose="00000400000000000000" pitchFamily="2"/>
              </a:rPr>
              <a:t>)</a:t>
            </a:r>
            <a:r>
              <a:rPr lang="ne-NP" sz="2000" dirty="0">
                <a:latin typeface="Calibri" panose="020F0502020204030204" pitchFamily="34" charset="0"/>
                <a:ea typeface="Calibri" panose="020F0502020204030204" pitchFamily="34" charset="0"/>
                <a:cs typeface="Kalimati" panose="00000400000000000000" pitchFamily="2"/>
              </a:rPr>
              <a:t> को खण्ड </a:t>
            </a:r>
            <a:r>
              <a:rPr lang="en-US" sz="2000" dirty="0">
                <a:latin typeface="Calibri" panose="020F0502020204030204" pitchFamily="34" charset="0"/>
                <a:ea typeface="Calibri" panose="020F0502020204030204" pitchFamily="34" charset="0"/>
                <a:cs typeface="Kalimati" panose="00000400000000000000" pitchFamily="2"/>
              </a:rPr>
              <a:t>(</a:t>
            </a:r>
            <a:r>
              <a:rPr lang="ne-NP" sz="2000" dirty="0">
                <a:latin typeface="Calibri" panose="020F0502020204030204" pitchFamily="34" charset="0"/>
                <a:ea typeface="Calibri" panose="020F0502020204030204" pitchFamily="34" charset="0"/>
                <a:cs typeface="Kalimati" panose="00000400000000000000" pitchFamily="2"/>
              </a:rPr>
              <a:t>ग</a:t>
            </a:r>
            <a:r>
              <a:rPr lang="en-US" sz="2000" dirty="0">
                <a:latin typeface="Calibri" panose="020F0502020204030204" pitchFamily="34" charset="0"/>
                <a:ea typeface="Calibri" panose="020F0502020204030204" pitchFamily="34" charset="0"/>
                <a:cs typeface="Kalimati" panose="00000400000000000000" pitchFamily="2"/>
              </a:rPr>
              <a:t>)</a:t>
            </a:r>
            <a:r>
              <a:rPr lang="ne-NP" sz="2000" dirty="0">
                <a:latin typeface="Calibri" panose="020F0502020204030204" pitchFamily="34" charset="0"/>
                <a:ea typeface="Calibri" panose="020F0502020204030204" pitchFamily="34" charset="0"/>
                <a:cs typeface="Kalimati" panose="00000400000000000000" pitchFamily="2"/>
              </a:rPr>
              <a:t> तथा धारा १४९ को उपधारा </a:t>
            </a:r>
            <a:r>
              <a:rPr lang="en-US" sz="2000" dirty="0">
                <a:latin typeface="Calibri" panose="020F0502020204030204" pitchFamily="34" charset="0"/>
                <a:ea typeface="Calibri" panose="020F0502020204030204" pitchFamily="34" charset="0"/>
                <a:cs typeface="Kalimati" panose="00000400000000000000" pitchFamily="2"/>
              </a:rPr>
              <a:t>(</a:t>
            </a:r>
            <a:r>
              <a:rPr lang="ne-NP" sz="2000" dirty="0">
                <a:latin typeface="Calibri" panose="020F0502020204030204" pitchFamily="34" charset="0"/>
                <a:ea typeface="Calibri" panose="020F0502020204030204" pitchFamily="34" charset="0"/>
                <a:cs typeface="Kalimati" panose="00000400000000000000" pitchFamily="2"/>
              </a:rPr>
              <a:t>६</a:t>
            </a:r>
            <a:r>
              <a:rPr lang="en-US" sz="2000" dirty="0">
                <a:latin typeface="Calibri" panose="020F0502020204030204" pitchFamily="34" charset="0"/>
                <a:ea typeface="Calibri" panose="020F0502020204030204" pitchFamily="34" charset="0"/>
                <a:cs typeface="Kalimati" panose="00000400000000000000" pitchFamily="2"/>
              </a:rPr>
              <a:t>)</a:t>
            </a:r>
            <a:r>
              <a:rPr lang="ne-NP" sz="2000" dirty="0">
                <a:latin typeface="Calibri" panose="020F0502020204030204" pitchFamily="34" charset="0"/>
                <a:ea typeface="Calibri" panose="020F0502020204030204" pitchFamily="34" charset="0"/>
                <a:cs typeface="Kalimati" panose="00000400000000000000" pitchFamily="2"/>
              </a:rPr>
              <a:t> को खण्ड </a:t>
            </a:r>
            <a:r>
              <a:rPr lang="en-US" sz="2000" dirty="0">
                <a:latin typeface="Calibri" panose="020F0502020204030204" pitchFamily="34" charset="0"/>
                <a:ea typeface="Calibri" panose="020F0502020204030204" pitchFamily="34" charset="0"/>
                <a:cs typeface="Kalimati" panose="00000400000000000000" pitchFamily="2"/>
              </a:rPr>
              <a:t>(</a:t>
            </a:r>
            <a:r>
              <a:rPr lang="ne-NP" sz="2000" dirty="0">
                <a:latin typeface="Calibri" panose="020F0502020204030204" pitchFamily="34" charset="0"/>
                <a:ea typeface="Calibri" panose="020F0502020204030204" pitchFamily="34" charset="0"/>
                <a:cs typeface="Kalimati" panose="00000400000000000000" pitchFamily="2"/>
              </a:rPr>
              <a:t>ग</a:t>
            </a:r>
            <a:r>
              <a:rPr lang="en-US" sz="2000" dirty="0">
                <a:latin typeface="Calibri" panose="020F0502020204030204" pitchFamily="34" charset="0"/>
                <a:ea typeface="Calibri" panose="020F0502020204030204" pitchFamily="34" charset="0"/>
                <a:cs typeface="Kalimati" panose="00000400000000000000" pitchFamily="2"/>
              </a:rPr>
              <a:t>)</a:t>
            </a:r>
            <a:r>
              <a:rPr lang="ne-NP" sz="2000" dirty="0">
                <a:latin typeface="Calibri" panose="020F0502020204030204" pitchFamily="34" charset="0"/>
                <a:ea typeface="Calibri" panose="020F0502020204030204" pitchFamily="34" charset="0"/>
                <a:cs typeface="Kalimati" panose="00000400000000000000" pitchFamily="2"/>
              </a:rPr>
              <a:t> बमोजिम गर्न प्रधान न्यायाधीश समक्ष सिफारिस </a:t>
            </a:r>
            <a:r>
              <a:rPr lang="ne-NP" sz="2000" dirty="0" smtClean="0">
                <a:latin typeface="Calibri" panose="020F0502020204030204" pitchFamily="34" charset="0"/>
                <a:ea typeface="Calibri" panose="020F0502020204030204" pitchFamily="34" charset="0"/>
                <a:cs typeface="Kalimati" panose="00000400000000000000" pitchFamily="2"/>
              </a:rPr>
              <a:t>गर्ने।</a:t>
            </a:r>
          </a:p>
          <a:p>
            <a:pPr marL="0" indent="0" algn="just">
              <a:lnSpc>
                <a:spcPct val="150000"/>
              </a:lnSpc>
              <a:buNone/>
            </a:pPr>
            <a:r>
              <a:rPr lang="ne-NP" sz="2000" dirty="0">
                <a:latin typeface="Calibri" panose="020F0502020204030204" pitchFamily="34" charset="0"/>
                <a:cs typeface="Kalimati" panose="00000400000000000000" pitchFamily="2"/>
              </a:rPr>
              <a:t>	</a:t>
            </a:r>
            <a:r>
              <a:rPr lang="ne-NP" sz="2000" dirty="0">
                <a:cs typeface="Kalimati" panose="00000400000000000000" pitchFamily="2"/>
              </a:rPr>
              <a:t>तर प्रचलित कानून बमोजिम मुद्दा चलाउनु पर्ने रहेछ भने कानून बमोजिम मुद्दा दायर गर्न सम्बन्धित निकायमा लेखी पठाउनु </a:t>
            </a:r>
            <a:r>
              <a:rPr lang="ne-NP" sz="2000" dirty="0" smtClean="0">
                <a:cs typeface="Kalimati" panose="00000400000000000000" pitchFamily="2"/>
              </a:rPr>
              <a:t>पर्ने।</a:t>
            </a:r>
            <a:endParaRPr lang="en-US" sz="2000" dirty="0">
              <a:cs typeface="Kalimati" panose="00000400000000000000" pitchFamily="2"/>
            </a:endParaRPr>
          </a:p>
          <a:p>
            <a:pPr marL="0" indent="0" algn="just">
              <a:lnSpc>
                <a:spcPct val="150000"/>
              </a:lnSpc>
              <a:buNone/>
            </a:pPr>
            <a:endParaRPr lang="en-US" sz="2000" dirty="0"/>
          </a:p>
        </p:txBody>
      </p:sp>
    </p:spTree>
    <p:extLst>
      <p:ext uri="{BB962C8B-B14F-4D97-AF65-F5344CB8AC3E}">
        <p14:creationId xmlns="" xmlns:p14="http://schemas.microsoft.com/office/powerpoint/2010/main" val="2575019855"/>
      </p:ext>
    </p:extLst>
  </p:cSld>
  <p:clrMapOvr>
    <a:masterClrMapping/>
  </p:clrMapOvr>
  <p:transition spd="slow">
    <p:wipe dir="r"/>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152400"/>
            <a:ext cx="7772400" cy="533400"/>
          </a:xfrm>
        </p:spPr>
        <p:style>
          <a:lnRef idx="1">
            <a:schemeClr val="accent1"/>
          </a:lnRef>
          <a:fillRef idx="2">
            <a:schemeClr val="accent1"/>
          </a:fillRef>
          <a:effectRef idx="1">
            <a:schemeClr val="accent1"/>
          </a:effectRef>
          <a:fontRef idx="minor">
            <a:schemeClr val="dk1"/>
          </a:fontRef>
        </p:style>
        <p:txBody>
          <a:bodyPr>
            <a:normAutofit/>
          </a:bodyPr>
          <a:lstStyle/>
          <a:p>
            <a:pPr algn="ctr"/>
            <a:r>
              <a:rPr lang="ne-NP" sz="2600" dirty="0">
                <a:latin typeface="Calibri" panose="020F0502020204030204" pitchFamily="34" charset="0"/>
                <a:ea typeface="Calibri" panose="020F0502020204030204" pitchFamily="34" charset="0"/>
                <a:cs typeface="Kalimati" panose="00000400000000000000" pitchFamily="2"/>
              </a:rPr>
              <a:t>भ्रष्टाचारको कसूरमा अनुसन्धान तथा मुद्दा दायर </a:t>
            </a:r>
            <a:r>
              <a:rPr lang="ne-NP" sz="2600" dirty="0" smtClean="0">
                <a:latin typeface="Calibri" panose="020F0502020204030204" pitchFamily="34" charset="0"/>
                <a:ea typeface="Calibri" panose="020F0502020204030204" pitchFamily="34" charset="0"/>
                <a:cs typeface="Kalimati" panose="00000400000000000000" pitchFamily="2"/>
              </a:rPr>
              <a:t>–दफा २२</a:t>
            </a:r>
            <a:endParaRPr lang="en-US" sz="2600" dirty="0"/>
          </a:p>
        </p:txBody>
      </p:sp>
      <p:sp>
        <p:nvSpPr>
          <p:cNvPr id="3" name="Content Placeholder 2"/>
          <p:cNvSpPr>
            <a:spLocks noGrp="1"/>
          </p:cNvSpPr>
          <p:nvPr>
            <p:ph idx="1"/>
          </p:nvPr>
        </p:nvSpPr>
        <p:spPr>
          <a:xfrm>
            <a:off x="914400" y="685800"/>
            <a:ext cx="7772400" cy="6096000"/>
          </a:xfrm>
        </p:spPr>
        <p:style>
          <a:lnRef idx="1">
            <a:schemeClr val="accent6"/>
          </a:lnRef>
          <a:fillRef idx="2">
            <a:schemeClr val="accent6"/>
          </a:fillRef>
          <a:effectRef idx="1">
            <a:schemeClr val="accent6"/>
          </a:effectRef>
          <a:fontRef idx="minor">
            <a:schemeClr val="dk1"/>
          </a:fontRef>
        </p:style>
        <p:txBody>
          <a:bodyPr>
            <a:normAutofit fontScale="32500" lnSpcReduction="20000"/>
          </a:bodyPr>
          <a:lstStyle/>
          <a:p>
            <a:pPr marL="0" marR="0" algn="just">
              <a:lnSpc>
                <a:spcPct val="170000"/>
              </a:lnSpc>
              <a:spcBef>
                <a:spcPts val="0"/>
              </a:spcBef>
              <a:spcAft>
                <a:spcPts val="800"/>
              </a:spcAft>
            </a:pPr>
            <a:r>
              <a:rPr lang="ne-NP" sz="4600" dirty="0" smtClean="0">
                <a:latin typeface="Calibri" panose="020F0502020204030204" pitchFamily="34" charset="0"/>
                <a:ea typeface="Calibri" panose="020F0502020204030204" pitchFamily="34" charset="0"/>
                <a:cs typeface="Kalimati" panose="00000400000000000000" pitchFamily="2"/>
              </a:rPr>
              <a:t>संविधानको धारा १५३ को उपधारा </a:t>
            </a:r>
            <a:r>
              <a:rPr lang="en-US" sz="4600" dirty="0" smtClean="0">
                <a:latin typeface="Calibri" panose="020F0502020204030204" pitchFamily="34" charset="0"/>
                <a:ea typeface="Calibri" panose="020F0502020204030204" pitchFamily="34" charset="0"/>
                <a:cs typeface="Kalimati" panose="00000400000000000000" pitchFamily="2"/>
              </a:rPr>
              <a:t>(</a:t>
            </a:r>
            <a:r>
              <a:rPr lang="ne-NP" sz="4600" dirty="0" smtClean="0">
                <a:latin typeface="Calibri" panose="020F0502020204030204" pitchFamily="34" charset="0"/>
                <a:ea typeface="Calibri" panose="020F0502020204030204" pitchFamily="34" charset="0"/>
                <a:cs typeface="Kalimati" panose="00000400000000000000" pitchFamily="2"/>
              </a:rPr>
              <a:t>६</a:t>
            </a:r>
            <a:r>
              <a:rPr lang="en-US" sz="4600" dirty="0" smtClean="0">
                <a:latin typeface="Calibri" panose="020F0502020204030204" pitchFamily="34" charset="0"/>
                <a:ea typeface="Calibri" panose="020F0502020204030204" pitchFamily="34" charset="0"/>
                <a:cs typeface="Kalimati" panose="00000400000000000000" pitchFamily="2"/>
              </a:rPr>
              <a:t>)</a:t>
            </a:r>
            <a:r>
              <a:rPr lang="ne-NP" sz="4600" dirty="0" smtClean="0">
                <a:latin typeface="Calibri" panose="020F0502020204030204" pitchFamily="34" charset="0"/>
                <a:ea typeface="Calibri" panose="020F0502020204030204" pitchFamily="34" charset="0"/>
                <a:cs typeface="Kalimati" panose="00000400000000000000" pitchFamily="2"/>
              </a:rPr>
              <a:t> बमोजिमको विषयमा अनुसन्धान गर्न न्याय परिषदले </a:t>
            </a:r>
            <a:r>
              <a:rPr lang="ne-NP" sz="4600" b="1" dirty="0" smtClean="0">
                <a:latin typeface="Calibri" panose="020F0502020204030204" pitchFamily="34" charset="0"/>
                <a:ea typeface="Calibri" panose="020F0502020204030204" pitchFamily="34" charset="0"/>
                <a:cs typeface="Kalimati" panose="00000400000000000000" pitchFamily="2"/>
              </a:rPr>
              <a:t>सर्वोच्च अदालत वा उच्च अदालतको कुनै न्यायाधीशलाई अनुसन्धान अधिकृत</a:t>
            </a:r>
            <a:r>
              <a:rPr lang="ne-NP" sz="4600" dirty="0" smtClean="0">
                <a:latin typeface="Calibri" panose="020F0502020204030204" pitchFamily="34" charset="0"/>
                <a:ea typeface="Calibri" panose="020F0502020204030204" pitchFamily="34" charset="0"/>
                <a:cs typeface="Kalimati" panose="00000400000000000000" pitchFamily="2"/>
              </a:rPr>
              <a:t>को रुपमा काम गर्न तोक्ने।</a:t>
            </a:r>
            <a:endParaRPr lang="en-US" sz="4600" dirty="0" smtClean="0">
              <a:latin typeface="Calibri" panose="020F0502020204030204" pitchFamily="34" charset="0"/>
              <a:ea typeface="Calibri" panose="020F0502020204030204" pitchFamily="34" charset="0"/>
              <a:cs typeface="Mangal" panose="02040503050203030202" pitchFamily="18" charset="0"/>
            </a:endParaRPr>
          </a:p>
          <a:p>
            <a:pPr marL="0" marR="0" algn="just">
              <a:lnSpc>
                <a:spcPct val="170000"/>
              </a:lnSpc>
              <a:spcBef>
                <a:spcPts val="0"/>
              </a:spcBef>
              <a:spcAft>
                <a:spcPts val="800"/>
              </a:spcAft>
            </a:pPr>
            <a:r>
              <a:rPr lang="ne-NP" sz="4600" dirty="0" smtClean="0">
                <a:latin typeface="Calibri" panose="020F0502020204030204" pitchFamily="34" charset="0"/>
                <a:ea typeface="Calibri" panose="020F0502020204030204" pitchFamily="34" charset="0"/>
                <a:cs typeface="Kalimati" panose="00000400000000000000" pitchFamily="2"/>
              </a:rPr>
              <a:t>भ्रष्टाचार निवारण ऐन</a:t>
            </a:r>
            <a:r>
              <a:rPr lang="en-US" sz="4600" dirty="0" smtClean="0">
                <a:latin typeface="Calibri" panose="020F0502020204030204" pitchFamily="34" charset="0"/>
                <a:ea typeface="Calibri" panose="020F0502020204030204" pitchFamily="34" charset="0"/>
                <a:cs typeface="Kalimati" panose="00000400000000000000" pitchFamily="2"/>
              </a:rPr>
              <a:t>,</a:t>
            </a:r>
            <a:r>
              <a:rPr lang="ne-NP" sz="4600" dirty="0" smtClean="0">
                <a:latin typeface="Calibri" panose="020F0502020204030204" pitchFamily="34" charset="0"/>
                <a:ea typeface="Calibri" panose="020F0502020204030204" pitchFamily="34" charset="0"/>
                <a:cs typeface="Kalimati" panose="00000400000000000000" pitchFamily="2"/>
              </a:rPr>
              <a:t> २०५९ बमोजिमको अधिकारीले प्रयोग गर्ने अधिकार प्रयोग गर्न सक्ने।</a:t>
            </a:r>
            <a:endParaRPr lang="en-US" sz="4600" dirty="0" smtClean="0">
              <a:latin typeface="Calibri" panose="020F0502020204030204" pitchFamily="34" charset="0"/>
              <a:ea typeface="Calibri" panose="020F0502020204030204" pitchFamily="34" charset="0"/>
              <a:cs typeface="Mangal" panose="02040503050203030202" pitchFamily="18" charset="0"/>
            </a:endParaRPr>
          </a:p>
          <a:p>
            <a:pPr marL="0" marR="0" algn="just">
              <a:lnSpc>
                <a:spcPct val="170000"/>
              </a:lnSpc>
              <a:spcBef>
                <a:spcPts val="0"/>
              </a:spcBef>
              <a:spcAft>
                <a:spcPts val="800"/>
              </a:spcAft>
            </a:pPr>
            <a:r>
              <a:rPr lang="ne-NP" sz="4600" dirty="0" smtClean="0">
                <a:latin typeface="Calibri" panose="020F0502020204030204" pitchFamily="34" charset="0"/>
                <a:ea typeface="Calibri" panose="020F0502020204030204" pitchFamily="34" charset="0"/>
                <a:cs typeface="Kalimati" panose="00000400000000000000" pitchFamily="2"/>
              </a:rPr>
              <a:t>अनुसन्धान अधिकारीले अनुसन्धान गर्दा कुनै उच्च वा जिल्ला अदालतका न्यायाधीश उपर भ्रष्टाचार गरी अख्तियारको दुरुपयोग गरेको अभियोगमा मुद्दा चलाउनु पर्ने देखेमा सोही व्यहोराको प्रतिवेदन गर्नु पर्ने।</a:t>
            </a:r>
            <a:endParaRPr lang="ne-NP" sz="4600" dirty="0" smtClean="0">
              <a:latin typeface="Calibri" panose="020F0502020204030204" pitchFamily="34" charset="0"/>
              <a:ea typeface="Calibri" panose="020F0502020204030204" pitchFamily="34" charset="0"/>
              <a:cs typeface="Mangal" panose="02040503050203030202" pitchFamily="18" charset="0"/>
            </a:endParaRPr>
          </a:p>
          <a:p>
            <a:pPr marL="0" marR="0" algn="just">
              <a:lnSpc>
                <a:spcPct val="170000"/>
              </a:lnSpc>
              <a:spcBef>
                <a:spcPts val="0"/>
              </a:spcBef>
              <a:spcAft>
                <a:spcPts val="800"/>
              </a:spcAft>
            </a:pPr>
            <a:r>
              <a:rPr lang="ne-NP" sz="4600" dirty="0" smtClean="0">
                <a:latin typeface="Calibri" panose="020F0502020204030204" pitchFamily="34" charset="0"/>
                <a:ea typeface="Calibri" panose="020F0502020204030204" pitchFamily="34" charset="0"/>
                <a:cs typeface="Kalimati" panose="00000400000000000000" pitchFamily="2"/>
              </a:rPr>
              <a:t>प्राप्त प्रतिवेदनको आधारमा न्याय परिषदले मुद्दा चलाउनु पर्ने देखेमा त्यस्तो विषयमा निर्णय गरी भ्रष्टाचार मुद्दा दायर गर्न न्याय परिषदको सचिव वा न्याय परिषदको कुनै राजपत्रांकित अधिकृतलाई तोक्ने।</a:t>
            </a:r>
            <a:endParaRPr lang="en-US" sz="4600" dirty="0" smtClean="0">
              <a:latin typeface="Calibri" panose="020F0502020204030204" pitchFamily="34" charset="0"/>
              <a:ea typeface="Calibri" panose="020F0502020204030204" pitchFamily="34" charset="0"/>
              <a:cs typeface="Mangal" panose="02040503050203030202" pitchFamily="18" charset="0"/>
            </a:endParaRPr>
          </a:p>
          <a:p>
            <a:pPr marL="0" marR="0" algn="just">
              <a:lnSpc>
                <a:spcPct val="170000"/>
              </a:lnSpc>
              <a:spcBef>
                <a:spcPts val="0"/>
              </a:spcBef>
              <a:spcAft>
                <a:spcPts val="800"/>
              </a:spcAft>
            </a:pPr>
            <a:r>
              <a:rPr lang="ne-NP" sz="4600" dirty="0" smtClean="0">
                <a:latin typeface="Calibri" panose="020F0502020204030204" pitchFamily="34" charset="0"/>
                <a:ea typeface="Calibri" panose="020F0502020204030204" pitchFamily="34" charset="0"/>
                <a:cs typeface="Kalimati" panose="00000400000000000000" pitchFamily="2"/>
              </a:rPr>
              <a:t>मुद्दा दायर गर्ने निर्णय गर्नु अघि न्याय परिषदले त्यस्तो विषयमा महान्यायाधिवक्तासँग परामर्श लिन सक्ने।</a:t>
            </a:r>
            <a:endParaRPr lang="en-US" sz="4600" dirty="0" smtClean="0">
              <a:latin typeface="Calibri" panose="020F0502020204030204" pitchFamily="34" charset="0"/>
              <a:ea typeface="Calibri" panose="020F0502020204030204" pitchFamily="34" charset="0"/>
              <a:cs typeface="Mangal" panose="02040503050203030202" pitchFamily="18" charset="0"/>
            </a:endParaRPr>
          </a:p>
          <a:p>
            <a:pPr marL="0" marR="0" algn="just">
              <a:lnSpc>
                <a:spcPct val="170000"/>
              </a:lnSpc>
              <a:spcBef>
                <a:spcPts val="0"/>
              </a:spcBef>
              <a:spcAft>
                <a:spcPts val="800"/>
              </a:spcAft>
            </a:pPr>
            <a:r>
              <a:rPr lang="ne-NP" sz="4600" dirty="0" smtClean="0">
                <a:latin typeface="Calibri" panose="020F0502020204030204" pitchFamily="34" charset="0"/>
                <a:ea typeface="Calibri" panose="020F0502020204030204" pitchFamily="34" charset="0"/>
                <a:cs typeface="Kalimati" panose="00000400000000000000" pitchFamily="2"/>
              </a:rPr>
              <a:t>दायर भएको मुद्दामा महान्यायाधिवक्ता वा मातहतको सरकारी वकीलबाट प्रतिरक्षा हुने।</a:t>
            </a:r>
            <a:endParaRPr lang="en-US" sz="4600" dirty="0" smtClean="0">
              <a:latin typeface="Calibri" panose="020F0502020204030204" pitchFamily="34" charset="0"/>
              <a:ea typeface="Calibri" panose="020F0502020204030204" pitchFamily="34" charset="0"/>
              <a:cs typeface="Mangal" panose="02040503050203030202" pitchFamily="18" charset="0"/>
            </a:endParaRPr>
          </a:p>
          <a:p>
            <a:pPr marL="0" marR="0" algn="just">
              <a:lnSpc>
                <a:spcPct val="170000"/>
              </a:lnSpc>
              <a:spcBef>
                <a:spcPts val="0"/>
              </a:spcBef>
              <a:spcAft>
                <a:spcPts val="800"/>
              </a:spcAft>
            </a:pPr>
            <a:r>
              <a:rPr lang="ne-NP" sz="4600" dirty="0" smtClean="0">
                <a:latin typeface="Calibri" panose="020F0502020204030204" pitchFamily="34" charset="0"/>
                <a:ea typeface="Calibri" panose="020F0502020204030204" pitchFamily="34" charset="0"/>
                <a:cs typeface="Kalimati" panose="00000400000000000000" pitchFamily="2"/>
              </a:rPr>
              <a:t>न्यायाधीश बाहेक अन्य व्यक्ति समेत संलग्न भएको देखिएमा कानून बमोजिम मुद्दा चलाउन सम्बन्धित निकायमा लेखी पठाउने।</a:t>
            </a:r>
            <a:endParaRPr lang="en-US" sz="4600" dirty="0" smtClean="0">
              <a:latin typeface="Calibri" panose="020F0502020204030204" pitchFamily="34" charset="0"/>
              <a:ea typeface="Calibri" panose="020F0502020204030204" pitchFamily="34" charset="0"/>
              <a:cs typeface="Mangal" panose="02040503050203030202" pitchFamily="18" charset="0"/>
            </a:endParaRPr>
          </a:p>
          <a:p>
            <a:endParaRPr lang="en-US" sz="1800" dirty="0"/>
          </a:p>
        </p:txBody>
      </p:sp>
      <p:sp>
        <p:nvSpPr>
          <p:cNvPr id="4" name="Rectangle 3"/>
          <p:cNvSpPr/>
          <p:nvPr/>
        </p:nvSpPr>
        <p:spPr>
          <a:xfrm>
            <a:off x="3733800" y="6248400"/>
            <a:ext cx="4953000" cy="457200"/>
          </a:xfrm>
          <a:prstGeom prst="rect">
            <a:avLst/>
          </a:prstGeom>
        </p:spPr>
        <p:style>
          <a:lnRef idx="3">
            <a:schemeClr val="lt1"/>
          </a:lnRef>
          <a:fillRef idx="1">
            <a:schemeClr val="accent6"/>
          </a:fillRef>
          <a:effectRef idx="1">
            <a:schemeClr val="accent6"/>
          </a:effectRef>
          <a:fontRef idx="minor">
            <a:schemeClr val="lt1"/>
          </a:fontRef>
        </p:style>
        <p:txBody>
          <a:bodyPr rtlCol="0" anchor="ctr"/>
          <a:lstStyle/>
          <a:p>
            <a:pPr algn="ctr"/>
            <a:r>
              <a:rPr lang="ne-NP" dirty="0" smtClean="0">
                <a:cs typeface="Kalimati" panose="00000400000000000000" pitchFamily="2"/>
              </a:rPr>
              <a:t>दफा ११ </a:t>
            </a:r>
            <a:r>
              <a:rPr lang="en-US" dirty="0" smtClean="0">
                <a:cs typeface="Kalimati" panose="00000400000000000000" pitchFamily="2"/>
              </a:rPr>
              <a:t>(</a:t>
            </a:r>
            <a:r>
              <a:rPr lang="ne-NP" dirty="0" smtClean="0">
                <a:cs typeface="Kalimati" panose="00000400000000000000" pitchFamily="2"/>
              </a:rPr>
              <a:t>१</a:t>
            </a:r>
            <a:r>
              <a:rPr lang="en-US" dirty="0" smtClean="0">
                <a:cs typeface="Kalimati" panose="00000400000000000000" pitchFamily="2"/>
              </a:rPr>
              <a:t>)</a:t>
            </a:r>
            <a:r>
              <a:rPr lang="ne-NP" dirty="0" smtClean="0">
                <a:cs typeface="Kalimati" panose="00000400000000000000" pitchFamily="2"/>
              </a:rPr>
              <a:t> </a:t>
            </a:r>
            <a:r>
              <a:rPr lang="en-US" dirty="0" smtClean="0">
                <a:cs typeface="Kalimati" panose="00000400000000000000" pitchFamily="2"/>
              </a:rPr>
              <a:t>(</a:t>
            </a:r>
            <a:r>
              <a:rPr lang="ne-NP" dirty="0" smtClean="0">
                <a:cs typeface="Kalimati" panose="00000400000000000000" pitchFamily="2"/>
              </a:rPr>
              <a:t>क</a:t>
            </a:r>
            <a:r>
              <a:rPr lang="en-US" dirty="0" smtClean="0">
                <a:cs typeface="Kalimati" panose="00000400000000000000" pitchFamily="2"/>
              </a:rPr>
              <a:t>)</a:t>
            </a:r>
            <a:r>
              <a:rPr lang="ne-NP" dirty="0" smtClean="0">
                <a:cs typeface="Kalimati" panose="00000400000000000000" pitchFamily="2"/>
              </a:rPr>
              <a:t> मा समेत परेको –खराव आचरण</a:t>
            </a:r>
            <a:endParaRPr lang="en-US" dirty="0">
              <a:cs typeface="Kalimati" panose="00000400000000000000" pitchFamily="2"/>
            </a:endParaRPr>
          </a:p>
        </p:txBody>
      </p:sp>
    </p:spTree>
    <p:extLst>
      <p:ext uri="{BB962C8B-B14F-4D97-AF65-F5344CB8AC3E}">
        <p14:creationId xmlns="" xmlns:p14="http://schemas.microsoft.com/office/powerpoint/2010/main" val="3929676895"/>
      </p:ext>
    </p:extLst>
  </p:cSld>
  <p:clrMapOvr>
    <a:masterClrMapping/>
  </p:clrMapOvr>
  <p:transition spd="slow">
    <p:wipe dir="r"/>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ne-NP" dirty="0" smtClean="0"/>
              <a:t>क्रमश</a:t>
            </a:r>
            <a:endParaRPr lang="en-US" dirty="0"/>
          </a:p>
        </p:txBody>
      </p:sp>
      <p:sp>
        <p:nvSpPr>
          <p:cNvPr id="2" name="Content Placeholder 1"/>
          <p:cNvSpPr>
            <a:spLocks noGrp="1"/>
          </p:cNvSpPr>
          <p:nvPr>
            <p:ph idx="1"/>
          </p:nvPr>
        </p:nvSpPr>
        <p:spPr/>
        <p:txBody>
          <a:bodyPr>
            <a:noAutofit/>
          </a:bodyPr>
          <a:lstStyle/>
          <a:p>
            <a:r>
              <a:rPr lang="ne-NP" sz="2000" b="1" dirty="0" smtClean="0">
                <a:cs typeface="Kalimati" pitchFamily="2"/>
              </a:rPr>
              <a:t>दफा २३ </a:t>
            </a:r>
            <a:r>
              <a:rPr lang="en-US" sz="2000" dirty="0" smtClean="0">
                <a:cs typeface="Kalimati" pitchFamily="2"/>
              </a:rPr>
              <a:t>:</a:t>
            </a:r>
            <a:r>
              <a:rPr lang="ne-NP" sz="2000" b="1" dirty="0" smtClean="0">
                <a:cs typeface="Kalimati" pitchFamily="2"/>
              </a:rPr>
              <a:t>  स्वत निलम्बन हुने </a:t>
            </a:r>
            <a:r>
              <a:rPr lang="en-US" sz="2000" dirty="0" smtClean="0">
                <a:cs typeface="Kalimati" pitchFamily="2"/>
              </a:rPr>
              <a:t>-</a:t>
            </a:r>
            <a:r>
              <a:rPr lang="ne-NP" sz="2000" dirty="0" smtClean="0">
                <a:cs typeface="Kalimati" pitchFamily="2"/>
              </a:rPr>
              <a:t>उच्च वा जिल्ला अदालतको न्यायाधीश  विरुद्ध न्याय परिषद ऐन बमोजिम मुद्दा दायर भएमा </a:t>
            </a:r>
          </a:p>
          <a:p>
            <a:r>
              <a:rPr lang="ne-NP" sz="2000" b="1" dirty="0" smtClean="0">
                <a:cs typeface="Kalimati" pitchFamily="2"/>
              </a:rPr>
              <a:t>दफा २४</a:t>
            </a:r>
            <a:r>
              <a:rPr lang="en-US" sz="2000" b="1" dirty="0" smtClean="0">
                <a:cs typeface="Kalimati" pitchFamily="2"/>
              </a:rPr>
              <a:t>:</a:t>
            </a:r>
            <a:r>
              <a:rPr lang="ne-NP" sz="2000" b="1" dirty="0" smtClean="0">
                <a:cs typeface="Kalimati" pitchFamily="2"/>
              </a:rPr>
              <a:t> निलम्बनको समाप्ती</a:t>
            </a:r>
            <a:r>
              <a:rPr lang="en-US" sz="2000" dirty="0" smtClean="0">
                <a:cs typeface="Kalimati" pitchFamily="2"/>
              </a:rPr>
              <a:t> - </a:t>
            </a:r>
            <a:r>
              <a:rPr lang="ne-NP" sz="2000" dirty="0" smtClean="0">
                <a:cs typeface="Kalimati" pitchFamily="2"/>
              </a:rPr>
              <a:t>मुद्दामा सफाइ पाएमा</a:t>
            </a:r>
          </a:p>
          <a:p>
            <a:r>
              <a:rPr lang="ne-NP" sz="2000" b="1" dirty="0" smtClean="0">
                <a:cs typeface="Kalimati" pitchFamily="2"/>
              </a:rPr>
              <a:t>दफा २५ </a:t>
            </a:r>
            <a:r>
              <a:rPr lang="en-US" sz="2000" b="1" dirty="0" smtClean="0">
                <a:cs typeface="Kalimati" pitchFamily="2"/>
              </a:rPr>
              <a:t>:</a:t>
            </a:r>
            <a:r>
              <a:rPr lang="ne-NP" sz="2000" b="1" dirty="0" smtClean="0">
                <a:cs typeface="Kalimati" pitchFamily="2"/>
              </a:rPr>
              <a:t>कार्यसम्पादन गर्न नपाउने </a:t>
            </a:r>
            <a:r>
              <a:rPr lang="ne-NP" sz="2000" dirty="0" smtClean="0">
                <a:cs typeface="Kalimati" pitchFamily="2"/>
              </a:rPr>
              <a:t>- जाँचबुझ गर्न समिती गठन भएको वा दफा २२ बमोजिम अनुसन्धान प्रारम्भ भएमा कारबाहीको टुङ्गो नलागेसम्म आफ्नो पदको कार्यसम्पादन गर्न नपाउने</a:t>
            </a:r>
            <a:endParaRPr lang="en-US" sz="2000" dirty="0" smtClean="0">
              <a:cs typeface="Kalimati" pitchFamily="2"/>
            </a:endParaRPr>
          </a:p>
          <a:p>
            <a:pPr algn="just"/>
            <a:r>
              <a:rPr lang="ne-NP" sz="2000" b="1" dirty="0" smtClean="0">
                <a:cs typeface="Kalimati" pitchFamily="2"/>
              </a:rPr>
              <a:t>दफा २६</a:t>
            </a:r>
            <a:r>
              <a:rPr lang="en-US" sz="2000" b="1" dirty="0" smtClean="0">
                <a:cs typeface="Kalimati" pitchFamily="2"/>
              </a:rPr>
              <a:t>:</a:t>
            </a:r>
            <a:r>
              <a:rPr lang="ne-NP" sz="2000" b="1" dirty="0" smtClean="0">
                <a:cs typeface="Kalimati" pitchFamily="2"/>
              </a:rPr>
              <a:t> तामेलीमा राख्ने</a:t>
            </a:r>
            <a:r>
              <a:rPr lang="en-US" sz="2000" b="1" dirty="0" smtClean="0">
                <a:cs typeface="Kalimati" pitchFamily="2"/>
              </a:rPr>
              <a:t> </a:t>
            </a:r>
            <a:r>
              <a:rPr lang="en-US" sz="2000" dirty="0" smtClean="0">
                <a:cs typeface="Kalimati" pitchFamily="2"/>
              </a:rPr>
              <a:t>-  </a:t>
            </a:r>
            <a:r>
              <a:rPr lang="ne-NP" sz="2000" dirty="0" smtClean="0">
                <a:cs typeface="Kalimati" pitchFamily="2"/>
              </a:rPr>
              <a:t>दफा १७</a:t>
            </a:r>
            <a:r>
              <a:rPr lang="en-US" sz="2000" dirty="0" smtClean="0">
                <a:cs typeface="Kalimati" pitchFamily="2"/>
              </a:rPr>
              <a:t>,</a:t>
            </a:r>
            <a:r>
              <a:rPr lang="ne-NP" sz="2000" dirty="0" smtClean="0">
                <a:cs typeface="Kalimati" pitchFamily="2"/>
              </a:rPr>
              <a:t> १८ वा १९ बमोजिमको प्रतिवेदनबाट उच्च अदालत वा जिल्ला अदालतको न्यायाधीश विरुद्धको आरोप तथ्यहीन देखिएमा पछि प्रमाण प्राप्त भएको अवस्थामा कानून बमोजिम हुने गरी न्याय परिषदले त्यस्तो कारबाहीलाई तामेलीमा राखी सोको जानकारी सम्बन्धित न्यायाधीशलाई दिनुपर्ने </a:t>
            </a:r>
            <a:endParaRPr lang="en-US" sz="2000" dirty="0">
              <a:cs typeface="Kalimati" pitchFamily="2"/>
            </a:endParaRPr>
          </a:p>
        </p:txBody>
      </p:sp>
    </p:spTree>
  </p:cSld>
  <p:clrMapOvr>
    <a:masterClrMapping/>
  </p:clrMapOvr>
  <mc:AlternateContent xmlns:mc="http://schemas.openxmlformats.org/markup-compatibility/2006">
    <mc:Choice xmlns="" xmlns:p14="http://schemas.microsoft.com/office/powerpoint/2010/main" Requires="p14">
      <p:transition spd="slow">
        <p:wipe/>
      </p:transition>
    </mc:Choice>
    <mc:Fallback>
      <p:transition spd="slow">
        <p:wip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152400"/>
            <a:ext cx="7772400" cy="838200"/>
          </a:xfrm>
        </p:spPr>
        <p:style>
          <a:lnRef idx="1">
            <a:schemeClr val="accent1"/>
          </a:lnRef>
          <a:fillRef idx="2">
            <a:schemeClr val="accent1"/>
          </a:fillRef>
          <a:effectRef idx="1">
            <a:schemeClr val="accent1"/>
          </a:effectRef>
          <a:fontRef idx="minor">
            <a:schemeClr val="dk1"/>
          </a:fontRef>
        </p:style>
        <p:txBody>
          <a:bodyPr>
            <a:normAutofit fontScale="90000"/>
          </a:bodyPr>
          <a:lstStyle/>
          <a:p>
            <a:pPr algn="ctr"/>
            <a:r>
              <a:rPr lang="en-US" dirty="0" smtClean="0">
                <a:cs typeface="Kalimati" pitchFamily="2"/>
              </a:rPr>
              <a:t/>
            </a:r>
            <a:br>
              <a:rPr lang="en-US" dirty="0" smtClean="0">
                <a:cs typeface="Kalimati" pitchFamily="2"/>
              </a:rPr>
            </a:br>
            <a:r>
              <a:rPr lang="en-US" dirty="0" smtClean="0">
                <a:cs typeface="Kalimati" pitchFamily="2"/>
              </a:rPr>
              <a:t/>
            </a:r>
            <a:br>
              <a:rPr lang="en-US" dirty="0" smtClean="0">
                <a:cs typeface="Kalimati" pitchFamily="2"/>
              </a:rPr>
            </a:br>
            <a:r>
              <a:rPr lang="en-US" dirty="0">
                <a:cs typeface="Kalimati" pitchFamily="2"/>
              </a:rPr>
              <a:t/>
            </a:r>
            <a:br>
              <a:rPr lang="en-US" dirty="0">
                <a:cs typeface="Kalimati" pitchFamily="2"/>
              </a:rPr>
            </a:br>
            <a:r>
              <a:rPr lang="en-US" dirty="0" smtClean="0">
                <a:cs typeface="Kalimati" pitchFamily="2"/>
              </a:rPr>
              <a:t/>
            </a:r>
            <a:br>
              <a:rPr lang="en-US" dirty="0" smtClean="0">
                <a:cs typeface="Kalimati" pitchFamily="2"/>
              </a:rPr>
            </a:br>
            <a:r>
              <a:rPr lang="en-US" dirty="0">
                <a:cs typeface="Kalimati" pitchFamily="2"/>
              </a:rPr>
              <a:t/>
            </a:r>
            <a:br>
              <a:rPr lang="en-US" dirty="0">
                <a:cs typeface="Kalimati" pitchFamily="2"/>
              </a:rPr>
            </a:br>
            <a:r>
              <a:rPr lang="en-US" dirty="0" smtClean="0">
                <a:cs typeface="Kalimati" pitchFamily="2"/>
              </a:rPr>
              <a:t>‘</a:t>
            </a:r>
            <a:br>
              <a:rPr lang="en-US" dirty="0" smtClean="0">
                <a:cs typeface="Kalimati" pitchFamily="2"/>
              </a:rPr>
            </a:br>
            <a:r>
              <a:rPr lang="en-US" dirty="0">
                <a:cs typeface="Kalimati" pitchFamily="2"/>
              </a:rPr>
              <a:t/>
            </a:r>
            <a:br>
              <a:rPr lang="en-US" dirty="0">
                <a:cs typeface="Kalimati" pitchFamily="2"/>
              </a:rPr>
            </a:br>
            <a:r>
              <a:rPr lang="en-US" dirty="0" smtClean="0">
                <a:cs typeface="Kalimati" pitchFamily="2"/>
              </a:rPr>
              <a:t/>
            </a:r>
            <a:br>
              <a:rPr lang="en-US" dirty="0" smtClean="0">
                <a:cs typeface="Kalimati" pitchFamily="2"/>
              </a:rPr>
            </a:br>
            <a:r>
              <a:rPr lang="en-US" dirty="0">
                <a:cs typeface="Kalimati" pitchFamily="2"/>
              </a:rPr>
              <a:t/>
            </a:r>
            <a:br>
              <a:rPr lang="en-US" dirty="0">
                <a:cs typeface="Kalimati" pitchFamily="2"/>
              </a:rPr>
            </a:br>
            <a:r>
              <a:rPr lang="en-US" dirty="0" smtClean="0">
                <a:cs typeface="Kalimati" pitchFamily="2"/>
              </a:rPr>
              <a:t/>
            </a:r>
            <a:br>
              <a:rPr lang="en-US" dirty="0" smtClean="0">
                <a:cs typeface="Kalimati" pitchFamily="2"/>
              </a:rPr>
            </a:br>
            <a:r>
              <a:rPr lang="en-US" dirty="0">
                <a:cs typeface="Kalimati" pitchFamily="2"/>
              </a:rPr>
              <a:t/>
            </a:r>
            <a:br>
              <a:rPr lang="en-US" dirty="0">
                <a:cs typeface="Kalimati" pitchFamily="2"/>
              </a:rPr>
            </a:br>
            <a:r>
              <a:rPr lang="en-US" dirty="0" smtClean="0">
                <a:cs typeface="Kalimati" pitchFamily="2"/>
              </a:rPr>
              <a:t/>
            </a:r>
            <a:br>
              <a:rPr lang="en-US" dirty="0" smtClean="0">
                <a:cs typeface="Kalimati" pitchFamily="2"/>
              </a:rPr>
            </a:br>
            <a:r>
              <a:rPr lang="ne-NP" dirty="0" smtClean="0">
                <a:cs typeface="Kalimati" pitchFamily="2"/>
              </a:rPr>
              <a:t/>
            </a:r>
            <a:br>
              <a:rPr lang="ne-NP" dirty="0" smtClean="0">
                <a:cs typeface="Kalimati" pitchFamily="2"/>
              </a:rPr>
            </a:br>
            <a:r>
              <a:rPr lang="ne-NP" sz="5400" dirty="0" smtClean="0">
                <a:cs typeface="Kalimati" pitchFamily="2"/>
              </a:rPr>
              <a:t> </a:t>
            </a:r>
            <a:r>
              <a:rPr lang="ne-NP" sz="3100" dirty="0" smtClean="0">
                <a:cs typeface="Kalimati" pitchFamily="2"/>
              </a:rPr>
              <a:t>न्यायाधीश विरुद्ध पर्ने उजुरीको विवरण</a:t>
            </a:r>
            <a:endParaRPr lang="en-US" dirty="0"/>
          </a:p>
        </p:txBody>
      </p:sp>
      <p:graphicFrame>
        <p:nvGraphicFramePr>
          <p:cNvPr id="4" name="Content Placeholder 3"/>
          <p:cNvGraphicFramePr>
            <a:graphicFrameLocks noGrp="1"/>
          </p:cNvGraphicFramePr>
          <p:nvPr>
            <p:ph idx="1"/>
            <p:extLst>
              <p:ext uri="{D42A27DB-BD31-4B8C-83A1-F6EECF244321}">
                <p14:modId xmlns="" xmlns:p14="http://schemas.microsoft.com/office/powerpoint/2010/main" val="2534105353"/>
              </p:ext>
            </p:extLst>
          </p:nvPr>
        </p:nvGraphicFramePr>
        <p:xfrm>
          <a:off x="914400" y="990599"/>
          <a:ext cx="7772402" cy="5509038"/>
        </p:xfrm>
        <a:graphic>
          <a:graphicData uri="http://schemas.openxmlformats.org/drawingml/2006/table">
            <a:tbl>
              <a:tblPr firstRow="1" bandRow="1">
                <a:tableStyleId>{616DA210-FB5B-4158-B5E0-FEB733F419BA}</a:tableStyleId>
              </a:tblPr>
              <a:tblGrid>
                <a:gridCol w="838200">
                  <a:extLst>
                    <a:ext uri="{9D8B030D-6E8A-4147-A177-3AD203B41FA5}">
                      <a16:colId xmlns="" xmlns:a16="http://schemas.microsoft.com/office/drawing/2014/main" val="2430452709"/>
                    </a:ext>
                  </a:extLst>
                </a:gridCol>
                <a:gridCol w="685800">
                  <a:extLst>
                    <a:ext uri="{9D8B030D-6E8A-4147-A177-3AD203B41FA5}">
                      <a16:colId xmlns="" xmlns:a16="http://schemas.microsoft.com/office/drawing/2014/main" val="633762910"/>
                    </a:ext>
                  </a:extLst>
                </a:gridCol>
                <a:gridCol w="685800">
                  <a:extLst>
                    <a:ext uri="{9D8B030D-6E8A-4147-A177-3AD203B41FA5}">
                      <a16:colId xmlns="" xmlns:a16="http://schemas.microsoft.com/office/drawing/2014/main" val="3980730488"/>
                    </a:ext>
                  </a:extLst>
                </a:gridCol>
                <a:gridCol w="685800">
                  <a:extLst>
                    <a:ext uri="{9D8B030D-6E8A-4147-A177-3AD203B41FA5}">
                      <a16:colId xmlns="" xmlns:a16="http://schemas.microsoft.com/office/drawing/2014/main" val="741147685"/>
                    </a:ext>
                  </a:extLst>
                </a:gridCol>
                <a:gridCol w="609600">
                  <a:extLst>
                    <a:ext uri="{9D8B030D-6E8A-4147-A177-3AD203B41FA5}">
                      <a16:colId xmlns="" xmlns:a16="http://schemas.microsoft.com/office/drawing/2014/main" val="4084757570"/>
                    </a:ext>
                  </a:extLst>
                </a:gridCol>
                <a:gridCol w="685800">
                  <a:extLst>
                    <a:ext uri="{9D8B030D-6E8A-4147-A177-3AD203B41FA5}">
                      <a16:colId xmlns="" xmlns:a16="http://schemas.microsoft.com/office/drawing/2014/main" val="4130746836"/>
                    </a:ext>
                  </a:extLst>
                </a:gridCol>
                <a:gridCol w="685800">
                  <a:extLst>
                    <a:ext uri="{9D8B030D-6E8A-4147-A177-3AD203B41FA5}">
                      <a16:colId xmlns="" xmlns:a16="http://schemas.microsoft.com/office/drawing/2014/main" val="3373292492"/>
                    </a:ext>
                  </a:extLst>
                </a:gridCol>
                <a:gridCol w="609600">
                  <a:extLst>
                    <a:ext uri="{9D8B030D-6E8A-4147-A177-3AD203B41FA5}">
                      <a16:colId xmlns="" xmlns:a16="http://schemas.microsoft.com/office/drawing/2014/main" val="487520605"/>
                    </a:ext>
                  </a:extLst>
                </a:gridCol>
                <a:gridCol w="533400">
                  <a:extLst>
                    <a:ext uri="{9D8B030D-6E8A-4147-A177-3AD203B41FA5}">
                      <a16:colId xmlns="" xmlns:a16="http://schemas.microsoft.com/office/drawing/2014/main" val="4045285640"/>
                    </a:ext>
                  </a:extLst>
                </a:gridCol>
                <a:gridCol w="685800">
                  <a:extLst>
                    <a:ext uri="{9D8B030D-6E8A-4147-A177-3AD203B41FA5}">
                      <a16:colId xmlns="" xmlns:a16="http://schemas.microsoft.com/office/drawing/2014/main" val="2051624089"/>
                    </a:ext>
                  </a:extLst>
                </a:gridCol>
                <a:gridCol w="1066802">
                  <a:extLst>
                    <a:ext uri="{9D8B030D-6E8A-4147-A177-3AD203B41FA5}">
                      <a16:colId xmlns="" xmlns:a16="http://schemas.microsoft.com/office/drawing/2014/main" val="4190262357"/>
                    </a:ext>
                  </a:extLst>
                </a:gridCol>
              </a:tblGrid>
              <a:tr h="371539">
                <a:tc rowSpan="2">
                  <a:txBody>
                    <a:bodyPr/>
                    <a:lstStyle/>
                    <a:p>
                      <a:r>
                        <a:rPr lang="ne-NP" sz="1600" dirty="0" smtClean="0">
                          <a:cs typeface="Kalimati" panose="00000400000000000000" pitchFamily="2"/>
                        </a:rPr>
                        <a:t>आ.व.</a:t>
                      </a:r>
                      <a:endParaRPr lang="en-US" sz="1600" dirty="0">
                        <a:cs typeface="Kalimati" panose="00000400000000000000" pitchFamily="2"/>
                      </a:endParaRPr>
                    </a:p>
                  </a:txBody>
                  <a:tcPr/>
                </a:tc>
                <a:tc gridSpan="3">
                  <a:txBody>
                    <a:bodyPr/>
                    <a:lstStyle/>
                    <a:p>
                      <a:r>
                        <a:rPr lang="ne-NP" sz="1600" dirty="0" smtClean="0">
                          <a:cs typeface="Kalimati" panose="00000400000000000000" pitchFamily="2"/>
                        </a:rPr>
                        <a:t>लगत</a:t>
                      </a:r>
                      <a:endParaRPr lang="en-US" sz="1600" dirty="0">
                        <a:cs typeface="Kalimati" panose="00000400000000000000" pitchFamily="2"/>
                      </a:endParaRPr>
                    </a:p>
                  </a:txBody>
                  <a:tcPr/>
                </a:tc>
                <a:tc hMerge="1">
                  <a:txBody>
                    <a:bodyPr/>
                    <a:lstStyle/>
                    <a:p>
                      <a:endParaRPr lang="en-US" dirty="0"/>
                    </a:p>
                  </a:txBody>
                  <a:tcPr/>
                </a:tc>
                <a:tc hMerge="1">
                  <a:txBody>
                    <a:bodyPr/>
                    <a:lstStyle/>
                    <a:p>
                      <a:endParaRPr lang="en-US" dirty="0"/>
                    </a:p>
                  </a:txBody>
                  <a:tcPr/>
                </a:tc>
                <a:tc gridSpan="3">
                  <a:txBody>
                    <a:bodyPr/>
                    <a:lstStyle/>
                    <a:p>
                      <a:r>
                        <a:rPr lang="ne-NP" sz="1600" dirty="0" smtClean="0">
                          <a:cs typeface="Kalimati" panose="00000400000000000000" pitchFamily="2"/>
                        </a:rPr>
                        <a:t>फर्छ्यौट</a:t>
                      </a:r>
                      <a:endParaRPr lang="en-US" sz="1600" dirty="0">
                        <a:cs typeface="Kalimati" panose="00000400000000000000" pitchFamily="2"/>
                      </a:endParaRPr>
                    </a:p>
                  </a:txBody>
                  <a:tcPr/>
                </a:tc>
                <a:tc hMerge="1">
                  <a:txBody>
                    <a:bodyPr/>
                    <a:lstStyle/>
                    <a:p>
                      <a:endParaRPr lang="en-US" dirty="0"/>
                    </a:p>
                  </a:txBody>
                  <a:tcPr/>
                </a:tc>
                <a:tc hMerge="1">
                  <a:txBody>
                    <a:bodyPr/>
                    <a:lstStyle/>
                    <a:p>
                      <a:endParaRPr lang="en-US" dirty="0"/>
                    </a:p>
                  </a:txBody>
                  <a:tcPr/>
                </a:tc>
                <a:tc gridSpan="3">
                  <a:txBody>
                    <a:bodyPr/>
                    <a:lstStyle/>
                    <a:p>
                      <a:r>
                        <a:rPr lang="ne-NP" sz="1600" dirty="0" smtClean="0">
                          <a:cs typeface="Kalimati" panose="00000400000000000000" pitchFamily="2"/>
                        </a:rPr>
                        <a:t>बाँकी</a:t>
                      </a:r>
                      <a:endParaRPr lang="en-US" sz="1600" dirty="0">
                        <a:cs typeface="Kalimati" panose="00000400000000000000" pitchFamily="2"/>
                      </a:endParaRPr>
                    </a:p>
                  </a:txBody>
                  <a:tcPr/>
                </a:tc>
                <a:tc hMerge="1">
                  <a:txBody>
                    <a:bodyPr/>
                    <a:lstStyle/>
                    <a:p>
                      <a:endParaRPr lang="en-US" dirty="0"/>
                    </a:p>
                  </a:txBody>
                  <a:tcPr/>
                </a:tc>
                <a:tc hMerge="1">
                  <a:txBody>
                    <a:bodyPr/>
                    <a:lstStyle/>
                    <a:p>
                      <a:endParaRPr lang="en-US" dirty="0"/>
                    </a:p>
                  </a:txBody>
                  <a:tcPr/>
                </a:tc>
                <a:tc>
                  <a:txBody>
                    <a:bodyPr/>
                    <a:lstStyle/>
                    <a:p>
                      <a:r>
                        <a:rPr lang="ne-NP" sz="1600" dirty="0" smtClean="0">
                          <a:cs typeface="Kalimati" panose="00000400000000000000" pitchFamily="2"/>
                        </a:rPr>
                        <a:t>कैफियत</a:t>
                      </a:r>
                      <a:endParaRPr lang="en-US" sz="1600" dirty="0">
                        <a:cs typeface="Kalimati" panose="00000400000000000000" pitchFamily="2"/>
                      </a:endParaRPr>
                    </a:p>
                  </a:txBody>
                  <a:tcPr/>
                </a:tc>
                <a:extLst>
                  <a:ext uri="{0D108BD9-81ED-4DB2-BD59-A6C34878D82A}">
                    <a16:rowId xmlns="" xmlns:a16="http://schemas.microsoft.com/office/drawing/2014/main" val="433517765"/>
                  </a:ext>
                </a:extLst>
              </a:tr>
              <a:tr h="579120">
                <a:tc vMerge="1">
                  <a:txBody>
                    <a:bodyPr/>
                    <a:lstStyle/>
                    <a:p>
                      <a:endParaRPr lang="en-US" dirty="0"/>
                    </a:p>
                  </a:txBody>
                  <a:tcPr/>
                </a:tc>
                <a:tc>
                  <a:txBody>
                    <a:bodyPr/>
                    <a:lstStyle/>
                    <a:p>
                      <a:r>
                        <a:rPr lang="ne-NP" sz="1600" dirty="0" smtClean="0">
                          <a:cs typeface="Kalimati" panose="00000400000000000000" pitchFamily="2"/>
                        </a:rPr>
                        <a:t>जिमेवारी</a:t>
                      </a:r>
                      <a:endParaRPr lang="en-US" sz="1600" dirty="0">
                        <a:cs typeface="Kalimati" panose="00000400000000000000" pitchFamily="2"/>
                      </a:endParaRPr>
                    </a:p>
                  </a:txBody>
                  <a:tcPr/>
                </a:tc>
                <a:tc>
                  <a:txBody>
                    <a:bodyPr/>
                    <a:lstStyle/>
                    <a:p>
                      <a:r>
                        <a:rPr lang="ne-NP" sz="1600" dirty="0" smtClean="0">
                          <a:cs typeface="Kalimati" panose="00000400000000000000" pitchFamily="2"/>
                        </a:rPr>
                        <a:t>नयाँ</a:t>
                      </a:r>
                    </a:p>
                    <a:p>
                      <a:r>
                        <a:rPr lang="ne-NP" sz="1600" dirty="0" smtClean="0">
                          <a:cs typeface="Kalimati" panose="00000400000000000000" pitchFamily="2"/>
                        </a:rPr>
                        <a:t>दर्ता</a:t>
                      </a:r>
                      <a:endParaRPr lang="en-US" sz="1600" dirty="0">
                        <a:cs typeface="Kalimati" panose="00000400000000000000" pitchFamily="2"/>
                      </a:endParaRPr>
                    </a:p>
                  </a:txBody>
                  <a:tcPr/>
                </a:tc>
                <a:tc>
                  <a:txBody>
                    <a:bodyPr/>
                    <a:lstStyle/>
                    <a:p>
                      <a:r>
                        <a:rPr lang="ne-NP" sz="1600" dirty="0" smtClean="0">
                          <a:cs typeface="Kalimati" panose="00000400000000000000" pitchFamily="2"/>
                        </a:rPr>
                        <a:t>कूल</a:t>
                      </a:r>
                      <a:endParaRPr lang="en-US" sz="1600" dirty="0">
                        <a:cs typeface="Kalimati" panose="00000400000000000000" pitchFamily="2"/>
                      </a:endParaRPr>
                    </a:p>
                  </a:txBody>
                  <a:tcPr/>
                </a:tc>
                <a:tc>
                  <a:txBody>
                    <a:bodyPr/>
                    <a:lstStyle/>
                    <a:p>
                      <a:r>
                        <a:rPr lang="ne-NP" sz="1600" dirty="0" smtClean="0">
                          <a:cs typeface="Kalimati" panose="00000400000000000000" pitchFamily="2"/>
                        </a:rPr>
                        <a:t>जिमेवारी</a:t>
                      </a:r>
                      <a:endParaRPr lang="en-US" sz="1600" dirty="0">
                        <a:cs typeface="Kalimati" panose="00000400000000000000" pitchFamily="2"/>
                      </a:endParaRPr>
                    </a:p>
                  </a:txBody>
                  <a:tcPr/>
                </a:tc>
                <a:tc>
                  <a:txBody>
                    <a:bodyPr/>
                    <a:lstStyle/>
                    <a:p>
                      <a:r>
                        <a:rPr lang="ne-NP" sz="1600" dirty="0" smtClean="0">
                          <a:cs typeface="Kalimati" panose="00000400000000000000" pitchFamily="2"/>
                        </a:rPr>
                        <a:t>नयाँ</a:t>
                      </a:r>
                    </a:p>
                    <a:p>
                      <a:r>
                        <a:rPr lang="ne-NP" sz="1600" dirty="0" smtClean="0">
                          <a:cs typeface="Kalimati" panose="00000400000000000000" pitchFamily="2"/>
                        </a:rPr>
                        <a:t>दर्ता</a:t>
                      </a:r>
                      <a:endParaRPr lang="en-US" sz="1600" dirty="0">
                        <a:cs typeface="Kalimati" panose="00000400000000000000" pitchFamily="2"/>
                      </a:endParaRPr>
                    </a:p>
                  </a:txBody>
                  <a:tcPr/>
                </a:tc>
                <a:tc>
                  <a:txBody>
                    <a:bodyPr/>
                    <a:lstStyle/>
                    <a:p>
                      <a:r>
                        <a:rPr lang="ne-NP" sz="1600" dirty="0" smtClean="0">
                          <a:cs typeface="Kalimati" panose="00000400000000000000" pitchFamily="2"/>
                        </a:rPr>
                        <a:t>कूल</a:t>
                      </a:r>
                      <a:endParaRPr lang="en-US" sz="1600" dirty="0">
                        <a:cs typeface="Kalimati" panose="00000400000000000000" pitchFamily="2"/>
                      </a:endParaRPr>
                    </a:p>
                  </a:txBody>
                  <a:tcPr/>
                </a:tc>
                <a:tc>
                  <a:txBody>
                    <a:bodyPr/>
                    <a:lstStyle/>
                    <a:p>
                      <a:r>
                        <a:rPr lang="ne-NP" sz="1600" dirty="0" smtClean="0">
                          <a:cs typeface="Kalimati" panose="00000400000000000000" pitchFamily="2"/>
                        </a:rPr>
                        <a:t>जिमेवारी</a:t>
                      </a:r>
                      <a:endParaRPr lang="en-US" sz="1600" dirty="0">
                        <a:cs typeface="Kalimati" panose="00000400000000000000" pitchFamily="2"/>
                      </a:endParaRPr>
                    </a:p>
                  </a:txBody>
                  <a:tcPr/>
                </a:tc>
                <a:tc>
                  <a:txBody>
                    <a:bodyPr/>
                    <a:lstStyle/>
                    <a:p>
                      <a:r>
                        <a:rPr lang="ne-NP" sz="1600" dirty="0" smtClean="0">
                          <a:cs typeface="Kalimati" panose="00000400000000000000" pitchFamily="2"/>
                        </a:rPr>
                        <a:t>नयाँ</a:t>
                      </a:r>
                    </a:p>
                    <a:p>
                      <a:r>
                        <a:rPr lang="ne-NP" sz="1600" dirty="0" smtClean="0">
                          <a:cs typeface="Kalimati" panose="00000400000000000000" pitchFamily="2"/>
                        </a:rPr>
                        <a:t>दर्ता</a:t>
                      </a:r>
                      <a:endParaRPr lang="en-US" sz="1600" dirty="0">
                        <a:cs typeface="Kalimati" panose="00000400000000000000" pitchFamily="2"/>
                      </a:endParaRPr>
                    </a:p>
                  </a:txBody>
                  <a:tcPr/>
                </a:tc>
                <a:tc>
                  <a:txBody>
                    <a:bodyPr/>
                    <a:lstStyle/>
                    <a:p>
                      <a:r>
                        <a:rPr lang="ne-NP" sz="1600" dirty="0" smtClean="0">
                          <a:cs typeface="Kalimati" panose="00000400000000000000" pitchFamily="2"/>
                        </a:rPr>
                        <a:t>कूल</a:t>
                      </a:r>
                      <a:endParaRPr lang="en-US" sz="1600" dirty="0">
                        <a:cs typeface="Kalimati" panose="00000400000000000000" pitchFamily="2"/>
                      </a:endParaRPr>
                    </a:p>
                  </a:txBody>
                  <a:tcPr/>
                </a:tc>
                <a:tc>
                  <a:txBody>
                    <a:bodyPr/>
                    <a:lstStyle/>
                    <a:p>
                      <a:endParaRPr lang="en-US" sz="1600" dirty="0">
                        <a:cs typeface="Kalimati" panose="00000400000000000000" pitchFamily="2"/>
                      </a:endParaRPr>
                    </a:p>
                  </a:txBody>
                  <a:tcPr/>
                </a:tc>
                <a:extLst>
                  <a:ext uri="{0D108BD9-81ED-4DB2-BD59-A6C34878D82A}">
                    <a16:rowId xmlns="" xmlns:a16="http://schemas.microsoft.com/office/drawing/2014/main" val="2170790422"/>
                  </a:ext>
                </a:extLst>
              </a:tr>
              <a:tr h="64008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ne-NP" sz="1800" b="0" i="0" u="none" strike="noStrike" kern="1200" cap="none" spc="0" normalizeH="0" baseline="0" noProof="0" dirty="0" smtClean="0">
                          <a:ln>
                            <a:noFill/>
                          </a:ln>
                          <a:solidFill>
                            <a:prstClr val="black"/>
                          </a:solidFill>
                          <a:effectLst/>
                          <a:uLnTx/>
                          <a:uFillTx/>
                          <a:latin typeface="+mn-lt"/>
                          <a:ea typeface="+mn-ea"/>
                          <a:cs typeface="Kalimati" panose="00000400000000000000" pitchFamily="2"/>
                        </a:rPr>
                        <a:t>075/076</a:t>
                      </a:r>
                      <a:endParaRPr kumimoji="0" lang="en-US" sz="1800" b="0" i="0" u="none" strike="noStrike" kern="1200" cap="none" spc="0" normalizeH="0" baseline="0" noProof="0" dirty="0" smtClean="0">
                        <a:ln>
                          <a:noFill/>
                        </a:ln>
                        <a:solidFill>
                          <a:prstClr val="black"/>
                        </a:solidFill>
                        <a:effectLst/>
                        <a:uLnTx/>
                        <a:uFillTx/>
                        <a:latin typeface="+mn-lt"/>
                        <a:ea typeface="+mn-ea"/>
                        <a:cs typeface="Kalimati" panose="00000400000000000000" pitchFamily="2"/>
                      </a:endParaRPr>
                    </a:p>
                  </a:txBody>
                  <a:tcPr/>
                </a:tc>
                <a:tc>
                  <a:txBody>
                    <a:bodyPr/>
                    <a:lstStyle/>
                    <a:p>
                      <a:r>
                        <a:rPr lang="ne-NP" sz="1600" dirty="0" smtClean="0">
                          <a:cs typeface="Kalimati" panose="00000400000000000000" pitchFamily="2"/>
                        </a:rPr>
                        <a:t>46</a:t>
                      </a:r>
                      <a:endParaRPr lang="en-US" sz="1600" dirty="0">
                        <a:cs typeface="Kalimati" panose="00000400000000000000" pitchFamily="2"/>
                      </a:endParaRPr>
                    </a:p>
                  </a:txBody>
                  <a:tcPr/>
                </a:tc>
                <a:tc>
                  <a:txBody>
                    <a:bodyPr/>
                    <a:lstStyle/>
                    <a:p>
                      <a:r>
                        <a:rPr lang="ne-NP" sz="1600" dirty="0" smtClean="0">
                          <a:cs typeface="Kalimati" panose="00000400000000000000" pitchFamily="2"/>
                        </a:rPr>
                        <a:t>101</a:t>
                      </a:r>
                      <a:endParaRPr lang="en-US" sz="1600" dirty="0">
                        <a:cs typeface="Kalimati" panose="00000400000000000000" pitchFamily="2"/>
                      </a:endParaRPr>
                    </a:p>
                  </a:txBody>
                  <a:tcPr/>
                </a:tc>
                <a:tc>
                  <a:txBody>
                    <a:bodyPr/>
                    <a:lstStyle/>
                    <a:p>
                      <a:r>
                        <a:rPr lang="ne-NP" sz="1600" dirty="0" smtClean="0">
                          <a:cs typeface="Kalimati" panose="00000400000000000000" pitchFamily="2"/>
                        </a:rPr>
                        <a:t>147</a:t>
                      </a:r>
                      <a:endParaRPr lang="en-US" sz="1600" dirty="0">
                        <a:cs typeface="Kalimati" panose="00000400000000000000" pitchFamily="2"/>
                      </a:endParaRPr>
                    </a:p>
                  </a:txBody>
                  <a:tcPr/>
                </a:tc>
                <a:tc>
                  <a:txBody>
                    <a:bodyPr/>
                    <a:lstStyle/>
                    <a:p>
                      <a:endParaRPr lang="en-US" sz="1600" dirty="0">
                        <a:cs typeface="Kalimati" panose="00000400000000000000" pitchFamily="2"/>
                      </a:endParaRPr>
                    </a:p>
                  </a:txBody>
                  <a:tcPr/>
                </a:tc>
                <a:tc>
                  <a:txBody>
                    <a:bodyPr/>
                    <a:lstStyle/>
                    <a:p>
                      <a:endParaRPr lang="en-US" sz="1600" dirty="0">
                        <a:cs typeface="Kalimati" panose="00000400000000000000" pitchFamily="2"/>
                      </a:endParaRPr>
                    </a:p>
                  </a:txBody>
                  <a:tcPr/>
                </a:tc>
                <a:tc>
                  <a:txBody>
                    <a:bodyPr/>
                    <a:lstStyle/>
                    <a:p>
                      <a:r>
                        <a:rPr lang="ne-NP" sz="1600" dirty="0" smtClean="0">
                          <a:cs typeface="Kalimati" panose="00000400000000000000" pitchFamily="2"/>
                        </a:rPr>
                        <a:t>109</a:t>
                      </a:r>
                      <a:endParaRPr lang="en-US" sz="1600" dirty="0">
                        <a:cs typeface="Kalimati" panose="00000400000000000000" pitchFamily="2"/>
                      </a:endParaRPr>
                    </a:p>
                  </a:txBody>
                  <a:tcPr/>
                </a:tc>
                <a:tc>
                  <a:txBody>
                    <a:bodyPr/>
                    <a:lstStyle/>
                    <a:p>
                      <a:endParaRPr lang="en-US" sz="1600" dirty="0">
                        <a:cs typeface="Kalimati" panose="00000400000000000000" pitchFamily="2"/>
                      </a:endParaRPr>
                    </a:p>
                  </a:txBody>
                  <a:tcPr/>
                </a:tc>
                <a:tc>
                  <a:txBody>
                    <a:bodyPr/>
                    <a:lstStyle/>
                    <a:p>
                      <a:endParaRPr lang="en-US" sz="1600" dirty="0">
                        <a:cs typeface="Kalimati" panose="00000400000000000000" pitchFamily="2"/>
                      </a:endParaRPr>
                    </a:p>
                  </a:txBody>
                  <a:tcPr/>
                </a:tc>
                <a:tc>
                  <a:txBody>
                    <a:bodyPr/>
                    <a:lstStyle/>
                    <a:p>
                      <a:r>
                        <a:rPr lang="ne-NP" sz="1600" dirty="0" smtClean="0">
                          <a:cs typeface="Kalimati" panose="00000400000000000000" pitchFamily="2"/>
                        </a:rPr>
                        <a:t>87</a:t>
                      </a:r>
                      <a:endParaRPr lang="en-US" sz="1600" dirty="0">
                        <a:cs typeface="Kalimati" panose="00000400000000000000" pitchFamily="2"/>
                      </a:endParaRPr>
                    </a:p>
                  </a:txBody>
                  <a:tcPr/>
                </a:tc>
                <a:tc>
                  <a:txBody>
                    <a:bodyPr/>
                    <a:lstStyle/>
                    <a:p>
                      <a:endParaRPr lang="en-US" sz="1600" dirty="0">
                        <a:cs typeface="Kalimati" panose="00000400000000000000" pitchFamily="2"/>
                      </a:endParaRPr>
                    </a:p>
                  </a:txBody>
                  <a:tcPr/>
                </a:tc>
                <a:extLst>
                  <a:ext uri="{0D108BD9-81ED-4DB2-BD59-A6C34878D82A}">
                    <a16:rowId xmlns="" xmlns:a16="http://schemas.microsoft.com/office/drawing/2014/main" val="637824341"/>
                  </a:ext>
                </a:extLst>
              </a:tr>
              <a:tr h="579120">
                <a:tc>
                  <a:txBody>
                    <a:bodyPr/>
                    <a:lstStyle/>
                    <a:p>
                      <a:r>
                        <a:rPr lang="ne-NP" sz="1600" dirty="0" smtClean="0">
                          <a:cs typeface="Kalimati" panose="00000400000000000000" pitchFamily="2"/>
                        </a:rPr>
                        <a:t>076/077</a:t>
                      </a:r>
                      <a:endParaRPr lang="en-US" sz="1600" dirty="0">
                        <a:cs typeface="Kalimati" panose="00000400000000000000" pitchFamily="2"/>
                      </a:endParaRPr>
                    </a:p>
                  </a:txBody>
                  <a:tcPr/>
                </a:tc>
                <a:tc>
                  <a:txBody>
                    <a:bodyPr/>
                    <a:lstStyle/>
                    <a:p>
                      <a:r>
                        <a:rPr lang="ne-NP" sz="1600" dirty="0" smtClean="0">
                          <a:cs typeface="Kalimati" panose="00000400000000000000" pitchFamily="2"/>
                        </a:rPr>
                        <a:t>87</a:t>
                      </a:r>
                      <a:endParaRPr lang="en-US" sz="1600" dirty="0">
                        <a:cs typeface="Kalimati" panose="00000400000000000000" pitchFamily="2"/>
                      </a:endParaRPr>
                    </a:p>
                  </a:txBody>
                  <a:tcPr/>
                </a:tc>
                <a:tc>
                  <a:txBody>
                    <a:bodyPr/>
                    <a:lstStyle/>
                    <a:p>
                      <a:r>
                        <a:rPr lang="ne-NP" sz="1600" dirty="0" smtClean="0">
                          <a:cs typeface="Kalimati" panose="00000400000000000000" pitchFamily="2"/>
                        </a:rPr>
                        <a:t>90</a:t>
                      </a:r>
                      <a:endParaRPr lang="en-US" sz="1600" dirty="0">
                        <a:cs typeface="Kalimati" panose="00000400000000000000" pitchFamily="2"/>
                      </a:endParaRPr>
                    </a:p>
                  </a:txBody>
                  <a:tcPr/>
                </a:tc>
                <a:tc>
                  <a:txBody>
                    <a:bodyPr/>
                    <a:lstStyle/>
                    <a:p>
                      <a:r>
                        <a:rPr lang="ne-NP" sz="1600" dirty="0" smtClean="0">
                          <a:cs typeface="Kalimati" panose="00000400000000000000" pitchFamily="2"/>
                        </a:rPr>
                        <a:t>177</a:t>
                      </a:r>
                      <a:endParaRPr lang="en-US" sz="1600" dirty="0">
                        <a:cs typeface="Kalimati" panose="00000400000000000000" pitchFamily="2"/>
                      </a:endParaRPr>
                    </a:p>
                  </a:txBody>
                  <a:tcPr/>
                </a:tc>
                <a:tc>
                  <a:txBody>
                    <a:bodyPr/>
                    <a:lstStyle/>
                    <a:p>
                      <a:r>
                        <a:rPr lang="ne-NP" sz="1600" dirty="0" smtClean="0">
                          <a:cs typeface="Kalimati" panose="00000400000000000000" pitchFamily="2"/>
                        </a:rPr>
                        <a:t>58</a:t>
                      </a:r>
                      <a:endParaRPr lang="en-US" sz="1600" dirty="0">
                        <a:cs typeface="Kalimati" panose="00000400000000000000" pitchFamily="2"/>
                      </a:endParaRPr>
                    </a:p>
                  </a:txBody>
                  <a:tcPr/>
                </a:tc>
                <a:tc>
                  <a:txBody>
                    <a:bodyPr/>
                    <a:lstStyle/>
                    <a:p>
                      <a:r>
                        <a:rPr lang="ne-NP" sz="1600" dirty="0" smtClean="0">
                          <a:cs typeface="Kalimati" panose="00000400000000000000" pitchFamily="2"/>
                        </a:rPr>
                        <a:t>51</a:t>
                      </a:r>
                      <a:endParaRPr lang="en-US" sz="1600" dirty="0">
                        <a:cs typeface="Kalimati" panose="00000400000000000000" pitchFamily="2"/>
                      </a:endParaRPr>
                    </a:p>
                  </a:txBody>
                  <a:tcPr/>
                </a:tc>
                <a:tc>
                  <a:txBody>
                    <a:bodyPr/>
                    <a:lstStyle/>
                    <a:p>
                      <a:r>
                        <a:rPr lang="ne-NP" sz="1600" dirty="0" smtClean="0">
                          <a:cs typeface="Kalimati" panose="00000400000000000000" pitchFamily="2"/>
                        </a:rPr>
                        <a:t>109</a:t>
                      </a:r>
                      <a:endParaRPr lang="en-US" sz="1600" dirty="0">
                        <a:cs typeface="Kalimati" panose="00000400000000000000" pitchFamily="2"/>
                      </a:endParaRPr>
                    </a:p>
                  </a:txBody>
                  <a:tcPr/>
                </a:tc>
                <a:tc>
                  <a:txBody>
                    <a:bodyPr/>
                    <a:lstStyle/>
                    <a:p>
                      <a:r>
                        <a:rPr lang="ne-NP" sz="1600" dirty="0" smtClean="0">
                          <a:cs typeface="Kalimati" panose="00000400000000000000" pitchFamily="2"/>
                        </a:rPr>
                        <a:t>29</a:t>
                      </a:r>
                      <a:endParaRPr lang="en-US" sz="1600" dirty="0">
                        <a:cs typeface="Kalimati" panose="00000400000000000000" pitchFamily="2"/>
                      </a:endParaRPr>
                    </a:p>
                  </a:txBody>
                  <a:tcPr/>
                </a:tc>
                <a:tc>
                  <a:txBody>
                    <a:bodyPr/>
                    <a:lstStyle/>
                    <a:p>
                      <a:r>
                        <a:rPr lang="ne-NP" sz="1600" dirty="0" smtClean="0">
                          <a:cs typeface="Kalimati" panose="00000400000000000000" pitchFamily="2"/>
                        </a:rPr>
                        <a:t>39</a:t>
                      </a:r>
                      <a:endParaRPr lang="en-US" sz="1600" dirty="0">
                        <a:cs typeface="Kalimati" panose="00000400000000000000" pitchFamily="2"/>
                      </a:endParaRPr>
                    </a:p>
                  </a:txBody>
                  <a:tcPr/>
                </a:tc>
                <a:tc>
                  <a:txBody>
                    <a:bodyPr/>
                    <a:lstStyle/>
                    <a:p>
                      <a:r>
                        <a:rPr lang="ne-NP" sz="1600" dirty="0" smtClean="0">
                          <a:cs typeface="Kalimati" panose="00000400000000000000" pitchFamily="2"/>
                        </a:rPr>
                        <a:t>68</a:t>
                      </a:r>
                      <a:endParaRPr lang="en-US" sz="1600" dirty="0">
                        <a:cs typeface="Kalimati" panose="00000400000000000000" pitchFamily="2"/>
                      </a:endParaRPr>
                    </a:p>
                  </a:txBody>
                  <a:tcPr/>
                </a:tc>
                <a:tc>
                  <a:txBody>
                    <a:bodyPr/>
                    <a:lstStyle/>
                    <a:p>
                      <a:r>
                        <a:rPr lang="ne-NP" sz="1600" dirty="0" smtClean="0">
                          <a:cs typeface="Kalimati" panose="00000400000000000000" pitchFamily="2"/>
                        </a:rPr>
                        <a:t>१ सचेत</a:t>
                      </a:r>
                    </a:p>
                    <a:p>
                      <a:r>
                        <a:rPr lang="ne-NP" sz="1600" dirty="0" smtClean="0">
                          <a:cs typeface="Kalimati" panose="00000400000000000000" pitchFamily="2"/>
                        </a:rPr>
                        <a:t>१ पदमुक्त</a:t>
                      </a:r>
                      <a:endParaRPr lang="en-US" sz="1600" dirty="0">
                        <a:cs typeface="Kalimati" panose="00000400000000000000" pitchFamily="2"/>
                      </a:endParaRPr>
                    </a:p>
                  </a:txBody>
                  <a:tcPr/>
                </a:tc>
                <a:extLst>
                  <a:ext uri="{0D108BD9-81ED-4DB2-BD59-A6C34878D82A}">
                    <a16:rowId xmlns="" xmlns:a16="http://schemas.microsoft.com/office/drawing/2014/main" val="2273091536"/>
                  </a:ext>
                </a:extLst>
              </a:tr>
              <a:tr h="5791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ne-NP" sz="1600" b="0" i="0" u="none" strike="noStrike" kern="1200" cap="none" spc="0" normalizeH="0" baseline="0" noProof="0" dirty="0" smtClean="0">
                          <a:ln>
                            <a:noFill/>
                          </a:ln>
                          <a:solidFill>
                            <a:prstClr val="black"/>
                          </a:solidFill>
                          <a:effectLst/>
                          <a:uLnTx/>
                          <a:uFillTx/>
                          <a:latin typeface="+mn-lt"/>
                          <a:ea typeface="+mn-ea"/>
                          <a:cs typeface="Kalimati" panose="00000400000000000000" pitchFamily="2"/>
                        </a:rPr>
                        <a:t>07७/07८</a:t>
                      </a:r>
                      <a:endParaRPr kumimoji="0" lang="en-US" sz="1600" b="0" i="0" u="none" strike="noStrike" kern="1200" cap="none" spc="0" normalizeH="0" baseline="0" noProof="0" dirty="0" smtClean="0">
                        <a:ln>
                          <a:noFill/>
                        </a:ln>
                        <a:solidFill>
                          <a:prstClr val="black"/>
                        </a:solidFill>
                        <a:effectLst/>
                        <a:uLnTx/>
                        <a:uFillTx/>
                        <a:latin typeface="+mn-lt"/>
                        <a:ea typeface="+mn-ea"/>
                        <a:cs typeface="Kalimati" panose="00000400000000000000" pitchFamily="2"/>
                      </a:endParaRPr>
                    </a:p>
                  </a:txBody>
                  <a:tcPr/>
                </a:tc>
                <a:tc>
                  <a:txBody>
                    <a:bodyPr/>
                    <a:lstStyle/>
                    <a:p>
                      <a:r>
                        <a:rPr lang="ne-NP" sz="1600" dirty="0" smtClean="0">
                          <a:cs typeface="Kalimati" panose="00000400000000000000" pitchFamily="2"/>
                        </a:rPr>
                        <a:t>68</a:t>
                      </a:r>
                      <a:endParaRPr lang="en-US" sz="1600" dirty="0">
                        <a:cs typeface="Kalimati" panose="00000400000000000000" pitchFamily="2"/>
                      </a:endParaRPr>
                    </a:p>
                  </a:txBody>
                  <a:tcPr/>
                </a:tc>
                <a:tc>
                  <a:txBody>
                    <a:bodyPr/>
                    <a:lstStyle/>
                    <a:p>
                      <a:r>
                        <a:rPr lang="ne-NP" sz="1600" dirty="0" smtClean="0">
                          <a:cs typeface="Kalimati" panose="00000400000000000000" pitchFamily="2"/>
                        </a:rPr>
                        <a:t>50</a:t>
                      </a:r>
                      <a:endParaRPr lang="en-US" sz="1600" dirty="0">
                        <a:cs typeface="Kalimati" panose="00000400000000000000" pitchFamily="2"/>
                      </a:endParaRPr>
                    </a:p>
                  </a:txBody>
                  <a:tcPr/>
                </a:tc>
                <a:tc>
                  <a:txBody>
                    <a:bodyPr/>
                    <a:lstStyle/>
                    <a:p>
                      <a:r>
                        <a:rPr lang="ne-NP" sz="1600" dirty="0" smtClean="0">
                          <a:cs typeface="Kalimati" panose="00000400000000000000" pitchFamily="2"/>
                        </a:rPr>
                        <a:t>118</a:t>
                      </a:r>
                      <a:endParaRPr lang="en-US" sz="1600" dirty="0">
                        <a:cs typeface="Kalimati" panose="00000400000000000000" pitchFamily="2"/>
                      </a:endParaRPr>
                    </a:p>
                  </a:txBody>
                  <a:tcPr/>
                </a:tc>
                <a:tc>
                  <a:txBody>
                    <a:bodyPr/>
                    <a:lstStyle/>
                    <a:p>
                      <a:r>
                        <a:rPr lang="ne-NP" sz="1600" dirty="0" smtClean="0">
                          <a:cs typeface="Kalimati" panose="00000400000000000000" pitchFamily="2"/>
                        </a:rPr>
                        <a:t>0</a:t>
                      </a:r>
                      <a:endParaRPr lang="en-US" sz="1600" dirty="0">
                        <a:cs typeface="Kalimati" panose="00000400000000000000" pitchFamily="2"/>
                      </a:endParaRPr>
                    </a:p>
                  </a:txBody>
                  <a:tcPr/>
                </a:tc>
                <a:tc>
                  <a:txBody>
                    <a:bodyPr/>
                    <a:lstStyle/>
                    <a:p>
                      <a:r>
                        <a:rPr lang="ne-NP" sz="1600" dirty="0" smtClean="0">
                          <a:cs typeface="Kalimati" panose="00000400000000000000" pitchFamily="2"/>
                        </a:rPr>
                        <a:t>0</a:t>
                      </a:r>
                      <a:endParaRPr lang="en-US" sz="1600" dirty="0">
                        <a:cs typeface="Kalimati" panose="00000400000000000000" pitchFamily="2"/>
                      </a:endParaRPr>
                    </a:p>
                  </a:txBody>
                  <a:tcPr/>
                </a:tc>
                <a:tc>
                  <a:txBody>
                    <a:bodyPr/>
                    <a:lstStyle/>
                    <a:p>
                      <a:r>
                        <a:rPr lang="ne-NP" sz="1600" dirty="0" smtClean="0">
                          <a:cs typeface="Kalimati" panose="00000400000000000000" pitchFamily="2"/>
                        </a:rPr>
                        <a:t>0</a:t>
                      </a:r>
                      <a:endParaRPr lang="en-US" sz="1600" dirty="0">
                        <a:cs typeface="Kalimati" panose="00000400000000000000" pitchFamily="2"/>
                      </a:endParaRPr>
                    </a:p>
                  </a:txBody>
                  <a:tcPr/>
                </a:tc>
                <a:tc>
                  <a:txBody>
                    <a:bodyPr/>
                    <a:lstStyle/>
                    <a:p>
                      <a:r>
                        <a:rPr lang="ne-NP" sz="1600" dirty="0" smtClean="0">
                          <a:cs typeface="Kalimati" panose="00000400000000000000" pitchFamily="2"/>
                        </a:rPr>
                        <a:t>68</a:t>
                      </a:r>
                      <a:endParaRPr lang="en-US" sz="1600" dirty="0">
                        <a:cs typeface="Kalimati" panose="00000400000000000000" pitchFamily="2"/>
                      </a:endParaRPr>
                    </a:p>
                  </a:txBody>
                  <a:tcPr/>
                </a:tc>
                <a:tc>
                  <a:txBody>
                    <a:bodyPr/>
                    <a:lstStyle/>
                    <a:p>
                      <a:r>
                        <a:rPr lang="ne-NP" sz="1600" dirty="0" smtClean="0">
                          <a:cs typeface="Kalimati" panose="00000400000000000000" pitchFamily="2"/>
                        </a:rPr>
                        <a:t>50</a:t>
                      </a:r>
                      <a:endParaRPr lang="en-US" sz="1600" dirty="0">
                        <a:cs typeface="Kalimati" panose="00000400000000000000" pitchFamily="2"/>
                      </a:endParaRPr>
                    </a:p>
                  </a:txBody>
                  <a:tcPr/>
                </a:tc>
                <a:tc>
                  <a:txBody>
                    <a:bodyPr/>
                    <a:lstStyle/>
                    <a:p>
                      <a:r>
                        <a:rPr lang="ne-NP" sz="1600" dirty="0" smtClean="0">
                          <a:cs typeface="Kalimati" panose="00000400000000000000" pitchFamily="2"/>
                        </a:rPr>
                        <a:t>११८</a:t>
                      </a:r>
                      <a:endParaRPr lang="en-US" sz="1600" dirty="0">
                        <a:cs typeface="Kalimati" panose="00000400000000000000" pitchFamily="2"/>
                      </a:endParaRPr>
                    </a:p>
                  </a:txBody>
                  <a:tcPr/>
                </a:tc>
                <a:tc>
                  <a:txBody>
                    <a:bodyPr/>
                    <a:lstStyle/>
                    <a:p>
                      <a:endParaRPr lang="en-US" sz="1600" dirty="0">
                        <a:cs typeface="Kalimati" panose="00000400000000000000" pitchFamily="2"/>
                      </a:endParaRPr>
                    </a:p>
                  </a:txBody>
                  <a:tcPr/>
                </a:tc>
                <a:extLst>
                  <a:ext uri="{0D108BD9-81ED-4DB2-BD59-A6C34878D82A}">
                    <a16:rowId xmlns="" xmlns:a16="http://schemas.microsoft.com/office/drawing/2014/main" val="3548308824"/>
                  </a:ext>
                </a:extLst>
              </a:tr>
              <a:tr h="64008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ne-NP" sz="1800" b="0" i="0" u="none" strike="noStrike" kern="1200" cap="none" spc="0" normalizeH="0" baseline="0" noProof="0" dirty="0" smtClean="0">
                          <a:ln>
                            <a:noFill/>
                          </a:ln>
                          <a:solidFill>
                            <a:prstClr val="black"/>
                          </a:solidFill>
                          <a:effectLst/>
                          <a:uLnTx/>
                          <a:uFillTx/>
                          <a:latin typeface="+mn-lt"/>
                          <a:ea typeface="+mn-ea"/>
                          <a:cs typeface="Kalimati" panose="00000400000000000000" pitchFamily="2"/>
                        </a:rPr>
                        <a:t>07८/07९</a:t>
                      </a:r>
                      <a:endParaRPr kumimoji="0" lang="en-US" sz="1800" b="0" i="0" u="none" strike="noStrike" kern="1200" cap="none" spc="0" normalizeH="0" baseline="0" noProof="0" dirty="0" smtClean="0">
                        <a:ln>
                          <a:noFill/>
                        </a:ln>
                        <a:solidFill>
                          <a:prstClr val="black"/>
                        </a:solidFill>
                        <a:effectLst/>
                        <a:uLnTx/>
                        <a:uFillTx/>
                        <a:latin typeface="+mn-lt"/>
                        <a:ea typeface="+mn-ea"/>
                        <a:cs typeface="Kalimati" panose="00000400000000000000" pitchFamily="2"/>
                      </a:endParaRPr>
                    </a:p>
                  </a:txBody>
                  <a:tcPr/>
                </a:tc>
                <a:tc>
                  <a:txBody>
                    <a:bodyPr/>
                    <a:lstStyle/>
                    <a:p>
                      <a:r>
                        <a:rPr lang="ne-NP" sz="1600" dirty="0" smtClean="0">
                          <a:cs typeface="Kalimati" panose="00000400000000000000" pitchFamily="2"/>
                        </a:rPr>
                        <a:t>118</a:t>
                      </a:r>
                      <a:endParaRPr lang="en-US" sz="1600" dirty="0">
                        <a:cs typeface="Kalimati" panose="00000400000000000000" pitchFamily="2"/>
                      </a:endParaRPr>
                    </a:p>
                  </a:txBody>
                  <a:tcPr/>
                </a:tc>
                <a:tc>
                  <a:txBody>
                    <a:bodyPr/>
                    <a:lstStyle/>
                    <a:p>
                      <a:r>
                        <a:rPr lang="ne-NP" sz="1600" dirty="0" smtClean="0">
                          <a:cs typeface="Kalimati" panose="00000400000000000000" pitchFamily="2"/>
                        </a:rPr>
                        <a:t>107</a:t>
                      </a:r>
                      <a:endParaRPr lang="en-US" sz="1600" dirty="0">
                        <a:cs typeface="Kalimati" panose="00000400000000000000" pitchFamily="2"/>
                      </a:endParaRPr>
                    </a:p>
                  </a:txBody>
                  <a:tcPr/>
                </a:tc>
                <a:tc>
                  <a:txBody>
                    <a:bodyPr/>
                    <a:lstStyle/>
                    <a:p>
                      <a:r>
                        <a:rPr lang="ne-NP" sz="1600" dirty="0" smtClean="0">
                          <a:cs typeface="Kalimati" panose="00000400000000000000" pitchFamily="2"/>
                        </a:rPr>
                        <a:t>225</a:t>
                      </a:r>
                      <a:endParaRPr lang="en-US" sz="1600" dirty="0">
                        <a:cs typeface="Kalimati" panose="00000400000000000000" pitchFamily="2"/>
                      </a:endParaRPr>
                    </a:p>
                  </a:txBody>
                  <a:tcPr/>
                </a:tc>
                <a:tc>
                  <a:txBody>
                    <a:bodyPr/>
                    <a:lstStyle/>
                    <a:p>
                      <a:endParaRPr lang="en-US" sz="1600" dirty="0">
                        <a:cs typeface="Kalimati" panose="00000400000000000000" pitchFamily="2"/>
                      </a:endParaRPr>
                    </a:p>
                  </a:txBody>
                  <a:tcPr/>
                </a:tc>
                <a:tc>
                  <a:txBody>
                    <a:bodyPr/>
                    <a:lstStyle/>
                    <a:p>
                      <a:endParaRPr lang="en-US" sz="1600" dirty="0">
                        <a:cs typeface="Kalimati" panose="00000400000000000000" pitchFamily="2"/>
                      </a:endParaRPr>
                    </a:p>
                  </a:txBody>
                  <a:tcPr/>
                </a:tc>
                <a:tc>
                  <a:txBody>
                    <a:bodyPr/>
                    <a:lstStyle/>
                    <a:p>
                      <a:r>
                        <a:rPr lang="ne-NP" sz="1600" dirty="0" smtClean="0">
                          <a:cs typeface="Kalimati" panose="00000400000000000000" pitchFamily="2"/>
                        </a:rPr>
                        <a:t>102</a:t>
                      </a:r>
                      <a:endParaRPr lang="en-US" sz="1600" dirty="0">
                        <a:cs typeface="Kalimati" panose="00000400000000000000" pitchFamily="2"/>
                      </a:endParaRPr>
                    </a:p>
                  </a:txBody>
                  <a:tcPr/>
                </a:tc>
                <a:tc>
                  <a:txBody>
                    <a:bodyPr/>
                    <a:lstStyle/>
                    <a:p>
                      <a:endParaRPr lang="en-US" sz="1600" dirty="0">
                        <a:cs typeface="Kalimati" panose="00000400000000000000" pitchFamily="2"/>
                      </a:endParaRPr>
                    </a:p>
                  </a:txBody>
                  <a:tcPr/>
                </a:tc>
                <a:tc>
                  <a:txBody>
                    <a:bodyPr/>
                    <a:lstStyle/>
                    <a:p>
                      <a:endParaRPr lang="en-US" sz="1600" dirty="0">
                        <a:cs typeface="Kalimati" panose="00000400000000000000" pitchFamily="2"/>
                      </a:endParaRPr>
                    </a:p>
                  </a:txBody>
                  <a:tcPr/>
                </a:tc>
                <a:tc>
                  <a:txBody>
                    <a:bodyPr/>
                    <a:lstStyle/>
                    <a:p>
                      <a:r>
                        <a:rPr lang="ne-NP" sz="1600" dirty="0" smtClean="0">
                          <a:cs typeface="Kalimati" panose="00000400000000000000" pitchFamily="2"/>
                        </a:rPr>
                        <a:t>123</a:t>
                      </a:r>
                      <a:endParaRPr lang="en-US" sz="1600" dirty="0">
                        <a:cs typeface="Kalimati" panose="00000400000000000000" pitchFamily="2"/>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ne-NP" sz="1600" b="0" i="0" u="none" strike="noStrike" kern="1200" cap="none" spc="0" normalizeH="0" baseline="0" noProof="0" dirty="0" smtClean="0">
                          <a:ln>
                            <a:noFill/>
                          </a:ln>
                          <a:solidFill>
                            <a:prstClr val="black"/>
                          </a:solidFill>
                          <a:effectLst/>
                          <a:uLnTx/>
                          <a:uFillTx/>
                          <a:latin typeface="+mn-lt"/>
                          <a:ea typeface="+mn-ea"/>
                          <a:cs typeface="Kalimati" panose="00000400000000000000" pitchFamily="2"/>
                        </a:rPr>
                        <a:t>१ सचेत</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ne-NP" sz="1600" b="0" i="0" u="none" strike="noStrike" kern="1200" cap="none" spc="0" normalizeH="0" baseline="0" noProof="0" dirty="0" smtClean="0">
                          <a:ln>
                            <a:noFill/>
                          </a:ln>
                          <a:solidFill>
                            <a:prstClr val="black"/>
                          </a:solidFill>
                          <a:effectLst/>
                          <a:uLnTx/>
                          <a:uFillTx/>
                          <a:latin typeface="+mn-lt"/>
                          <a:ea typeface="+mn-ea"/>
                          <a:cs typeface="Kalimati" panose="00000400000000000000" pitchFamily="2"/>
                        </a:rPr>
                        <a:t>३ पदमुक्त</a:t>
                      </a:r>
                      <a:endParaRPr kumimoji="0" lang="en-US" sz="1600" b="0" i="0" u="none" strike="noStrike" kern="1200" cap="none" spc="0" normalizeH="0" baseline="0" noProof="0" dirty="0" smtClean="0">
                        <a:ln>
                          <a:noFill/>
                        </a:ln>
                        <a:solidFill>
                          <a:prstClr val="black"/>
                        </a:solidFill>
                        <a:effectLst/>
                        <a:uLnTx/>
                        <a:uFillTx/>
                        <a:latin typeface="+mn-lt"/>
                        <a:ea typeface="+mn-ea"/>
                        <a:cs typeface="Kalimati" panose="00000400000000000000" pitchFamily="2"/>
                      </a:endParaRPr>
                    </a:p>
                  </a:txBody>
                  <a:tcPr/>
                </a:tc>
                <a:extLst>
                  <a:ext uri="{0D108BD9-81ED-4DB2-BD59-A6C34878D82A}">
                    <a16:rowId xmlns="" xmlns:a16="http://schemas.microsoft.com/office/drawing/2014/main" val="1620825978"/>
                  </a:ext>
                </a:extLst>
              </a:tr>
              <a:tr h="64008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ne-NP" sz="1800" b="0" i="0" u="none" strike="noStrike" kern="1200" cap="none" spc="0" normalizeH="0" baseline="0" noProof="0" dirty="0" smtClean="0">
                          <a:ln>
                            <a:noFill/>
                          </a:ln>
                          <a:solidFill>
                            <a:prstClr val="black"/>
                          </a:solidFill>
                          <a:effectLst/>
                          <a:uLnTx/>
                          <a:uFillTx/>
                          <a:latin typeface="+mn-lt"/>
                          <a:ea typeface="+mn-ea"/>
                          <a:cs typeface="Kalimati" panose="00000400000000000000" pitchFamily="2"/>
                        </a:rPr>
                        <a:t>079/080</a:t>
                      </a:r>
                      <a:endParaRPr kumimoji="0" lang="en-US" sz="1800" b="0" i="0" u="none" strike="noStrike" kern="1200" cap="none" spc="0" normalizeH="0" baseline="0" noProof="0" dirty="0" smtClean="0">
                        <a:ln>
                          <a:noFill/>
                        </a:ln>
                        <a:solidFill>
                          <a:prstClr val="black"/>
                        </a:solidFill>
                        <a:effectLst/>
                        <a:uLnTx/>
                        <a:uFillTx/>
                        <a:latin typeface="+mn-lt"/>
                        <a:ea typeface="+mn-ea"/>
                        <a:cs typeface="Kalimati" panose="00000400000000000000" pitchFamily="2"/>
                      </a:endParaRPr>
                    </a:p>
                  </a:txBody>
                  <a:tcPr/>
                </a:tc>
                <a:tc>
                  <a:txBody>
                    <a:bodyPr/>
                    <a:lstStyle/>
                    <a:p>
                      <a:r>
                        <a:rPr lang="ne-NP" sz="1600" dirty="0" smtClean="0">
                          <a:cs typeface="Kalimati" panose="00000400000000000000" pitchFamily="2"/>
                        </a:rPr>
                        <a:t>123</a:t>
                      </a:r>
                      <a:endParaRPr lang="en-US" sz="1600" dirty="0">
                        <a:cs typeface="Kalimati" panose="00000400000000000000" pitchFamily="2"/>
                      </a:endParaRPr>
                    </a:p>
                  </a:txBody>
                  <a:tcPr/>
                </a:tc>
                <a:tc>
                  <a:txBody>
                    <a:bodyPr/>
                    <a:lstStyle/>
                    <a:p>
                      <a:r>
                        <a:rPr lang="ne-NP" sz="1600" dirty="0" smtClean="0">
                          <a:cs typeface="Kalimati" panose="00000400000000000000" pitchFamily="2"/>
                        </a:rPr>
                        <a:t>176</a:t>
                      </a:r>
                      <a:endParaRPr lang="en-US" sz="1600" dirty="0">
                        <a:cs typeface="Kalimati" panose="00000400000000000000" pitchFamily="2"/>
                      </a:endParaRPr>
                    </a:p>
                  </a:txBody>
                  <a:tcPr/>
                </a:tc>
                <a:tc>
                  <a:txBody>
                    <a:bodyPr/>
                    <a:lstStyle/>
                    <a:p>
                      <a:r>
                        <a:rPr lang="ne-NP" sz="1600" dirty="0" smtClean="0">
                          <a:cs typeface="Kalimati" panose="00000400000000000000" pitchFamily="2"/>
                        </a:rPr>
                        <a:t>299</a:t>
                      </a:r>
                      <a:endParaRPr lang="en-US" sz="1600" dirty="0">
                        <a:cs typeface="Kalimati" panose="00000400000000000000" pitchFamily="2"/>
                      </a:endParaRPr>
                    </a:p>
                  </a:txBody>
                  <a:tcPr/>
                </a:tc>
                <a:tc>
                  <a:txBody>
                    <a:bodyPr/>
                    <a:lstStyle/>
                    <a:p>
                      <a:endParaRPr lang="en-US" sz="1600" dirty="0">
                        <a:cs typeface="Kalimati" panose="00000400000000000000" pitchFamily="2"/>
                      </a:endParaRPr>
                    </a:p>
                  </a:txBody>
                  <a:tcPr/>
                </a:tc>
                <a:tc>
                  <a:txBody>
                    <a:bodyPr/>
                    <a:lstStyle/>
                    <a:p>
                      <a:endParaRPr lang="en-US" sz="1600" dirty="0">
                        <a:cs typeface="Kalimati" panose="00000400000000000000" pitchFamily="2"/>
                      </a:endParaRPr>
                    </a:p>
                  </a:txBody>
                  <a:tcPr/>
                </a:tc>
                <a:tc>
                  <a:txBody>
                    <a:bodyPr/>
                    <a:lstStyle/>
                    <a:p>
                      <a:r>
                        <a:rPr lang="ne-NP" sz="1600" dirty="0" smtClean="0">
                          <a:cs typeface="Kalimati" panose="00000400000000000000" pitchFamily="2"/>
                        </a:rPr>
                        <a:t>68</a:t>
                      </a:r>
                      <a:endParaRPr lang="en-US" sz="1600" dirty="0">
                        <a:cs typeface="Kalimati" panose="00000400000000000000" pitchFamily="2"/>
                      </a:endParaRPr>
                    </a:p>
                  </a:txBody>
                  <a:tcPr/>
                </a:tc>
                <a:tc>
                  <a:txBody>
                    <a:bodyPr/>
                    <a:lstStyle/>
                    <a:p>
                      <a:endParaRPr lang="en-US" sz="1600" dirty="0">
                        <a:cs typeface="Kalimati" panose="00000400000000000000" pitchFamily="2"/>
                      </a:endParaRPr>
                    </a:p>
                  </a:txBody>
                  <a:tcPr/>
                </a:tc>
                <a:tc>
                  <a:txBody>
                    <a:bodyPr/>
                    <a:lstStyle/>
                    <a:p>
                      <a:endParaRPr lang="en-US" sz="1600" dirty="0">
                        <a:cs typeface="Kalimati" panose="00000400000000000000" pitchFamily="2"/>
                      </a:endParaRPr>
                    </a:p>
                  </a:txBody>
                  <a:tcPr/>
                </a:tc>
                <a:tc>
                  <a:txBody>
                    <a:bodyPr/>
                    <a:lstStyle/>
                    <a:p>
                      <a:r>
                        <a:rPr lang="ne-NP" sz="1600" dirty="0" smtClean="0">
                          <a:cs typeface="Kalimati" panose="00000400000000000000" pitchFamily="2"/>
                        </a:rPr>
                        <a:t>231</a:t>
                      </a:r>
                      <a:endParaRPr lang="en-US" sz="1600" dirty="0">
                        <a:cs typeface="Kalimati" panose="00000400000000000000" pitchFamily="2"/>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ne-NP" sz="1600" b="0" i="0" u="none" strike="noStrike" kern="1200" cap="none" spc="0" normalizeH="0" baseline="0" noProof="0" dirty="0" smtClean="0">
                          <a:ln>
                            <a:noFill/>
                          </a:ln>
                          <a:solidFill>
                            <a:prstClr val="black"/>
                          </a:solidFill>
                          <a:effectLst/>
                          <a:uLnTx/>
                          <a:uFillTx/>
                          <a:latin typeface="+mn-lt"/>
                          <a:ea typeface="+mn-ea"/>
                          <a:cs typeface="Kalimati" panose="00000400000000000000" pitchFamily="2"/>
                        </a:rPr>
                        <a:t>१ सचेत</a:t>
                      </a:r>
                      <a:endParaRPr lang="ne-NP" sz="1600" dirty="0" smtClean="0">
                        <a:cs typeface="Kalimati" panose="00000400000000000000" pitchFamily="2"/>
                      </a:endParaRPr>
                    </a:p>
                    <a:p>
                      <a:r>
                        <a:rPr lang="ne-NP" sz="1600" dirty="0" smtClean="0">
                          <a:cs typeface="Kalimati" panose="00000400000000000000" pitchFamily="2"/>
                        </a:rPr>
                        <a:t>३ पदमुक्त</a:t>
                      </a:r>
                      <a:endParaRPr lang="en-US" sz="1600" dirty="0">
                        <a:cs typeface="Kalimati" panose="00000400000000000000" pitchFamily="2"/>
                      </a:endParaRPr>
                    </a:p>
                  </a:txBody>
                  <a:tcPr/>
                </a:tc>
                <a:extLst>
                  <a:ext uri="{0D108BD9-81ED-4DB2-BD59-A6C34878D82A}">
                    <a16:rowId xmlns="" xmlns:a16="http://schemas.microsoft.com/office/drawing/2014/main" val="2791748331"/>
                  </a:ext>
                </a:extLst>
              </a:tr>
              <a:tr h="69526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ne-NP" sz="1800" b="0" i="0" u="none" strike="noStrike" kern="1200" cap="none" spc="0" normalizeH="0" baseline="0" noProof="0" dirty="0" smtClean="0">
                          <a:ln>
                            <a:noFill/>
                          </a:ln>
                          <a:solidFill>
                            <a:prstClr val="black"/>
                          </a:solidFill>
                          <a:effectLst/>
                          <a:uLnTx/>
                          <a:uFillTx/>
                          <a:latin typeface="+mn-lt"/>
                          <a:ea typeface="+mn-ea"/>
                          <a:cs typeface="Kalimati" panose="00000400000000000000" pitchFamily="2"/>
                        </a:rPr>
                        <a:t>080/081</a:t>
                      </a:r>
                      <a:endParaRPr kumimoji="0" lang="en-US" sz="1800" b="0" i="0" u="none" strike="noStrike" kern="1200" cap="none" spc="0" normalizeH="0" baseline="0" noProof="0" dirty="0" smtClean="0">
                        <a:ln>
                          <a:noFill/>
                        </a:ln>
                        <a:solidFill>
                          <a:prstClr val="black"/>
                        </a:solidFill>
                        <a:effectLst/>
                        <a:uLnTx/>
                        <a:uFillTx/>
                        <a:latin typeface="+mn-lt"/>
                        <a:ea typeface="+mn-ea"/>
                        <a:cs typeface="Kalimati" panose="00000400000000000000" pitchFamily="2"/>
                      </a:endParaRPr>
                    </a:p>
                  </a:txBody>
                  <a:tcPr/>
                </a:tc>
                <a:tc>
                  <a:txBody>
                    <a:bodyPr/>
                    <a:lstStyle/>
                    <a:p>
                      <a:r>
                        <a:rPr lang="ne-NP" sz="1600" dirty="0" smtClean="0">
                          <a:cs typeface="Kalimati" panose="00000400000000000000" pitchFamily="2"/>
                        </a:rPr>
                        <a:t>231</a:t>
                      </a:r>
                      <a:endParaRPr lang="en-US" sz="1600" dirty="0">
                        <a:cs typeface="Kalimati" panose="00000400000000000000" pitchFamily="2"/>
                      </a:endParaRPr>
                    </a:p>
                  </a:txBody>
                  <a:tcPr/>
                </a:tc>
                <a:tc>
                  <a:txBody>
                    <a:bodyPr/>
                    <a:lstStyle/>
                    <a:p>
                      <a:r>
                        <a:rPr lang="ne-NP" sz="1600" dirty="0" smtClean="0">
                          <a:cs typeface="Kalimati" panose="00000400000000000000" pitchFamily="2"/>
                        </a:rPr>
                        <a:t>148</a:t>
                      </a:r>
                      <a:endParaRPr lang="en-US" sz="1600" dirty="0">
                        <a:cs typeface="Kalimati" panose="00000400000000000000" pitchFamily="2"/>
                      </a:endParaRPr>
                    </a:p>
                  </a:txBody>
                  <a:tcPr/>
                </a:tc>
                <a:tc>
                  <a:txBody>
                    <a:bodyPr/>
                    <a:lstStyle/>
                    <a:p>
                      <a:r>
                        <a:rPr lang="ne-NP" sz="1600" dirty="0" smtClean="0">
                          <a:cs typeface="Kalimati" panose="00000400000000000000" pitchFamily="2"/>
                        </a:rPr>
                        <a:t>379</a:t>
                      </a:r>
                      <a:endParaRPr lang="en-US" sz="1600" dirty="0">
                        <a:cs typeface="Kalimati" panose="00000400000000000000" pitchFamily="2"/>
                      </a:endParaRPr>
                    </a:p>
                  </a:txBody>
                  <a:tcPr/>
                </a:tc>
                <a:tc>
                  <a:txBody>
                    <a:bodyPr/>
                    <a:lstStyle/>
                    <a:p>
                      <a:endParaRPr lang="en-US" sz="1600" dirty="0">
                        <a:cs typeface="Kalimati" panose="00000400000000000000" pitchFamily="2"/>
                      </a:endParaRPr>
                    </a:p>
                  </a:txBody>
                  <a:tcPr/>
                </a:tc>
                <a:tc>
                  <a:txBody>
                    <a:bodyPr/>
                    <a:lstStyle/>
                    <a:p>
                      <a:endParaRPr lang="en-US" sz="1600" dirty="0">
                        <a:cs typeface="Kalimati" panose="00000400000000000000" pitchFamily="2"/>
                      </a:endParaRPr>
                    </a:p>
                  </a:txBody>
                  <a:tcPr/>
                </a:tc>
                <a:tc>
                  <a:txBody>
                    <a:bodyPr/>
                    <a:lstStyle/>
                    <a:p>
                      <a:r>
                        <a:rPr lang="ne-NP" sz="1600" dirty="0" smtClean="0">
                          <a:cs typeface="Kalimati" panose="00000400000000000000" pitchFamily="2"/>
                        </a:rPr>
                        <a:t>183</a:t>
                      </a:r>
                      <a:endParaRPr lang="en-US" sz="1600" dirty="0">
                        <a:cs typeface="Kalimati" panose="00000400000000000000" pitchFamily="2"/>
                      </a:endParaRPr>
                    </a:p>
                  </a:txBody>
                  <a:tcPr/>
                </a:tc>
                <a:tc>
                  <a:txBody>
                    <a:bodyPr/>
                    <a:lstStyle/>
                    <a:p>
                      <a:endParaRPr lang="en-US" sz="1600" dirty="0">
                        <a:cs typeface="Kalimati" panose="00000400000000000000" pitchFamily="2"/>
                      </a:endParaRPr>
                    </a:p>
                  </a:txBody>
                  <a:tcPr/>
                </a:tc>
                <a:tc>
                  <a:txBody>
                    <a:bodyPr/>
                    <a:lstStyle/>
                    <a:p>
                      <a:endParaRPr lang="en-US" sz="1600" dirty="0">
                        <a:cs typeface="Kalimati" panose="00000400000000000000" pitchFamily="2"/>
                      </a:endParaRPr>
                    </a:p>
                  </a:txBody>
                  <a:tcPr/>
                </a:tc>
                <a:tc>
                  <a:txBody>
                    <a:bodyPr/>
                    <a:lstStyle/>
                    <a:p>
                      <a:r>
                        <a:rPr lang="ne-NP" sz="1600" dirty="0" smtClean="0">
                          <a:cs typeface="Kalimati" panose="00000400000000000000" pitchFamily="2"/>
                        </a:rPr>
                        <a:t>196</a:t>
                      </a:r>
                      <a:endParaRPr lang="en-US" sz="1600" dirty="0">
                        <a:cs typeface="Kalimati" panose="00000400000000000000" pitchFamily="2"/>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ne-NP" sz="1600" b="0" i="0" u="none" strike="noStrike" kern="1200" cap="none" spc="0" normalizeH="0" baseline="0" noProof="0" dirty="0" smtClean="0">
                          <a:ln>
                            <a:noFill/>
                          </a:ln>
                          <a:solidFill>
                            <a:prstClr val="black"/>
                          </a:solidFill>
                          <a:effectLst/>
                          <a:uLnTx/>
                          <a:uFillTx/>
                          <a:latin typeface="+mn-lt"/>
                          <a:ea typeface="+mn-ea"/>
                          <a:cs typeface="Kalimati" panose="00000400000000000000" pitchFamily="2"/>
                        </a:rPr>
                        <a:t>२ सचेत</a:t>
                      </a:r>
                      <a:endParaRPr lang="ne-NP" sz="1600" dirty="0" smtClean="0">
                        <a:cs typeface="Kalimati" panose="00000400000000000000" pitchFamily="2"/>
                      </a:endParaRPr>
                    </a:p>
                    <a:p>
                      <a:r>
                        <a:rPr lang="ne-NP" sz="1600" dirty="0" smtClean="0">
                          <a:cs typeface="Kalimati" panose="00000400000000000000" pitchFamily="2"/>
                        </a:rPr>
                        <a:t>२ पदमुक्त</a:t>
                      </a:r>
                      <a:endParaRPr lang="en-US" sz="1600" dirty="0">
                        <a:cs typeface="Kalimati" panose="00000400000000000000" pitchFamily="2"/>
                      </a:endParaRPr>
                    </a:p>
                  </a:txBody>
                  <a:tcPr/>
                </a:tc>
                <a:extLst>
                  <a:ext uri="{0D108BD9-81ED-4DB2-BD59-A6C34878D82A}">
                    <a16:rowId xmlns="" xmlns:a16="http://schemas.microsoft.com/office/drawing/2014/main" val="2601550816"/>
                  </a:ext>
                </a:extLst>
              </a:tr>
              <a:tr h="78463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ne-NP" sz="1800" b="0" i="0" u="none" strike="noStrike" kern="1200" cap="none" spc="0" normalizeH="0" baseline="0" noProof="0" dirty="0" smtClean="0">
                          <a:ln>
                            <a:noFill/>
                          </a:ln>
                          <a:solidFill>
                            <a:schemeClr val="tx1"/>
                          </a:solidFill>
                          <a:effectLst/>
                          <a:uLnTx/>
                          <a:uFillTx/>
                          <a:latin typeface="+mn-lt"/>
                          <a:ea typeface="+mn-ea"/>
                          <a:cs typeface="Kalimati" panose="00000400000000000000" pitchFamily="2"/>
                        </a:rPr>
                        <a:t>०८१</a:t>
                      </a:r>
                      <a:r>
                        <a:rPr kumimoji="0" lang="en-US" sz="1800" b="0" i="0" u="none" strike="noStrike" kern="1200" cap="none" spc="0" normalizeH="0" baseline="0" noProof="0" dirty="0" smtClean="0">
                          <a:ln>
                            <a:noFill/>
                          </a:ln>
                          <a:solidFill>
                            <a:schemeClr val="tx1"/>
                          </a:solidFill>
                          <a:effectLst/>
                          <a:uLnTx/>
                          <a:uFillTx/>
                          <a:latin typeface="+mn-lt"/>
                          <a:ea typeface="+mn-ea"/>
                          <a:cs typeface="Kalimati" panose="00000400000000000000" pitchFamily="2"/>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ne-NP" sz="1800" b="0" i="0" u="none" strike="noStrike" kern="1200" cap="none" spc="0" normalizeH="0" baseline="0" noProof="0" dirty="0" smtClean="0">
                          <a:ln>
                            <a:noFill/>
                          </a:ln>
                          <a:solidFill>
                            <a:schemeClr val="tx1"/>
                          </a:solidFill>
                          <a:effectLst/>
                          <a:uLnTx/>
                          <a:uFillTx/>
                          <a:latin typeface="+mn-lt"/>
                          <a:ea typeface="+mn-ea"/>
                          <a:cs typeface="Kalimati" panose="00000400000000000000" pitchFamily="2"/>
                        </a:rPr>
                        <a:t>०८२</a:t>
                      </a:r>
                      <a:endParaRPr kumimoji="0" lang="en-US" sz="1800" b="0" i="0" u="none" strike="noStrike" kern="1200" cap="none" spc="0" normalizeH="0" baseline="0" noProof="0" dirty="0" smtClean="0">
                        <a:ln>
                          <a:noFill/>
                        </a:ln>
                        <a:solidFill>
                          <a:schemeClr val="tx1"/>
                        </a:solidFill>
                        <a:effectLst/>
                        <a:uLnTx/>
                        <a:uFillTx/>
                        <a:latin typeface="+mn-lt"/>
                        <a:ea typeface="+mn-ea"/>
                        <a:cs typeface="Kalimati" panose="00000400000000000000" pitchFamily="2"/>
                      </a:endParaRPr>
                    </a:p>
                  </a:txBody>
                  <a:tcPr/>
                </a:tc>
                <a:tc>
                  <a:txBody>
                    <a:bodyPr/>
                    <a:lstStyle/>
                    <a:p>
                      <a:r>
                        <a:rPr lang="ne-NP" sz="1600" dirty="0" smtClean="0">
                          <a:solidFill>
                            <a:schemeClr val="tx1"/>
                          </a:solidFill>
                          <a:cs typeface="Kalimati" panose="00000400000000000000" pitchFamily="2"/>
                        </a:rPr>
                        <a:t>१९६</a:t>
                      </a:r>
                      <a:endParaRPr lang="en-US" sz="1600" dirty="0">
                        <a:solidFill>
                          <a:schemeClr val="tx1"/>
                        </a:solidFill>
                        <a:cs typeface="Kalimati" panose="00000400000000000000" pitchFamily="2"/>
                      </a:endParaRPr>
                    </a:p>
                  </a:txBody>
                  <a:tcPr/>
                </a:tc>
                <a:tc>
                  <a:txBody>
                    <a:bodyPr/>
                    <a:lstStyle/>
                    <a:p>
                      <a:r>
                        <a:rPr lang="ne-NP" sz="1600" dirty="0" smtClean="0">
                          <a:solidFill>
                            <a:schemeClr val="tx1"/>
                          </a:solidFill>
                          <a:cs typeface="Kalimati" panose="00000400000000000000" pitchFamily="2"/>
                        </a:rPr>
                        <a:t>१५६</a:t>
                      </a:r>
                      <a:endParaRPr lang="en-US" sz="1600" dirty="0">
                        <a:solidFill>
                          <a:schemeClr val="tx1"/>
                        </a:solidFill>
                        <a:cs typeface="Kalimati" panose="00000400000000000000" pitchFamily="2"/>
                      </a:endParaRPr>
                    </a:p>
                  </a:txBody>
                  <a:tcPr/>
                </a:tc>
                <a:tc>
                  <a:txBody>
                    <a:bodyPr/>
                    <a:lstStyle/>
                    <a:p>
                      <a:r>
                        <a:rPr lang="ne-NP" sz="1600" dirty="0" smtClean="0">
                          <a:solidFill>
                            <a:schemeClr val="tx1"/>
                          </a:solidFill>
                          <a:cs typeface="Kalimati" panose="00000400000000000000" pitchFamily="2"/>
                        </a:rPr>
                        <a:t>३५२</a:t>
                      </a:r>
                      <a:endParaRPr lang="en-US" sz="1600" dirty="0">
                        <a:solidFill>
                          <a:schemeClr val="tx1"/>
                        </a:solidFill>
                        <a:cs typeface="Kalimati" panose="00000400000000000000" pitchFamily="2"/>
                      </a:endParaRPr>
                    </a:p>
                  </a:txBody>
                  <a:tcPr/>
                </a:tc>
                <a:tc>
                  <a:txBody>
                    <a:bodyPr/>
                    <a:lstStyle/>
                    <a:p>
                      <a:endParaRPr lang="en-US" sz="1600" dirty="0">
                        <a:solidFill>
                          <a:schemeClr val="tx1"/>
                        </a:solidFill>
                        <a:cs typeface="Kalimati" panose="00000400000000000000" pitchFamily="2"/>
                      </a:endParaRPr>
                    </a:p>
                  </a:txBody>
                  <a:tcPr/>
                </a:tc>
                <a:tc>
                  <a:txBody>
                    <a:bodyPr/>
                    <a:lstStyle/>
                    <a:p>
                      <a:endParaRPr lang="en-US" sz="1600" dirty="0">
                        <a:solidFill>
                          <a:schemeClr val="tx1"/>
                        </a:solidFill>
                        <a:cs typeface="Kalimati" panose="00000400000000000000" pitchFamily="2"/>
                      </a:endParaRPr>
                    </a:p>
                  </a:txBody>
                  <a:tcPr/>
                </a:tc>
                <a:tc>
                  <a:txBody>
                    <a:bodyPr/>
                    <a:lstStyle/>
                    <a:p>
                      <a:r>
                        <a:rPr lang="ne-NP" sz="1600" dirty="0" smtClean="0">
                          <a:solidFill>
                            <a:schemeClr val="tx1"/>
                          </a:solidFill>
                          <a:cs typeface="Kalimati" panose="00000400000000000000" pitchFamily="2"/>
                        </a:rPr>
                        <a:t>२०६</a:t>
                      </a:r>
                      <a:endParaRPr lang="en-US" sz="1600" dirty="0">
                        <a:solidFill>
                          <a:schemeClr val="tx1"/>
                        </a:solidFill>
                        <a:cs typeface="Kalimati" panose="00000400000000000000" pitchFamily="2"/>
                      </a:endParaRPr>
                    </a:p>
                  </a:txBody>
                  <a:tcPr/>
                </a:tc>
                <a:tc>
                  <a:txBody>
                    <a:bodyPr/>
                    <a:lstStyle/>
                    <a:p>
                      <a:endParaRPr lang="en-US" sz="1600" dirty="0">
                        <a:solidFill>
                          <a:schemeClr val="tx1"/>
                        </a:solidFill>
                        <a:cs typeface="Kalimati" panose="00000400000000000000" pitchFamily="2"/>
                      </a:endParaRPr>
                    </a:p>
                  </a:txBody>
                  <a:tcPr/>
                </a:tc>
                <a:tc>
                  <a:txBody>
                    <a:bodyPr/>
                    <a:lstStyle/>
                    <a:p>
                      <a:endParaRPr lang="en-US" sz="1600" dirty="0">
                        <a:solidFill>
                          <a:schemeClr val="tx1"/>
                        </a:solidFill>
                        <a:cs typeface="Kalimati" panose="00000400000000000000" pitchFamily="2"/>
                      </a:endParaRPr>
                    </a:p>
                  </a:txBody>
                  <a:tcPr/>
                </a:tc>
                <a:tc>
                  <a:txBody>
                    <a:bodyPr/>
                    <a:lstStyle/>
                    <a:p>
                      <a:r>
                        <a:rPr lang="ne-NP" sz="1600" dirty="0" smtClean="0">
                          <a:solidFill>
                            <a:schemeClr val="tx1"/>
                          </a:solidFill>
                          <a:cs typeface="Kalimati" panose="00000400000000000000" pitchFamily="2"/>
                        </a:rPr>
                        <a:t>१४६</a:t>
                      </a:r>
                      <a:endParaRPr lang="en-US" sz="1600" dirty="0">
                        <a:solidFill>
                          <a:schemeClr val="tx1"/>
                        </a:solidFill>
                        <a:cs typeface="Kalimati" panose="00000400000000000000" pitchFamily="2"/>
                      </a:endParaRPr>
                    </a:p>
                  </a:txBody>
                  <a:tcPr/>
                </a:tc>
                <a:tc>
                  <a:txBody>
                    <a:bodyPr/>
                    <a:lstStyle/>
                    <a:p>
                      <a:endParaRPr lang="en-US" sz="1600" dirty="0">
                        <a:solidFill>
                          <a:schemeClr val="tx1"/>
                        </a:solidFill>
                        <a:cs typeface="Kalimati" panose="00000400000000000000" pitchFamily="2"/>
                      </a:endParaRPr>
                    </a:p>
                  </a:txBody>
                  <a:tcPr/>
                </a:tc>
                <a:extLst>
                  <a:ext uri="{0D108BD9-81ED-4DB2-BD59-A6C34878D82A}">
                    <a16:rowId xmlns="" xmlns:a16="http://schemas.microsoft.com/office/drawing/2014/main" val="10008"/>
                  </a:ext>
                </a:extLst>
              </a:tr>
            </a:tbl>
          </a:graphicData>
        </a:graphic>
      </p:graphicFrame>
    </p:spTree>
    <p:extLst>
      <p:ext uri="{BB962C8B-B14F-4D97-AF65-F5344CB8AC3E}">
        <p14:creationId xmlns="" xmlns:p14="http://schemas.microsoft.com/office/powerpoint/2010/main" val="1681626922"/>
      </p:ext>
    </p:extLst>
  </p:cSld>
  <p:clrMapOvr>
    <a:masterClrMapping/>
  </p:clrMapOvr>
  <p:transition spd="slow">
    <p:wipe dir="r"/>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76200"/>
            <a:ext cx="8610600" cy="457200"/>
          </a:xfrm>
        </p:spPr>
        <p:style>
          <a:lnRef idx="1">
            <a:schemeClr val="accent1"/>
          </a:lnRef>
          <a:fillRef idx="2">
            <a:schemeClr val="accent1"/>
          </a:fillRef>
          <a:effectRef idx="1">
            <a:schemeClr val="accent1"/>
          </a:effectRef>
          <a:fontRef idx="minor">
            <a:schemeClr val="dk1"/>
          </a:fontRef>
        </p:style>
        <p:txBody>
          <a:bodyPr>
            <a:noAutofit/>
          </a:bodyPr>
          <a:lstStyle/>
          <a:p>
            <a:pPr algn="ctr"/>
            <a:r>
              <a:rPr lang="ne-NP" sz="2000" dirty="0" smtClean="0">
                <a:solidFill>
                  <a:prstClr val="black"/>
                </a:solidFill>
                <a:latin typeface="Perpetua"/>
                <a:cs typeface="Kalimati" pitchFamily="2"/>
              </a:rPr>
              <a:t>आ.व.08२/8३ मा न्यायाधीश </a:t>
            </a:r>
            <a:r>
              <a:rPr lang="ne-NP" sz="2000" dirty="0">
                <a:solidFill>
                  <a:prstClr val="black"/>
                </a:solidFill>
                <a:latin typeface="Perpetua"/>
                <a:cs typeface="Kalimati" pitchFamily="2"/>
              </a:rPr>
              <a:t>विरुद्ध </a:t>
            </a:r>
            <a:r>
              <a:rPr lang="ne-NP" sz="2000" dirty="0" smtClean="0">
                <a:solidFill>
                  <a:prstClr val="black"/>
                </a:solidFill>
                <a:latin typeface="Perpetua"/>
                <a:cs typeface="Kalimati" pitchFamily="2"/>
              </a:rPr>
              <a:t>परेका चालु उजुरीको प्रकृतिगत विवरण</a:t>
            </a:r>
            <a:endParaRPr lang="en-US" sz="2000" dirty="0"/>
          </a:p>
        </p:txBody>
      </p:sp>
      <p:graphicFrame>
        <p:nvGraphicFramePr>
          <p:cNvPr id="4" name="Content Placeholder 3"/>
          <p:cNvGraphicFramePr>
            <a:graphicFrameLocks noGrp="1"/>
          </p:cNvGraphicFramePr>
          <p:nvPr>
            <p:ph idx="1"/>
            <p:extLst>
              <p:ext uri="{D42A27DB-BD31-4B8C-83A1-F6EECF244321}">
                <p14:modId xmlns="" xmlns:p14="http://schemas.microsoft.com/office/powerpoint/2010/main" val="2593316112"/>
              </p:ext>
            </p:extLst>
          </p:nvPr>
        </p:nvGraphicFramePr>
        <p:xfrm>
          <a:off x="304800" y="533401"/>
          <a:ext cx="8534400" cy="6281526"/>
        </p:xfrm>
        <a:graphic>
          <a:graphicData uri="http://schemas.openxmlformats.org/drawingml/2006/table">
            <a:tbl>
              <a:tblPr firstRow="1" bandRow="1">
                <a:tableStyleId>{5C22544A-7EE6-4342-B048-85BDC9FD1C3A}</a:tableStyleId>
              </a:tblPr>
              <a:tblGrid>
                <a:gridCol w="515793">
                  <a:extLst>
                    <a:ext uri="{9D8B030D-6E8A-4147-A177-3AD203B41FA5}">
                      <a16:colId xmlns="" xmlns:a16="http://schemas.microsoft.com/office/drawing/2014/main" val="3524299095"/>
                    </a:ext>
                  </a:extLst>
                </a:gridCol>
                <a:gridCol w="2713440">
                  <a:extLst>
                    <a:ext uri="{9D8B030D-6E8A-4147-A177-3AD203B41FA5}">
                      <a16:colId xmlns="" xmlns:a16="http://schemas.microsoft.com/office/drawing/2014/main" val="3742130574"/>
                    </a:ext>
                  </a:extLst>
                </a:gridCol>
                <a:gridCol w="768865">
                  <a:extLst>
                    <a:ext uri="{9D8B030D-6E8A-4147-A177-3AD203B41FA5}">
                      <a16:colId xmlns="" xmlns:a16="http://schemas.microsoft.com/office/drawing/2014/main" val="968722030"/>
                    </a:ext>
                  </a:extLst>
                </a:gridCol>
                <a:gridCol w="461318">
                  <a:extLst>
                    <a:ext uri="{9D8B030D-6E8A-4147-A177-3AD203B41FA5}">
                      <a16:colId xmlns="" xmlns:a16="http://schemas.microsoft.com/office/drawing/2014/main" val="2101179542"/>
                    </a:ext>
                  </a:extLst>
                </a:gridCol>
                <a:gridCol w="615092">
                  <a:extLst>
                    <a:ext uri="{9D8B030D-6E8A-4147-A177-3AD203B41FA5}">
                      <a16:colId xmlns="" xmlns:a16="http://schemas.microsoft.com/office/drawing/2014/main" val="2146167311"/>
                    </a:ext>
                  </a:extLst>
                </a:gridCol>
                <a:gridCol w="538205">
                  <a:extLst>
                    <a:ext uri="{9D8B030D-6E8A-4147-A177-3AD203B41FA5}">
                      <a16:colId xmlns="" xmlns:a16="http://schemas.microsoft.com/office/drawing/2014/main" val="589913749"/>
                    </a:ext>
                  </a:extLst>
                </a:gridCol>
                <a:gridCol w="615093">
                  <a:extLst>
                    <a:ext uri="{9D8B030D-6E8A-4147-A177-3AD203B41FA5}">
                      <a16:colId xmlns="" xmlns:a16="http://schemas.microsoft.com/office/drawing/2014/main" val="4217762427"/>
                    </a:ext>
                  </a:extLst>
                </a:gridCol>
                <a:gridCol w="538205">
                  <a:extLst>
                    <a:ext uri="{9D8B030D-6E8A-4147-A177-3AD203B41FA5}">
                      <a16:colId xmlns="" xmlns:a16="http://schemas.microsoft.com/office/drawing/2014/main" val="2882250127"/>
                    </a:ext>
                  </a:extLst>
                </a:gridCol>
                <a:gridCol w="615092">
                  <a:extLst>
                    <a:ext uri="{9D8B030D-6E8A-4147-A177-3AD203B41FA5}">
                      <a16:colId xmlns="" xmlns:a16="http://schemas.microsoft.com/office/drawing/2014/main" val="157677371"/>
                    </a:ext>
                  </a:extLst>
                </a:gridCol>
                <a:gridCol w="619897">
                  <a:extLst>
                    <a:ext uri="{9D8B030D-6E8A-4147-A177-3AD203B41FA5}">
                      <a16:colId xmlns="" xmlns:a16="http://schemas.microsoft.com/office/drawing/2014/main" val="2462517378"/>
                    </a:ext>
                  </a:extLst>
                </a:gridCol>
                <a:gridCol w="533400">
                  <a:extLst>
                    <a:ext uri="{9D8B030D-6E8A-4147-A177-3AD203B41FA5}">
                      <a16:colId xmlns="" xmlns:a16="http://schemas.microsoft.com/office/drawing/2014/main" val="2459781929"/>
                    </a:ext>
                  </a:extLst>
                </a:gridCol>
              </a:tblGrid>
              <a:tr h="668091">
                <a:tc rowSpan="2">
                  <a:txBody>
                    <a:bodyPr/>
                    <a:lstStyle/>
                    <a:p>
                      <a:r>
                        <a:rPr lang="ne-NP" sz="1300" dirty="0" smtClean="0">
                          <a:cs typeface="Kalimati" panose="00000400000000000000" pitchFamily="2"/>
                        </a:rPr>
                        <a:t>सि.नं.</a:t>
                      </a:r>
                      <a:endParaRPr lang="en-US" sz="1300" dirty="0">
                        <a:cs typeface="Kalimati" panose="00000400000000000000" pitchFamily="2"/>
                      </a:endParaRPr>
                    </a:p>
                  </a:txBody>
                  <a:tcPr/>
                </a:tc>
                <a:tc rowSpan="2">
                  <a:txBody>
                    <a:bodyPr/>
                    <a:lstStyle/>
                    <a:p>
                      <a:r>
                        <a:rPr lang="ne-NP" sz="1300" dirty="0" smtClean="0">
                          <a:cs typeface="Kalimati" panose="00000400000000000000" pitchFamily="2"/>
                        </a:rPr>
                        <a:t>उजुरीको प्रकृति</a:t>
                      </a:r>
                      <a:endParaRPr lang="en-US" sz="1300" dirty="0">
                        <a:cs typeface="Kalimati" panose="00000400000000000000" pitchFamily="2"/>
                      </a:endParaRPr>
                    </a:p>
                  </a:txBody>
                  <a:tcPr/>
                </a:tc>
                <a:tc gridSpan="3">
                  <a:txBody>
                    <a:bodyPr/>
                    <a:lstStyle/>
                    <a:p>
                      <a:r>
                        <a:rPr lang="ne-NP" sz="1300" dirty="0" smtClean="0">
                          <a:cs typeface="Kalimati" panose="00000400000000000000" pitchFamily="2"/>
                        </a:rPr>
                        <a:t>लगत</a:t>
                      </a:r>
                      <a:endParaRPr lang="en-US" sz="1300" dirty="0">
                        <a:cs typeface="Kalimati" panose="00000400000000000000" pitchFamily="2"/>
                      </a:endParaRPr>
                    </a:p>
                  </a:txBody>
                  <a:tcPr/>
                </a:tc>
                <a:tc hMerge="1">
                  <a:txBody>
                    <a:bodyPr/>
                    <a:lstStyle/>
                    <a:p>
                      <a:endParaRPr lang="en-US" dirty="0"/>
                    </a:p>
                  </a:txBody>
                  <a:tcPr/>
                </a:tc>
                <a:tc hMerge="1">
                  <a:txBody>
                    <a:bodyPr/>
                    <a:lstStyle/>
                    <a:p>
                      <a:endParaRPr lang="en-US" dirty="0"/>
                    </a:p>
                  </a:txBody>
                  <a:tcPr/>
                </a:tc>
                <a:tc>
                  <a:txBody>
                    <a:bodyPr/>
                    <a:lstStyle/>
                    <a:p>
                      <a:r>
                        <a:rPr lang="ne-NP" sz="1300" dirty="0" smtClean="0">
                          <a:cs typeface="Kalimati" panose="00000400000000000000" pitchFamily="2"/>
                        </a:rPr>
                        <a:t>फर्छ्यौट</a:t>
                      </a:r>
                      <a:endParaRPr lang="en-US" sz="1300" dirty="0">
                        <a:cs typeface="Kalimati" panose="00000400000000000000" pitchFamily="2"/>
                      </a:endParaRPr>
                    </a:p>
                  </a:txBody>
                  <a:tcPr/>
                </a:tc>
                <a:tc gridSpan="4">
                  <a:txBody>
                    <a:bodyPr/>
                    <a:lstStyle/>
                    <a:p>
                      <a:r>
                        <a:rPr lang="ne-NP" sz="1300" dirty="0" smtClean="0">
                          <a:cs typeface="Kalimati" panose="00000400000000000000" pitchFamily="2"/>
                        </a:rPr>
                        <a:t>बाँकी</a:t>
                      </a:r>
                      <a:endParaRPr lang="en-US" sz="1300" dirty="0">
                        <a:cs typeface="Kalimati" panose="00000400000000000000" pitchFamily="2"/>
                      </a:endParaRPr>
                    </a:p>
                  </a:txBody>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tc>
                  <a:txBody>
                    <a:bodyPr/>
                    <a:lstStyle/>
                    <a:p>
                      <a:endParaRPr lang="en-US" sz="1300" dirty="0">
                        <a:cs typeface="Kalimati" panose="00000400000000000000" pitchFamily="2"/>
                      </a:endParaRPr>
                    </a:p>
                  </a:txBody>
                  <a:tcPr/>
                </a:tc>
                <a:extLst>
                  <a:ext uri="{0D108BD9-81ED-4DB2-BD59-A6C34878D82A}">
                    <a16:rowId xmlns="" xmlns:a16="http://schemas.microsoft.com/office/drawing/2014/main" val="2744033869"/>
                  </a:ext>
                </a:extLst>
              </a:tr>
              <a:tr h="668091">
                <a:tc vMerge="1">
                  <a:txBody>
                    <a:bodyPr/>
                    <a:lstStyle/>
                    <a:p>
                      <a:endParaRPr lang="en-US" sz="1400" dirty="0">
                        <a:cs typeface="Kalimati" panose="00000400000000000000" pitchFamily="2"/>
                      </a:endParaRPr>
                    </a:p>
                  </a:txBody>
                  <a:tcPr/>
                </a:tc>
                <a:tc vMerge="1">
                  <a:txBody>
                    <a:bodyPr/>
                    <a:lstStyle/>
                    <a:p>
                      <a:endParaRPr lang="en-US" sz="1400" dirty="0">
                        <a:cs typeface="Kalimati" panose="00000400000000000000" pitchFamily="2"/>
                      </a:endParaRPr>
                    </a:p>
                  </a:txBody>
                  <a:tcPr/>
                </a:tc>
                <a:tc>
                  <a:txBody>
                    <a:bodyPr/>
                    <a:lstStyle/>
                    <a:p>
                      <a:r>
                        <a:rPr lang="ne-NP" sz="1300" dirty="0" smtClean="0">
                          <a:cs typeface="Kalimati" panose="00000400000000000000" pitchFamily="2"/>
                        </a:rPr>
                        <a:t>जिम्मेवारी</a:t>
                      </a:r>
                      <a:endParaRPr lang="en-US" sz="1300" dirty="0">
                        <a:cs typeface="Kalimati" panose="00000400000000000000" pitchFamily="2"/>
                      </a:endParaRPr>
                    </a:p>
                  </a:txBody>
                  <a:tcPr/>
                </a:tc>
                <a:tc>
                  <a:txBody>
                    <a:bodyPr/>
                    <a:lstStyle/>
                    <a:p>
                      <a:r>
                        <a:rPr lang="ne-NP" sz="1300" dirty="0" smtClean="0">
                          <a:cs typeface="Kalimati" panose="00000400000000000000" pitchFamily="2"/>
                        </a:rPr>
                        <a:t>नयाँ</a:t>
                      </a:r>
                      <a:endParaRPr lang="en-US" sz="1300" dirty="0">
                        <a:cs typeface="Kalimati" panose="00000400000000000000" pitchFamily="2"/>
                      </a:endParaRPr>
                    </a:p>
                  </a:txBody>
                  <a:tcPr/>
                </a:tc>
                <a:tc>
                  <a:txBody>
                    <a:bodyPr/>
                    <a:lstStyle/>
                    <a:p>
                      <a:r>
                        <a:rPr lang="ne-NP" sz="1300" dirty="0" smtClean="0">
                          <a:cs typeface="Kalimati" panose="00000400000000000000" pitchFamily="2"/>
                        </a:rPr>
                        <a:t>जम्मा</a:t>
                      </a:r>
                      <a:endParaRPr lang="en-US" sz="1300" dirty="0">
                        <a:cs typeface="Kalimati" panose="00000400000000000000" pitchFamily="2"/>
                      </a:endParaRPr>
                    </a:p>
                  </a:txBody>
                  <a:tcPr/>
                </a:tc>
                <a:tc>
                  <a:txBody>
                    <a:bodyPr/>
                    <a:lstStyle/>
                    <a:p>
                      <a:r>
                        <a:rPr lang="ne-NP" sz="1300" dirty="0" smtClean="0">
                          <a:cs typeface="Kalimati" panose="00000400000000000000" pitchFamily="2"/>
                        </a:rPr>
                        <a:t>जम्मा</a:t>
                      </a:r>
                      <a:endParaRPr lang="en-US" sz="1300" dirty="0">
                        <a:cs typeface="Kalimati" panose="00000400000000000000" pitchFamily="2"/>
                      </a:endParaRPr>
                    </a:p>
                  </a:txBody>
                  <a:tcPr/>
                </a:tc>
                <a:tc>
                  <a:txBody>
                    <a:bodyPr/>
                    <a:lstStyle/>
                    <a:p>
                      <a:r>
                        <a:rPr lang="ne-NP" sz="1300" dirty="0" smtClean="0">
                          <a:cs typeface="Kalimati" panose="00000400000000000000" pitchFamily="2"/>
                        </a:rPr>
                        <a:t>१ वर्ष भित्र</a:t>
                      </a:r>
                      <a:endParaRPr lang="en-US" sz="1300" dirty="0">
                        <a:cs typeface="Kalimati" panose="00000400000000000000" pitchFamily="2"/>
                      </a:endParaRPr>
                    </a:p>
                  </a:txBody>
                  <a:tcPr/>
                </a:tc>
                <a:tc>
                  <a:txBody>
                    <a:bodyPr/>
                    <a:lstStyle/>
                    <a:p>
                      <a:r>
                        <a:rPr lang="ne-NP" sz="1300" dirty="0" smtClean="0">
                          <a:cs typeface="Kalimati" panose="00000400000000000000" pitchFamily="2"/>
                        </a:rPr>
                        <a:t>१-२</a:t>
                      </a:r>
                      <a:r>
                        <a:rPr lang="ne-NP" sz="1300" baseline="0" dirty="0" smtClean="0">
                          <a:cs typeface="Kalimati" panose="00000400000000000000" pitchFamily="2"/>
                        </a:rPr>
                        <a:t> वर्ष भित्र</a:t>
                      </a:r>
                      <a:endParaRPr lang="en-US" sz="1300" dirty="0">
                        <a:cs typeface="Kalimati" panose="00000400000000000000" pitchFamily="2"/>
                      </a:endParaRPr>
                    </a:p>
                  </a:txBody>
                  <a:tcPr/>
                </a:tc>
                <a:tc>
                  <a:txBody>
                    <a:bodyPr/>
                    <a:lstStyle/>
                    <a:p>
                      <a:r>
                        <a:rPr lang="ne-NP" sz="1300" dirty="0" smtClean="0">
                          <a:cs typeface="Kalimati" panose="00000400000000000000" pitchFamily="2"/>
                        </a:rPr>
                        <a:t>२ वर्ष माथि</a:t>
                      </a:r>
                      <a:endParaRPr lang="en-US" sz="1300" dirty="0">
                        <a:cs typeface="Kalimati" panose="00000400000000000000" pitchFamily="2"/>
                      </a:endParaRPr>
                    </a:p>
                  </a:txBody>
                  <a:tcPr/>
                </a:tc>
                <a:tc>
                  <a:txBody>
                    <a:bodyPr/>
                    <a:lstStyle/>
                    <a:p>
                      <a:r>
                        <a:rPr lang="ne-NP" sz="1300" dirty="0" smtClean="0">
                          <a:cs typeface="Kalimati" panose="00000400000000000000" pitchFamily="2"/>
                        </a:rPr>
                        <a:t>जम्मा</a:t>
                      </a:r>
                      <a:endParaRPr lang="en-US" sz="1300" dirty="0">
                        <a:cs typeface="Kalimati" panose="00000400000000000000" pitchFamily="2"/>
                      </a:endParaRPr>
                    </a:p>
                  </a:txBody>
                  <a:tcPr/>
                </a:tc>
                <a:tc>
                  <a:txBody>
                    <a:bodyPr/>
                    <a:lstStyle/>
                    <a:p>
                      <a:r>
                        <a:rPr lang="ne-NP" sz="1300" dirty="0" smtClean="0">
                          <a:cs typeface="Kalimati" panose="00000400000000000000" pitchFamily="2"/>
                        </a:rPr>
                        <a:t>कैफियत</a:t>
                      </a:r>
                      <a:endParaRPr lang="en-US" sz="1300" dirty="0">
                        <a:cs typeface="Kalimati" panose="00000400000000000000" pitchFamily="2"/>
                      </a:endParaRPr>
                    </a:p>
                  </a:txBody>
                  <a:tcPr/>
                </a:tc>
                <a:extLst>
                  <a:ext uri="{0D108BD9-81ED-4DB2-BD59-A6C34878D82A}">
                    <a16:rowId xmlns="" xmlns:a16="http://schemas.microsoft.com/office/drawing/2014/main" val="1530026146"/>
                  </a:ext>
                </a:extLst>
              </a:tr>
              <a:tr h="296930">
                <a:tc>
                  <a:txBody>
                    <a:bodyPr/>
                    <a:lstStyle/>
                    <a:p>
                      <a:r>
                        <a:rPr lang="ne-NP" sz="1300" dirty="0" smtClean="0">
                          <a:cs typeface="Kalimati" panose="00000400000000000000" pitchFamily="2"/>
                        </a:rPr>
                        <a:t>१</a:t>
                      </a:r>
                      <a:endParaRPr lang="en-US" sz="1300" dirty="0">
                        <a:cs typeface="Kalimati" panose="00000400000000000000" pitchFamily="2"/>
                      </a:endParaRPr>
                    </a:p>
                  </a:txBody>
                  <a:tcPr/>
                </a:tc>
                <a:tc>
                  <a:txBody>
                    <a:bodyPr/>
                    <a:lstStyle/>
                    <a:p>
                      <a:r>
                        <a:rPr lang="ne-NP" sz="1300" dirty="0" smtClean="0">
                          <a:cs typeface="Kalimati" panose="00000400000000000000" pitchFamily="2"/>
                        </a:rPr>
                        <a:t>कार्यक्षमताको अभाव</a:t>
                      </a:r>
                      <a:r>
                        <a:rPr lang="en-US" sz="1300" dirty="0" smtClean="0">
                          <a:cs typeface="Kalimati" panose="00000400000000000000" pitchFamily="2"/>
                        </a:rPr>
                        <a:t> </a:t>
                      </a:r>
                      <a:r>
                        <a:rPr lang="en-US" sz="1300" baseline="0" dirty="0" smtClean="0">
                          <a:cs typeface="Kalimati" panose="00000400000000000000" pitchFamily="2"/>
                        </a:rPr>
                        <a:t> (</a:t>
                      </a:r>
                      <a:r>
                        <a:rPr lang="ne-NP" sz="1300" baseline="0" dirty="0" smtClean="0">
                          <a:cs typeface="Kalimati" panose="00000400000000000000" pitchFamily="2"/>
                        </a:rPr>
                        <a:t>दफा १०</a:t>
                      </a:r>
                      <a:r>
                        <a:rPr lang="en-US" sz="1300" baseline="0" dirty="0" smtClean="0">
                          <a:cs typeface="Kalimati" panose="00000400000000000000" pitchFamily="2"/>
                        </a:rPr>
                        <a:t>)</a:t>
                      </a:r>
                      <a:endParaRPr lang="en-US" sz="1300" dirty="0">
                        <a:cs typeface="Kalimati" panose="00000400000000000000" pitchFamily="2"/>
                      </a:endParaRPr>
                    </a:p>
                  </a:txBody>
                  <a:tcPr/>
                </a:tc>
                <a:tc>
                  <a:txBody>
                    <a:bodyPr/>
                    <a:lstStyle/>
                    <a:p>
                      <a:r>
                        <a:rPr lang="ne-NP" sz="1300" dirty="0" smtClean="0">
                          <a:cs typeface="Kalimati" panose="00000400000000000000" pitchFamily="2"/>
                        </a:rPr>
                        <a:t>४४</a:t>
                      </a:r>
                      <a:endParaRPr lang="en-US" sz="1300" dirty="0">
                        <a:cs typeface="Kalimati" panose="00000400000000000000" pitchFamily="2"/>
                      </a:endParaRPr>
                    </a:p>
                  </a:txBody>
                  <a:tcPr/>
                </a:tc>
                <a:tc>
                  <a:txBody>
                    <a:bodyPr/>
                    <a:lstStyle/>
                    <a:p>
                      <a:r>
                        <a:rPr lang="ne-NP" sz="1300" dirty="0" smtClean="0">
                          <a:cs typeface="Kalimati" panose="00000400000000000000" pitchFamily="2"/>
                        </a:rPr>
                        <a:t>२२</a:t>
                      </a:r>
                      <a:endParaRPr lang="en-US" sz="1300" dirty="0">
                        <a:cs typeface="Kalimati" panose="00000400000000000000" pitchFamily="2"/>
                      </a:endParaRPr>
                    </a:p>
                  </a:txBody>
                  <a:tcPr/>
                </a:tc>
                <a:tc>
                  <a:txBody>
                    <a:bodyPr/>
                    <a:lstStyle/>
                    <a:p>
                      <a:r>
                        <a:rPr lang="ne-NP" sz="1300" dirty="0" smtClean="0">
                          <a:cs typeface="Kalimati" panose="00000400000000000000" pitchFamily="2"/>
                        </a:rPr>
                        <a:t>६६</a:t>
                      </a:r>
                      <a:endParaRPr lang="en-US" sz="1300" dirty="0">
                        <a:cs typeface="Kalimati" panose="00000400000000000000" pitchFamily="2"/>
                      </a:endParaRPr>
                    </a:p>
                  </a:txBody>
                  <a:tcPr/>
                </a:tc>
                <a:tc>
                  <a:txBody>
                    <a:bodyPr/>
                    <a:lstStyle/>
                    <a:p>
                      <a:r>
                        <a:rPr lang="ne-NP" sz="1300" dirty="0" smtClean="0">
                          <a:cs typeface="Kalimati" panose="00000400000000000000" pitchFamily="2"/>
                        </a:rPr>
                        <a:t>०</a:t>
                      </a:r>
                      <a:endParaRPr lang="en-US" sz="1300" dirty="0">
                        <a:cs typeface="Kalimati" panose="00000400000000000000" pitchFamily="2"/>
                      </a:endParaRPr>
                    </a:p>
                  </a:txBody>
                  <a:tcPr/>
                </a:tc>
                <a:tc>
                  <a:txBody>
                    <a:bodyPr/>
                    <a:lstStyle/>
                    <a:p>
                      <a:r>
                        <a:rPr lang="ne-NP" sz="1300" dirty="0" smtClean="0">
                          <a:cs typeface="Kalimati" panose="00000400000000000000" pitchFamily="2"/>
                        </a:rPr>
                        <a:t>४९</a:t>
                      </a:r>
                      <a:endParaRPr lang="en-US" sz="1300" dirty="0">
                        <a:cs typeface="Kalimati" panose="00000400000000000000" pitchFamily="2"/>
                      </a:endParaRPr>
                    </a:p>
                  </a:txBody>
                  <a:tcPr/>
                </a:tc>
                <a:tc>
                  <a:txBody>
                    <a:bodyPr/>
                    <a:lstStyle/>
                    <a:p>
                      <a:r>
                        <a:rPr lang="ne-NP" sz="1300" dirty="0" smtClean="0">
                          <a:cs typeface="Kalimati" panose="00000400000000000000" pitchFamily="2"/>
                        </a:rPr>
                        <a:t>1४</a:t>
                      </a:r>
                      <a:endParaRPr lang="en-US" sz="1300" dirty="0">
                        <a:cs typeface="Kalimati" panose="00000400000000000000" pitchFamily="2"/>
                      </a:endParaRPr>
                    </a:p>
                  </a:txBody>
                  <a:tcPr/>
                </a:tc>
                <a:tc>
                  <a:txBody>
                    <a:bodyPr/>
                    <a:lstStyle/>
                    <a:p>
                      <a:r>
                        <a:rPr lang="ne-NP" sz="1300" dirty="0" smtClean="0">
                          <a:cs typeface="Kalimati" panose="00000400000000000000" pitchFamily="2"/>
                        </a:rPr>
                        <a:t>३</a:t>
                      </a:r>
                      <a:endParaRPr lang="en-US" sz="1300" dirty="0">
                        <a:cs typeface="Kalimati" panose="00000400000000000000" pitchFamily="2"/>
                      </a:endParaRPr>
                    </a:p>
                  </a:txBody>
                  <a:tcPr/>
                </a:tc>
                <a:tc>
                  <a:txBody>
                    <a:bodyPr/>
                    <a:lstStyle/>
                    <a:p>
                      <a:r>
                        <a:rPr lang="ne-NP" sz="1300" dirty="0" smtClean="0">
                          <a:cs typeface="Kalimati" panose="00000400000000000000" pitchFamily="2"/>
                        </a:rPr>
                        <a:t>६६</a:t>
                      </a:r>
                      <a:endParaRPr lang="en-US" sz="1300" dirty="0">
                        <a:cs typeface="Kalimati" panose="00000400000000000000" pitchFamily="2"/>
                      </a:endParaRPr>
                    </a:p>
                  </a:txBody>
                  <a:tcPr/>
                </a:tc>
                <a:tc>
                  <a:txBody>
                    <a:bodyPr/>
                    <a:lstStyle/>
                    <a:p>
                      <a:endParaRPr lang="en-US" sz="1300" dirty="0">
                        <a:cs typeface="Kalimati" panose="00000400000000000000" pitchFamily="2"/>
                      </a:endParaRPr>
                    </a:p>
                  </a:txBody>
                  <a:tcPr/>
                </a:tc>
                <a:extLst>
                  <a:ext uri="{0D108BD9-81ED-4DB2-BD59-A6C34878D82A}">
                    <a16:rowId xmlns="" xmlns:a16="http://schemas.microsoft.com/office/drawing/2014/main" val="1551264590"/>
                  </a:ext>
                </a:extLst>
              </a:tr>
              <a:tr h="489935">
                <a:tc>
                  <a:txBody>
                    <a:bodyPr/>
                    <a:lstStyle/>
                    <a:p>
                      <a:r>
                        <a:rPr lang="ne-NP" sz="1300" dirty="0" smtClean="0">
                          <a:cs typeface="Kalimati" panose="00000400000000000000" pitchFamily="2"/>
                        </a:rPr>
                        <a:t>२</a:t>
                      </a:r>
                      <a:endParaRPr lang="en-US" sz="1300" dirty="0">
                        <a:cs typeface="Kalimati" panose="00000400000000000000" pitchFamily="2"/>
                      </a:endParaRPr>
                    </a:p>
                  </a:txBody>
                  <a:tcPr/>
                </a:tc>
                <a:tc>
                  <a:txBody>
                    <a:bodyPr/>
                    <a:lstStyle/>
                    <a:p>
                      <a:r>
                        <a:rPr lang="ne-NP" sz="1300" dirty="0" smtClean="0">
                          <a:cs typeface="Kalimati" panose="00000400000000000000" pitchFamily="2"/>
                        </a:rPr>
                        <a:t>खराब</a:t>
                      </a:r>
                      <a:r>
                        <a:rPr lang="ne-NP" sz="1300" baseline="0" dirty="0" smtClean="0">
                          <a:cs typeface="Kalimati" panose="00000400000000000000" pitchFamily="2"/>
                        </a:rPr>
                        <a:t> आचरण वा आचार संहिताको गम्भीर उल्लंघन </a:t>
                      </a:r>
                      <a:r>
                        <a:rPr lang="en-US" sz="1300" baseline="0" dirty="0" smtClean="0">
                          <a:cs typeface="Kalimati" panose="00000400000000000000" pitchFamily="2"/>
                        </a:rPr>
                        <a:t>(</a:t>
                      </a:r>
                      <a:r>
                        <a:rPr lang="ne-NP" sz="1300" baseline="0" dirty="0" smtClean="0">
                          <a:cs typeface="Kalimati" panose="00000400000000000000" pitchFamily="2"/>
                        </a:rPr>
                        <a:t>दफा ११</a:t>
                      </a:r>
                      <a:r>
                        <a:rPr lang="en-US" sz="1300" baseline="0" dirty="0" smtClean="0">
                          <a:cs typeface="Kalimati" panose="00000400000000000000" pitchFamily="2"/>
                        </a:rPr>
                        <a:t>)</a:t>
                      </a:r>
                      <a:endParaRPr lang="en-US" sz="1300" dirty="0">
                        <a:cs typeface="Kalimati" panose="00000400000000000000" pitchFamily="2"/>
                      </a:endParaRPr>
                    </a:p>
                  </a:txBody>
                  <a:tcPr/>
                </a:tc>
                <a:tc>
                  <a:txBody>
                    <a:bodyPr/>
                    <a:lstStyle/>
                    <a:p>
                      <a:r>
                        <a:rPr lang="ne-NP" sz="1300" dirty="0" smtClean="0">
                          <a:cs typeface="Kalimati" panose="00000400000000000000" pitchFamily="2"/>
                        </a:rPr>
                        <a:t>६७</a:t>
                      </a:r>
                      <a:endParaRPr lang="en-US" sz="1300" dirty="0">
                        <a:cs typeface="Kalimati" panose="00000400000000000000" pitchFamily="2"/>
                      </a:endParaRPr>
                    </a:p>
                  </a:txBody>
                  <a:tcPr/>
                </a:tc>
                <a:tc>
                  <a:txBody>
                    <a:bodyPr/>
                    <a:lstStyle/>
                    <a:p>
                      <a:r>
                        <a:rPr lang="ne-NP" sz="1300" dirty="0" smtClean="0">
                          <a:cs typeface="Kalimati" panose="00000400000000000000" pitchFamily="2"/>
                        </a:rPr>
                        <a:t>१२</a:t>
                      </a:r>
                      <a:endParaRPr lang="en-US" sz="1300" dirty="0">
                        <a:cs typeface="Kalimati" panose="00000400000000000000" pitchFamily="2"/>
                      </a:endParaRPr>
                    </a:p>
                  </a:txBody>
                  <a:tcPr/>
                </a:tc>
                <a:tc>
                  <a:txBody>
                    <a:bodyPr/>
                    <a:lstStyle/>
                    <a:p>
                      <a:r>
                        <a:rPr lang="ne-NP" sz="1300" dirty="0" smtClean="0">
                          <a:cs typeface="Kalimati" panose="00000400000000000000" pitchFamily="2"/>
                        </a:rPr>
                        <a:t>७९</a:t>
                      </a:r>
                      <a:endParaRPr lang="en-US" sz="1300" dirty="0">
                        <a:cs typeface="Kalimati" panose="00000400000000000000" pitchFamily="2"/>
                      </a:endParaRPr>
                    </a:p>
                  </a:txBody>
                  <a:tcPr/>
                </a:tc>
                <a:tc>
                  <a:txBody>
                    <a:bodyPr/>
                    <a:lstStyle/>
                    <a:p>
                      <a:r>
                        <a:rPr lang="ne-NP" sz="1300" dirty="0" smtClean="0">
                          <a:cs typeface="Kalimati" panose="00000400000000000000" pitchFamily="2"/>
                        </a:rPr>
                        <a:t>१</a:t>
                      </a:r>
                      <a:endParaRPr lang="en-US" sz="1300" dirty="0">
                        <a:cs typeface="Kalimati" panose="00000400000000000000" pitchFamily="2"/>
                      </a:endParaRPr>
                    </a:p>
                  </a:txBody>
                  <a:tcPr/>
                </a:tc>
                <a:tc>
                  <a:txBody>
                    <a:bodyPr/>
                    <a:lstStyle/>
                    <a:p>
                      <a:r>
                        <a:rPr lang="ne-NP" sz="1300" dirty="0" smtClean="0">
                          <a:cs typeface="Kalimati" panose="00000400000000000000" pitchFamily="2"/>
                        </a:rPr>
                        <a:t>४०</a:t>
                      </a:r>
                      <a:endParaRPr lang="en-US" sz="1300" dirty="0">
                        <a:cs typeface="Kalimati" panose="00000400000000000000" pitchFamily="2"/>
                      </a:endParaRPr>
                    </a:p>
                  </a:txBody>
                  <a:tcPr/>
                </a:tc>
                <a:tc>
                  <a:txBody>
                    <a:bodyPr/>
                    <a:lstStyle/>
                    <a:p>
                      <a:r>
                        <a:rPr lang="ne-NP" sz="1300" dirty="0" smtClean="0">
                          <a:cs typeface="Kalimati" panose="00000400000000000000" pitchFamily="2"/>
                        </a:rPr>
                        <a:t>२१</a:t>
                      </a:r>
                      <a:endParaRPr lang="en-US" sz="1300" dirty="0">
                        <a:cs typeface="Kalimati" panose="00000400000000000000" pitchFamily="2"/>
                      </a:endParaRPr>
                    </a:p>
                  </a:txBody>
                  <a:tcPr/>
                </a:tc>
                <a:tc>
                  <a:txBody>
                    <a:bodyPr/>
                    <a:lstStyle/>
                    <a:p>
                      <a:r>
                        <a:rPr lang="ne-NP" sz="1300" dirty="0" smtClean="0">
                          <a:cs typeface="Kalimati" panose="00000400000000000000" pitchFamily="2"/>
                        </a:rPr>
                        <a:t>१७</a:t>
                      </a:r>
                      <a:endParaRPr lang="en-US" sz="1300" dirty="0">
                        <a:cs typeface="Kalimati" panose="00000400000000000000" pitchFamily="2"/>
                      </a:endParaRPr>
                    </a:p>
                  </a:txBody>
                  <a:tcPr/>
                </a:tc>
                <a:tc>
                  <a:txBody>
                    <a:bodyPr/>
                    <a:lstStyle/>
                    <a:p>
                      <a:r>
                        <a:rPr lang="ne-NP" sz="1300" dirty="0" smtClean="0">
                          <a:cs typeface="Kalimati" panose="00000400000000000000" pitchFamily="2"/>
                        </a:rPr>
                        <a:t>७८</a:t>
                      </a:r>
                      <a:endParaRPr lang="en-US" sz="1300" dirty="0">
                        <a:cs typeface="Kalimati" panose="00000400000000000000" pitchFamily="2"/>
                      </a:endParaRPr>
                    </a:p>
                  </a:txBody>
                  <a:tcPr/>
                </a:tc>
                <a:tc>
                  <a:txBody>
                    <a:bodyPr/>
                    <a:lstStyle/>
                    <a:p>
                      <a:endParaRPr lang="en-US" sz="1300" dirty="0">
                        <a:cs typeface="Kalimati" panose="00000400000000000000" pitchFamily="2"/>
                      </a:endParaRPr>
                    </a:p>
                  </a:txBody>
                  <a:tcPr/>
                </a:tc>
                <a:extLst>
                  <a:ext uri="{0D108BD9-81ED-4DB2-BD59-A6C34878D82A}">
                    <a16:rowId xmlns="" xmlns:a16="http://schemas.microsoft.com/office/drawing/2014/main" val="476472832"/>
                  </a:ext>
                </a:extLst>
              </a:tr>
              <a:tr h="508534">
                <a:tc>
                  <a:txBody>
                    <a:bodyPr/>
                    <a:lstStyle/>
                    <a:p>
                      <a:r>
                        <a:rPr lang="ne-NP" sz="1300" dirty="0" smtClean="0">
                          <a:cs typeface="Kalimati" panose="00000400000000000000" pitchFamily="2"/>
                        </a:rPr>
                        <a:t>३</a:t>
                      </a:r>
                      <a:endParaRPr lang="en-US" sz="1300" dirty="0">
                        <a:cs typeface="Kalimati" panose="00000400000000000000" pitchFamily="2"/>
                      </a:endParaRPr>
                    </a:p>
                  </a:txBody>
                  <a:tcPr/>
                </a:tc>
                <a:tc>
                  <a:txBody>
                    <a:bodyPr/>
                    <a:lstStyle/>
                    <a:p>
                      <a:r>
                        <a:rPr lang="ne-NP" sz="1300" dirty="0" smtClean="0">
                          <a:cs typeface="Kalimati" panose="00000400000000000000" pitchFamily="2"/>
                        </a:rPr>
                        <a:t>इमान्दारीपूर्वक</a:t>
                      </a:r>
                      <a:r>
                        <a:rPr lang="ne-NP" sz="1300" baseline="0" dirty="0" smtClean="0">
                          <a:cs typeface="Kalimati" panose="00000400000000000000" pitchFamily="2"/>
                        </a:rPr>
                        <a:t> कर्तव्य पालन नगरेको वा बद नियतपूर्वकको कार्य </a:t>
                      </a:r>
                      <a:r>
                        <a:rPr lang="en-US" sz="1300" baseline="0" dirty="0" smtClean="0">
                          <a:cs typeface="Kalimati" panose="00000400000000000000" pitchFamily="2"/>
                        </a:rPr>
                        <a:t>(</a:t>
                      </a:r>
                      <a:r>
                        <a:rPr lang="ne-NP" sz="1300" baseline="0" dirty="0" smtClean="0">
                          <a:cs typeface="Kalimati" panose="00000400000000000000" pitchFamily="2"/>
                        </a:rPr>
                        <a:t>दफा १२</a:t>
                      </a:r>
                      <a:r>
                        <a:rPr lang="en-US" sz="1300" baseline="0" dirty="0" smtClean="0">
                          <a:cs typeface="Kalimati" panose="00000400000000000000" pitchFamily="2"/>
                        </a:rPr>
                        <a:t>)</a:t>
                      </a:r>
                      <a:endParaRPr lang="en-US" sz="1300" dirty="0">
                        <a:cs typeface="Kalimati" panose="00000400000000000000" pitchFamily="2"/>
                      </a:endParaRPr>
                    </a:p>
                  </a:txBody>
                  <a:tcPr/>
                </a:tc>
                <a:tc>
                  <a:txBody>
                    <a:bodyPr/>
                    <a:lstStyle/>
                    <a:p>
                      <a:r>
                        <a:rPr lang="ne-NP" sz="1300" dirty="0" smtClean="0">
                          <a:cs typeface="Kalimati" panose="00000400000000000000" pitchFamily="2"/>
                        </a:rPr>
                        <a:t>४</a:t>
                      </a:r>
                      <a:endParaRPr lang="en-US" sz="1300" dirty="0">
                        <a:cs typeface="Kalimati" panose="00000400000000000000" pitchFamily="2"/>
                      </a:endParaRPr>
                    </a:p>
                  </a:txBody>
                  <a:tcPr/>
                </a:tc>
                <a:tc>
                  <a:txBody>
                    <a:bodyPr/>
                    <a:lstStyle/>
                    <a:p>
                      <a:r>
                        <a:rPr lang="ne-NP" sz="1300" dirty="0" smtClean="0">
                          <a:cs typeface="Kalimati" panose="00000400000000000000" pitchFamily="2"/>
                        </a:rPr>
                        <a:t>२</a:t>
                      </a:r>
                      <a:endParaRPr lang="en-US" sz="1300" dirty="0">
                        <a:cs typeface="Kalimati" panose="00000400000000000000" pitchFamily="2"/>
                      </a:endParaRPr>
                    </a:p>
                  </a:txBody>
                  <a:tcPr/>
                </a:tc>
                <a:tc>
                  <a:txBody>
                    <a:bodyPr/>
                    <a:lstStyle/>
                    <a:p>
                      <a:r>
                        <a:rPr lang="ne-NP" sz="1300" dirty="0" smtClean="0">
                          <a:cs typeface="Kalimati" panose="00000400000000000000" pitchFamily="2"/>
                        </a:rPr>
                        <a:t>६</a:t>
                      </a:r>
                      <a:endParaRPr lang="en-US" sz="1300" dirty="0">
                        <a:cs typeface="Kalimati" panose="00000400000000000000" pitchFamily="2"/>
                      </a:endParaRPr>
                    </a:p>
                  </a:txBody>
                  <a:tcPr/>
                </a:tc>
                <a:tc>
                  <a:txBody>
                    <a:bodyPr/>
                    <a:lstStyle/>
                    <a:p>
                      <a:r>
                        <a:rPr lang="ne-NP" sz="1300" dirty="0" smtClean="0">
                          <a:cs typeface="Kalimati" panose="00000400000000000000" pitchFamily="2"/>
                        </a:rPr>
                        <a:t>०</a:t>
                      </a:r>
                      <a:endParaRPr lang="en-US" sz="1300" dirty="0">
                        <a:cs typeface="Kalimati" panose="00000400000000000000" pitchFamily="2"/>
                      </a:endParaRPr>
                    </a:p>
                  </a:txBody>
                  <a:tcPr/>
                </a:tc>
                <a:tc>
                  <a:txBody>
                    <a:bodyPr/>
                    <a:lstStyle/>
                    <a:p>
                      <a:r>
                        <a:rPr lang="ne-NP" sz="1300" dirty="0" smtClean="0">
                          <a:cs typeface="Kalimati" panose="00000400000000000000" pitchFamily="2"/>
                        </a:rPr>
                        <a:t>३</a:t>
                      </a:r>
                      <a:endParaRPr lang="en-US" sz="1300" dirty="0">
                        <a:cs typeface="Kalimati" panose="00000400000000000000" pitchFamily="2"/>
                      </a:endParaRPr>
                    </a:p>
                  </a:txBody>
                  <a:tcPr/>
                </a:tc>
                <a:tc>
                  <a:txBody>
                    <a:bodyPr/>
                    <a:lstStyle/>
                    <a:p>
                      <a:r>
                        <a:rPr lang="ne-NP" sz="1300" dirty="0" smtClean="0">
                          <a:cs typeface="Kalimati" panose="00000400000000000000" pitchFamily="2"/>
                        </a:rPr>
                        <a:t>३</a:t>
                      </a:r>
                      <a:endParaRPr lang="en-US" sz="1300" dirty="0">
                        <a:cs typeface="Kalimati" panose="00000400000000000000" pitchFamily="2"/>
                      </a:endParaRPr>
                    </a:p>
                  </a:txBody>
                  <a:tcPr/>
                </a:tc>
                <a:tc>
                  <a:txBody>
                    <a:bodyPr/>
                    <a:lstStyle/>
                    <a:p>
                      <a:r>
                        <a:rPr lang="ne-NP" sz="1300" dirty="0" smtClean="0">
                          <a:cs typeface="Kalimati" panose="00000400000000000000" pitchFamily="2"/>
                        </a:rPr>
                        <a:t>0</a:t>
                      </a:r>
                      <a:endParaRPr lang="en-US" sz="1300" dirty="0">
                        <a:cs typeface="Kalimati" panose="00000400000000000000" pitchFamily="2"/>
                      </a:endParaRPr>
                    </a:p>
                  </a:txBody>
                  <a:tcPr/>
                </a:tc>
                <a:tc>
                  <a:txBody>
                    <a:bodyPr/>
                    <a:lstStyle/>
                    <a:p>
                      <a:r>
                        <a:rPr lang="ne-NP" sz="1300" dirty="0" smtClean="0">
                          <a:cs typeface="Kalimati" panose="00000400000000000000" pitchFamily="2"/>
                        </a:rPr>
                        <a:t>६</a:t>
                      </a:r>
                      <a:endParaRPr lang="en-US" sz="1300" dirty="0">
                        <a:cs typeface="Kalimati" panose="00000400000000000000" pitchFamily="2"/>
                      </a:endParaRPr>
                    </a:p>
                  </a:txBody>
                  <a:tcPr/>
                </a:tc>
                <a:tc>
                  <a:txBody>
                    <a:bodyPr/>
                    <a:lstStyle/>
                    <a:p>
                      <a:endParaRPr lang="en-US" sz="1300" dirty="0">
                        <a:cs typeface="Kalimati" panose="00000400000000000000" pitchFamily="2"/>
                      </a:endParaRPr>
                    </a:p>
                  </a:txBody>
                  <a:tcPr/>
                </a:tc>
                <a:extLst>
                  <a:ext uri="{0D108BD9-81ED-4DB2-BD59-A6C34878D82A}">
                    <a16:rowId xmlns="" xmlns:a16="http://schemas.microsoft.com/office/drawing/2014/main" val="3513059698"/>
                  </a:ext>
                </a:extLst>
              </a:tr>
              <a:tr h="668091">
                <a:tc>
                  <a:txBody>
                    <a:bodyPr/>
                    <a:lstStyle/>
                    <a:p>
                      <a:r>
                        <a:rPr lang="ne-NP" sz="1300" dirty="0" smtClean="0">
                          <a:cs typeface="Kalimati" panose="00000400000000000000" pitchFamily="2"/>
                        </a:rPr>
                        <a:t>४</a:t>
                      </a:r>
                      <a:endParaRPr lang="en-US" sz="1300" dirty="0">
                        <a:cs typeface="Kalimati" panose="00000400000000000000" pitchFamily="2"/>
                      </a:endParaRPr>
                    </a:p>
                  </a:txBody>
                  <a:tcPr/>
                </a:tc>
                <a:tc>
                  <a:txBody>
                    <a:bodyPr/>
                    <a:lstStyle/>
                    <a:p>
                      <a:r>
                        <a:rPr lang="ne-NP" sz="1300" dirty="0" smtClean="0">
                          <a:cs typeface="Kalimati" panose="00000400000000000000" pitchFamily="2"/>
                        </a:rPr>
                        <a:t>कार्यक्षमताको अभाव र खराब आचरण वा आचार</a:t>
                      </a:r>
                      <a:r>
                        <a:rPr lang="ne-NP" sz="1300" baseline="0" dirty="0" smtClean="0">
                          <a:cs typeface="Kalimati" panose="00000400000000000000" pitchFamily="2"/>
                        </a:rPr>
                        <a:t> संहिताको गम्भीर उल्लंघन </a:t>
                      </a:r>
                      <a:r>
                        <a:rPr lang="en-US" sz="1300" baseline="0" dirty="0" smtClean="0">
                          <a:cs typeface="Kalimati" panose="00000400000000000000" pitchFamily="2"/>
                        </a:rPr>
                        <a:t>(</a:t>
                      </a:r>
                      <a:r>
                        <a:rPr lang="ne-NP" sz="1300" baseline="0" dirty="0" smtClean="0">
                          <a:cs typeface="Kalimati" panose="00000400000000000000" pitchFamily="2"/>
                        </a:rPr>
                        <a:t>दफा १०/ ११</a:t>
                      </a:r>
                      <a:r>
                        <a:rPr lang="en-US" sz="1300" baseline="0" dirty="0" smtClean="0">
                          <a:cs typeface="Kalimati" panose="00000400000000000000" pitchFamily="2"/>
                        </a:rPr>
                        <a:t>)</a:t>
                      </a:r>
                      <a:endParaRPr lang="en-US" sz="1300" dirty="0">
                        <a:cs typeface="Kalimati" panose="00000400000000000000" pitchFamily="2"/>
                      </a:endParaRPr>
                    </a:p>
                  </a:txBody>
                  <a:tcPr/>
                </a:tc>
                <a:tc>
                  <a:txBody>
                    <a:bodyPr/>
                    <a:lstStyle/>
                    <a:p>
                      <a:r>
                        <a:rPr lang="ne-NP" sz="1300" dirty="0" smtClean="0">
                          <a:cs typeface="Kalimati" panose="00000400000000000000" pitchFamily="2"/>
                        </a:rPr>
                        <a:t>१७</a:t>
                      </a:r>
                      <a:endParaRPr lang="en-US" sz="1300" dirty="0">
                        <a:cs typeface="Kalimati" panose="00000400000000000000" pitchFamily="2"/>
                      </a:endParaRPr>
                    </a:p>
                  </a:txBody>
                  <a:tcPr/>
                </a:tc>
                <a:tc>
                  <a:txBody>
                    <a:bodyPr/>
                    <a:lstStyle/>
                    <a:p>
                      <a:r>
                        <a:rPr lang="ne-NP" sz="1300" dirty="0" smtClean="0">
                          <a:cs typeface="Kalimati" panose="00000400000000000000" pitchFamily="2"/>
                        </a:rPr>
                        <a:t>४</a:t>
                      </a:r>
                      <a:endParaRPr lang="en-US" sz="1300" dirty="0">
                        <a:cs typeface="Kalimati" panose="00000400000000000000" pitchFamily="2"/>
                      </a:endParaRPr>
                    </a:p>
                  </a:txBody>
                  <a:tcPr/>
                </a:tc>
                <a:tc>
                  <a:txBody>
                    <a:bodyPr/>
                    <a:lstStyle/>
                    <a:p>
                      <a:r>
                        <a:rPr lang="ne-NP" sz="1300" dirty="0" smtClean="0">
                          <a:cs typeface="Kalimati" panose="00000400000000000000" pitchFamily="2"/>
                        </a:rPr>
                        <a:t>२१</a:t>
                      </a:r>
                      <a:endParaRPr lang="en-US" sz="1300" dirty="0">
                        <a:cs typeface="Kalimati" panose="00000400000000000000" pitchFamily="2"/>
                      </a:endParaRPr>
                    </a:p>
                  </a:txBody>
                  <a:tcPr/>
                </a:tc>
                <a:tc>
                  <a:txBody>
                    <a:bodyPr/>
                    <a:lstStyle/>
                    <a:p>
                      <a:r>
                        <a:rPr lang="ne-NP" sz="1300" dirty="0" smtClean="0">
                          <a:cs typeface="Kalimati" panose="00000400000000000000" pitchFamily="2"/>
                        </a:rPr>
                        <a:t>०</a:t>
                      </a:r>
                      <a:endParaRPr lang="en-US" sz="1300" dirty="0">
                        <a:cs typeface="Kalimati" panose="00000400000000000000" pitchFamily="2"/>
                      </a:endParaRPr>
                    </a:p>
                  </a:txBody>
                  <a:tcPr/>
                </a:tc>
                <a:tc>
                  <a:txBody>
                    <a:bodyPr/>
                    <a:lstStyle/>
                    <a:p>
                      <a:r>
                        <a:rPr lang="ne-NP" sz="1300" dirty="0" smtClean="0">
                          <a:cs typeface="Kalimati" panose="00000400000000000000" pitchFamily="2"/>
                        </a:rPr>
                        <a:t>१०</a:t>
                      </a:r>
                      <a:endParaRPr lang="en-US" sz="1300" dirty="0">
                        <a:cs typeface="Kalimati" panose="00000400000000000000" pitchFamily="2"/>
                      </a:endParaRPr>
                    </a:p>
                  </a:txBody>
                  <a:tcPr/>
                </a:tc>
                <a:tc>
                  <a:txBody>
                    <a:bodyPr/>
                    <a:lstStyle/>
                    <a:p>
                      <a:r>
                        <a:rPr lang="ne-NP" sz="1300" dirty="0" smtClean="0">
                          <a:cs typeface="Kalimati" panose="00000400000000000000" pitchFamily="2"/>
                        </a:rPr>
                        <a:t>१०</a:t>
                      </a:r>
                      <a:endParaRPr lang="en-US" sz="1300" dirty="0">
                        <a:cs typeface="Kalimati" panose="00000400000000000000" pitchFamily="2"/>
                      </a:endParaRPr>
                    </a:p>
                  </a:txBody>
                  <a:tcPr/>
                </a:tc>
                <a:tc>
                  <a:txBody>
                    <a:bodyPr/>
                    <a:lstStyle/>
                    <a:p>
                      <a:r>
                        <a:rPr lang="ne-NP" sz="1300" dirty="0" smtClean="0">
                          <a:cs typeface="Kalimati" panose="00000400000000000000" pitchFamily="2"/>
                        </a:rPr>
                        <a:t>१</a:t>
                      </a:r>
                      <a:endParaRPr lang="en-US" sz="1300" dirty="0">
                        <a:cs typeface="Kalimati" panose="00000400000000000000" pitchFamily="2"/>
                      </a:endParaRPr>
                    </a:p>
                  </a:txBody>
                  <a:tcPr/>
                </a:tc>
                <a:tc>
                  <a:txBody>
                    <a:bodyPr/>
                    <a:lstStyle/>
                    <a:p>
                      <a:r>
                        <a:rPr lang="ne-NP" sz="1300" dirty="0" smtClean="0">
                          <a:cs typeface="Kalimati" panose="00000400000000000000" pitchFamily="2"/>
                        </a:rPr>
                        <a:t>2१</a:t>
                      </a:r>
                      <a:endParaRPr lang="en-US" sz="1300" dirty="0">
                        <a:cs typeface="Kalimati" panose="00000400000000000000" pitchFamily="2"/>
                      </a:endParaRPr>
                    </a:p>
                  </a:txBody>
                  <a:tcPr/>
                </a:tc>
                <a:tc>
                  <a:txBody>
                    <a:bodyPr/>
                    <a:lstStyle/>
                    <a:p>
                      <a:endParaRPr lang="en-US" sz="1300" dirty="0">
                        <a:cs typeface="Kalimati" panose="00000400000000000000" pitchFamily="2"/>
                      </a:endParaRPr>
                    </a:p>
                  </a:txBody>
                  <a:tcPr/>
                </a:tc>
                <a:extLst>
                  <a:ext uri="{0D108BD9-81ED-4DB2-BD59-A6C34878D82A}">
                    <a16:rowId xmlns="" xmlns:a16="http://schemas.microsoft.com/office/drawing/2014/main" val="4268691033"/>
                  </a:ext>
                </a:extLst>
              </a:tr>
              <a:tr h="668092">
                <a:tc>
                  <a:txBody>
                    <a:bodyPr/>
                    <a:lstStyle/>
                    <a:p>
                      <a:r>
                        <a:rPr lang="ne-NP" sz="1300" dirty="0" smtClean="0">
                          <a:cs typeface="Kalimati" panose="00000400000000000000" pitchFamily="2"/>
                        </a:rPr>
                        <a:t>५</a:t>
                      </a:r>
                      <a:endParaRPr lang="en-US" sz="1300" dirty="0">
                        <a:cs typeface="Kalimati" panose="00000400000000000000" pitchFamily="2"/>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ne-NP" sz="1300" b="0" i="0" u="none" strike="noStrike" kern="1200" cap="none" spc="0" normalizeH="0" baseline="0" noProof="0" dirty="0" smtClean="0">
                          <a:ln>
                            <a:noFill/>
                          </a:ln>
                          <a:solidFill>
                            <a:prstClr val="black"/>
                          </a:solidFill>
                          <a:effectLst/>
                          <a:uLnTx/>
                          <a:uFillTx/>
                          <a:latin typeface="+mn-lt"/>
                          <a:ea typeface="+mn-ea"/>
                          <a:cs typeface="Kalimati" panose="00000400000000000000" pitchFamily="2"/>
                        </a:rPr>
                        <a:t>कार्यक्षमताको अभाव र इमान्दारीपूर्वक कर्तव्य पालन नगरेको वा बद नियतपूर्वकको कार्य</a:t>
                      </a:r>
                      <a:r>
                        <a:rPr lang="en-US" sz="1300" baseline="0" dirty="0" smtClean="0">
                          <a:cs typeface="Kalimati" panose="00000400000000000000" pitchFamily="2"/>
                        </a:rPr>
                        <a:t>(</a:t>
                      </a:r>
                      <a:r>
                        <a:rPr lang="ne-NP" sz="1300" baseline="0" dirty="0" smtClean="0">
                          <a:cs typeface="Kalimati" panose="00000400000000000000" pitchFamily="2"/>
                        </a:rPr>
                        <a:t> दफा १० /१२</a:t>
                      </a:r>
                      <a:r>
                        <a:rPr lang="en-US" sz="1300" baseline="0" dirty="0" smtClean="0">
                          <a:cs typeface="Kalimati" panose="00000400000000000000" pitchFamily="2"/>
                        </a:rPr>
                        <a:t>)</a:t>
                      </a:r>
                      <a:endParaRPr kumimoji="0" lang="en-US" sz="1300" b="0" i="0" u="none" strike="noStrike" kern="1200" cap="none" spc="0" normalizeH="0" baseline="0" noProof="0" dirty="0" smtClean="0">
                        <a:ln>
                          <a:noFill/>
                        </a:ln>
                        <a:solidFill>
                          <a:prstClr val="black"/>
                        </a:solidFill>
                        <a:effectLst/>
                        <a:uLnTx/>
                        <a:uFillTx/>
                        <a:latin typeface="+mn-lt"/>
                        <a:ea typeface="+mn-ea"/>
                        <a:cs typeface="Kalimati" panose="00000400000000000000" pitchFamily="2"/>
                      </a:endParaRPr>
                    </a:p>
                  </a:txBody>
                  <a:tcPr/>
                </a:tc>
                <a:tc>
                  <a:txBody>
                    <a:bodyPr/>
                    <a:lstStyle/>
                    <a:p>
                      <a:r>
                        <a:rPr lang="ne-NP" sz="1300" dirty="0" smtClean="0">
                          <a:cs typeface="Kalimati" panose="00000400000000000000" pitchFamily="2"/>
                        </a:rPr>
                        <a:t>४</a:t>
                      </a:r>
                      <a:endParaRPr lang="en-US" sz="1300" dirty="0">
                        <a:cs typeface="Kalimati" panose="00000400000000000000" pitchFamily="2"/>
                      </a:endParaRPr>
                    </a:p>
                  </a:txBody>
                  <a:tcPr/>
                </a:tc>
                <a:tc>
                  <a:txBody>
                    <a:bodyPr/>
                    <a:lstStyle/>
                    <a:p>
                      <a:r>
                        <a:rPr lang="ne-NP" sz="1300" dirty="0" smtClean="0">
                          <a:cs typeface="Kalimati" panose="00000400000000000000" pitchFamily="2"/>
                        </a:rPr>
                        <a:t>५</a:t>
                      </a:r>
                      <a:endParaRPr lang="en-US" sz="1300" dirty="0">
                        <a:cs typeface="Kalimati" panose="00000400000000000000" pitchFamily="2"/>
                      </a:endParaRPr>
                    </a:p>
                  </a:txBody>
                  <a:tcPr/>
                </a:tc>
                <a:tc>
                  <a:txBody>
                    <a:bodyPr/>
                    <a:lstStyle/>
                    <a:p>
                      <a:r>
                        <a:rPr lang="ne-NP" sz="1300" dirty="0" smtClean="0">
                          <a:cs typeface="Kalimati" panose="00000400000000000000" pitchFamily="2"/>
                        </a:rPr>
                        <a:t>९</a:t>
                      </a:r>
                      <a:endParaRPr lang="en-US" sz="1300" dirty="0">
                        <a:cs typeface="Kalimati" panose="00000400000000000000" pitchFamily="2"/>
                      </a:endParaRPr>
                    </a:p>
                  </a:txBody>
                  <a:tcPr/>
                </a:tc>
                <a:tc>
                  <a:txBody>
                    <a:bodyPr/>
                    <a:lstStyle/>
                    <a:p>
                      <a:r>
                        <a:rPr lang="ne-NP" sz="1300" dirty="0" smtClean="0">
                          <a:cs typeface="Kalimati" panose="00000400000000000000" pitchFamily="2"/>
                        </a:rPr>
                        <a:t>०</a:t>
                      </a:r>
                      <a:endParaRPr lang="en-US" sz="1300" dirty="0">
                        <a:cs typeface="Kalimati" panose="00000400000000000000" pitchFamily="2"/>
                      </a:endParaRPr>
                    </a:p>
                  </a:txBody>
                  <a:tcPr/>
                </a:tc>
                <a:tc>
                  <a:txBody>
                    <a:bodyPr/>
                    <a:lstStyle/>
                    <a:p>
                      <a:r>
                        <a:rPr lang="ne-NP" sz="1300" dirty="0" smtClean="0">
                          <a:cs typeface="Kalimati" panose="00000400000000000000" pitchFamily="2"/>
                        </a:rPr>
                        <a:t>८</a:t>
                      </a:r>
                      <a:endParaRPr lang="en-US" sz="1300" dirty="0">
                        <a:cs typeface="Kalimati" panose="00000400000000000000" pitchFamily="2"/>
                      </a:endParaRPr>
                    </a:p>
                  </a:txBody>
                  <a:tcPr/>
                </a:tc>
                <a:tc>
                  <a:txBody>
                    <a:bodyPr/>
                    <a:lstStyle/>
                    <a:p>
                      <a:r>
                        <a:rPr lang="ne-NP" sz="1300" dirty="0" smtClean="0">
                          <a:cs typeface="Kalimati" panose="00000400000000000000" pitchFamily="2"/>
                        </a:rPr>
                        <a:t>०</a:t>
                      </a:r>
                      <a:endParaRPr lang="en-US" sz="1300" dirty="0">
                        <a:cs typeface="Kalimati" panose="00000400000000000000" pitchFamily="2"/>
                      </a:endParaRPr>
                    </a:p>
                  </a:txBody>
                  <a:tcPr/>
                </a:tc>
                <a:tc>
                  <a:txBody>
                    <a:bodyPr/>
                    <a:lstStyle/>
                    <a:p>
                      <a:r>
                        <a:rPr lang="ne-NP" sz="1300" dirty="0" smtClean="0">
                          <a:cs typeface="Kalimati" panose="00000400000000000000" pitchFamily="2"/>
                        </a:rPr>
                        <a:t>१</a:t>
                      </a:r>
                      <a:endParaRPr lang="en-US" sz="1300" dirty="0">
                        <a:cs typeface="Kalimati" panose="00000400000000000000" pitchFamily="2"/>
                      </a:endParaRPr>
                    </a:p>
                  </a:txBody>
                  <a:tcPr/>
                </a:tc>
                <a:tc>
                  <a:txBody>
                    <a:bodyPr/>
                    <a:lstStyle/>
                    <a:p>
                      <a:r>
                        <a:rPr lang="ne-NP" sz="1300" dirty="0" smtClean="0">
                          <a:cs typeface="Kalimati" panose="00000400000000000000" pitchFamily="2"/>
                        </a:rPr>
                        <a:t>९</a:t>
                      </a:r>
                      <a:endParaRPr lang="en-US" sz="1300" dirty="0">
                        <a:cs typeface="Kalimati" panose="00000400000000000000" pitchFamily="2"/>
                      </a:endParaRPr>
                    </a:p>
                  </a:txBody>
                  <a:tcPr/>
                </a:tc>
                <a:tc>
                  <a:txBody>
                    <a:bodyPr/>
                    <a:lstStyle/>
                    <a:p>
                      <a:endParaRPr lang="en-US" sz="1300" dirty="0">
                        <a:cs typeface="Kalimati" panose="00000400000000000000" pitchFamily="2"/>
                      </a:endParaRPr>
                    </a:p>
                  </a:txBody>
                  <a:tcPr/>
                </a:tc>
                <a:extLst>
                  <a:ext uri="{0D108BD9-81ED-4DB2-BD59-A6C34878D82A}">
                    <a16:rowId xmlns="" xmlns:a16="http://schemas.microsoft.com/office/drawing/2014/main" val="408611467"/>
                  </a:ext>
                </a:extLst>
              </a:tr>
              <a:tr h="861095">
                <a:tc>
                  <a:txBody>
                    <a:bodyPr/>
                    <a:lstStyle/>
                    <a:p>
                      <a:r>
                        <a:rPr lang="ne-NP" sz="1300" dirty="0" smtClean="0">
                          <a:cs typeface="Kalimati" panose="00000400000000000000" pitchFamily="2"/>
                        </a:rPr>
                        <a:t>६</a:t>
                      </a:r>
                      <a:endParaRPr lang="en-US" sz="1300" dirty="0">
                        <a:cs typeface="Kalimati" panose="00000400000000000000" pitchFamily="2"/>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ne-NP" sz="1300" b="0" i="0" u="none" strike="noStrike" kern="1200" cap="none" spc="0" normalizeH="0" baseline="0" noProof="0" dirty="0" smtClean="0">
                          <a:ln>
                            <a:noFill/>
                          </a:ln>
                          <a:solidFill>
                            <a:prstClr val="black"/>
                          </a:solidFill>
                          <a:effectLst/>
                          <a:uLnTx/>
                          <a:uFillTx/>
                          <a:latin typeface="+mn-lt"/>
                          <a:ea typeface="+mn-ea"/>
                          <a:cs typeface="Kalimati" panose="00000400000000000000" pitchFamily="2"/>
                        </a:rPr>
                        <a:t>खराब आचरण र इमान्दारीपूर्वक कर्तव्य पालन नगरेको वा बदनियतपूर्वकको कार्य</a:t>
                      </a:r>
                      <a:r>
                        <a:rPr lang="en-US" sz="1300" baseline="0" dirty="0" smtClean="0">
                          <a:cs typeface="Kalimati" panose="00000400000000000000" pitchFamily="2"/>
                        </a:rPr>
                        <a:t>(</a:t>
                      </a:r>
                      <a:r>
                        <a:rPr lang="ne-NP" sz="1300" baseline="0" dirty="0" smtClean="0">
                          <a:cs typeface="Kalimati" panose="00000400000000000000" pitchFamily="2"/>
                        </a:rPr>
                        <a:t> दफा ११/१२</a:t>
                      </a:r>
                      <a:r>
                        <a:rPr lang="en-US" sz="1300" baseline="0" dirty="0" smtClean="0">
                          <a:cs typeface="Kalimati" panose="00000400000000000000" pitchFamily="2"/>
                        </a:rPr>
                        <a:t>)</a:t>
                      </a:r>
                      <a:endParaRPr kumimoji="0" lang="en-US" sz="1300" b="0" i="0" u="none" strike="noStrike" kern="1200" cap="none" spc="0" normalizeH="0" baseline="0" noProof="0" dirty="0" smtClean="0">
                        <a:ln>
                          <a:noFill/>
                        </a:ln>
                        <a:solidFill>
                          <a:prstClr val="black"/>
                        </a:solidFill>
                        <a:effectLst/>
                        <a:uLnTx/>
                        <a:uFillTx/>
                        <a:latin typeface="+mn-lt"/>
                        <a:ea typeface="+mn-ea"/>
                        <a:cs typeface="Kalimati" panose="00000400000000000000" pitchFamily="2"/>
                      </a:endParaRPr>
                    </a:p>
                  </a:txBody>
                  <a:tcPr/>
                </a:tc>
                <a:tc>
                  <a:txBody>
                    <a:bodyPr/>
                    <a:lstStyle/>
                    <a:p>
                      <a:r>
                        <a:rPr lang="ne-NP" sz="1300" dirty="0" smtClean="0">
                          <a:cs typeface="Kalimati" panose="00000400000000000000" pitchFamily="2"/>
                        </a:rPr>
                        <a:t>3</a:t>
                      </a:r>
                      <a:endParaRPr lang="en-US" sz="1300" dirty="0">
                        <a:cs typeface="Kalimati" panose="00000400000000000000" pitchFamily="2"/>
                      </a:endParaRPr>
                    </a:p>
                  </a:txBody>
                  <a:tcPr/>
                </a:tc>
                <a:tc>
                  <a:txBody>
                    <a:bodyPr/>
                    <a:lstStyle/>
                    <a:p>
                      <a:r>
                        <a:rPr lang="ne-NP" sz="1300" dirty="0" smtClean="0">
                          <a:cs typeface="Kalimati" panose="00000400000000000000" pitchFamily="2"/>
                        </a:rPr>
                        <a:t>२</a:t>
                      </a:r>
                      <a:endParaRPr lang="en-US" sz="1300" dirty="0">
                        <a:cs typeface="Kalimati" panose="00000400000000000000" pitchFamily="2"/>
                      </a:endParaRPr>
                    </a:p>
                  </a:txBody>
                  <a:tcPr/>
                </a:tc>
                <a:tc>
                  <a:txBody>
                    <a:bodyPr/>
                    <a:lstStyle/>
                    <a:p>
                      <a:r>
                        <a:rPr lang="ne-NP" sz="1300" dirty="0" smtClean="0">
                          <a:cs typeface="Kalimati" panose="00000400000000000000" pitchFamily="2"/>
                        </a:rPr>
                        <a:t>5</a:t>
                      </a:r>
                      <a:endParaRPr lang="en-US" sz="1300" dirty="0">
                        <a:cs typeface="Kalimati" panose="00000400000000000000" pitchFamily="2"/>
                      </a:endParaRPr>
                    </a:p>
                  </a:txBody>
                  <a:tcPr/>
                </a:tc>
                <a:tc>
                  <a:txBody>
                    <a:bodyPr/>
                    <a:lstStyle/>
                    <a:p>
                      <a:r>
                        <a:rPr lang="ne-NP" sz="1300" dirty="0" smtClean="0">
                          <a:cs typeface="Kalimati" panose="00000400000000000000" pitchFamily="2"/>
                        </a:rPr>
                        <a:t>०</a:t>
                      </a:r>
                      <a:endParaRPr lang="en-US" sz="1300" dirty="0">
                        <a:cs typeface="Kalimati" panose="00000400000000000000" pitchFamily="2"/>
                      </a:endParaRPr>
                    </a:p>
                  </a:txBody>
                  <a:tcPr/>
                </a:tc>
                <a:tc>
                  <a:txBody>
                    <a:bodyPr/>
                    <a:lstStyle/>
                    <a:p>
                      <a:r>
                        <a:rPr lang="ne-NP" sz="1300" dirty="0" smtClean="0">
                          <a:cs typeface="Kalimati" panose="00000400000000000000" pitchFamily="2"/>
                        </a:rPr>
                        <a:t>2</a:t>
                      </a:r>
                      <a:endParaRPr lang="en-US" sz="1300" dirty="0">
                        <a:cs typeface="Kalimati" panose="00000400000000000000" pitchFamily="2"/>
                      </a:endParaRPr>
                    </a:p>
                  </a:txBody>
                  <a:tcPr/>
                </a:tc>
                <a:tc>
                  <a:txBody>
                    <a:bodyPr/>
                    <a:lstStyle/>
                    <a:p>
                      <a:r>
                        <a:rPr lang="ne-NP" sz="1300" dirty="0" smtClean="0">
                          <a:cs typeface="Kalimati" panose="00000400000000000000" pitchFamily="2"/>
                        </a:rPr>
                        <a:t>३</a:t>
                      </a:r>
                      <a:endParaRPr lang="en-US" sz="1300" dirty="0">
                        <a:cs typeface="Kalimati" panose="00000400000000000000" pitchFamily="2"/>
                      </a:endParaRPr>
                    </a:p>
                  </a:txBody>
                  <a:tcPr/>
                </a:tc>
                <a:tc>
                  <a:txBody>
                    <a:bodyPr/>
                    <a:lstStyle/>
                    <a:p>
                      <a:r>
                        <a:rPr lang="ne-NP" sz="1300" dirty="0" smtClean="0">
                          <a:cs typeface="Kalimati" panose="00000400000000000000" pitchFamily="2"/>
                        </a:rPr>
                        <a:t>0</a:t>
                      </a:r>
                      <a:endParaRPr lang="en-US" sz="1300" dirty="0">
                        <a:cs typeface="Kalimati" panose="00000400000000000000" pitchFamily="2"/>
                      </a:endParaRPr>
                    </a:p>
                  </a:txBody>
                  <a:tcPr/>
                </a:tc>
                <a:tc>
                  <a:txBody>
                    <a:bodyPr/>
                    <a:lstStyle/>
                    <a:p>
                      <a:r>
                        <a:rPr lang="ne-NP" sz="1300" dirty="0" smtClean="0">
                          <a:cs typeface="Kalimati" panose="00000400000000000000" pitchFamily="2"/>
                        </a:rPr>
                        <a:t>५</a:t>
                      </a:r>
                      <a:endParaRPr lang="en-US" sz="1300" dirty="0">
                        <a:cs typeface="Kalimati" panose="00000400000000000000" pitchFamily="2"/>
                      </a:endParaRPr>
                    </a:p>
                  </a:txBody>
                  <a:tcPr/>
                </a:tc>
                <a:tc>
                  <a:txBody>
                    <a:bodyPr/>
                    <a:lstStyle/>
                    <a:p>
                      <a:endParaRPr lang="en-US" sz="1300" dirty="0">
                        <a:cs typeface="Kalimati" panose="00000400000000000000" pitchFamily="2"/>
                      </a:endParaRPr>
                    </a:p>
                  </a:txBody>
                  <a:tcPr/>
                </a:tc>
                <a:extLst>
                  <a:ext uri="{0D108BD9-81ED-4DB2-BD59-A6C34878D82A}">
                    <a16:rowId xmlns="" xmlns:a16="http://schemas.microsoft.com/office/drawing/2014/main" val="1300995194"/>
                  </a:ext>
                </a:extLst>
              </a:tr>
              <a:tr h="861095">
                <a:tc>
                  <a:txBody>
                    <a:bodyPr/>
                    <a:lstStyle/>
                    <a:p>
                      <a:r>
                        <a:rPr lang="ne-NP" sz="1300" dirty="0" smtClean="0">
                          <a:cs typeface="Kalimati" panose="00000400000000000000" pitchFamily="2"/>
                        </a:rPr>
                        <a:t>७</a:t>
                      </a:r>
                      <a:endParaRPr lang="en-US" sz="1300" dirty="0">
                        <a:cs typeface="Kalimati" panose="00000400000000000000" pitchFamily="2"/>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ne-NP" sz="1300" b="0" i="0" u="none" strike="noStrike" kern="1200" cap="none" spc="0" normalizeH="0" baseline="0" noProof="0" dirty="0" smtClean="0">
                          <a:ln>
                            <a:noFill/>
                          </a:ln>
                          <a:solidFill>
                            <a:prstClr val="black"/>
                          </a:solidFill>
                          <a:effectLst/>
                          <a:uLnTx/>
                          <a:uFillTx/>
                          <a:latin typeface="+mn-lt"/>
                          <a:ea typeface="+mn-ea"/>
                          <a:cs typeface="Kalimati" panose="00000400000000000000" pitchFamily="2"/>
                        </a:rPr>
                        <a:t>कार्यक्षमताको अभाव/खराब आचरणर इमान्दारीपूर्वक कर्तव्य पालन नगरेको वा बदनियतपूर्वकको कार्य</a:t>
                      </a:r>
                      <a:r>
                        <a:rPr lang="en-US" sz="1300" baseline="0" dirty="0" smtClean="0">
                          <a:cs typeface="Kalimati" panose="00000400000000000000" pitchFamily="2"/>
                        </a:rPr>
                        <a:t>(</a:t>
                      </a:r>
                      <a:r>
                        <a:rPr lang="ne-NP" sz="1300" baseline="0" dirty="0" smtClean="0">
                          <a:cs typeface="Kalimati" panose="00000400000000000000" pitchFamily="2"/>
                        </a:rPr>
                        <a:t>दफा १०/११/१२</a:t>
                      </a:r>
                      <a:r>
                        <a:rPr lang="en-US" sz="1300" baseline="0" dirty="0" smtClean="0">
                          <a:cs typeface="Kalimati" panose="00000400000000000000" pitchFamily="2"/>
                        </a:rPr>
                        <a:t>)</a:t>
                      </a:r>
                      <a:endParaRPr kumimoji="0" lang="en-US" sz="1300" b="0" i="0" u="none" strike="noStrike" kern="1200" cap="none" spc="0" normalizeH="0" baseline="0" noProof="0" dirty="0" smtClean="0">
                        <a:ln>
                          <a:noFill/>
                        </a:ln>
                        <a:solidFill>
                          <a:prstClr val="black"/>
                        </a:solidFill>
                        <a:effectLst/>
                        <a:uLnTx/>
                        <a:uFillTx/>
                        <a:latin typeface="+mn-lt"/>
                        <a:ea typeface="+mn-ea"/>
                        <a:cs typeface="Kalimati" panose="00000400000000000000" pitchFamily="2"/>
                      </a:endParaRPr>
                    </a:p>
                  </a:txBody>
                  <a:tcPr/>
                </a:tc>
                <a:tc>
                  <a:txBody>
                    <a:bodyPr/>
                    <a:lstStyle/>
                    <a:p>
                      <a:r>
                        <a:rPr lang="ne-NP" sz="1300" dirty="0" smtClean="0">
                          <a:cs typeface="Kalimati" panose="00000400000000000000" pitchFamily="2"/>
                        </a:rPr>
                        <a:t>७</a:t>
                      </a:r>
                      <a:endParaRPr lang="en-US" sz="1300" dirty="0">
                        <a:cs typeface="Kalimati" panose="00000400000000000000" pitchFamily="2"/>
                      </a:endParaRPr>
                    </a:p>
                  </a:txBody>
                  <a:tcPr/>
                </a:tc>
                <a:tc>
                  <a:txBody>
                    <a:bodyPr/>
                    <a:lstStyle/>
                    <a:p>
                      <a:r>
                        <a:rPr lang="ne-NP" sz="1300" dirty="0" smtClean="0">
                          <a:cs typeface="Kalimati" panose="00000400000000000000" pitchFamily="2"/>
                        </a:rPr>
                        <a:t>५</a:t>
                      </a:r>
                      <a:endParaRPr lang="en-US" sz="1300" dirty="0">
                        <a:cs typeface="Kalimati" panose="00000400000000000000" pitchFamily="2"/>
                      </a:endParaRPr>
                    </a:p>
                  </a:txBody>
                  <a:tcPr/>
                </a:tc>
                <a:tc>
                  <a:txBody>
                    <a:bodyPr/>
                    <a:lstStyle/>
                    <a:p>
                      <a:r>
                        <a:rPr lang="ne-NP" sz="1300" dirty="0" smtClean="0">
                          <a:cs typeface="Kalimati" panose="00000400000000000000" pitchFamily="2"/>
                        </a:rPr>
                        <a:t>१२</a:t>
                      </a:r>
                      <a:endParaRPr lang="en-US" sz="1300" dirty="0">
                        <a:cs typeface="Kalimati" panose="00000400000000000000" pitchFamily="2"/>
                      </a:endParaRPr>
                    </a:p>
                  </a:txBody>
                  <a:tcPr/>
                </a:tc>
                <a:tc>
                  <a:txBody>
                    <a:bodyPr/>
                    <a:lstStyle/>
                    <a:p>
                      <a:r>
                        <a:rPr lang="ne-NP" sz="1300" dirty="0" smtClean="0">
                          <a:cs typeface="Kalimati" panose="00000400000000000000" pitchFamily="2"/>
                        </a:rPr>
                        <a:t>०</a:t>
                      </a:r>
                      <a:endParaRPr lang="en-US" sz="1300" dirty="0">
                        <a:cs typeface="Kalimati" panose="00000400000000000000" pitchFamily="2"/>
                      </a:endParaRPr>
                    </a:p>
                  </a:txBody>
                  <a:tcPr/>
                </a:tc>
                <a:tc>
                  <a:txBody>
                    <a:bodyPr/>
                    <a:lstStyle/>
                    <a:p>
                      <a:r>
                        <a:rPr lang="ne-NP" sz="1300" dirty="0" smtClean="0">
                          <a:cs typeface="Kalimati" panose="00000400000000000000" pitchFamily="2"/>
                        </a:rPr>
                        <a:t>८</a:t>
                      </a:r>
                      <a:endParaRPr lang="en-US" sz="1300" dirty="0">
                        <a:cs typeface="Kalimati" panose="00000400000000000000" pitchFamily="2"/>
                      </a:endParaRPr>
                    </a:p>
                  </a:txBody>
                  <a:tcPr/>
                </a:tc>
                <a:tc>
                  <a:txBody>
                    <a:bodyPr/>
                    <a:lstStyle/>
                    <a:p>
                      <a:r>
                        <a:rPr lang="ne-NP" sz="1300" dirty="0" smtClean="0">
                          <a:cs typeface="Kalimati" panose="00000400000000000000" pitchFamily="2"/>
                        </a:rPr>
                        <a:t>४</a:t>
                      </a:r>
                      <a:endParaRPr lang="en-US" sz="1300" dirty="0">
                        <a:cs typeface="Kalimati" panose="00000400000000000000" pitchFamily="2"/>
                      </a:endParaRPr>
                    </a:p>
                  </a:txBody>
                  <a:tcPr/>
                </a:tc>
                <a:tc>
                  <a:txBody>
                    <a:bodyPr/>
                    <a:lstStyle/>
                    <a:p>
                      <a:r>
                        <a:rPr lang="ne-NP" sz="1300" dirty="0" smtClean="0">
                          <a:cs typeface="Kalimati" panose="00000400000000000000" pitchFamily="2"/>
                        </a:rPr>
                        <a:t>0</a:t>
                      </a:r>
                      <a:endParaRPr lang="en-US" sz="1300" dirty="0">
                        <a:cs typeface="Kalimati" panose="00000400000000000000" pitchFamily="2"/>
                      </a:endParaRPr>
                    </a:p>
                  </a:txBody>
                  <a:tcPr/>
                </a:tc>
                <a:tc>
                  <a:txBody>
                    <a:bodyPr/>
                    <a:lstStyle/>
                    <a:p>
                      <a:r>
                        <a:rPr lang="ne-NP" sz="1300" dirty="0" smtClean="0">
                          <a:cs typeface="Kalimati" panose="00000400000000000000" pitchFamily="2"/>
                        </a:rPr>
                        <a:t>१२</a:t>
                      </a:r>
                      <a:endParaRPr lang="en-US" sz="1300" dirty="0">
                        <a:cs typeface="Kalimati" panose="00000400000000000000" pitchFamily="2"/>
                      </a:endParaRPr>
                    </a:p>
                  </a:txBody>
                  <a:tcPr/>
                </a:tc>
                <a:tc>
                  <a:txBody>
                    <a:bodyPr/>
                    <a:lstStyle/>
                    <a:p>
                      <a:endParaRPr lang="en-US" sz="1300" dirty="0">
                        <a:cs typeface="Kalimati" panose="00000400000000000000" pitchFamily="2"/>
                      </a:endParaRPr>
                    </a:p>
                  </a:txBody>
                  <a:tcPr/>
                </a:tc>
                <a:extLst>
                  <a:ext uri="{0D108BD9-81ED-4DB2-BD59-A6C34878D82A}">
                    <a16:rowId xmlns="" xmlns:a16="http://schemas.microsoft.com/office/drawing/2014/main" val="213437796"/>
                  </a:ext>
                </a:extLst>
              </a:tr>
              <a:tr h="475087">
                <a:tc gridSpan="2">
                  <a:txBody>
                    <a:bodyPr/>
                    <a:lstStyle/>
                    <a:p>
                      <a:r>
                        <a:rPr lang="ne-NP" sz="1300" dirty="0" smtClean="0">
                          <a:cs typeface="Kalimati" panose="00000400000000000000" pitchFamily="2"/>
                        </a:rPr>
                        <a:t>जम्मा</a:t>
                      </a:r>
                      <a:endParaRPr lang="en-US" sz="1300" dirty="0">
                        <a:cs typeface="Kalimati" panose="00000400000000000000" pitchFamily="2"/>
                      </a:endParaRPr>
                    </a:p>
                  </a:txBody>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300" b="0" i="0" u="none" strike="noStrike" kern="1200" cap="none" spc="0" normalizeH="0" baseline="0" noProof="0" dirty="0" smtClean="0">
                        <a:ln>
                          <a:noFill/>
                        </a:ln>
                        <a:solidFill>
                          <a:prstClr val="black"/>
                        </a:solidFill>
                        <a:effectLst/>
                        <a:uLnTx/>
                        <a:uFillTx/>
                        <a:latin typeface="+mn-lt"/>
                        <a:ea typeface="+mn-ea"/>
                        <a:cs typeface="Kalimati" panose="00000400000000000000" pitchFamily="2"/>
                      </a:endParaRPr>
                    </a:p>
                  </a:txBody>
                  <a:tcPr/>
                </a:tc>
                <a:tc>
                  <a:txBody>
                    <a:bodyPr/>
                    <a:lstStyle/>
                    <a:p>
                      <a:r>
                        <a:rPr lang="ne-NP" sz="1300" dirty="0" smtClean="0">
                          <a:cs typeface="Kalimati" panose="00000400000000000000" pitchFamily="2"/>
                        </a:rPr>
                        <a:t>१४६</a:t>
                      </a:r>
                      <a:endParaRPr lang="en-US" sz="1300" dirty="0">
                        <a:cs typeface="Kalimati" panose="00000400000000000000" pitchFamily="2"/>
                      </a:endParaRPr>
                    </a:p>
                  </a:txBody>
                  <a:tcPr/>
                </a:tc>
                <a:tc>
                  <a:txBody>
                    <a:bodyPr/>
                    <a:lstStyle/>
                    <a:p>
                      <a:r>
                        <a:rPr lang="ne-NP" sz="1300" dirty="0" smtClean="0">
                          <a:cs typeface="Kalimati" panose="00000400000000000000" pitchFamily="2"/>
                        </a:rPr>
                        <a:t>५२</a:t>
                      </a:r>
                      <a:endParaRPr lang="en-US" sz="1300" dirty="0">
                        <a:cs typeface="Kalimati" panose="00000400000000000000" pitchFamily="2"/>
                      </a:endParaRPr>
                    </a:p>
                  </a:txBody>
                  <a:tcPr/>
                </a:tc>
                <a:tc>
                  <a:txBody>
                    <a:bodyPr/>
                    <a:lstStyle/>
                    <a:p>
                      <a:r>
                        <a:rPr lang="ne-NP" sz="1300" dirty="0" smtClean="0">
                          <a:cs typeface="Kalimati" panose="00000400000000000000" pitchFamily="2"/>
                        </a:rPr>
                        <a:t>१९८</a:t>
                      </a:r>
                      <a:endParaRPr lang="en-US" sz="1300" dirty="0">
                        <a:cs typeface="Kalimati" panose="00000400000000000000" pitchFamily="2"/>
                      </a:endParaRPr>
                    </a:p>
                  </a:txBody>
                  <a:tcPr/>
                </a:tc>
                <a:tc>
                  <a:txBody>
                    <a:bodyPr/>
                    <a:lstStyle/>
                    <a:p>
                      <a:r>
                        <a:rPr lang="ne-NP" sz="1300" dirty="0" smtClean="0">
                          <a:cs typeface="Kalimati" panose="00000400000000000000" pitchFamily="2"/>
                        </a:rPr>
                        <a:t>१</a:t>
                      </a:r>
                      <a:endParaRPr lang="en-US" sz="1300" dirty="0">
                        <a:cs typeface="Kalimati" panose="00000400000000000000" pitchFamily="2"/>
                      </a:endParaRPr>
                    </a:p>
                  </a:txBody>
                  <a:tcPr/>
                </a:tc>
                <a:tc>
                  <a:txBody>
                    <a:bodyPr/>
                    <a:lstStyle/>
                    <a:p>
                      <a:r>
                        <a:rPr lang="ne-NP" sz="1300" dirty="0" smtClean="0">
                          <a:cs typeface="Kalimati" panose="00000400000000000000" pitchFamily="2"/>
                        </a:rPr>
                        <a:t>१२०</a:t>
                      </a:r>
                      <a:endParaRPr lang="en-US" sz="1300" dirty="0">
                        <a:cs typeface="Kalimati" panose="00000400000000000000" pitchFamily="2"/>
                      </a:endParaRPr>
                    </a:p>
                  </a:txBody>
                  <a:tcPr/>
                </a:tc>
                <a:tc>
                  <a:txBody>
                    <a:bodyPr/>
                    <a:lstStyle/>
                    <a:p>
                      <a:r>
                        <a:rPr lang="ne-NP" sz="1300" dirty="0" smtClean="0">
                          <a:cs typeface="Kalimati" panose="00000400000000000000" pitchFamily="2"/>
                        </a:rPr>
                        <a:t>५५</a:t>
                      </a:r>
                      <a:endParaRPr lang="en-US" sz="1300" dirty="0">
                        <a:cs typeface="Kalimati" panose="00000400000000000000" pitchFamily="2"/>
                      </a:endParaRPr>
                    </a:p>
                  </a:txBody>
                  <a:tcPr/>
                </a:tc>
                <a:tc>
                  <a:txBody>
                    <a:bodyPr/>
                    <a:lstStyle/>
                    <a:p>
                      <a:r>
                        <a:rPr lang="ne-NP" sz="1300" dirty="0" smtClean="0">
                          <a:cs typeface="Kalimati" panose="00000400000000000000" pitchFamily="2"/>
                        </a:rPr>
                        <a:t>२२</a:t>
                      </a:r>
                      <a:endParaRPr lang="en-US" sz="1300" dirty="0">
                        <a:cs typeface="Kalimati" panose="00000400000000000000" pitchFamily="2"/>
                      </a:endParaRPr>
                    </a:p>
                  </a:txBody>
                  <a:tcPr/>
                </a:tc>
                <a:tc>
                  <a:txBody>
                    <a:bodyPr/>
                    <a:lstStyle/>
                    <a:p>
                      <a:r>
                        <a:rPr lang="ne-NP" sz="1300" dirty="0" smtClean="0">
                          <a:cs typeface="Kalimati" panose="00000400000000000000" pitchFamily="2"/>
                        </a:rPr>
                        <a:t>१९७</a:t>
                      </a:r>
                      <a:endParaRPr lang="en-US" sz="1300" dirty="0">
                        <a:cs typeface="Kalimati" panose="00000400000000000000" pitchFamily="2"/>
                      </a:endParaRPr>
                    </a:p>
                  </a:txBody>
                  <a:tcPr/>
                </a:tc>
                <a:tc>
                  <a:txBody>
                    <a:bodyPr/>
                    <a:lstStyle/>
                    <a:p>
                      <a:endParaRPr lang="en-US" sz="1300" dirty="0">
                        <a:cs typeface="Kalimati" panose="00000400000000000000" pitchFamily="2"/>
                      </a:endParaRPr>
                    </a:p>
                  </a:txBody>
                  <a:tcPr/>
                </a:tc>
                <a:extLst>
                  <a:ext uri="{0D108BD9-81ED-4DB2-BD59-A6C34878D82A}">
                    <a16:rowId xmlns="" xmlns:a16="http://schemas.microsoft.com/office/drawing/2014/main" val="152378900"/>
                  </a:ext>
                </a:extLst>
              </a:tr>
            </a:tbl>
          </a:graphicData>
        </a:graphic>
      </p:graphicFrame>
    </p:spTree>
    <p:extLst>
      <p:ext uri="{BB962C8B-B14F-4D97-AF65-F5344CB8AC3E}">
        <p14:creationId xmlns="" xmlns:p14="http://schemas.microsoft.com/office/powerpoint/2010/main" val="2386572783"/>
      </p:ext>
    </p:extLst>
  </p:cSld>
  <p:clrMapOvr>
    <a:masterClrMapping/>
  </p:clrMapOvr>
  <p:transition spd="slow">
    <p:wipe dir="r"/>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274638"/>
            <a:ext cx="7772400" cy="639762"/>
          </a:xfrm>
        </p:spPr>
        <p:style>
          <a:lnRef idx="1">
            <a:schemeClr val="accent1"/>
          </a:lnRef>
          <a:fillRef idx="2">
            <a:schemeClr val="accent1"/>
          </a:fillRef>
          <a:effectRef idx="1">
            <a:schemeClr val="accent1"/>
          </a:effectRef>
          <a:fontRef idx="minor">
            <a:schemeClr val="dk1"/>
          </a:fontRef>
        </p:style>
        <p:txBody>
          <a:bodyPr>
            <a:normAutofit fontScale="90000"/>
          </a:bodyPr>
          <a:lstStyle/>
          <a:p>
            <a:pPr marL="274320" lvl="0" indent="-274320" algn="ctr">
              <a:lnSpc>
                <a:spcPct val="150000"/>
              </a:lnSpc>
              <a:spcBef>
                <a:spcPts val="580"/>
              </a:spcBef>
            </a:pPr>
            <a:r>
              <a:rPr lang="en-US" sz="2800" dirty="0">
                <a:solidFill>
                  <a:prstClr val="black"/>
                </a:solidFill>
                <a:latin typeface="Perpetua"/>
                <a:ea typeface="+mn-ea"/>
                <a:cs typeface="Kalimati" pitchFamily="2"/>
              </a:rPr>
              <a:t/>
            </a:r>
            <a:br>
              <a:rPr lang="en-US" sz="2800" dirty="0">
                <a:solidFill>
                  <a:prstClr val="black"/>
                </a:solidFill>
                <a:latin typeface="Perpetua"/>
                <a:ea typeface="+mn-ea"/>
                <a:cs typeface="Kalimati" pitchFamily="2"/>
              </a:rPr>
            </a:br>
            <a:r>
              <a:rPr lang="ne-NP" sz="3100" dirty="0" smtClean="0">
                <a:solidFill>
                  <a:prstClr val="black"/>
                </a:solidFill>
                <a:latin typeface="Perpetua"/>
                <a:ea typeface="+mn-ea"/>
                <a:cs typeface="Kalimati" pitchFamily="2"/>
              </a:rPr>
              <a:t>अपेक्षित भूमिका </a:t>
            </a:r>
            <a:r>
              <a:rPr lang="en-US" sz="3100" dirty="0" smtClean="0">
                <a:solidFill>
                  <a:prstClr val="black"/>
                </a:solidFill>
                <a:latin typeface="Perpetua"/>
                <a:ea typeface="+mn-ea"/>
                <a:cs typeface="Kalimati" pitchFamily="2"/>
              </a:rPr>
              <a:t>(Expected Role Playing)</a:t>
            </a:r>
            <a:endParaRPr lang="en-US" sz="3100" dirty="0"/>
          </a:p>
        </p:txBody>
      </p:sp>
      <p:sp>
        <p:nvSpPr>
          <p:cNvPr id="3" name="Content Placeholder 2"/>
          <p:cNvSpPr>
            <a:spLocks noGrp="1"/>
          </p:cNvSpPr>
          <p:nvPr>
            <p:ph idx="1"/>
          </p:nvPr>
        </p:nvSpPr>
        <p:spPr>
          <a:xfrm>
            <a:off x="914400" y="914400"/>
            <a:ext cx="7772400" cy="5791200"/>
          </a:xfrm>
        </p:spPr>
        <p:style>
          <a:lnRef idx="1">
            <a:schemeClr val="accent6"/>
          </a:lnRef>
          <a:fillRef idx="2">
            <a:schemeClr val="accent6"/>
          </a:fillRef>
          <a:effectRef idx="1">
            <a:schemeClr val="accent6"/>
          </a:effectRef>
          <a:fontRef idx="minor">
            <a:schemeClr val="dk1"/>
          </a:fontRef>
        </p:style>
        <p:txBody>
          <a:bodyPr/>
          <a:lstStyle/>
          <a:p>
            <a:endParaRPr lang="en-US" dirty="0" smtClean="0"/>
          </a:p>
          <a:p>
            <a:endParaRPr lang="en-US" dirty="0"/>
          </a:p>
          <a:p>
            <a:pPr algn="just">
              <a:lnSpc>
                <a:spcPct val="150000"/>
              </a:lnSpc>
            </a:pPr>
            <a:r>
              <a:rPr lang="ne-NP" sz="1800" dirty="0" smtClean="0">
                <a:cs typeface="Kalimati" panose="00000400000000000000" pitchFamily="2"/>
              </a:rPr>
              <a:t>कार्यक्षमताको अभाव</a:t>
            </a:r>
            <a:r>
              <a:rPr lang="en-US" sz="1800" dirty="0" smtClean="0">
                <a:cs typeface="Kalimati" panose="00000400000000000000" pitchFamily="2"/>
              </a:rPr>
              <a:t>,</a:t>
            </a:r>
            <a:r>
              <a:rPr lang="ne-NP" sz="1800" dirty="0" smtClean="0">
                <a:cs typeface="Kalimati" panose="00000400000000000000" pitchFamily="2"/>
              </a:rPr>
              <a:t> खराब आचरण वा आचार संहिताको गम्भीर उल्लंघन</a:t>
            </a:r>
            <a:r>
              <a:rPr lang="en-US" sz="1800" dirty="0" smtClean="0">
                <a:cs typeface="Kalimati" panose="00000400000000000000" pitchFamily="2"/>
              </a:rPr>
              <a:t>,</a:t>
            </a:r>
            <a:r>
              <a:rPr lang="ne-NP" sz="1800" dirty="0" smtClean="0">
                <a:cs typeface="Kalimati" panose="00000400000000000000" pitchFamily="2"/>
              </a:rPr>
              <a:t> इमान्दारीपूर्वक कर्तव्य पालन नगरेको वा बदनियतपूर्वकको कार्य गरेको आरोपमा गरिने कारवाही स्वतन्त्र</a:t>
            </a:r>
            <a:r>
              <a:rPr lang="en-US" sz="1800" dirty="0" smtClean="0">
                <a:cs typeface="Kalimati" panose="00000400000000000000" pitchFamily="2"/>
              </a:rPr>
              <a:t>,</a:t>
            </a:r>
            <a:r>
              <a:rPr lang="ne-NP" sz="1800" dirty="0" smtClean="0">
                <a:cs typeface="Kalimati" panose="00000400000000000000" pitchFamily="2"/>
              </a:rPr>
              <a:t> सक्षम</a:t>
            </a:r>
            <a:r>
              <a:rPr lang="en-US" sz="1800" dirty="0" smtClean="0">
                <a:cs typeface="Kalimati" panose="00000400000000000000" pitchFamily="2"/>
              </a:rPr>
              <a:t>,</a:t>
            </a:r>
            <a:r>
              <a:rPr lang="ne-NP" sz="1800" dirty="0" smtClean="0">
                <a:cs typeface="Kalimati" panose="00000400000000000000" pitchFamily="2"/>
              </a:rPr>
              <a:t> निश्पक्ष र प्रभावकारी बनाउने।</a:t>
            </a:r>
          </a:p>
          <a:p>
            <a:pPr algn="just">
              <a:lnSpc>
                <a:spcPct val="150000"/>
              </a:lnSpc>
            </a:pPr>
            <a:r>
              <a:rPr lang="ne-NP" sz="1800" dirty="0" smtClean="0">
                <a:cs typeface="Kalimati" panose="00000400000000000000" pitchFamily="2"/>
              </a:rPr>
              <a:t>शारीरिक वा मानसिक अस्वस्थताको कारणले सेवामा रही कार्यसम्पादन गर्न असमर्थ भएको भन्ने विषयको यकिन गरी मेडिकल बोर्डको सिफारिस बमोजिम न्याय परिषदले सिफारिस गर्ने।</a:t>
            </a:r>
          </a:p>
          <a:p>
            <a:pPr algn="just">
              <a:lnSpc>
                <a:spcPct val="150000"/>
              </a:lnSpc>
            </a:pPr>
            <a:r>
              <a:rPr lang="ne-NP" sz="1800" dirty="0" smtClean="0">
                <a:cs typeface="Kalimati" panose="00000400000000000000" pitchFamily="2"/>
              </a:rPr>
              <a:t>भ्रष्टाचार निवारण ऐन</a:t>
            </a:r>
            <a:r>
              <a:rPr lang="en-US" sz="1800" dirty="0" smtClean="0">
                <a:cs typeface="Kalimati" panose="00000400000000000000" pitchFamily="2"/>
              </a:rPr>
              <a:t>,</a:t>
            </a:r>
            <a:r>
              <a:rPr lang="ne-NP" sz="1800" dirty="0" smtClean="0">
                <a:cs typeface="Kalimati" panose="00000400000000000000" pitchFamily="2"/>
              </a:rPr>
              <a:t> २०५९ बमोजिम निर्वाह गर्नु पर्ने प्रभावकारी भूमिका।</a:t>
            </a:r>
          </a:p>
          <a:p>
            <a:pPr algn="just">
              <a:lnSpc>
                <a:spcPct val="150000"/>
              </a:lnSpc>
            </a:pPr>
            <a:r>
              <a:rPr lang="ne-NP" sz="1800" dirty="0" smtClean="0">
                <a:cs typeface="Kalimati" panose="00000400000000000000" pitchFamily="2"/>
              </a:rPr>
              <a:t>सम्पत्ति शुद्धीकरण </a:t>
            </a:r>
            <a:r>
              <a:rPr lang="en-US" sz="1800" dirty="0" smtClean="0">
                <a:cs typeface="Kalimati" panose="00000400000000000000" pitchFamily="2"/>
              </a:rPr>
              <a:t>(</a:t>
            </a:r>
            <a:r>
              <a:rPr lang="ne-NP" sz="1800" dirty="0" smtClean="0">
                <a:cs typeface="Kalimati" panose="00000400000000000000" pitchFamily="2"/>
              </a:rPr>
              <a:t>मनी लाउन्डरिङ्ग</a:t>
            </a:r>
            <a:r>
              <a:rPr lang="en-US" sz="1800" dirty="0" smtClean="0">
                <a:cs typeface="Kalimati" panose="00000400000000000000" pitchFamily="2"/>
              </a:rPr>
              <a:t>)</a:t>
            </a:r>
            <a:r>
              <a:rPr lang="ne-NP" sz="1800" dirty="0" smtClean="0">
                <a:cs typeface="Kalimati" panose="00000400000000000000" pitchFamily="2"/>
              </a:rPr>
              <a:t> ऐन</a:t>
            </a:r>
            <a:r>
              <a:rPr lang="en-US" sz="1800" dirty="0" smtClean="0">
                <a:cs typeface="Kalimati" panose="00000400000000000000" pitchFamily="2"/>
              </a:rPr>
              <a:t>,</a:t>
            </a:r>
            <a:r>
              <a:rPr lang="ne-NP" sz="1800" dirty="0" smtClean="0">
                <a:cs typeface="Kalimati" panose="00000400000000000000" pitchFamily="2"/>
              </a:rPr>
              <a:t> २०६४ बमोजिमको निर्वाह गर्नु पर्ने अनुसन्धानकारी भूमिका।</a:t>
            </a:r>
          </a:p>
          <a:p>
            <a:pPr algn="just">
              <a:lnSpc>
                <a:spcPct val="150000"/>
              </a:lnSpc>
            </a:pPr>
            <a:r>
              <a:rPr lang="ne-NP" sz="1800" dirty="0" smtClean="0">
                <a:cs typeface="Kalimati" panose="00000400000000000000" pitchFamily="2"/>
              </a:rPr>
              <a:t>न्यायपालिकामा न्यायिक सुशासन कायम गरी जनआस्था अभिवृद्धि गर्ने ।</a:t>
            </a:r>
            <a:endParaRPr lang="en-US" sz="1800" dirty="0">
              <a:cs typeface="Kalimati" panose="00000400000000000000" pitchFamily="2"/>
            </a:endParaRPr>
          </a:p>
        </p:txBody>
      </p:sp>
      <p:sp>
        <p:nvSpPr>
          <p:cNvPr id="4" name="Rectangle 3"/>
          <p:cNvSpPr/>
          <p:nvPr/>
        </p:nvSpPr>
        <p:spPr>
          <a:xfrm>
            <a:off x="914400" y="1034321"/>
            <a:ext cx="7772400" cy="642079"/>
          </a:xfrm>
          <a:prstGeom prst="rect">
            <a:avLst/>
          </a:prstGeom>
        </p:spPr>
        <p:style>
          <a:lnRef idx="3">
            <a:schemeClr val="lt1"/>
          </a:lnRef>
          <a:fillRef idx="1">
            <a:schemeClr val="accent6"/>
          </a:fillRef>
          <a:effectRef idx="1">
            <a:schemeClr val="accent6"/>
          </a:effectRef>
          <a:fontRef idx="minor">
            <a:schemeClr val="lt1"/>
          </a:fontRef>
        </p:style>
        <p:txBody>
          <a:bodyPr rtlCol="0" anchor="ctr"/>
          <a:lstStyle/>
          <a:p>
            <a:pPr algn="ctr"/>
            <a:r>
              <a:rPr lang="ne-NP" dirty="0" smtClean="0">
                <a:cs typeface="Kalimati" panose="00000400000000000000" pitchFamily="2"/>
              </a:rPr>
              <a:t>संवैधानिक तथा कानूनी भूमिका</a:t>
            </a:r>
            <a:endParaRPr lang="en-US" dirty="0">
              <a:cs typeface="Kalimati" panose="00000400000000000000" pitchFamily="2"/>
            </a:endParaRPr>
          </a:p>
        </p:txBody>
      </p:sp>
    </p:spTree>
    <p:extLst>
      <p:ext uri="{BB962C8B-B14F-4D97-AF65-F5344CB8AC3E}">
        <p14:creationId xmlns="" xmlns:p14="http://schemas.microsoft.com/office/powerpoint/2010/main" val="362409733"/>
      </p:ext>
    </p:extLst>
  </p:cSld>
  <p:clrMapOvr>
    <a:masterClrMapping/>
  </p:clrMapOvr>
  <p:transition spd="slow">
    <p:wipe dir="r"/>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152400"/>
            <a:ext cx="7772400" cy="609600"/>
          </a:xfrm>
        </p:spPr>
        <p:style>
          <a:lnRef idx="1">
            <a:schemeClr val="accent1"/>
          </a:lnRef>
          <a:fillRef idx="2">
            <a:schemeClr val="accent1"/>
          </a:fillRef>
          <a:effectRef idx="1">
            <a:schemeClr val="accent1"/>
          </a:effectRef>
          <a:fontRef idx="minor">
            <a:schemeClr val="dk1"/>
          </a:fontRef>
        </p:style>
        <p:txBody>
          <a:bodyPr/>
          <a:lstStyle/>
          <a:p>
            <a:pPr algn="ctr"/>
            <a:r>
              <a:rPr lang="ne-NP" sz="2800" dirty="0">
                <a:solidFill>
                  <a:prstClr val="black"/>
                </a:solidFill>
                <a:latin typeface="Perpetua"/>
                <a:ea typeface="+mn-ea"/>
                <a:cs typeface="Kalimati" pitchFamily="2"/>
              </a:rPr>
              <a:t>अपेक्षित भूमिका </a:t>
            </a:r>
            <a:r>
              <a:rPr lang="en-US" sz="2800" dirty="0">
                <a:solidFill>
                  <a:prstClr val="black"/>
                </a:solidFill>
                <a:latin typeface="Perpetua"/>
                <a:ea typeface="+mn-ea"/>
                <a:cs typeface="Kalimati" pitchFamily="2"/>
              </a:rPr>
              <a:t>(Expected Role Playing</a:t>
            </a:r>
            <a:r>
              <a:rPr lang="en-US" sz="2800" dirty="0" smtClean="0">
                <a:solidFill>
                  <a:prstClr val="black"/>
                </a:solidFill>
                <a:latin typeface="Perpetua"/>
                <a:ea typeface="+mn-ea"/>
                <a:cs typeface="Kalimati" pitchFamily="2"/>
              </a:rPr>
              <a:t>)</a:t>
            </a:r>
            <a:r>
              <a:rPr lang="ne-NP" sz="2800" dirty="0" smtClean="0">
                <a:solidFill>
                  <a:prstClr val="black"/>
                </a:solidFill>
                <a:latin typeface="Perpetua"/>
                <a:ea typeface="+mn-ea"/>
                <a:cs typeface="Kalimati" pitchFamily="2"/>
              </a:rPr>
              <a:t>..</a:t>
            </a:r>
            <a:endParaRPr lang="en-US" dirty="0"/>
          </a:p>
        </p:txBody>
      </p:sp>
      <p:sp>
        <p:nvSpPr>
          <p:cNvPr id="3" name="Content Placeholder 2"/>
          <p:cNvSpPr>
            <a:spLocks noGrp="1"/>
          </p:cNvSpPr>
          <p:nvPr>
            <p:ph idx="1"/>
          </p:nvPr>
        </p:nvSpPr>
        <p:spPr>
          <a:xfrm>
            <a:off x="914400" y="762000"/>
            <a:ext cx="7772400" cy="5943600"/>
          </a:xfrm>
        </p:spPr>
        <p:style>
          <a:lnRef idx="1">
            <a:schemeClr val="accent6"/>
          </a:lnRef>
          <a:fillRef idx="2">
            <a:schemeClr val="accent6"/>
          </a:fillRef>
          <a:effectRef idx="1">
            <a:schemeClr val="accent6"/>
          </a:effectRef>
          <a:fontRef idx="minor">
            <a:schemeClr val="dk1"/>
          </a:fontRef>
        </p:style>
        <p:txBody>
          <a:bodyPr>
            <a:normAutofit lnSpcReduction="10000"/>
          </a:bodyPr>
          <a:lstStyle/>
          <a:p>
            <a:endParaRPr lang="ne-NP" dirty="0" smtClean="0"/>
          </a:p>
          <a:p>
            <a:endParaRPr lang="ne-NP" dirty="0" smtClean="0"/>
          </a:p>
          <a:p>
            <a:r>
              <a:rPr lang="ne-NP" sz="1800" dirty="0" smtClean="0">
                <a:cs typeface="Kalimati" panose="00000400000000000000" pitchFamily="2"/>
              </a:rPr>
              <a:t>खराव व्यक्तिहरु उपर उजुरी गर्न सहज होस् वा पहुँच सरल होस्।</a:t>
            </a:r>
            <a:endParaRPr lang="ne-NP" sz="1800" dirty="0">
              <a:cs typeface="Kalimati" panose="00000400000000000000" pitchFamily="2"/>
            </a:endParaRPr>
          </a:p>
          <a:p>
            <a:pPr lvl="0" algn="just">
              <a:lnSpc>
                <a:spcPct val="150000"/>
              </a:lnSpc>
              <a:buClr>
                <a:srgbClr val="D34817"/>
              </a:buClr>
            </a:pPr>
            <a:r>
              <a:rPr lang="ne-NP" sz="1800" dirty="0">
                <a:solidFill>
                  <a:prstClr val="black"/>
                </a:solidFill>
                <a:cs typeface="Kalimati" panose="00000400000000000000" pitchFamily="2"/>
              </a:rPr>
              <a:t>कार्यक्षमताको </a:t>
            </a:r>
            <a:r>
              <a:rPr lang="ne-NP" sz="1800" dirty="0" smtClean="0">
                <a:solidFill>
                  <a:prstClr val="black"/>
                </a:solidFill>
                <a:cs typeface="Kalimati" panose="00000400000000000000" pitchFamily="2"/>
              </a:rPr>
              <a:t>अभाव भएको वा निष्ठाभाव </a:t>
            </a:r>
            <a:r>
              <a:rPr lang="en-US" sz="1800" dirty="0" smtClean="0">
                <a:solidFill>
                  <a:prstClr val="black"/>
                </a:solidFill>
                <a:cs typeface="Kalimati" panose="00000400000000000000" pitchFamily="2"/>
              </a:rPr>
              <a:t>(Integrity)</a:t>
            </a:r>
            <a:r>
              <a:rPr lang="ne-NP" sz="1800" dirty="0" smtClean="0">
                <a:solidFill>
                  <a:prstClr val="black"/>
                </a:solidFill>
                <a:cs typeface="Kalimati" panose="00000400000000000000" pitchFamily="2"/>
              </a:rPr>
              <a:t> र जवाफदेहिता नभएको वा खराब </a:t>
            </a:r>
            <a:r>
              <a:rPr lang="ne-NP" sz="1800" dirty="0">
                <a:solidFill>
                  <a:prstClr val="black"/>
                </a:solidFill>
                <a:cs typeface="Kalimati" panose="00000400000000000000" pitchFamily="2"/>
              </a:rPr>
              <a:t>आचरण वा आचार संहिताको गम्भीर </a:t>
            </a:r>
            <a:r>
              <a:rPr lang="ne-NP" sz="1800" dirty="0" smtClean="0">
                <a:solidFill>
                  <a:prstClr val="black"/>
                </a:solidFill>
                <a:cs typeface="Kalimati" panose="00000400000000000000" pitchFamily="2"/>
              </a:rPr>
              <a:t>उल्लंघन</a:t>
            </a:r>
            <a:r>
              <a:rPr lang="ne-NP" sz="1800" dirty="0">
                <a:solidFill>
                  <a:prstClr val="black"/>
                </a:solidFill>
                <a:cs typeface="Kalimati" panose="00000400000000000000" pitchFamily="2"/>
              </a:rPr>
              <a:t> </a:t>
            </a:r>
            <a:r>
              <a:rPr lang="ne-NP" sz="1800" dirty="0" smtClean="0">
                <a:solidFill>
                  <a:prstClr val="black"/>
                </a:solidFill>
                <a:cs typeface="Kalimati" panose="00000400000000000000" pitchFamily="2"/>
              </a:rPr>
              <a:t>गर्ने</a:t>
            </a:r>
            <a:r>
              <a:rPr lang="en-US" sz="1800" dirty="0" smtClean="0">
                <a:solidFill>
                  <a:prstClr val="black"/>
                </a:solidFill>
                <a:cs typeface="Kalimati" panose="00000400000000000000" pitchFamily="2"/>
              </a:rPr>
              <a:t>,</a:t>
            </a:r>
            <a:r>
              <a:rPr lang="ne-NP" sz="1800" dirty="0" smtClean="0">
                <a:solidFill>
                  <a:prstClr val="black"/>
                </a:solidFill>
                <a:cs typeface="Kalimati" panose="00000400000000000000" pitchFamily="2"/>
              </a:rPr>
              <a:t> </a:t>
            </a:r>
            <a:r>
              <a:rPr lang="ne-NP" sz="1800" dirty="0">
                <a:solidFill>
                  <a:prstClr val="black"/>
                </a:solidFill>
                <a:cs typeface="Kalimati" panose="00000400000000000000" pitchFamily="2"/>
              </a:rPr>
              <a:t>इमान्दारीपूर्वक कर्तव्य पालन </a:t>
            </a:r>
            <a:r>
              <a:rPr lang="ne-NP" sz="1800" dirty="0" smtClean="0">
                <a:solidFill>
                  <a:prstClr val="black"/>
                </a:solidFill>
                <a:cs typeface="Kalimati" panose="00000400000000000000" pitchFamily="2"/>
              </a:rPr>
              <a:t>नगर्ने </a:t>
            </a:r>
            <a:r>
              <a:rPr lang="ne-NP" sz="1800" dirty="0">
                <a:solidFill>
                  <a:prstClr val="black"/>
                </a:solidFill>
                <a:cs typeface="Kalimati" panose="00000400000000000000" pitchFamily="2"/>
              </a:rPr>
              <a:t>वा बदनियतपूर्वकको कार्य </a:t>
            </a:r>
            <a:r>
              <a:rPr lang="ne-NP" sz="1800" dirty="0" smtClean="0">
                <a:solidFill>
                  <a:prstClr val="black"/>
                </a:solidFill>
                <a:cs typeface="Kalimati" panose="00000400000000000000" pitchFamily="2"/>
              </a:rPr>
              <a:t>गर्ने न्यायाधीश उपर परेको उजुरीको कारवाही स्वतन्त्र</a:t>
            </a:r>
            <a:r>
              <a:rPr lang="en-US" sz="1800" dirty="0" smtClean="0">
                <a:solidFill>
                  <a:prstClr val="black"/>
                </a:solidFill>
                <a:cs typeface="Kalimati" panose="00000400000000000000" pitchFamily="2"/>
              </a:rPr>
              <a:t>,</a:t>
            </a:r>
            <a:r>
              <a:rPr lang="ne-NP" sz="1800" dirty="0" smtClean="0">
                <a:solidFill>
                  <a:prstClr val="black"/>
                </a:solidFill>
                <a:cs typeface="Kalimati" panose="00000400000000000000" pitchFamily="2"/>
              </a:rPr>
              <a:t> निश्पक्ष</a:t>
            </a:r>
            <a:r>
              <a:rPr lang="en-US" sz="1800" dirty="0" smtClean="0">
                <a:solidFill>
                  <a:prstClr val="black"/>
                </a:solidFill>
                <a:cs typeface="Kalimati" panose="00000400000000000000" pitchFamily="2"/>
              </a:rPr>
              <a:t>,</a:t>
            </a:r>
            <a:r>
              <a:rPr lang="ne-NP" sz="1800" dirty="0" smtClean="0">
                <a:solidFill>
                  <a:prstClr val="black"/>
                </a:solidFill>
                <a:cs typeface="Kalimati" panose="00000400000000000000" pitchFamily="2"/>
              </a:rPr>
              <a:t> पारदर्शी र छिटोछरितो होस्।</a:t>
            </a:r>
          </a:p>
          <a:p>
            <a:pPr lvl="0" algn="just">
              <a:lnSpc>
                <a:spcPct val="150000"/>
              </a:lnSpc>
              <a:buClr>
                <a:srgbClr val="D34817"/>
              </a:buClr>
            </a:pPr>
            <a:r>
              <a:rPr lang="ne-NP" sz="1800" dirty="0" smtClean="0">
                <a:solidFill>
                  <a:prstClr val="black"/>
                </a:solidFill>
                <a:cs typeface="Kalimati" panose="00000400000000000000" pitchFamily="2"/>
              </a:rPr>
              <a:t>न्यायिक सुशासन कायम गरी साँच्चिकै न्यायपालिका स्वतन्त्र</a:t>
            </a:r>
            <a:r>
              <a:rPr lang="en-US" sz="1800" dirty="0" smtClean="0">
                <a:solidFill>
                  <a:prstClr val="black"/>
                </a:solidFill>
                <a:cs typeface="Kalimati" panose="00000400000000000000" pitchFamily="2"/>
              </a:rPr>
              <a:t>,</a:t>
            </a:r>
            <a:r>
              <a:rPr lang="ne-NP" sz="1800" dirty="0" smtClean="0">
                <a:solidFill>
                  <a:prstClr val="black"/>
                </a:solidFill>
                <a:cs typeface="Kalimati" panose="00000400000000000000" pitchFamily="2"/>
              </a:rPr>
              <a:t> सक्षभ</a:t>
            </a:r>
            <a:r>
              <a:rPr lang="en-US" sz="1800" dirty="0" smtClean="0">
                <a:solidFill>
                  <a:prstClr val="black"/>
                </a:solidFill>
                <a:cs typeface="Kalimati" panose="00000400000000000000" pitchFamily="2"/>
              </a:rPr>
              <a:t>,</a:t>
            </a:r>
            <a:r>
              <a:rPr lang="ne-NP" sz="1800" dirty="0" smtClean="0">
                <a:solidFill>
                  <a:prstClr val="black"/>
                </a:solidFill>
                <a:cs typeface="Kalimati" panose="00000400000000000000" pitchFamily="2"/>
              </a:rPr>
              <a:t> निश्पक्ष</a:t>
            </a:r>
            <a:r>
              <a:rPr lang="en-US" sz="1800" dirty="0" smtClean="0">
                <a:solidFill>
                  <a:prstClr val="black"/>
                </a:solidFill>
                <a:cs typeface="Kalimati" panose="00000400000000000000" pitchFamily="2"/>
              </a:rPr>
              <a:t>,</a:t>
            </a:r>
            <a:r>
              <a:rPr lang="ne-NP" sz="1800" dirty="0" smtClean="0">
                <a:solidFill>
                  <a:prstClr val="black"/>
                </a:solidFill>
                <a:cs typeface="Kalimati" panose="00000400000000000000" pitchFamily="2"/>
              </a:rPr>
              <a:t> पारदर्शी र जनउत्तरदायी होस्।</a:t>
            </a:r>
          </a:p>
          <a:p>
            <a:pPr lvl="0" algn="just">
              <a:lnSpc>
                <a:spcPct val="150000"/>
              </a:lnSpc>
              <a:buClr>
                <a:srgbClr val="D34817"/>
              </a:buClr>
            </a:pPr>
            <a:endParaRPr lang="ne-NP" sz="1800" dirty="0">
              <a:solidFill>
                <a:prstClr val="black"/>
              </a:solidFill>
              <a:cs typeface="Kalimati" panose="00000400000000000000" pitchFamily="2"/>
            </a:endParaRPr>
          </a:p>
          <a:p>
            <a:pPr lvl="0" algn="just">
              <a:lnSpc>
                <a:spcPct val="150000"/>
              </a:lnSpc>
              <a:buClr>
                <a:srgbClr val="D34817"/>
              </a:buClr>
            </a:pPr>
            <a:r>
              <a:rPr lang="ne-NP" sz="1800" dirty="0" smtClean="0">
                <a:solidFill>
                  <a:prstClr val="black"/>
                </a:solidFill>
                <a:cs typeface="Kalimati" panose="00000400000000000000" pitchFamily="2"/>
              </a:rPr>
              <a:t>न्यायाधीश विरुद्ध परेका उजुरीहरु उपरको सुनुवाई निश्पक्ष</a:t>
            </a:r>
            <a:r>
              <a:rPr lang="en-US" sz="1800" dirty="0" smtClean="0">
                <a:solidFill>
                  <a:prstClr val="black"/>
                </a:solidFill>
                <a:cs typeface="Kalimati" panose="00000400000000000000" pitchFamily="2"/>
              </a:rPr>
              <a:t>,</a:t>
            </a:r>
            <a:r>
              <a:rPr lang="ne-NP" sz="1800" dirty="0" smtClean="0">
                <a:solidFill>
                  <a:prstClr val="black"/>
                </a:solidFill>
                <a:cs typeface="Kalimati" panose="00000400000000000000" pitchFamily="2"/>
              </a:rPr>
              <a:t> पारदर्शी र छिटो छरितो होस् र खराव व्यक्ति सजायका भागीदार होउन्</a:t>
            </a:r>
            <a:r>
              <a:rPr lang="en-US" sz="1800" dirty="0" smtClean="0">
                <a:solidFill>
                  <a:prstClr val="black"/>
                </a:solidFill>
                <a:cs typeface="Kalimati" panose="00000400000000000000" pitchFamily="2"/>
              </a:rPr>
              <a:t>,</a:t>
            </a:r>
            <a:r>
              <a:rPr lang="ne-NP" sz="1800" dirty="0" smtClean="0">
                <a:solidFill>
                  <a:prstClr val="black"/>
                </a:solidFill>
                <a:cs typeface="Kalimati" panose="00000400000000000000" pitchFamily="2"/>
              </a:rPr>
              <a:t> असलको कल्याण होस्।</a:t>
            </a:r>
          </a:p>
          <a:p>
            <a:pPr lvl="0" algn="just">
              <a:lnSpc>
                <a:spcPct val="150000"/>
              </a:lnSpc>
              <a:buClr>
                <a:srgbClr val="D34817"/>
              </a:buClr>
            </a:pPr>
            <a:r>
              <a:rPr lang="ne-NP" sz="1800" dirty="0" smtClean="0">
                <a:solidFill>
                  <a:prstClr val="black"/>
                </a:solidFill>
                <a:cs typeface="Kalimati" panose="00000400000000000000" pitchFamily="2"/>
              </a:rPr>
              <a:t>पुनरावेदनको रुपमा उजुरी दर्ता नहोस् र गोपनीयता कायम राखियोस्।</a:t>
            </a:r>
          </a:p>
          <a:p>
            <a:pPr lvl="0" algn="just">
              <a:lnSpc>
                <a:spcPct val="150000"/>
              </a:lnSpc>
              <a:buClr>
                <a:srgbClr val="D34817"/>
              </a:buClr>
            </a:pPr>
            <a:r>
              <a:rPr lang="ne-NP" sz="1800" dirty="0" smtClean="0">
                <a:solidFill>
                  <a:prstClr val="black"/>
                </a:solidFill>
                <a:cs typeface="Kalimati" panose="00000400000000000000" pitchFamily="2"/>
              </a:rPr>
              <a:t>समान अवस्थाका उजुरीहरु उपरको कारवाहीमा समान व्यवहार होस्।</a:t>
            </a:r>
          </a:p>
          <a:p>
            <a:pPr lvl="0" algn="just">
              <a:lnSpc>
                <a:spcPct val="150000"/>
              </a:lnSpc>
              <a:buClr>
                <a:srgbClr val="D34817"/>
              </a:buClr>
            </a:pPr>
            <a:endParaRPr lang="en-US" dirty="0"/>
          </a:p>
        </p:txBody>
      </p:sp>
      <p:sp>
        <p:nvSpPr>
          <p:cNvPr id="4" name="Rectangle 3"/>
          <p:cNvSpPr/>
          <p:nvPr/>
        </p:nvSpPr>
        <p:spPr>
          <a:xfrm>
            <a:off x="914400" y="838200"/>
            <a:ext cx="7772400" cy="533400"/>
          </a:xfrm>
          <a:prstGeom prst="rect">
            <a:avLst/>
          </a:prstGeom>
        </p:spPr>
        <p:style>
          <a:lnRef idx="3">
            <a:schemeClr val="lt1"/>
          </a:lnRef>
          <a:fillRef idx="1">
            <a:schemeClr val="accent6"/>
          </a:fillRef>
          <a:effectRef idx="1">
            <a:schemeClr val="accent6"/>
          </a:effectRef>
          <a:fontRef idx="minor">
            <a:schemeClr val="lt1"/>
          </a:fontRef>
        </p:style>
        <p:txBody>
          <a:bodyPr rtlCol="0" anchor="ctr"/>
          <a:lstStyle/>
          <a:p>
            <a:pPr algn="ctr"/>
            <a:r>
              <a:rPr lang="ne-NP" sz="2000" dirty="0" smtClean="0">
                <a:cs typeface="Kalimati" panose="00000400000000000000" pitchFamily="2"/>
              </a:rPr>
              <a:t>जनअपेक्षाकृत भूमिका</a:t>
            </a:r>
            <a:endParaRPr lang="en-US" sz="2000" dirty="0">
              <a:cs typeface="Kalimati" panose="00000400000000000000" pitchFamily="2"/>
            </a:endParaRPr>
          </a:p>
        </p:txBody>
      </p:sp>
      <p:sp>
        <p:nvSpPr>
          <p:cNvPr id="5" name="Rectangle 4"/>
          <p:cNvSpPr/>
          <p:nvPr/>
        </p:nvSpPr>
        <p:spPr>
          <a:xfrm>
            <a:off x="1066800" y="4343400"/>
            <a:ext cx="7467600" cy="45720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ne-NP" sz="2000" dirty="0" smtClean="0">
                <a:cs typeface="Kalimati" panose="00000400000000000000" pitchFamily="2"/>
              </a:rPr>
              <a:t>मा</a:t>
            </a:r>
            <a:r>
              <a:rPr lang="en-US" sz="2000" dirty="0" smtClean="0">
                <a:cs typeface="Kalimati" panose="00000400000000000000" pitchFamily="2"/>
              </a:rPr>
              <a:t>.</a:t>
            </a:r>
            <a:r>
              <a:rPr lang="ne-NP" sz="2000" dirty="0" smtClean="0">
                <a:cs typeface="Kalimati" panose="00000400000000000000" pitchFamily="2"/>
              </a:rPr>
              <a:t>न्या.ज्यूहरुको अपेक्षाकृत भूमिका</a:t>
            </a:r>
            <a:endParaRPr lang="en-US" sz="2000" dirty="0">
              <a:cs typeface="Kalimati" panose="00000400000000000000" pitchFamily="2"/>
            </a:endParaRPr>
          </a:p>
        </p:txBody>
      </p:sp>
    </p:spTree>
    <p:extLst>
      <p:ext uri="{BB962C8B-B14F-4D97-AF65-F5344CB8AC3E}">
        <p14:creationId xmlns="" xmlns:p14="http://schemas.microsoft.com/office/powerpoint/2010/main" val="2936883918"/>
      </p:ext>
    </p:extLst>
  </p:cSld>
  <p:clrMapOvr>
    <a:masterClrMapping/>
  </p:clrMapOvr>
  <p:transition spd="slow">
    <p:wipe dir="r"/>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p:cNvSpPr>
            <a:spLocks noGrp="1"/>
          </p:cNvSpPr>
          <p:nvPr>
            <p:ph type="title"/>
          </p:nvPr>
        </p:nvSpPr>
        <p:spPr>
          <a:xfrm>
            <a:off x="433754" y="-296863"/>
            <a:ext cx="8229600" cy="1143001"/>
          </a:xfrm>
        </p:spPr>
        <p:txBody>
          <a:bodyPr>
            <a:normAutofit fontScale="90000"/>
          </a:bodyPr>
          <a:lstStyle/>
          <a:p>
            <a:pPr>
              <a:defRPr/>
            </a:pPr>
            <a:r>
              <a:rPr lang="ne-NP" dirty="0" smtClean="0">
                <a:effectLst>
                  <a:outerShdw blurRad="38100" dist="38100" dir="2700000" algn="tl">
                    <a:srgbClr val="000000">
                      <a:alpha val="43137"/>
                    </a:srgbClr>
                  </a:outerShdw>
                </a:effectLst>
                <a:latin typeface="Kokila" pitchFamily="34" charset="0"/>
                <a:cs typeface="Kokila" pitchFamily="34" charset="0"/>
              </a:rPr>
              <a:t/>
            </a:r>
            <a:br>
              <a:rPr lang="ne-NP" dirty="0" smtClean="0">
                <a:effectLst>
                  <a:outerShdw blurRad="38100" dist="38100" dir="2700000" algn="tl">
                    <a:srgbClr val="000000">
                      <a:alpha val="43137"/>
                    </a:srgbClr>
                  </a:outerShdw>
                </a:effectLst>
                <a:latin typeface="Kokila" pitchFamily="34" charset="0"/>
                <a:cs typeface="Kokila" pitchFamily="34" charset="0"/>
              </a:rPr>
            </a:br>
            <a:r>
              <a:rPr lang="ne-NP" b="1" dirty="0" smtClean="0">
                <a:effectLst>
                  <a:outerShdw blurRad="38100" dist="38100" dir="2700000" algn="tl">
                    <a:srgbClr val="000000">
                      <a:alpha val="43137"/>
                    </a:srgbClr>
                  </a:outerShdw>
                </a:effectLst>
                <a:latin typeface="Kokila" pitchFamily="34" charset="0"/>
                <a:cs typeface="Kokila" pitchFamily="34" charset="0"/>
              </a:rPr>
              <a:t>निष्कर्ष</a:t>
            </a:r>
            <a:endParaRPr lang="en-US" b="1" dirty="0" smtClean="0">
              <a:effectLst>
                <a:outerShdw blurRad="38100" dist="38100" dir="2700000" algn="tl">
                  <a:srgbClr val="000000">
                    <a:alpha val="43137"/>
                  </a:srgbClr>
                </a:outerShdw>
              </a:effectLst>
              <a:latin typeface="Times New Roman" pitchFamily="18" charset="0"/>
              <a:cs typeface="Times New Roman" pitchFamily="18" charset="0"/>
            </a:endParaRPr>
          </a:p>
        </p:txBody>
      </p:sp>
      <p:sp>
        <p:nvSpPr>
          <p:cNvPr id="19459" name="Content Placeholder 2"/>
          <p:cNvSpPr>
            <a:spLocks noGrp="1"/>
          </p:cNvSpPr>
          <p:nvPr>
            <p:ph idx="1"/>
          </p:nvPr>
        </p:nvSpPr>
        <p:spPr>
          <a:xfrm>
            <a:off x="457200" y="846138"/>
            <a:ext cx="8229600" cy="5783262"/>
          </a:xfrm>
        </p:spPr>
        <p:txBody>
          <a:bodyPr/>
          <a:lstStyle/>
          <a:p>
            <a:pPr>
              <a:defRPr/>
            </a:pPr>
            <a:r>
              <a:rPr lang="en-AU" dirty="0">
                <a:effectLst>
                  <a:outerShdw blurRad="38100" dist="38100" dir="2700000" algn="tl">
                    <a:srgbClr val="000000">
                      <a:alpha val="43137"/>
                    </a:srgbClr>
                  </a:outerShdw>
                </a:effectLst>
                <a:latin typeface="Kokila" pitchFamily="34" charset="0"/>
                <a:cs typeface="Kokila" pitchFamily="34" charset="0"/>
              </a:rPr>
              <a:t>J</a:t>
            </a:r>
            <a:r>
              <a:rPr lang="en-AU" dirty="0" smtClean="0">
                <a:effectLst>
                  <a:outerShdw blurRad="38100" dist="38100" dir="2700000" algn="tl">
                    <a:srgbClr val="000000">
                      <a:alpha val="43137"/>
                    </a:srgbClr>
                  </a:outerShdw>
                </a:effectLst>
                <a:latin typeface="Kokila" pitchFamily="34" charset="0"/>
                <a:cs typeface="Kokila" pitchFamily="34" charset="0"/>
              </a:rPr>
              <a:t>udges can be wrong but Should not be bad.</a:t>
            </a:r>
            <a:endParaRPr lang="ne-NP" dirty="0" smtClean="0">
              <a:effectLst>
                <a:outerShdw blurRad="38100" dist="38100" dir="2700000" algn="tl">
                  <a:srgbClr val="000000">
                    <a:alpha val="43137"/>
                  </a:srgbClr>
                </a:outerShdw>
              </a:effectLst>
              <a:latin typeface="Kokila" pitchFamily="34" charset="0"/>
              <a:cs typeface="Kokila" pitchFamily="34" charset="0"/>
            </a:endParaRPr>
          </a:p>
          <a:p>
            <a:pPr>
              <a:defRPr/>
            </a:pPr>
            <a:r>
              <a:rPr lang="en-AU" dirty="0" smtClean="0">
                <a:effectLst>
                  <a:outerShdw blurRad="38100" dist="38100" dir="2700000" algn="tl">
                    <a:srgbClr val="000000">
                      <a:alpha val="43137"/>
                    </a:srgbClr>
                  </a:outerShdw>
                </a:effectLst>
                <a:latin typeface="Kokila" pitchFamily="34" charset="0"/>
                <a:cs typeface="Kokila" pitchFamily="34" charset="0"/>
              </a:rPr>
              <a:t>An appeal is not the answer. Appealing against a decision is expensive and time-consuming. </a:t>
            </a:r>
            <a:endParaRPr lang="ne-NP" dirty="0" smtClean="0">
              <a:effectLst>
                <a:outerShdw blurRad="38100" dist="38100" dir="2700000" algn="tl">
                  <a:srgbClr val="000000">
                    <a:alpha val="43137"/>
                  </a:srgbClr>
                </a:outerShdw>
              </a:effectLst>
              <a:latin typeface="Kokila" pitchFamily="34" charset="0"/>
              <a:cs typeface="Kokila" pitchFamily="34" charset="0"/>
            </a:endParaRPr>
          </a:p>
          <a:p>
            <a:pPr marL="342900" lvl="1" indent="-342900">
              <a:buFont typeface="Arial" charset="0"/>
              <a:buChar char="•"/>
              <a:defRPr/>
            </a:pPr>
            <a:r>
              <a:rPr lang="ne-NP" dirty="0">
                <a:effectLst>
                  <a:outerShdw blurRad="38100" dist="38100" dir="2700000" algn="tl">
                    <a:srgbClr val="000000">
                      <a:alpha val="43137"/>
                    </a:srgbClr>
                  </a:outerShdw>
                </a:effectLst>
                <a:latin typeface="Kokila" pitchFamily="34" charset="0"/>
                <a:cs typeface="Kokila" pitchFamily="34" charset="0"/>
              </a:rPr>
              <a:t>न्यायपालिकामा कार्यरत जनशक्तिको स्वतन्त्रता, स्वायत्तता, सक्षमता, जवाफदेहिता,  निष्ठा, इमान्दारिता, उच्च नैतिक चरित्र, </a:t>
            </a:r>
            <a:r>
              <a:rPr lang="ne-NP" dirty="0" smtClean="0">
                <a:effectLst>
                  <a:outerShdw blurRad="38100" dist="38100" dir="2700000" algn="tl">
                    <a:srgbClr val="000000">
                      <a:alpha val="43137"/>
                    </a:srgbClr>
                  </a:outerShdw>
                </a:effectLst>
                <a:latin typeface="Kokila" pitchFamily="34" charset="0"/>
                <a:cs typeface="Kokila" pitchFamily="34" charset="0"/>
              </a:rPr>
              <a:t>सदाचार र उत्कृष्ठ </a:t>
            </a:r>
            <a:r>
              <a:rPr lang="ne-NP" dirty="0">
                <a:effectLst>
                  <a:outerShdw blurRad="38100" dist="38100" dir="2700000" algn="tl">
                    <a:srgbClr val="000000">
                      <a:alpha val="43137"/>
                    </a:srgbClr>
                  </a:outerShdw>
                </a:effectLst>
                <a:latin typeface="Kokila" pitchFamily="34" charset="0"/>
                <a:cs typeface="Kokila" pitchFamily="34" charset="0"/>
              </a:rPr>
              <a:t>कार्य सम्पादनबाट </a:t>
            </a:r>
            <a:r>
              <a:rPr lang="ne-NP" dirty="0" smtClean="0">
                <a:effectLst>
                  <a:outerShdw blurRad="38100" dist="38100" dir="2700000" algn="tl">
                    <a:srgbClr val="000000">
                      <a:alpha val="43137"/>
                    </a:srgbClr>
                  </a:outerShdw>
                </a:effectLst>
                <a:latin typeface="Kokila" pitchFamily="34" charset="0"/>
                <a:cs typeface="Kokila" pitchFamily="34" charset="0"/>
              </a:rPr>
              <a:t> </a:t>
            </a:r>
            <a:r>
              <a:rPr lang="ne-NP" dirty="0">
                <a:effectLst>
                  <a:outerShdw blurRad="38100" dist="38100" dir="2700000" algn="tl">
                    <a:srgbClr val="000000">
                      <a:alpha val="43137"/>
                    </a:srgbClr>
                  </a:outerShdw>
                </a:effectLst>
                <a:latin typeface="Kokila" pitchFamily="34" charset="0"/>
                <a:cs typeface="Kokila" pitchFamily="34" charset="0"/>
              </a:rPr>
              <a:t>मात्र न्यायिक सुशासन संभव </a:t>
            </a:r>
            <a:r>
              <a:rPr lang="ne-NP" dirty="0" smtClean="0">
                <a:effectLst>
                  <a:outerShdw blurRad="38100" dist="38100" dir="2700000" algn="tl">
                    <a:srgbClr val="000000">
                      <a:alpha val="43137"/>
                    </a:srgbClr>
                  </a:outerShdw>
                </a:effectLst>
                <a:latin typeface="Kokila" pitchFamily="34" charset="0"/>
                <a:cs typeface="Kokila" pitchFamily="34" charset="0"/>
              </a:rPr>
              <a:t>हुने,</a:t>
            </a:r>
            <a:endParaRPr lang="ne-NP" dirty="0">
              <a:effectLst>
                <a:outerShdw blurRad="38100" dist="38100" dir="2700000" algn="tl">
                  <a:srgbClr val="000000">
                    <a:alpha val="43137"/>
                  </a:srgbClr>
                </a:outerShdw>
              </a:effectLst>
              <a:latin typeface="Kokila" pitchFamily="34" charset="0"/>
              <a:cs typeface="Kokila" pitchFamily="34" charset="0"/>
            </a:endParaRPr>
          </a:p>
          <a:p>
            <a:pPr marL="342900" lvl="1" indent="-342900">
              <a:buFont typeface="Arial" charset="0"/>
              <a:buChar char="•"/>
              <a:defRPr/>
            </a:pPr>
            <a:r>
              <a:rPr lang="ne-NP" sz="3200" dirty="0" smtClean="0">
                <a:effectLst>
                  <a:outerShdw blurRad="38100" dist="38100" dir="2700000" algn="tl">
                    <a:srgbClr val="000000">
                      <a:alpha val="43137"/>
                    </a:srgbClr>
                  </a:outerShdw>
                </a:effectLst>
                <a:latin typeface="Kokila" pitchFamily="34" charset="0"/>
                <a:cs typeface="Kokila" pitchFamily="34" charset="0"/>
              </a:rPr>
              <a:t>आचार संहिताको पूर्ण पालना गर्दै विवेकशील पर्यवेक्षकले </a:t>
            </a:r>
            <a:r>
              <a:rPr lang="ne-NP" sz="3200" dirty="0">
                <a:effectLst>
                  <a:outerShdw blurRad="38100" dist="38100" dir="2700000" algn="tl">
                    <a:srgbClr val="000000">
                      <a:alpha val="43137"/>
                    </a:srgbClr>
                  </a:outerShdw>
                </a:effectLst>
                <a:latin typeface="Kokila" pitchFamily="34" charset="0"/>
                <a:cs typeface="Kokila" pitchFamily="34" charset="0"/>
              </a:rPr>
              <a:t>उचित देखिने व्यवहार न्यायाधीश र कर्मचारीले गर्नुपर्ने  </a:t>
            </a:r>
            <a:r>
              <a:rPr lang="ne-NP" sz="3200" dirty="0" smtClean="0">
                <a:effectLst>
                  <a:outerShdw blurRad="38100" dist="38100" dir="2700000" algn="tl">
                    <a:srgbClr val="000000">
                      <a:alpha val="43137"/>
                    </a:srgbClr>
                  </a:outerShdw>
                </a:effectLst>
                <a:latin typeface="Kokila" pitchFamily="34" charset="0"/>
                <a:cs typeface="Kokila" pitchFamily="34" charset="0"/>
              </a:rPr>
              <a:t>।</a:t>
            </a:r>
          </a:p>
          <a:p>
            <a:pPr marL="342900" lvl="1" indent="-342900">
              <a:buFont typeface="Arial" charset="0"/>
              <a:buChar char="•"/>
              <a:defRPr/>
            </a:pPr>
            <a:r>
              <a:rPr lang="ne-NP" sz="3200" dirty="0" smtClean="0">
                <a:effectLst>
                  <a:outerShdw blurRad="38100" dist="38100" dir="2700000" algn="tl">
                    <a:srgbClr val="000000">
                      <a:alpha val="43137"/>
                    </a:srgbClr>
                  </a:outerShdw>
                </a:effectLst>
                <a:latin typeface="Kokila" pitchFamily="34" charset="0"/>
                <a:cs typeface="Kokila" pitchFamily="34" charset="0"/>
              </a:rPr>
              <a:t>न्यायिक उत्तरदायित्व कायम गर्न न्यायाधीश,कर्मचारीले हरदम प्रयास गर्नुपर्न,</a:t>
            </a:r>
          </a:p>
          <a:p>
            <a:pPr>
              <a:defRPr/>
            </a:pPr>
            <a:r>
              <a:rPr lang="ne-NP" dirty="0" smtClean="0">
                <a:effectLst>
                  <a:outerShdw blurRad="38100" dist="38100" dir="2700000" algn="tl">
                    <a:srgbClr val="000000">
                      <a:alpha val="43137"/>
                    </a:srgbClr>
                  </a:outerShdw>
                </a:effectLst>
                <a:latin typeface="Kokila" pitchFamily="34" charset="0"/>
                <a:cs typeface="Kokila" pitchFamily="34" charset="0"/>
              </a:rPr>
              <a:t>अदालतमा सुशासन, न्यायिक </a:t>
            </a:r>
            <a:r>
              <a:rPr lang="ne-NP" dirty="0">
                <a:effectLst>
                  <a:outerShdw blurRad="38100" dist="38100" dir="2700000" algn="tl">
                    <a:srgbClr val="000000">
                      <a:alpha val="43137"/>
                    </a:srgbClr>
                  </a:outerShdw>
                </a:effectLst>
                <a:latin typeface="Kokila" pitchFamily="34" charset="0"/>
                <a:cs typeface="Kokila" pitchFamily="34" charset="0"/>
              </a:rPr>
              <a:t>निष्ठा र जनआस्था कायम गर्ने मुख्य भूमिका सम्बन्धित न्यायाधीश र सम्बन्धित अदालतको  नेतृत्व गर्ने न्यायाधीशको हुन्छ </a:t>
            </a:r>
            <a:r>
              <a:rPr lang="ne-NP" dirty="0" smtClean="0">
                <a:effectLst>
                  <a:outerShdw blurRad="38100" dist="38100" dir="2700000" algn="tl">
                    <a:srgbClr val="000000">
                      <a:alpha val="43137"/>
                    </a:srgbClr>
                  </a:outerShdw>
                </a:effectLst>
                <a:latin typeface="Kokila" pitchFamily="34" charset="0"/>
                <a:cs typeface="Kokila" pitchFamily="34" charset="0"/>
              </a:rPr>
              <a:t>।</a:t>
            </a:r>
          </a:p>
          <a:p>
            <a:pPr>
              <a:defRPr/>
            </a:pPr>
            <a:endParaRPr lang="ne-NP" b="1" dirty="0" smtClean="0"/>
          </a:p>
          <a:p>
            <a:pPr>
              <a:defRPr/>
            </a:pPr>
            <a:endParaRPr lang="en-US" dirty="0" smtClean="0"/>
          </a:p>
        </p:txBody>
      </p:sp>
    </p:spTree>
  </p:cSld>
  <p:clrMapOvr>
    <a:masterClrMapping/>
  </p:clrMapOvr>
  <p:transition spd="slow">
    <p:wipe dir="r"/>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p:cNvSpPr>
            <a:spLocks noGrp="1"/>
          </p:cNvSpPr>
          <p:nvPr>
            <p:ph type="title"/>
          </p:nvPr>
        </p:nvSpPr>
        <p:spPr>
          <a:xfrm>
            <a:off x="70339" y="152400"/>
            <a:ext cx="9003323" cy="533400"/>
          </a:xfrm>
        </p:spPr>
        <p:txBody>
          <a:bodyPr>
            <a:normAutofit fontScale="90000"/>
          </a:bodyPr>
          <a:lstStyle/>
          <a:p>
            <a:pPr algn="ctr">
              <a:defRPr/>
            </a:pPr>
            <a:r>
              <a:rPr lang="ne-NP" sz="4000" b="1" dirty="0" smtClean="0">
                <a:effectLst>
                  <a:outerShdw blurRad="38100" dist="38100" dir="2700000" algn="tl">
                    <a:srgbClr val="000000">
                      <a:alpha val="43137"/>
                    </a:srgbClr>
                  </a:outerShdw>
                </a:effectLst>
                <a:latin typeface="Times New Roman" pitchFamily="18" charset="0"/>
                <a:cs typeface="Times New Roman" pitchFamily="18" charset="0"/>
              </a:rPr>
              <a:t>क्रमश</a:t>
            </a:r>
            <a:r>
              <a:rPr lang="en-US" sz="4000" b="1" dirty="0" smtClean="0">
                <a:effectLst>
                  <a:outerShdw blurRad="38100" dist="38100" dir="2700000" algn="tl">
                    <a:srgbClr val="000000">
                      <a:alpha val="43137"/>
                    </a:srgbClr>
                  </a:outerShdw>
                </a:effectLst>
                <a:latin typeface="Times New Roman" pitchFamily="18" charset="0"/>
                <a:cs typeface="Times New Roman" pitchFamily="18" charset="0"/>
              </a:rPr>
              <a:t>:</a:t>
            </a:r>
          </a:p>
        </p:txBody>
      </p:sp>
      <p:sp>
        <p:nvSpPr>
          <p:cNvPr id="3" name="Rectangle 2"/>
          <p:cNvSpPr/>
          <p:nvPr/>
        </p:nvSpPr>
        <p:spPr>
          <a:xfrm>
            <a:off x="609601" y="1066801"/>
            <a:ext cx="7831016" cy="6555641"/>
          </a:xfrm>
          <a:prstGeom prst="rect">
            <a:avLst/>
          </a:prstGeom>
        </p:spPr>
        <p:txBody>
          <a:bodyPr wrap="square">
            <a:spAutoFit/>
          </a:bodyPr>
          <a:lstStyle/>
          <a:p>
            <a:pPr>
              <a:defRPr/>
            </a:pPr>
            <a:r>
              <a:rPr lang="ne-NP" sz="3200" dirty="0">
                <a:effectLst>
                  <a:outerShdw blurRad="38100" dist="38100" dir="2700000" algn="tl">
                    <a:srgbClr val="000000">
                      <a:alpha val="43137"/>
                    </a:srgbClr>
                  </a:outerShdw>
                </a:effectLst>
                <a:latin typeface="Kokila" pitchFamily="34" charset="0"/>
                <a:cs typeface="Kokila" pitchFamily="34" charset="0"/>
              </a:rPr>
              <a:t>निन्दन्तु नीति निपुणा यदि वा स्तुवन्तु</a:t>
            </a:r>
            <a:br>
              <a:rPr lang="ne-NP" sz="3200" dirty="0">
                <a:effectLst>
                  <a:outerShdw blurRad="38100" dist="38100" dir="2700000" algn="tl">
                    <a:srgbClr val="000000">
                      <a:alpha val="43137"/>
                    </a:srgbClr>
                  </a:outerShdw>
                </a:effectLst>
                <a:latin typeface="Kokila" pitchFamily="34" charset="0"/>
                <a:cs typeface="Kokila" pitchFamily="34" charset="0"/>
              </a:rPr>
            </a:br>
            <a:r>
              <a:rPr lang="ne-NP" sz="3200" dirty="0">
                <a:effectLst>
                  <a:outerShdw blurRad="38100" dist="38100" dir="2700000" algn="tl">
                    <a:srgbClr val="000000">
                      <a:alpha val="43137"/>
                    </a:srgbClr>
                  </a:outerShdw>
                </a:effectLst>
                <a:latin typeface="Kokila" pitchFamily="34" charset="0"/>
                <a:cs typeface="Kokila" pitchFamily="34" charset="0"/>
              </a:rPr>
              <a:t>लक्ष्मीः समाऽविशतु  गच्छतु वा यथेष्ठं । </a:t>
            </a:r>
          </a:p>
          <a:p>
            <a:pPr>
              <a:defRPr/>
            </a:pPr>
            <a:r>
              <a:rPr lang="ne-NP" sz="3200" dirty="0">
                <a:effectLst>
                  <a:outerShdw blurRad="38100" dist="38100" dir="2700000" algn="tl">
                    <a:srgbClr val="000000">
                      <a:alpha val="43137"/>
                    </a:srgbClr>
                  </a:outerShdw>
                </a:effectLst>
                <a:latin typeface="Kokila" pitchFamily="34" charset="0"/>
                <a:cs typeface="Kokila" pitchFamily="34" charset="0"/>
              </a:rPr>
              <a:t>अद्यैवा वा मरणं मस्तु युगान्तरे वा</a:t>
            </a:r>
          </a:p>
          <a:p>
            <a:pPr>
              <a:defRPr/>
            </a:pPr>
            <a:r>
              <a:rPr lang="ne-NP" sz="3200" dirty="0">
                <a:effectLst>
                  <a:outerShdw blurRad="38100" dist="38100" dir="2700000" algn="tl">
                    <a:srgbClr val="000000">
                      <a:alpha val="43137"/>
                    </a:srgbClr>
                  </a:outerShdw>
                </a:effectLst>
                <a:latin typeface="Kokila" pitchFamily="34" charset="0"/>
                <a:cs typeface="Kokila" pitchFamily="34" charset="0"/>
              </a:rPr>
              <a:t>न्याय्यत्पथः प्रविचलन्ति पदं न धीराः । भतृहरि नीतिशतकम्</a:t>
            </a:r>
          </a:p>
          <a:p>
            <a:pPr>
              <a:defRPr/>
            </a:pPr>
            <a:r>
              <a:rPr lang="ne-NP" sz="3200" dirty="0">
                <a:effectLst>
                  <a:outerShdw blurRad="38100" dist="38100" dir="2700000" algn="tl">
                    <a:srgbClr val="000000">
                      <a:alpha val="43137"/>
                    </a:srgbClr>
                  </a:outerShdw>
                </a:effectLst>
                <a:latin typeface="Kokila" pitchFamily="34" charset="0"/>
                <a:cs typeface="Kokila" pitchFamily="34" charset="0"/>
              </a:rPr>
              <a:t>अर्थात</a:t>
            </a:r>
          </a:p>
          <a:p>
            <a:pPr>
              <a:defRPr/>
            </a:pPr>
            <a:r>
              <a:rPr lang="ne-NP" sz="3200" dirty="0">
                <a:effectLst>
                  <a:outerShdw blurRad="38100" dist="38100" dir="2700000" algn="tl">
                    <a:srgbClr val="000000">
                      <a:alpha val="43137"/>
                    </a:srgbClr>
                  </a:outerShdw>
                </a:effectLst>
                <a:latin typeface="Kokila" pitchFamily="34" charset="0"/>
                <a:cs typeface="Kokila" pitchFamily="34" charset="0"/>
              </a:rPr>
              <a:t>निन्दा गरून या प्रसंशा, लक्ष्मी आउन वा जाउन,</a:t>
            </a:r>
          </a:p>
          <a:p>
            <a:pPr>
              <a:defRPr/>
            </a:pPr>
            <a:r>
              <a:rPr lang="ne-NP" sz="3200" dirty="0">
                <a:effectLst>
                  <a:outerShdw blurRad="38100" dist="38100" dir="2700000" algn="tl">
                    <a:srgbClr val="000000">
                      <a:alpha val="43137"/>
                    </a:srgbClr>
                  </a:outerShdw>
                </a:effectLst>
                <a:latin typeface="Kokila" pitchFamily="34" charset="0"/>
                <a:cs typeface="Kokila" pitchFamily="34" charset="0"/>
              </a:rPr>
              <a:t>आजै मर्नु परोस् वा कालान्तरमा,</a:t>
            </a:r>
          </a:p>
          <a:p>
            <a:pPr>
              <a:defRPr/>
            </a:pPr>
            <a:r>
              <a:rPr lang="ne-NP" sz="3200" dirty="0">
                <a:effectLst>
                  <a:outerShdw blurRad="38100" dist="38100" dir="2700000" algn="tl">
                    <a:srgbClr val="000000">
                      <a:alpha val="43137"/>
                    </a:srgbClr>
                  </a:outerShdw>
                </a:effectLst>
                <a:latin typeface="Kokila" pitchFamily="34" charset="0"/>
                <a:cs typeface="Kokila" pitchFamily="34" charset="0"/>
              </a:rPr>
              <a:t>यी कुनै कुराको कत्ति पनि चिन्ता नराखी</a:t>
            </a:r>
          </a:p>
          <a:p>
            <a:pPr>
              <a:defRPr/>
            </a:pPr>
            <a:r>
              <a:rPr lang="ne-NP" sz="3200" dirty="0">
                <a:effectLst>
                  <a:outerShdw blurRad="38100" dist="38100" dir="2700000" algn="tl">
                    <a:srgbClr val="000000">
                      <a:alpha val="43137"/>
                    </a:srgbClr>
                  </a:outerShdw>
                </a:effectLst>
                <a:latin typeface="Kokila" pitchFamily="34" charset="0"/>
                <a:cs typeface="Kokila" pitchFamily="34" charset="0"/>
              </a:rPr>
              <a:t>न्यायिक मार्गमा लाग्नेहरु कहिल्यै विचलित हुँदैनन ।</a:t>
            </a:r>
          </a:p>
          <a:p>
            <a:pPr>
              <a:defRPr/>
            </a:pPr>
            <a:r>
              <a:rPr lang="en-US" sz="3200" b="1" dirty="0">
                <a:effectLst>
                  <a:outerShdw blurRad="38100" dist="38100" dir="2700000" algn="tl">
                    <a:srgbClr val="000000">
                      <a:alpha val="43137"/>
                    </a:srgbClr>
                  </a:outerShdw>
                </a:effectLst>
                <a:latin typeface="Times New Roman" pitchFamily="18" charset="0"/>
                <a:cs typeface="Times New Roman" pitchFamily="18" charset="0"/>
              </a:rPr>
              <a:t>"Let justice be done though the heavens fall."</a:t>
            </a:r>
            <a:endParaRPr lang="ne-NP" sz="3200" dirty="0">
              <a:effectLst>
                <a:outerShdw blurRad="38100" dist="38100" dir="2700000" algn="tl">
                  <a:srgbClr val="000000">
                    <a:alpha val="43137"/>
                  </a:srgbClr>
                </a:outerShdw>
              </a:effectLst>
              <a:latin typeface="Kokila" pitchFamily="34" charset="0"/>
              <a:cs typeface="Kokila" pitchFamily="34" charset="0"/>
            </a:endParaRPr>
          </a:p>
          <a:p>
            <a:pPr>
              <a:defRPr/>
            </a:pPr>
            <a:endParaRPr lang="ne-NP" sz="3200" dirty="0">
              <a:effectLst>
                <a:outerShdw blurRad="38100" dist="38100" dir="2700000" algn="tl">
                  <a:srgbClr val="000000">
                    <a:alpha val="43137"/>
                  </a:srgbClr>
                </a:outerShdw>
              </a:effectLst>
              <a:latin typeface="Kokila" pitchFamily="34" charset="0"/>
              <a:cs typeface="Kokila" pitchFamily="34" charset="0"/>
            </a:endParaRPr>
          </a:p>
          <a:p>
            <a:pPr>
              <a:defRPr/>
            </a:pPr>
            <a:endParaRPr lang="ne-NP" dirty="0">
              <a:latin typeface="Kokila" pitchFamily="34" charset="0"/>
              <a:cs typeface="Kokila" pitchFamily="34" charset="0"/>
            </a:endParaRPr>
          </a:p>
          <a:p>
            <a:pPr>
              <a:defRPr/>
            </a:pPr>
            <a:endParaRPr lang="en-US" dirty="0"/>
          </a:p>
        </p:txBody>
      </p:sp>
    </p:spTree>
  </p:cSld>
  <p:clrMapOvr>
    <a:masterClrMapping/>
  </p:clrMapOvr>
  <p:transition spd="slow">
    <p:wipe/>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85800" y="762000"/>
            <a:ext cx="7924800" cy="1752600"/>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ne-NP" sz="9600" dirty="0" smtClean="0">
                <a:solidFill>
                  <a:prstClr val="black"/>
                </a:solidFill>
                <a:latin typeface="Lucida Sans Unicode"/>
                <a:cs typeface="Kalimati" panose="00000400000000000000" pitchFamily="2"/>
              </a:rPr>
              <a:t>जिज्ञासा</a:t>
            </a:r>
            <a:r>
              <a:rPr kumimoji="0" lang="en-US" sz="9600" b="0" i="0" u="none" strike="noStrike" kern="1200" cap="none" spc="0" normalizeH="0" baseline="0" noProof="0" dirty="0" smtClean="0">
                <a:ln>
                  <a:noFill/>
                </a:ln>
                <a:solidFill>
                  <a:prstClr val="black"/>
                </a:solidFill>
                <a:effectLst/>
                <a:uLnTx/>
                <a:uFillTx/>
                <a:latin typeface="Lucida Sans Unicode"/>
                <a:ea typeface="+mn-ea"/>
                <a:cs typeface="Kalimati" panose="00000400000000000000" pitchFamily="2"/>
              </a:rPr>
              <a:t>  </a:t>
            </a:r>
            <a:r>
              <a:rPr kumimoji="0" lang="en-US" sz="9600" b="0" i="0" u="none" strike="noStrike" kern="1200" cap="none" spc="0" normalizeH="0" baseline="0" noProof="0" dirty="0" smtClean="0">
                <a:ln>
                  <a:noFill/>
                </a:ln>
                <a:solidFill>
                  <a:prstClr val="black"/>
                </a:solidFill>
                <a:effectLst/>
                <a:uLnTx/>
                <a:uFillTx/>
                <a:latin typeface="Times New Roman" panose="02020603050405020304" pitchFamily="18" charset="0"/>
                <a:ea typeface="+mn-ea"/>
                <a:cs typeface="Times New Roman" panose="02020603050405020304" pitchFamily="18" charset="0"/>
              </a:rPr>
              <a:t>?</a:t>
            </a:r>
            <a:endParaRPr kumimoji="0" lang="en-US" sz="9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3" name="Down Arrow 2"/>
          <p:cNvSpPr/>
          <p:nvPr/>
        </p:nvSpPr>
        <p:spPr>
          <a:xfrm>
            <a:off x="3581400" y="2819400"/>
            <a:ext cx="1981200" cy="1447800"/>
          </a:xfrm>
          <a:prstGeom prst="downArrow">
            <a:avLst/>
          </a:prstGeom>
        </p:spPr>
        <p:style>
          <a:lnRef idx="3">
            <a:schemeClr val="lt1"/>
          </a:lnRef>
          <a:fillRef idx="1">
            <a:schemeClr val="accent4"/>
          </a:fillRef>
          <a:effectRef idx="1">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Lucida Sans Unicode"/>
              <a:ea typeface="+mn-ea"/>
              <a:cs typeface="+mn-cs"/>
            </a:endParaRPr>
          </a:p>
        </p:txBody>
      </p:sp>
      <p:sp>
        <p:nvSpPr>
          <p:cNvPr id="4" name="Oval 3"/>
          <p:cNvSpPr/>
          <p:nvPr/>
        </p:nvSpPr>
        <p:spPr>
          <a:xfrm>
            <a:off x="685800" y="4495800"/>
            <a:ext cx="8077200" cy="2362200"/>
          </a:xfrm>
          <a:prstGeom prst="ellipse">
            <a:avLst/>
          </a:prstGeom>
        </p:spPr>
        <p:style>
          <a:lnRef idx="1">
            <a:schemeClr val="accent4"/>
          </a:lnRef>
          <a:fillRef idx="2">
            <a:schemeClr val="accent4"/>
          </a:fillRef>
          <a:effectRef idx="1">
            <a:schemeClr val="accent4"/>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ne-NP" sz="9600" b="0" i="0" u="none" strike="noStrike" kern="1200" cap="none" spc="0" normalizeH="0" baseline="0" noProof="0" dirty="0" smtClean="0">
                <a:ln>
                  <a:noFill/>
                </a:ln>
                <a:solidFill>
                  <a:prstClr val="black"/>
                </a:solidFill>
                <a:effectLst/>
                <a:uLnTx/>
                <a:uFillTx/>
                <a:latin typeface="Lucida Sans Unicode"/>
                <a:ea typeface="+mn-ea"/>
                <a:cs typeface="Kalimati" panose="00000400000000000000" pitchFamily="2"/>
              </a:rPr>
              <a:t>उत्तर</a:t>
            </a:r>
            <a:endParaRPr kumimoji="0" lang="en-US" sz="9600" b="0" i="0" u="none" strike="noStrike" kern="1200" cap="none" spc="0" normalizeH="0" baseline="0" noProof="0" dirty="0">
              <a:ln>
                <a:noFill/>
              </a:ln>
              <a:solidFill>
                <a:prstClr val="black"/>
              </a:solidFill>
              <a:effectLst/>
              <a:uLnTx/>
              <a:uFillTx/>
              <a:latin typeface="Lucida Sans Unicode"/>
              <a:ea typeface="+mn-ea"/>
              <a:cs typeface="Kalimati" panose="00000400000000000000" pitchFamily="2"/>
            </a:endParaRPr>
          </a:p>
        </p:txBody>
      </p:sp>
    </p:spTree>
    <p:extLst>
      <p:ext uri="{BB962C8B-B14F-4D97-AF65-F5344CB8AC3E}">
        <p14:creationId xmlns="" xmlns:p14="http://schemas.microsoft.com/office/powerpoint/2010/main" val="1697096898"/>
      </p:ext>
    </p:extLst>
  </p:cSld>
  <p:clrMapOvr>
    <a:masterClrMapping/>
  </p:clrMapOvr>
  <p:transition spd="slow">
    <p:dissolve/>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1371600"/>
            <a:ext cx="7200897" cy="822960"/>
          </a:xfrm>
        </p:spPr>
        <p:style>
          <a:lnRef idx="1">
            <a:schemeClr val="accent1"/>
          </a:lnRef>
          <a:fillRef idx="3">
            <a:schemeClr val="accent1"/>
          </a:fillRef>
          <a:effectRef idx="2">
            <a:schemeClr val="accent1"/>
          </a:effectRef>
          <a:fontRef idx="minor">
            <a:schemeClr val="lt1"/>
          </a:fontRef>
        </p:style>
        <p:txBody>
          <a:bodyPr/>
          <a:lstStyle/>
          <a:p>
            <a:r>
              <a:rPr lang="ne-NP" dirty="0" smtClean="0">
                <a:cs typeface="Kalimati" pitchFamily="2"/>
              </a:rPr>
              <a:t>धन्यवाद</a:t>
            </a:r>
            <a:endParaRPr lang="en-US" dirty="0">
              <a:cs typeface="Kalimati" pitchFamily="2"/>
            </a:endParaRPr>
          </a:p>
        </p:txBody>
      </p:sp>
      <p:pic>
        <p:nvPicPr>
          <p:cNvPr id="3" name="Picture 3"/>
          <p:cNvPicPr>
            <a:picLocks noChangeAspect="1" noChangeArrowheads="1"/>
          </p:cNvPicPr>
          <p:nvPr/>
        </p:nvPicPr>
        <p:blipFill>
          <a:blip r:embed="rId2"/>
          <a:srcRect/>
          <a:stretch>
            <a:fillRect/>
          </a:stretch>
        </p:blipFill>
        <p:spPr>
          <a:xfrm>
            <a:off x="928469" y="2271054"/>
            <a:ext cx="7280030" cy="3249637"/>
          </a:xfrm>
          <a:prstGeom prst="rect">
            <a:avLst/>
          </a:prstGeom>
          <a:noFill/>
        </p:spPr>
      </p:pic>
    </p:spTree>
    <p:extLst>
      <p:ext uri="{BB962C8B-B14F-4D97-AF65-F5344CB8AC3E}">
        <p14:creationId xmlns="" xmlns:p14="http://schemas.microsoft.com/office/powerpoint/2010/main" val="1307429570"/>
      </p:ext>
    </p:extLst>
  </p:cSld>
  <p:clrMapOvr>
    <a:masterClrMapping/>
  </p:clrMapOvr>
  <p:transition>
    <p:dissolve/>
  </p:transition>
  <p:timing>
    <p:tnLst>
      <p:par>
        <p:cTn id="1" dur="indefinite" restart="never" nodeType="tmRoot"/>
      </p:par>
    </p:tnLst>
  </p:timing>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_rels/theme2.xml.rels><?xml version="1.0" encoding="UTF-8" standalone="yes"?>
<Relationships xmlns="http://schemas.openxmlformats.org/package/2006/relationships"><Relationship Id="rId1" Type="http://schemas.openxmlformats.org/officeDocument/2006/relationships/image" Target="../media/image7.jpeg"/></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 xmlns:thm15="http://schemas.microsoft.com/office/thememl/2012/main" name="Organic" id="{28CDC826-8792-45C0-861B-85EB3ADEDA33}" vid="{7DAC20F1-423D-49E2-BD0B-50532748BAD0}"/>
    </a:ext>
  </a:extLst>
</a:theme>
</file>

<file path=ppt/theme/theme2.xml><?xml version="1.0" encoding="utf-8"?>
<a:theme xmlns:a="http://schemas.openxmlformats.org/drawingml/2006/main" name="Flow">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scene3d>
            <a:camera prst="orthographicFront" fov="0">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1121</TotalTime>
  <Words>2941</Words>
  <Application>Microsoft Office PowerPoint</Application>
  <PresentationFormat>On-screen Show (4:3)</PresentationFormat>
  <Paragraphs>379</Paragraphs>
  <Slides>31</Slides>
  <Notes>0</Notes>
  <HiddenSlides>0</HiddenSlides>
  <MMClips>0</MMClips>
  <ScaleCrop>false</ScaleCrop>
  <HeadingPairs>
    <vt:vector size="4" baseType="variant">
      <vt:variant>
        <vt:lpstr>Theme</vt:lpstr>
      </vt:variant>
      <vt:variant>
        <vt:i4>2</vt:i4>
      </vt:variant>
      <vt:variant>
        <vt:lpstr>Slide Titles</vt:lpstr>
      </vt:variant>
      <vt:variant>
        <vt:i4>31</vt:i4>
      </vt:variant>
    </vt:vector>
  </HeadingPairs>
  <TitlesOfParts>
    <vt:vector size="33" baseType="lpstr">
      <vt:lpstr>Organic</vt:lpstr>
      <vt:lpstr>Flow</vt:lpstr>
      <vt:lpstr>न्यायाधीश विरुद्दका उजुरी र कारबाही</vt:lpstr>
      <vt:lpstr>प्रस्तुतीकरणका विषयवस्तुहरु</vt:lpstr>
      <vt:lpstr>न्याय परिषदको  पृष्ठभूमि</vt:lpstr>
      <vt:lpstr>      क्रमश:    ..</vt:lpstr>
      <vt:lpstr>न्यायाधीश विरुद्ध पर्ने उजुरी सम्बन्धी संवैधानिक प्रावधान</vt:lpstr>
      <vt:lpstr>क्रमश:</vt:lpstr>
      <vt:lpstr>न्यायाधीश विरुद्ध पर्ने उजुरीका प्रकृतिहरु</vt:lpstr>
      <vt:lpstr>कार्यक्षमताको अभाव –दफा १०</vt:lpstr>
      <vt:lpstr>कार्यक्षमताको अभाव –दफा १०...</vt:lpstr>
      <vt:lpstr>खराब आचरण –दफा ११</vt:lpstr>
      <vt:lpstr>इमान्दारीपूर्वक कर्तव्य पालन नगरेको वा बदनियतपूर्वकको काम कारवाही –दफा १२</vt:lpstr>
      <vt:lpstr>कार्य सम्पादन गर्न असमर्थ मानिने-दफा १३ </vt:lpstr>
      <vt:lpstr>कारबाही गर्ने - दफा १४</vt:lpstr>
      <vt:lpstr>कारवाही-दफा १४</vt:lpstr>
      <vt:lpstr>निरीक्षणसम्बन्धी ब्यवस्था - दफा १५</vt:lpstr>
      <vt:lpstr>अनुगमन तथा निगरानी समिति – दफा १६</vt:lpstr>
      <vt:lpstr>उजुरीसँग संबद्ध मुद्दाको अध्ययन- दफा १७</vt:lpstr>
      <vt:lpstr>प्रारम्भिक छानविन –दफा १८</vt:lpstr>
      <vt:lpstr>जाँचबुझ समिति –दफा १९</vt:lpstr>
      <vt:lpstr>जाँचबुझ समितिको अधिकार –दफा २०</vt:lpstr>
      <vt:lpstr>सफाईको मौका दिने –दफा २१</vt:lpstr>
      <vt:lpstr>भ्रष्टाचारको कसूरमा अनुसन्धान तथा मुद्दा दायर –दफा २२</vt:lpstr>
      <vt:lpstr>क्रमश</vt:lpstr>
      <vt:lpstr>     ‘         न्यायाधीश विरुद्ध पर्ने उजुरीको विवरण</vt:lpstr>
      <vt:lpstr>आ.व.08२/8३ मा न्यायाधीश विरुद्ध परेका चालु उजुरीको प्रकृतिगत विवरण</vt:lpstr>
      <vt:lpstr> अपेक्षित भूमिका (Expected Role Playing)</vt:lpstr>
      <vt:lpstr>अपेक्षित भूमिका (Expected Role Playing)..</vt:lpstr>
      <vt:lpstr> निष्कर्ष</vt:lpstr>
      <vt:lpstr>क्रमश:</vt:lpstr>
      <vt:lpstr>Slide 30</vt:lpstr>
      <vt:lpstr>धन्यवाद</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न्याय परिषदमा पर्ने उजुरी र अपेक्षित भुमिका</dc:title>
  <dc:creator>Lenovo</dc:creator>
  <cp:lastModifiedBy>user</cp:lastModifiedBy>
  <cp:revision>162</cp:revision>
  <cp:lastPrinted>2025-04-02T02:21:59Z</cp:lastPrinted>
  <dcterms:created xsi:type="dcterms:W3CDTF">2006-08-16T00:00:00Z</dcterms:created>
  <dcterms:modified xsi:type="dcterms:W3CDTF">2026-01-18T05:14:53Z</dcterms:modified>
</cp:coreProperties>
</file>