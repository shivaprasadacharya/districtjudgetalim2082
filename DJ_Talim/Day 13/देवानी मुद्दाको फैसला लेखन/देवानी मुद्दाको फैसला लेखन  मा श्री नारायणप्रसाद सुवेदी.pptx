
<file path=[Content_Types].xml><?xml version="1.0" encoding="utf-8"?>
<Types xmlns="http://schemas.openxmlformats.org/package/2006/content-types">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302" r:id="rId1"/>
  </p:sldMasterIdLst>
  <p:notesMasterIdLst>
    <p:notesMasterId r:id="rId55"/>
  </p:notesMasterIdLst>
  <p:handoutMasterIdLst>
    <p:handoutMasterId r:id="rId56"/>
  </p:handoutMasterIdLst>
  <p:sldIdLst>
    <p:sldId id="256" r:id="rId2"/>
    <p:sldId id="353" r:id="rId3"/>
    <p:sldId id="390" r:id="rId4"/>
    <p:sldId id="448" r:id="rId5"/>
    <p:sldId id="450" r:id="rId6"/>
    <p:sldId id="451" r:id="rId7"/>
    <p:sldId id="449" r:id="rId8"/>
    <p:sldId id="446" r:id="rId9"/>
    <p:sldId id="258" r:id="rId10"/>
    <p:sldId id="310" r:id="rId11"/>
    <p:sldId id="440" r:id="rId12"/>
    <p:sldId id="441" r:id="rId13"/>
    <p:sldId id="442" r:id="rId14"/>
    <p:sldId id="443" r:id="rId15"/>
    <p:sldId id="284" r:id="rId16"/>
    <p:sldId id="343" r:id="rId17"/>
    <p:sldId id="352" r:id="rId18"/>
    <p:sldId id="299" r:id="rId19"/>
    <p:sldId id="300" r:id="rId20"/>
    <p:sldId id="362" r:id="rId21"/>
    <p:sldId id="444" r:id="rId22"/>
    <p:sldId id="445" r:id="rId23"/>
    <p:sldId id="377" r:id="rId24"/>
    <p:sldId id="403" r:id="rId25"/>
    <p:sldId id="404" r:id="rId26"/>
    <p:sldId id="405" r:id="rId27"/>
    <p:sldId id="408" r:id="rId28"/>
    <p:sldId id="409" r:id="rId29"/>
    <p:sldId id="410" r:id="rId30"/>
    <p:sldId id="411" r:id="rId31"/>
    <p:sldId id="412" r:id="rId32"/>
    <p:sldId id="415" r:id="rId33"/>
    <p:sldId id="418" r:id="rId34"/>
    <p:sldId id="401" r:id="rId35"/>
    <p:sldId id="402" r:id="rId36"/>
    <p:sldId id="389" r:id="rId37"/>
    <p:sldId id="425" r:id="rId38"/>
    <p:sldId id="426" r:id="rId39"/>
    <p:sldId id="427" r:id="rId40"/>
    <p:sldId id="428" r:id="rId41"/>
    <p:sldId id="429" r:id="rId42"/>
    <p:sldId id="430" r:id="rId43"/>
    <p:sldId id="431" r:id="rId44"/>
    <p:sldId id="432" r:id="rId45"/>
    <p:sldId id="433" r:id="rId46"/>
    <p:sldId id="434" r:id="rId47"/>
    <p:sldId id="435" r:id="rId48"/>
    <p:sldId id="436" r:id="rId49"/>
    <p:sldId id="437" r:id="rId50"/>
    <p:sldId id="438" r:id="rId51"/>
    <p:sldId id="439" r:id="rId52"/>
    <p:sldId id="420" r:id="rId53"/>
    <p:sldId id="268" r:id="rId54"/>
  </p:sldIdLst>
  <p:sldSz cx="9144000" cy="6858000" type="screen4x3"/>
  <p:notesSz cx="7023100" cy="9309100"/>
  <p:defaultTextStyle>
    <a:defPPr>
      <a:defRPr lang="en-US"/>
    </a:defPPr>
    <a:lvl1pPr algn="l" rtl="0" eaLnBrk="0" fontAlgn="base" hangingPunct="0">
      <a:spcBef>
        <a:spcPct val="0"/>
      </a:spcBef>
      <a:spcAft>
        <a:spcPct val="0"/>
      </a:spcAft>
      <a:defRPr kern="1200">
        <a:solidFill>
          <a:schemeClr val="tx1"/>
        </a:solidFill>
        <a:latin typeface="Comic Sans MS" panose="030F0702030302020204" pitchFamily="66"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omic Sans MS" panose="030F0702030302020204" pitchFamily="66"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omic Sans MS" panose="030F0702030302020204" pitchFamily="66"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omic Sans MS" panose="030F0702030302020204" pitchFamily="66"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omic Sans MS" panose="030F0702030302020204" pitchFamily="66" charset="0"/>
        <a:ea typeface="+mn-ea"/>
        <a:cs typeface="Arial" panose="020B0604020202020204" pitchFamily="34" charset="0"/>
      </a:defRPr>
    </a:lvl5pPr>
    <a:lvl6pPr marL="2286000" algn="l" defTabSz="914400" rtl="0" eaLnBrk="1" latinLnBrk="0" hangingPunct="1">
      <a:defRPr kern="1200">
        <a:solidFill>
          <a:schemeClr val="tx1"/>
        </a:solidFill>
        <a:latin typeface="Comic Sans MS" panose="030F0702030302020204" pitchFamily="66" charset="0"/>
        <a:ea typeface="+mn-ea"/>
        <a:cs typeface="Arial" panose="020B0604020202020204" pitchFamily="34" charset="0"/>
      </a:defRPr>
    </a:lvl6pPr>
    <a:lvl7pPr marL="2743200" algn="l" defTabSz="914400" rtl="0" eaLnBrk="1" latinLnBrk="0" hangingPunct="1">
      <a:defRPr kern="1200">
        <a:solidFill>
          <a:schemeClr val="tx1"/>
        </a:solidFill>
        <a:latin typeface="Comic Sans MS" panose="030F0702030302020204" pitchFamily="66" charset="0"/>
        <a:ea typeface="+mn-ea"/>
        <a:cs typeface="Arial" panose="020B0604020202020204" pitchFamily="34" charset="0"/>
      </a:defRPr>
    </a:lvl7pPr>
    <a:lvl8pPr marL="3200400" algn="l" defTabSz="914400" rtl="0" eaLnBrk="1" latinLnBrk="0" hangingPunct="1">
      <a:defRPr kern="1200">
        <a:solidFill>
          <a:schemeClr val="tx1"/>
        </a:solidFill>
        <a:latin typeface="Comic Sans MS" panose="030F0702030302020204" pitchFamily="66" charset="0"/>
        <a:ea typeface="+mn-ea"/>
        <a:cs typeface="Arial" panose="020B0604020202020204" pitchFamily="34" charset="0"/>
      </a:defRPr>
    </a:lvl8pPr>
    <a:lvl9pPr marL="3657600" algn="l" defTabSz="914400" rtl="0" eaLnBrk="1" latinLnBrk="0" hangingPunct="1">
      <a:defRPr kern="1200">
        <a:solidFill>
          <a:schemeClr val="tx1"/>
        </a:solidFill>
        <a:latin typeface="Comic Sans MS" panose="030F0702030302020204" pitchFamily="66" charset="0"/>
        <a:ea typeface="+mn-ea"/>
        <a:cs typeface="Arial" panose="020B0604020202020204" pitchFamily="34" charset="0"/>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9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0834" name="Rectangle 2"/>
          <p:cNvSpPr>
            <a:spLocks noGrp="1" noChangeArrowheads="1"/>
          </p:cNvSpPr>
          <p:nvPr>
            <p:ph type="hdr" sz="quarter"/>
          </p:nvPr>
        </p:nvSpPr>
        <p:spPr bwMode="auto">
          <a:xfrm>
            <a:off x="0" y="0"/>
            <a:ext cx="3043238" cy="465138"/>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defTabSz="933450" eaLnBrk="1" hangingPunct="1">
              <a:defRPr sz="1200">
                <a:latin typeface="Arial" charset="0"/>
                <a:cs typeface="Arial" charset="0"/>
              </a:defRPr>
            </a:lvl1pPr>
          </a:lstStyle>
          <a:p>
            <a:pPr>
              <a:defRPr/>
            </a:pPr>
            <a:endParaRPr lang="en-US"/>
          </a:p>
        </p:txBody>
      </p:sp>
      <p:sp>
        <p:nvSpPr>
          <p:cNvPr id="120835" name="Rectangle 3"/>
          <p:cNvSpPr>
            <a:spLocks noGrp="1" noChangeArrowheads="1"/>
          </p:cNvSpPr>
          <p:nvPr>
            <p:ph type="dt" sz="quarter" idx="1"/>
          </p:nvPr>
        </p:nvSpPr>
        <p:spPr bwMode="auto">
          <a:xfrm>
            <a:off x="3978275" y="0"/>
            <a:ext cx="3043238" cy="465138"/>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lgn="r" defTabSz="933450" eaLnBrk="1" hangingPunct="1">
              <a:defRPr sz="1200">
                <a:latin typeface="Arial" charset="0"/>
                <a:cs typeface="Arial" charset="0"/>
              </a:defRPr>
            </a:lvl1pPr>
          </a:lstStyle>
          <a:p>
            <a:pPr>
              <a:defRPr/>
            </a:pPr>
            <a:endParaRPr lang="en-US"/>
          </a:p>
        </p:txBody>
      </p:sp>
      <p:sp>
        <p:nvSpPr>
          <p:cNvPr id="120836" name="Rectangle 4"/>
          <p:cNvSpPr>
            <a:spLocks noGrp="1" noChangeArrowheads="1"/>
          </p:cNvSpPr>
          <p:nvPr>
            <p:ph type="ftr" sz="quarter" idx="2"/>
          </p:nvPr>
        </p:nvSpPr>
        <p:spPr bwMode="auto">
          <a:xfrm>
            <a:off x="0" y="8842375"/>
            <a:ext cx="3043238" cy="465138"/>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defTabSz="933450" eaLnBrk="1" hangingPunct="1">
              <a:defRPr sz="1200">
                <a:latin typeface="Arial" charset="0"/>
                <a:cs typeface="Arial" charset="0"/>
              </a:defRPr>
            </a:lvl1pPr>
          </a:lstStyle>
          <a:p>
            <a:pPr>
              <a:defRPr/>
            </a:pPr>
            <a:endParaRPr lang="en-US"/>
          </a:p>
        </p:txBody>
      </p:sp>
      <p:sp>
        <p:nvSpPr>
          <p:cNvPr id="120837" name="Rectangle 5"/>
          <p:cNvSpPr>
            <a:spLocks noGrp="1" noChangeArrowheads="1"/>
          </p:cNvSpPr>
          <p:nvPr>
            <p:ph type="sldNum" sz="quarter" idx="3"/>
          </p:nvPr>
        </p:nvSpPr>
        <p:spPr bwMode="auto">
          <a:xfrm>
            <a:off x="3978275" y="8842375"/>
            <a:ext cx="3043238" cy="465138"/>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algn="r" defTabSz="933450" eaLnBrk="1" hangingPunct="1">
              <a:defRPr sz="1200">
                <a:latin typeface="Arial" panose="020B0604020202020204" pitchFamily="34" charset="0"/>
              </a:defRPr>
            </a:lvl1pPr>
          </a:lstStyle>
          <a:p>
            <a:pPr>
              <a:defRPr/>
            </a:pPr>
            <a:fld id="{9035FB31-0F36-42D6-8D7C-54A12FA69117}" type="slidenum">
              <a:rPr lang="en-US"/>
              <a:pPr>
                <a:defRPr/>
              </a:pPr>
              <a:t>‹#›</a:t>
            </a:fld>
            <a:endParaRPr lang="en-US"/>
          </a:p>
        </p:txBody>
      </p:sp>
    </p:spTree>
    <p:extLst>
      <p:ext uri="{BB962C8B-B14F-4D97-AF65-F5344CB8AC3E}">
        <p14:creationId xmlns:p14="http://schemas.microsoft.com/office/powerpoint/2010/main" val="3323142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238" cy="465138"/>
          </a:xfrm>
          <a:prstGeom prst="rect">
            <a:avLst/>
          </a:prstGeom>
        </p:spPr>
        <p:txBody>
          <a:bodyPr vert="horz" lIns="91440" tIns="45720" rIns="91440" bIns="45720" rtlCol="0"/>
          <a:lstStyle>
            <a:lvl1pPr algn="l" eaLnBrk="1" hangingPunct="1">
              <a:defRPr sz="1200">
                <a:cs typeface="Arial" charset="0"/>
              </a:defRPr>
            </a:lvl1pPr>
          </a:lstStyle>
          <a:p>
            <a:pPr>
              <a:defRPr/>
            </a:pPr>
            <a:endParaRPr lang="en-US"/>
          </a:p>
        </p:txBody>
      </p:sp>
      <p:sp>
        <p:nvSpPr>
          <p:cNvPr id="3" name="Date Placeholder 2"/>
          <p:cNvSpPr>
            <a:spLocks noGrp="1"/>
          </p:cNvSpPr>
          <p:nvPr>
            <p:ph type="dt" idx="1"/>
          </p:nvPr>
        </p:nvSpPr>
        <p:spPr>
          <a:xfrm>
            <a:off x="3978275" y="0"/>
            <a:ext cx="3043238" cy="465138"/>
          </a:xfrm>
          <a:prstGeom prst="rect">
            <a:avLst/>
          </a:prstGeom>
        </p:spPr>
        <p:txBody>
          <a:bodyPr vert="horz" lIns="91440" tIns="45720" rIns="91440" bIns="45720" rtlCol="0"/>
          <a:lstStyle>
            <a:lvl1pPr algn="r" eaLnBrk="1" hangingPunct="1">
              <a:defRPr sz="1200">
                <a:cs typeface="Arial" charset="0"/>
              </a:defRPr>
            </a:lvl1pPr>
          </a:lstStyle>
          <a:p>
            <a:pPr>
              <a:defRPr/>
            </a:pPr>
            <a:fld id="{A2A59381-4D97-46F4-8A56-D0CDEDB8C20F}" type="datetimeFigureOut">
              <a:rPr lang="en-US"/>
              <a:pPr>
                <a:defRPr/>
              </a:pPr>
              <a:t>1/25/2026</a:t>
            </a:fld>
            <a:endParaRPr lang="en-US"/>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701675" y="4421188"/>
            <a:ext cx="5619750" cy="4189412"/>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842375"/>
            <a:ext cx="3043238" cy="465138"/>
          </a:xfrm>
          <a:prstGeom prst="rect">
            <a:avLst/>
          </a:prstGeom>
        </p:spPr>
        <p:txBody>
          <a:bodyPr vert="horz" lIns="91440" tIns="45720" rIns="91440" bIns="45720" rtlCol="0" anchor="b"/>
          <a:lstStyle>
            <a:lvl1pPr algn="l" eaLnBrk="1" hangingPunct="1">
              <a:defRPr sz="1200">
                <a:cs typeface="Arial" charset="0"/>
              </a:defRPr>
            </a:lvl1pPr>
          </a:lstStyle>
          <a:p>
            <a:pPr>
              <a:defRPr/>
            </a:pPr>
            <a:endParaRPr lang="en-US"/>
          </a:p>
        </p:txBody>
      </p:sp>
      <p:sp>
        <p:nvSpPr>
          <p:cNvPr id="7" name="Slide Number Placeholder 6"/>
          <p:cNvSpPr>
            <a:spLocks noGrp="1"/>
          </p:cNvSpPr>
          <p:nvPr>
            <p:ph type="sldNum" sz="quarter" idx="5"/>
          </p:nvPr>
        </p:nvSpPr>
        <p:spPr>
          <a:xfrm>
            <a:off x="3978275" y="8842375"/>
            <a:ext cx="3043238" cy="465138"/>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0BD6AB58-1F6A-481C-A45E-582B903EAE4E}" type="slidenum">
              <a:rPr lang="en-US"/>
              <a:pPr>
                <a:defRPr/>
              </a:pPr>
              <a:t>‹#›</a:t>
            </a:fld>
            <a:endParaRPr lang="en-US"/>
          </a:p>
        </p:txBody>
      </p:sp>
    </p:spTree>
    <p:extLst>
      <p:ext uri="{BB962C8B-B14F-4D97-AF65-F5344CB8AC3E}">
        <p14:creationId xmlns:p14="http://schemas.microsoft.com/office/powerpoint/2010/main" val="153698847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194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36ECFDF-58C3-43EB-A84F-7E2B5BD9C6BD}" type="slidenum">
              <a:rPr lang="en-US" altLang="en-US" smtClean="0">
                <a:latin typeface="Comic Sans MS" panose="030F0702030302020204" pitchFamily="66" charset="0"/>
              </a:rPr>
              <a:pPr>
                <a:spcBef>
                  <a:spcPct val="0"/>
                </a:spcBef>
              </a:pPr>
              <a:t>20</a:t>
            </a:fld>
            <a:endParaRPr lang="en-US" altLang="en-US" smtClean="0">
              <a:latin typeface="Comic Sans MS" panose="030F0702030302020204" pitchFamily="66" charset="0"/>
            </a:endParaRPr>
          </a:p>
        </p:txBody>
      </p:sp>
    </p:spTree>
    <p:extLst>
      <p:ext uri="{BB962C8B-B14F-4D97-AF65-F5344CB8AC3E}">
        <p14:creationId xmlns:p14="http://schemas.microsoft.com/office/powerpoint/2010/main" val="4060060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7491ACF-40EF-48B2-A628-9ABDFFC1E359}" type="slidenum">
              <a:rPr lang="en-US" smtClean="0"/>
              <a:pPr/>
              <a:t>39</a:t>
            </a:fld>
            <a:endParaRPr lang="en-US"/>
          </a:p>
        </p:txBody>
      </p:sp>
    </p:spTree>
    <p:extLst>
      <p:ext uri="{BB962C8B-B14F-4D97-AF65-F5344CB8AC3E}">
        <p14:creationId xmlns:p14="http://schemas.microsoft.com/office/powerpoint/2010/main" val="42883669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5" name="Rounded Rectangle 4"/>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6" name="Rectangle 5"/>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Rectangle 9"/>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smtClean="0"/>
              <a:t>Click to edit Master title style</a:t>
            </a:r>
            <a:endParaRPr lang="en-US"/>
          </a:p>
        </p:txBody>
      </p:sp>
      <p:sp>
        <p:nvSpPr>
          <p:cNvPr id="11" name="Date Placeholder 27"/>
          <p:cNvSpPr>
            <a:spLocks noGrp="1"/>
          </p:cNvSpPr>
          <p:nvPr>
            <p:ph type="dt" sz="half" idx="10"/>
          </p:nvPr>
        </p:nvSpPr>
        <p:spPr/>
        <p:txBody>
          <a:bodyPr/>
          <a:lstStyle>
            <a:lvl1pPr>
              <a:defRPr/>
            </a:lvl1pPr>
          </a:lstStyle>
          <a:p>
            <a:pPr>
              <a:defRPr/>
            </a:pPr>
            <a:endParaRPr lang="en-US"/>
          </a:p>
        </p:txBody>
      </p:sp>
      <p:sp>
        <p:nvSpPr>
          <p:cNvPr id="12" name="Footer Placeholder 16"/>
          <p:cNvSpPr>
            <a:spLocks noGrp="1"/>
          </p:cNvSpPr>
          <p:nvPr>
            <p:ph type="ftr" sz="quarter" idx="11"/>
          </p:nvPr>
        </p:nvSpPr>
        <p:spPr/>
        <p:txBody>
          <a:bodyPr/>
          <a:lstStyle>
            <a:lvl1pPr>
              <a:defRPr/>
            </a:lvl1pPr>
          </a:lstStyle>
          <a:p>
            <a:pPr>
              <a:defRPr/>
            </a:pPr>
            <a:endParaRPr lang="en-US"/>
          </a:p>
        </p:txBody>
      </p:sp>
      <p:sp>
        <p:nvSpPr>
          <p:cNvPr id="13" name="Slide Number Placeholder 28"/>
          <p:cNvSpPr>
            <a:spLocks noGrp="1"/>
          </p:cNvSpPr>
          <p:nvPr>
            <p:ph type="sldNum" sz="quarter" idx="12"/>
          </p:nvPr>
        </p:nvSpPr>
        <p:spPr/>
        <p:txBody>
          <a:bodyPr/>
          <a:lstStyle>
            <a:lvl1pPr>
              <a:defRPr/>
            </a:lvl1pPr>
          </a:lstStyle>
          <a:p>
            <a:pPr>
              <a:defRPr/>
            </a:pPr>
            <a:fld id="{FF1FD7AD-1271-4D84-A99A-1A5A8777D0F2}" type="slidenum">
              <a:rPr lang="en-US"/>
              <a:pPr>
                <a:defRPr/>
              </a:pPr>
              <a:t>‹#›</a:t>
            </a:fld>
            <a:endParaRPr lang="en-US"/>
          </a:p>
        </p:txBody>
      </p:sp>
    </p:spTree>
    <p:extLst>
      <p:ext uri="{BB962C8B-B14F-4D97-AF65-F5344CB8AC3E}">
        <p14:creationId xmlns:p14="http://schemas.microsoft.com/office/powerpoint/2010/main" val="3282723482"/>
      </p:ext>
    </p:extLst>
  </p:cSld>
  <p:clrMapOvr>
    <a:overrideClrMapping bg1="lt1" tx1="dk1" bg2="lt2" tx2="dk2" accent1="accent1" accent2="accent2" accent3="accent3" accent4="accent4" accent5="accent5" accent6="accent6" hlink="hlink" folHlink="folHlink"/>
  </p:clrMapOvr>
  <p:transition>
    <p:checke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8" name="Content Placeholder 7"/>
          <p:cNvSpPr>
            <a:spLocks noGrp="1"/>
          </p:cNvSpPr>
          <p:nvPr>
            <p:ph sz="quarter" idx="1"/>
          </p:nvPr>
        </p:nvSpPr>
        <p:spPr>
          <a:xfrm>
            <a:off x="914400" y="1447800"/>
            <a:ext cx="77724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352CD03B-0ED2-40B1-AE21-7930EA0DE962}" type="slidenum">
              <a:rPr lang="en-US"/>
              <a:pPr>
                <a:defRPr/>
              </a:pPr>
              <a:t>‹#›</a:t>
            </a:fld>
            <a:endParaRPr lang="en-US"/>
          </a:p>
        </p:txBody>
      </p:sp>
    </p:spTree>
    <p:extLst>
      <p:ext uri="{BB962C8B-B14F-4D97-AF65-F5344CB8AC3E}">
        <p14:creationId xmlns:p14="http://schemas.microsoft.com/office/powerpoint/2010/main" val="2104740918"/>
      </p:ext>
    </p:extLst>
  </p:cSld>
  <p:clrMapOvr>
    <a:masterClrMapping/>
  </p:clrMapOvr>
  <p:transition>
    <p:checke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5" name="Rounded Rectangle 4"/>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hangingPunct="1">
              <a:defRPr/>
            </a:pPr>
            <a:endParaRPr lang="en-US"/>
          </a:p>
        </p:txBody>
      </p:sp>
      <p:sp>
        <p:nvSpPr>
          <p:cNvPr id="6" name="Rectangle 5"/>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smtClean="0"/>
              <a:t>Click to edit Master title style</a:t>
            </a:r>
            <a:endParaRPr lang="en-US"/>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9" name="Date Placeholder 3"/>
          <p:cNvSpPr>
            <a:spLocks noGrp="1"/>
          </p:cNvSpPr>
          <p:nvPr>
            <p:ph type="dt" sz="half" idx="10"/>
          </p:nvPr>
        </p:nvSpPr>
        <p:spPr/>
        <p:txBody>
          <a:bodyPr/>
          <a:lstStyle>
            <a:lvl1pPr>
              <a:defRPr/>
            </a:lvl1pPr>
          </a:lstStyle>
          <a:p>
            <a:pPr>
              <a:defRPr/>
            </a:pPr>
            <a:endParaRPr lang="en-US"/>
          </a:p>
        </p:txBody>
      </p:sp>
      <p:sp>
        <p:nvSpPr>
          <p:cNvPr id="10" name="Footer Placeholder 4"/>
          <p:cNvSpPr>
            <a:spLocks noGrp="1"/>
          </p:cNvSpPr>
          <p:nvPr>
            <p:ph type="ftr" sz="quarter" idx="11"/>
          </p:nvPr>
        </p:nvSpPr>
        <p:spPr>
          <a:xfrm>
            <a:off x="800100" y="6172200"/>
            <a:ext cx="4000500" cy="457200"/>
          </a:xfrm>
        </p:spPr>
        <p:txBody>
          <a:bodyPr/>
          <a:lstStyle>
            <a:lvl1pPr>
              <a:defRPr/>
            </a:lvl1pPr>
          </a:lstStyle>
          <a:p>
            <a:pPr>
              <a:defRPr/>
            </a:pPr>
            <a:endParaRPr lang="en-US"/>
          </a:p>
        </p:txBody>
      </p:sp>
      <p:sp>
        <p:nvSpPr>
          <p:cNvPr id="11" name="Slide Number Placeholder 5"/>
          <p:cNvSpPr>
            <a:spLocks noGrp="1"/>
          </p:cNvSpPr>
          <p:nvPr>
            <p:ph type="sldNum" sz="quarter" idx="12"/>
          </p:nvPr>
        </p:nvSpPr>
        <p:spPr>
          <a:xfrm>
            <a:off x="146050" y="6208713"/>
            <a:ext cx="457200" cy="457200"/>
          </a:xfrm>
        </p:spPr>
        <p:txBody>
          <a:bodyPr/>
          <a:lstStyle>
            <a:lvl1pPr>
              <a:defRPr/>
            </a:lvl1pPr>
          </a:lstStyle>
          <a:p>
            <a:pPr>
              <a:defRPr/>
            </a:pPr>
            <a:fld id="{C4B0C9AA-D658-44F8-AA55-6726D79AA7C1}" type="slidenum">
              <a:rPr lang="en-US"/>
              <a:pPr>
                <a:defRPr/>
              </a:pPr>
              <a:t>‹#›</a:t>
            </a:fld>
            <a:endParaRPr lang="en-US"/>
          </a:p>
        </p:txBody>
      </p:sp>
    </p:spTree>
    <p:extLst>
      <p:ext uri="{BB962C8B-B14F-4D97-AF65-F5344CB8AC3E}">
        <p14:creationId xmlns:p14="http://schemas.microsoft.com/office/powerpoint/2010/main" val="1873799383"/>
      </p:ext>
    </p:extLst>
  </p:cSld>
  <p:clrMapOvr>
    <a:overrideClrMapping bg1="lt1" tx1="dk1" bg2="lt2" tx2="dk2" accent1="accent1" accent2="accent2" accent3="accent3" accent4="accent4" accent5="accent5" accent6="accent6" hlink="hlink" folHlink="folHlink"/>
  </p:clrMapOvr>
  <p:transition>
    <p:checke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Content Placeholder 8"/>
          <p:cNvSpPr>
            <a:spLocks noGrp="1"/>
          </p:cNvSpPr>
          <p:nvPr>
            <p:ph sz="quarter" idx="1"/>
          </p:nvPr>
        </p:nvSpPr>
        <p:spPr>
          <a:xfrm>
            <a:off x="914400" y="1447800"/>
            <a:ext cx="374904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2"/>
          </p:nvPr>
        </p:nvSpPr>
        <p:spPr>
          <a:xfrm>
            <a:off x="4933950" y="1447800"/>
            <a:ext cx="374904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13"/>
          <p:cNvSpPr>
            <a:spLocks noGrp="1"/>
          </p:cNvSpPr>
          <p:nvPr>
            <p:ph type="dt" sz="half" idx="10"/>
          </p:nvPr>
        </p:nvSpPr>
        <p:spPr/>
        <p:txBody>
          <a:bodyPr/>
          <a:lstStyle>
            <a:lvl1pPr>
              <a:defRPr/>
            </a:lvl1pPr>
          </a:lstStyle>
          <a:p>
            <a:pPr>
              <a:defRPr/>
            </a:pPr>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5B261D46-9760-4479-B530-5E06AB45177D}" type="slidenum">
              <a:rPr lang="en-US"/>
              <a:pPr>
                <a:defRPr/>
              </a:pPr>
              <a:t>‹#›</a:t>
            </a:fld>
            <a:endParaRPr lang="en-US"/>
          </a:p>
        </p:txBody>
      </p:sp>
    </p:spTree>
    <p:extLst>
      <p:ext uri="{BB962C8B-B14F-4D97-AF65-F5344CB8AC3E}">
        <p14:creationId xmlns:p14="http://schemas.microsoft.com/office/powerpoint/2010/main" val="94426024"/>
      </p:ext>
    </p:extLst>
  </p:cSld>
  <p:clrMapOvr>
    <a:masterClrMapping/>
  </p:clrMapOvr>
  <p:transition>
    <p:checke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12"/>
          <p:cNvSpPr>
            <a:spLocks noGrp="1"/>
          </p:cNvSpPr>
          <p:nvPr>
            <p:ph sz="half" idx="4"/>
          </p:nvPr>
        </p:nvSpPr>
        <p:spPr>
          <a:xfrm>
            <a:off x="4953000" y="2247900"/>
            <a:ext cx="37338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13"/>
          <p:cNvSpPr>
            <a:spLocks noGrp="1"/>
          </p:cNvSpPr>
          <p:nvPr>
            <p:ph type="dt" sz="half" idx="10"/>
          </p:nvPr>
        </p:nvSpPr>
        <p:spPr/>
        <p:txBody>
          <a:bodyPr/>
          <a:lstStyle>
            <a:lvl1pPr>
              <a:defRPr/>
            </a:lvl1pPr>
          </a:lstStyle>
          <a:p>
            <a:pPr>
              <a:defRPr/>
            </a:pPr>
            <a:endParaRPr lang="en-US"/>
          </a:p>
        </p:txBody>
      </p:sp>
      <p:sp>
        <p:nvSpPr>
          <p:cNvPr id="8" name="Footer Placeholder 2"/>
          <p:cNvSpPr>
            <a:spLocks noGrp="1"/>
          </p:cNvSpPr>
          <p:nvPr>
            <p:ph type="ftr" sz="quarter" idx="11"/>
          </p:nvPr>
        </p:nvSpPr>
        <p:spPr/>
        <p:txBody>
          <a:bodyPr/>
          <a:lstStyle>
            <a:lvl1pPr>
              <a:defRPr/>
            </a:lvl1pPr>
          </a:lstStyle>
          <a:p>
            <a:pPr>
              <a:defRPr/>
            </a:pPr>
            <a:endParaRPr lang="en-US"/>
          </a:p>
        </p:txBody>
      </p:sp>
      <p:sp>
        <p:nvSpPr>
          <p:cNvPr id="9" name="Slide Number Placeholder 22"/>
          <p:cNvSpPr>
            <a:spLocks noGrp="1"/>
          </p:cNvSpPr>
          <p:nvPr>
            <p:ph type="sldNum" sz="quarter" idx="12"/>
          </p:nvPr>
        </p:nvSpPr>
        <p:spPr/>
        <p:txBody>
          <a:bodyPr/>
          <a:lstStyle>
            <a:lvl1pPr>
              <a:defRPr/>
            </a:lvl1pPr>
          </a:lstStyle>
          <a:p>
            <a:pPr>
              <a:defRPr/>
            </a:pPr>
            <a:fld id="{61D36B11-C997-4AAD-859E-4E4A731DCFA3}" type="slidenum">
              <a:rPr lang="en-US"/>
              <a:pPr>
                <a:defRPr/>
              </a:pPr>
              <a:t>‹#›</a:t>
            </a:fld>
            <a:endParaRPr lang="en-US"/>
          </a:p>
        </p:txBody>
      </p:sp>
    </p:spTree>
    <p:extLst>
      <p:ext uri="{BB962C8B-B14F-4D97-AF65-F5344CB8AC3E}">
        <p14:creationId xmlns:p14="http://schemas.microsoft.com/office/powerpoint/2010/main" val="2544988429"/>
      </p:ext>
    </p:extLst>
  </p:cSld>
  <p:clrMapOvr>
    <a:masterClrMapping/>
  </p:clrMapOvr>
  <p:transition>
    <p:checke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13"/>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22"/>
          <p:cNvSpPr>
            <a:spLocks noGrp="1"/>
          </p:cNvSpPr>
          <p:nvPr>
            <p:ph type="sldNum" sz="quarter" idx="12"/>
          </p:nvPr>
        </p:nvSpPr>
        <p:spPr/>
        <p:txBody>
          <a:bodyPr/>
          <a:lstStyle>
            <a:lvl1pPr>
              <a:defRPr/>
            </a:lvl1pPr>
          </a:lstStyle>
          <a:p>
            <a:pPr>
              <a:defRPr/>
            </a:pPr>
            <a:fld id="{5148CF40-78D8-470A-80CF-CF87D7DC94D8}" type="slidenum">
              <a:rPr lang="en-US"/>
              <a:pPr>
                <a:defRPr/>
              </a:pPr>
              <a:t>‹#›</a:t>
            </a:fld>
            <a:endParaRPr lang="en-US"/>
          </a:p>
        </p:txBody>
      </p:sp>
    </p:spTree>
    <p:extLst>
      <p:ext uri="{BB962C8B-B14F-4D97-AF65-F5344CB8AC3E}">
        <p14:creationId xmlns:p14="http://schemas.microsoft.com/office/powerpoint/2010/main" val="559096592"/>
      </p:ext>
    </p:extLst>
  </p:cSld>
  <p:clrMapOvr>
    <a:masterClrMapping/>
  </p:clrMapOvr>
  <p:transition>
    <p:checke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endParaRPr 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22"/>
          <p:cNvSpPr>
            <a:spLocks noGrp="1"/>
          </p:cNvSpPr>
          <p:nvPr>
            <p:ph type="sldNum" sz="quarter" idx="12"/>
          </p:nvPr>
        </p:nvSpPr>
        <p:spPr/>
        <p:txBody>
          <a:bodyPr/>
          <a:lstStyle>
            <a:lvl1pPr>
              <a:defRPr/>
            </a:lvl1pPr>
          </a:lstStyle>
          <a:p>
            <a:pPr>
              <a:defRPr/>
            </a:pPr>
            <a:fld id="{A69E5CB6-C4CF-47D6-B43D-9C066CDE37B3}" type="slidenum">
              <a:rPr lang="en-US"/>
              <a:pPr>
                <a:defRPr/>
              </a:pPr>
              <a:t>‹#›</a:t>
            </a:fld>
            <a:endParaRPr lang="en-US"/>
          </a:p>
        </p:txBody>
      </p:sp>
    </p:spTree>
    <p:extLst>
      <p:ext uri="{BB962C8B-B14F-4D97-AF65-F5344CB8AC3E}">
        <p14:creationId xmlns:p14="http://schemas.microsoft.com/office/powerpoint/2010/main" val="3714967927"/>
      </p:ext>
    </p:extLst>
  </p:cSld>
  <p:clrMapOvr>
    <a:masterClrMapping/>
  </p:clrMapOvr>
  <p:transition>
    <p:checke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useBgFill="1">
        <p:nvSpPr>
          <p:cNvPr id="6" name="Rounded Rectangle 5"/>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smtClean="0"/>
              <a:t>Click to edit Master title style</a:t>
            </a:r>
            <a:endParaRPr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4"/>
          <p:cNvSpPr>
            <a:spLocks noGrp="1"/>
          </p:cNvSpPr>
          <p:nvPr>
            <p:ph type="dt" sz="half" idx="10"/>
          </p:nvPr>
        </p:nvSpPr>
        <p:spPr/>
        <p:txBody>
          <a:bodyPr/>
          <a:lstStyle>
            <a:lvl1pPr>
              <a:defRPr/>
            </a:lvl1pPr>
          </a:lstStyle>
          <a:p>
            <a:pPr>
              <a:defRPr/>
            </a:pPr>
            <a:endParaRPr lang="en-US"/>
          </a:p>
        </p:txBody>
      </p:sp>
      <p:sp>
        <p:nvSpPr>
          <p:cNvPr id="8" name="Footer Placeholder 5"/>
          <p:cNvSpPr>
            <a:spLocks noGrp="1"/>
          </p:cNvSpPr>
          <p:nvPr>
            <p:ph type="ftr" sz="quarter" idx="11"/>
          </p:nvPr>
        </p:nvSpPr>
        <p:spPr/>
        <p:txBody>
          <a:bodyPr/>
          <a:lstStyle>
            <a:lvl1pPr>
              <a:defRPr/>
            </a:lvl1pPr>
          </a:lstStyle>
          <a:p>
            <a:pPr>
              <a:defRPr/>
            </a:pPr>
            <a:endParaRPr lang="en-US"/>
          </a:p>
        </p:txBody>
      </p:sp>
      <p:sp>
        <p:nvSpPr>
          <p:cNvPr id="9" name="Slide Number Placeholder 6"/>
          <p:cNvSpPr>
            <a:spLocks noGrp="1"/>
          </p:cNvSpPr>
          <p:nvPr>
            <p:ph type="sldNum" sz="quarter" idx="12"/>
          </p:nvPr>
        </p:nvSpPr>
        <p:spPr/>
        <p:txBody>
          <a:bodyPr/>
          <a:lstStyle>
            <a:lvl1pPr>
              <a:defRPr/>
            </a:lvl1pPr>
          </a:lstStyle>
          <a:p>
            <a:pPr>
              <a:defRPr/>
            </a:pPr>
            <a:fld id="{BEDDC388-A372-414E-9918-28935F5FE4C8}" type="slidenum">
              <a:rPr lang="en-US"/>
              <a:pPr>
                <a:defRPr/>
              </a:pPr>
              <a:t>‹#›</a:t>
            </a:fld>
            <a:endParaRPr lang="en-US"/>
          </a:p>
        </p:txBody>
      </p:sp>
    </p:spTree>
    <p:extLst>
      <p:ext uri="{BB962C8B-B14F-4D97-AF65-F5344CB8AC3E}">
        <p14:creationId xmlns:p14="http://schemas.microsoft.com/office/powerpoint/2010/main" val="1170802846"/>
      </p:ext>
    </p:extLst>
  </p:cSld>
  <p:clrMapOvr>
    <a:masterClrMapping/>
  </p:clrMapOvr>
  <p:transition>
    <p:checke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5"/>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smtClean="0"/>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smtClean="0"/>
              <a:t>Click icon to add picture</a:t>
            </a:r>
            <a:endParaRPr lang="en-US" noProof="0" dirty="0"/>
          </a:p>
        </p:txBody>
      </p:sp>
      <p:sp>
        <p:nvSpPr>
          <p:cNvPr id="8" name="Date Placeholder 4"/>
          <p:cNvSpPr>
            <a:spLocks noGrp="1"/>
          </p:cNvSpPr>
          <p:nvPr>
            <p:ph type="dt" sz="half" idx="10"/>
          </p:nvPr>
        </p:nvSpPr>
        <p:spPr/>
        <p:txBody>
          <a:bodyPr/>
          <a:lstStyle>
            <a:lvl1pPr>
              <a:defRPr/>
            </a:lvl1pPr>
          </a:lstStyle>
          <a:p>
            <a:pPr>
              <a:defRPr/>
            </a:pPr>
            <a:endParaRPr lang="en-US"/>
          </a:p>
        </p:txBody>
      </p:sp>
      <p:sp>
        <p:nvSpPr>
          <p:cNvPr id="9" name="Footer Placeholder 5"/>
          <p:cNvSpPr>
            <a:spLocks noGrp="1"/>
          </p:cNvSpPr>
          <p:nvPr>
            <p:ph type="ftr" sz="quarter" idx="11"/>
          </p:nvPr>
        </p:nvSpPr>
        <p:spPr>
          <a:xfrm>
            <a:off x="914400" y="6172200"/>
            <a:ext cx="3886200" cy="457200"/>
          </a:xfrm>
        </p:spPr>
        <p:txBody>
          <a:bodyPr/>
          <a:lstStyle>
            <a:lvl1pPr>
              <a:defRPr/>
            </a:lvl1pPr>
          </a:lstStyle>
          <a:p>
            <a:pPr>
              <a:defRPr/>
            </a:pPr>
            <a:endParaRPr lang="en-US"/>
          </a:p>
        </p:txBody>
      </p:sp>
      <p:sp>
        <p:nvSpPr>
          <p:cNvPr id="10" name="Slide Number Placeholder 6"/>
          <p:cNvSpPr>
            <a:spLocks noGrp="1"/>
          </p:cNvSpPr>
          <p:nvPr>
            <p:ph type="sldNum" sz="quarter" idx="12"/>
          </p:nvPr>
        </p:nvSpPr>
        <p:spPr>
          <a:xfrm>
            <a:off x="146050" y="6208713"/>
            <a:ext cx="457200" cy="457200"/>
          </a:xfrm>
        </p:spPr>
        <p:txBody>
          <a:bodyPr/>
          <a:lstStyle>
            <a:lvl1pPr>
              <a:defRPr/>
            </a:lvl1pPr>
          </a:lstStyle>
          <a:p>
            <a:pPr>
              <a:defRPr/>
            </a:pPr>
            <a:fld id="{91F7FD17-A6AE-440F-9564-728841324938}" type="slidenum">
              <a:rPr lang="en-US"/>
              <a:pPr>
                <a:defRPr/>
              </a:pPr>
              <a:t>‹#›</a:t>
            </a:fld>
            <a:endParaRPr lang="en-US"/>
          </a:p>
        </p:txBody>
      </p:sp>
    </p:spTree>
    <p:extLst>
      <p:ext uri="{BB962C8B-B14F-4D97-AF65-F5344CB8AC3E}">
        <p14:creationId xmlns:p14="http://schemas.microsoft.com/office/powerpoint/2010/main" val="8783972"/>
      </p:ext>
    </p:extLst>
  </p:cSld>
  <p:clrMapOvr>
    <a:masterClrMapping/>
  </p:clrMapOvr>
  <p:transition>
    <p:checke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9D64990A-4900-492E-BDD7-A8860096F893}" type="slidenum">
              <a:rPr lang="en-US"/>
              <a:pPr>
                <a:defRPr/>
              </a:pPr>
              <a:t>‹#›</a:t>
            </a:fld>
            <a:endParaRPr lang="en-US"/>
          </a:p>
        </p:txBody>
      </p:sp>
    </p:spTree>
    <p:extLst>
      <p:ext uri="{BB962C8B-B14F-4D97-AF65-F5344CB8AC3E}">
        <p14:creationId xmlns:p14="http://schemas.microsoft.com/office/powerpoint/2010/main" val="1993702842"/>
      </p:ext>
    </p:extLst>
  </p:cSld>
  <p:clrMapOvr>
    <a:masterClrMapping/>
  </p:clrMapOvr>
  <p:transition>
    <p:checke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40245BC5-F89C-440C-A2C4-158C19CCF345}" type="slidenum">
              <a:rPr lang="en-US"/>
              <a:pPr>
                <a:defRPr/>
              </a:pPr>
              <a:t>‹#›</a:t>
            </a:fld>
            <a:endParaRPr lang="en-US"/>
          </a:p>
        </p:txBody>
      </p:sp>
    </p:spTree>
    <p:extLst>
      <p:ext uri="{BB962C8B-B14F-4D97-AF65-F5344CB8AC3E}">
        <p14:creationId xmlns:p14="http://schemas.microsoft.com/office/powerpoint/2010/main" val="3797537675"/>
      </p:ext>
    </p:extLst>
  </p:cSld>
  <p:clrMapOvr>
    <a:masterClrMapping/>
  </p:clrMapOvr>
  <p:transition>
    <p:checke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8" name="Rounded Rectangle 7"/>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22" name="Title Placeholder 21"/>
          <p:cNvSpPr>
            <a:spLocks noGrp="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smtClean="0"/>
              <a:t>Click to edit Master title style</a:t>
            </a:r>
          </a:p>
        </p:txBody>
      </p:sp>
      <p:sp>
        <p:nvSpPr>
          <p:cNvPr id="13" name="Text Placeholder 12"/>
          <p:cNvSpPr>
            <a:spLocks noGrp="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cs typeface="Arial" charset="0"/>
              </a:defRPr>
            </a:lvl1pPr>
          </a:lstStyle>
          <a:p>
            <a:pPr>
              <a:defRPr/>
            </a:pPr>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cs typeface="Arial" charset="0"/>
              </a:defRPr>
            </a:lvl1pPr>
          </a:lstStyle>
          <a:p>
            <a:pPr>
              <a:defRPr/>
            </a:pPr>
            <a:endParaRPr lang="en-US"/>
          </a:p>
        </p:txBody>
      </p:sp>
      <p:sp>
        <p:nvSpPr>
          <p:cNvPr id="23" name="Slide Number Placeholder 22"/>
          <p:cNvSpPr>
            <a:spLocks noGrp="1"/>
          </p:cNvSpPr>
          <p:nvPr>
            <p:ph type="sldNum" sz="quarter" idx="4"/>
          </p:nvPr>
        </p:nvSpPr>
        <p:spPr>
          <a:xfrm>
            <a:off x="146050" y="6210300"/>
            <a:ext cx="457200" cy="457200"/>
          </a:xfrm>
          <a:prstGeom prst="ellipse">
            <a:avLst/>
          </a:prstGeom>
          <a:solidFill>
            <a:schemeClr val="accent1"/>
          </a:solidFill>
        </p:spPr>
        <p:txBody>
          <a:bodyPr vert="horz" wrap="none" lIns="0" tIns="0" rIns="0" bIns="0" numCol="1" anchor="ctr" anchorCtr="1" compatLnSpc="1">
            <a:prstTxWarp prst="textNoShape">
              <a:avLst/>
            </a:prstTxWarp>
            <a:noAutofit/>
          </a:bodyPr>
          <a:lstStyle>
            <a:lvl1pPr algn="ctr" eaLnBrk="1" hangingPunct="1">
              <a:defRPr sz="1400">
                <a:solidFill>
                  <a:srgbClr val="FFFFFF"/>
                </a:solidFill>
                <a:latin typeface="Franklin Gothic Book" panose="020B0503020102020204" pitchFamily="34" charset="0"/>
              </a:defRPr>
            </a:lvl1pPr>
          </a:lstStyle>
          <a:p>
            <a:pPr>
              <a:defRPr/>
            </a:pPr>
            <a:fld id="{B87DB61C-32D3-4623-8AF4-89BCD16B270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4445" r:id="rId1"/>
    <p:sldLayoutId id="2147484438" r:id="rId2"/>
    <p:sldLayoutId id="2147484446" r:id="rId3"/>
    <p:sldLayoutId id="2147484439" r:id="rId4"/>
    <p:sldLayoutId id="2147484440" r:id="rId5"/>
    <p:sldLayoutId id="2147484441" r:id="rId6"/>
    <p:sldLayoutId id="2147484442" r:id="rId7"/>
    <p:sldLayoutId id="2147484447" r:id="rId8"/>
    <p:sldLayoutId id="2147484448" r:id="rId9"/>
    <p:sldLayoutId id="2147484443" r:id="rId10"/>
    <p:sldLayoutId id="2147484444" r:id="rId11"/>
  </p:sldLayoutIdLst>
  <p:transition>
    <p:checker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2"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2000" fill="hold"/>
                                        <p:tgtEl>
                                          <p:spTgt spid="22"/>
                                        </p:tgtEl>
                                        <p:attrNameLst>
                                          <p:attrName>ppt_w</p:attrName>
                                        </p:attrNameLst>
                                      </p:cBhvr>
                                      <p:tavLst>
                                        <p:tav tm="0">
                                          <p:val>
                                            <p:strVal val="#ppt_w*2.5"/>
                                          </p:val>
                                        </p:tav>
                                        <p:tav tm="100000">
                                          <p:val>
                                            <p:strVal val="#ppt_w"/>
                                          </p:val>
                                        </p:tav>
                                      </p:tavLst>
                                    </p:anim>
                                    <p:anim calcmode="lin" valueType="num">
                                      <p:cBhvr>
                                        <p:cTn id="8" dur="2000" fill="hold"/>
                                        <p:tgtEl>
                                          <p:spTgt spid="22"/>
                                        </p:tgtEl>
                                        <p:attrNameLst>
                                          <p:attrName>ppt_h</p:attrName>
                                        </p:attrNameLst>
                                      </p:cBhvr>
                                      <p:tavLst>
                                        <p:tav tm="0">
                                          <p:val>
                                            <p:strVal val="#ppt_h"/>
                                          </p:val>
                                        </p:tav>
                                        <p:tav tm="100000">
                                          <p:val>
                                            <p:strVal val="#ppt_h"/>
                                          </p:val>
                                        </p:tav>
                                      </p:tavLst>
                                    </p:anim>
                                    <p:anim calcmode="lin" valueType="num">
                                      <p:cBhvr>
                                        <p:cTn id="9" dur="2000" fill="hold"/>
                                        <p:tgtEl>
                                          <p:spTgt spid="22"/>
                                        </p:tgtEl>
                                        <p:attrNameLst>
                                          <p:attrName>ppt_x</p:attrName>
                                        </p:attrNameLst>
                                      </p:cBhvr>
                                      <p:tavLst>
                                        <p:tav tm="0">
                                          <p:val>
                                            <p:strVal val="#ppt_x-.2"/>
                                          </p:val>
                                        </p:tav>
                                        <p:tav tm="50000">
                                          <p:val>
                                            <p:strVal val="#ppt_x+.1"/>
                                          </p:val>
                                        </p:tav>
                                        <p:tav tm="100000">
                                          <p:val>
                                            <p:strVal val="#ppt_x"/>
                                          </p:val>
                                        </p:tav>
                                      </p:tavLst>
                                    </p:anim>
                                    <p:anim calcmode="lin" valueType="num">
                                      <p:cBhvr>
                                        <p:cTn id="10" dur="2000" fill="hold"/>
                                        <p:tgtEl>
                                          <p:spTgt spid="22"/>
                                        </p:tgtEl>
                                        <p:attrNameLst>
                                          <p:attrName>ppt_y</p:attrName>
                                        </p:attrNameLst>
                                      </p:cBhvr>
                                      <p:tavLst>
                                        <p:tav tm="0">
                                          <p:val>
                                            <p:strVal val="#ppt_y+1"/>
                                          </p:val>
                                        </p:tav>
                                        <p:tav tm="50000">
                                          <p:val>
                                            <p:strVal val="#ppt_y+.5"/>
                                          </p:val>
                                        </p:tav>
                                        <p:tav tm="100000">
                                          <p:val>
                                            <p:strVal val="#ppt_y"/>
                                          </p:val>
                                        </p:tav>
                                      </p:tavLst>
                                    </p:anim>
                                    <p:animEffect transition="in" filter="fade">
                                      <p:cBhvr>
                                        <p:cTn id="11" dur="2000"/>
                                        <p:tgtEl>
                                          <p:spTgt spid="2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3">
                                            <p:txEl>
                                              <p:pRg st="0" end="0"/>
                                            </p:txEl>
                                          </p:spTgt>
                                        </p:tgtEl>
                                        <p:attrNameLst>
                                          <p:attrName>style.visibility</p:attrName>
                                        </p:attrNameLst>
                                      </p:cBhvr>
                                      <p:to>
                                        <p:strVal val="visible"/>
                                      </p:to>
                                    </p:set>
                                    <p:animEffect transition="in" filter="wipe(left)">
                                      <p:cBhvr>
                                        <p:cTn id="16" dur="500"/>
                                        <p:tgtEl>
                                          <p:spTgt spid="13">
                                            <p:txEl>
                                              <p:pRg st="0" end="0"/>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3">
                                            <p:txEl>
                                              <p:pRg st="1" end="1"/>
                                            </p:txEl>
                                          </p:spTgt>
                                        </p:tgtEl>
                                        <p:attrNameLst>
                                          <p:attrName>style.visibility</p:attrName>
                                        </p:attrNameLst>
                                      </p:cBhvr>
                                      <p:to>
                                        <p:strVal val="visible"/>
                                      </p:to>
                                    </p:set>
                                    <p:animEffect transition="in" filter="wipe(left)">
                                      <p:cBhvr>
                                        <p:cTn id="19" dur="500"/>
                                        <p:tgtEl>
                                          <p:spTgt spid="13">
                                            <p:txEl>
                                              <p:pRg st="1" end="1"/>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3">
                                            <p:txEl>
                                              <p:pRg st="2" end="2"/>
                                            </p:txEl>
                                          </p:spTgt>
                                        </p:tgtEl>
                                        <p:attrNameLst>
                                          <p:attrName>style.visibility</p:attrName>
                                        </p:attrNameLst>
                                      </p:cBhvr>
                                      <p:to>
                                        <p:strVal val="visible"/>
                                      </p:to>
                                    </p:set>
                                    <p:animEffect transition="in" filter="wipe(left)">
                                      <p:cBhvr>
                                        <p:cTn id="22" dur="500"/>
                                        <p:tgtEl>
                                          <p:spTgt spid="13">
                                            <p:txEl>
                                              <p:pRg st="2" end="2"/>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xEl>
                                              <p:pRg st="3" end="3"/>
                                            </p:txEl>
                                          </p:spTgt>
                                        </p:tgtEl>
                                        <p:attrNameLst>
                                          <p:attrName>style.visibility</p:attrName>
                                        </p:attrNameLst>
                                      </p:cBhvr>
                                      <p:to>
                                        <p:strVal val="visible"/>
                                      </p:to>
                                    </p:set>
                                    <p:animEffect transition="in" filter="wipe(left)">
                                      <p:cBhvr>
                                        <p:cTn id="25" dur="500"/>
                                        <p:tgtEl>
                                          <p:spTgt spid="13">
                                            <p:txEl>
                                              <p:pRg st="3" end="3"/>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3">
                                            <p:txEl>
                                              <p:pRg st="4" end="4"/>
                                            </p:txEl>
                                          </p:spTgt>
                                        </p:tgtEl>
                                        <p:attrNameLst>
                                          <p:attrName>style.visibility</p:attrName>
                                        </p:attrNameLst>
                                      </p:cBhvr>
                                      <p:to>
                                        <p:strVal val="visible"/>
                                      </p:to>
                                    </p:set>
                                    <p:animEffect transition="in" filter="wipe(left)">
                                      <p:cBhvr>
                                        <p:cTn id="28" dur="5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13" grpId="0" build="p">
        <p:tmplLst>
          <p:tmpl lvl="1">
            <p:tnLst>
              <p:par>
                <p:cTn presetID="22" presetClass="entr" presetSubtype="8" fill="hold" nodeType="click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wipe(left)">
                      <p:cBhvr>
                        <p:cTn dur="500"/>
                        <p:tgtEl>
                          <p:spTgt spid="13"/>
                        </p:tgtEl>
                      </p:cBhvr>
                    </p:animEffect>
                  </p:childTnLst>
                </p:cTn>
              </p:par>
            </p:tnLst>
          </p:tmpl>
          <p:tmpl lvl="2">
            <p:tnLst>
              <p:par>
                <p:cTn presetID="22" presetClass="entr" presetSubtype="8"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wipe(left)">
                      <p:cBhvr>
                        <p:cTn dur="500"/>
                        <p:tgtEl>
                          <p:spTgt spid="13"/>
                        </p:tgtEl>
                      </p:cBhvr>
                    </p:animEffect>
                  </p:childTnLst>
                </p:cTn>
              </p:par>
            </p:tnLst>
          </p:tmpl>
          <p:tmpl lvl="3">
            <p:tnLst>
              <p:par>
                <p:cTn presetID="22" presetClass="entr" presetSubtype="8"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wipe(left)">
                      <p:cBhvr>
                        <p:cTn dur="500"/>
                        <p:tgtEl>
                          <p:spTgt spid="13"/>
                        </p:tgtEl>
                      </p:cBhvr>
                    </p:animEffect>
                  </p:childTnLst>
                </p:cTn>
              </p:par>
            </p:tnLst>
          </p:tmpl>
          <p:tmpl lvl="4">
            <p:tnLst>
              <p:par>
                <p:cTn presetID="22" presetClass="entr" presetSubtype="8"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wipe(left)">
                      <p:cBhvr>
                        <p:cTn dur="500"/>
                        <p:tgtEl>
                          <p:spTgt spid="13"/>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wipe(left)">
                      <p:cBhvr>
                        <p:cTn dur="500"/>
                        <p:tgtEl>
                          <p:spTgt spid="13"/>
                        </p:tgtEl>
                      </p:cBhvr>
                    </p:animEffect>
                  </p:childTnLst>
                </p:cTn>
              </p:par>
            </p:tnLst>
          </p:tmpl>
        </p:tmplLst>
      </p:bldP>
    </p:bldLst>
  </p:timing>
  <p:hf hdr="0" ft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itchFamily="34" charset="0"/>
        </a:defRPr>
      </a:lvl2pPr>
      <a:lvl3pPr algn="l" rtl="0" eaLnBrk="0" fontAlgn="base" hangingPunct="0">
        <a:spcBef>
          <a:spcPct val="0"/>
        </a:spcBef>
        <a:spcAft>
          <a:spcPct val="0"/>
        </a:spcAft>
        <a:defRPr sz="4000">
          <a:solidFill>
            <a:schemeClr val="tx2"/>
          </a:solidFill>
          <a:latin typeface="Franklin Gothic Book" pitchFamily="34" charset="0"/>
        </a:defRPr>
      </a:lvl3pPr>
      <a:lvl4pPr algn="l" rtl="0" eaLnBrk="0" fontAlgn="base" hangingPunct="0">
        <a:spcBef>
          <a:spcPct val="0"/>
        </a:spcBef>
        <a:spcAft>
          <a:spcPct val="0"/>
        </a:spcAft>
        <a:defRPr sz="4000">
          <a:solidFill>
            <a:schemeClr val="tx2"/>
          </a:solidFill>
          <a:latin typeface="Franklin Gothic Book" pitchFamily="34" charset="0"/>
        </a:defRPr>
      </a:lvl4pPr>
      <a:lvl5pPr algn="l" rtl="0" eaLnBrk="0" fontAlgn="base" hangingPunct="0">
        <a:spcBef>
          <a:spcPct val="0"/>
        </a:spcBef>
        <a:spcAft>
          <a:spcPct val="0"/>
        </a:spcAft>
        <a:defRPr sz="4000">
          <a:solidFill>
            <a:schemeClr val="tx2"/>
          </a:solidFill>
          <a:latin typeface="Franklin Gothic Book" pitchFamily="34" charset="0"/>
        </a:defRPr>
      </a:lvl5pPr>
      <a:lvl6pPr marL="457200" algn="l" rtl="0" fontAlgn="base">
        <a:spcBef>
          <a:spcPct val="0"/>
        </a:spcBef>
        <a:spcAft>
          <a:spcPct val="0"/>
        </a:spcAft>
        <a:defRPr sz="4000">
          <a:solidFill>
            <a:schemeClr val="tx2"/>
          </a:solidFill>
          <a:latin typeface="Franklin Gothic Book" pitchFamily="34" charset="0"/>
        </a:defRPr>
      </a:lvl6pPr>
      <a:lvl7pPr marL="914400" algn="l" rtl="0" fontAlgn="base">
        <a:spcBef>
          <a:spcPct val="0"/>
        </a:spcBef>
        <a:spcAft>
          <a:spcPct val="0"/>
        </a:spcAft>
        <a:defRPr sz="4000">
          <a:solidFill>
            <a:schemeClr val="tx2"/>
          </a:solidFill>
          <a:latin typeface="Franklin Gothic Book" pitchFamily="34" charset="0"/>
        </a:defRPr>
      </a:lvl7pPr>
      <a:lvl8pPr marL="1371600" algn="l" rtl="0" fontAlgn="base">
        <a:spcBef>
          <a:spcPct val="0"/>
        </a:spcBef>
        <a:spcAft>
          <a:spcPct val="0"/>
        </a:spcAft>
        <a:defRPr sz="4000">
          <a:solidFill>
            <a:schemeClr val="tx2"/>
          </a:solidFill>
          <a:latin typeface="Franklin Gothic Book" pitchFamily="34" charset="0"/>
        </a:defRPr>
      </a:lvl8pPr>
      <a:lvl9pPr marL="1828800" algn="l" rtl="0" fontAlgn="base">
        <a:spcBef>
          <a:spcPct val="0"/>
        </a:spcBef>
        <a:spcAft>
          <a:spcPct val="0"/>
        </a:spcAft>
        <a:defRPr sz="4000">
          <a:solidFill>
            <a:schemeClr val="tx2"/>
          </a:solidFill>
          <a:latin typeface="Franklin Gothic Book"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4"/>
          <p:cNvSpPr/>
          <p:nvPr/>
        </p:nvSpPr>
        <p:spPr>
          <a:xfrm>
            <a:off x="1143000" y="533400"/>
            <a:ext cx="7543800" cy="4154984"/>
          </a:xfrm>
          <a:prstGeom prst="rect">
            <a:avLst/>
          </a:prstGeom>
        </p:spPr>
        <p:txBody>
          <a:bodyPr>
            <a:spAutoFit/>
          </a:bodyPr>
          <a:lstStyle/>
          <a:p>
            <a:pPr algn="ctr" eaLnBrk="1" hangingPunct="1">
              <a:defRPr/>
            </a:pPr>
            <a:r>
              <a:rPr lang="ne-NP" sz="8800" b="1" dirty="0" smtClean="0">
                <a:effectLst>
                  <a:outerShdw blurRad="38100" dist="38100" dir="2700000" algn="tl">
                    <a:srgbClr val="000000"/>
                  </a:outerShdw>
                </a:effectLst>
                <a:latin typeface="Preeti" pitchFamily="2" charset="0"/>
                <a:cs typeface="Kalimati" pitchFamily="2"/>
              </a:rPr>
              <a:t>देवानी मुद्दाको फैसला लेखन अभ्यास </a:t>
            </a:r>
            <a:endParaRPr lang="en-US" sz="3000" dirty="0">
              <a:effectLst>
                <a:outerShdw blurRad="38100" dist="38100" dir="2700000" algn="tl">
                  <a:srgbClr val="000000"/>
                </a:outerShdw>
              </a:effectLst>
              <a:cs typeface="Kalimati" panose="00000400000000000000" pitchFamily="2"/>
            </a:endParaRPr>
          </a:p>
        </p:txBody>
      </p:sp>
    </p:spTree>
  </p:cSld>
  <p:clrMapOvr>
    <a:masterClrMapping/>
  </p:clrMapOvr>
  <p:transition>
    <p:checker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775" y="228600"/>
            <a:ext cx="8153400" cy="762000"/>
          </a:xfrm>
        </p:spPr>
        <p:txBody>
          <a:bodyPr>
            <a:noAutofit/>
          </a:bodyPr>
          <a:lstStyle/>
          <a:p>
            <a:pPr eaLnBrk="1" fontAlgn="auto" hangingPunct="1">
              <a:spcAft>
                <a:spcPts val="0"/>
              </a:spcAft>
              <a:defRPr/>
            </a:pPr>
            <a:r>
              <a:rPr lang="ne-NP" dirty="0" smtClean="0">
                <a:effectLst>
                  <a:outerShdw blurRad="38100" dist="38100" dir="2700000" algn="tl">
                    <a:srgbClr val="000000">
                      <a:alpha val="43137"/>
                    </a:srgbClr>
                  </a:outerShdw>
                </a:effectLst>
                <a:latin typeface="Preeti" pitchFamily="2" charset="0"/>
                <a:cs typeface="Kalimati" pitchFamily="2"/>
              </a:rPr>
              <a:t>यस भित्र</a:t>
            </a:r>
            <a:endParaRPr lang="en-US" dirty="0">
              <a:effectLst>
                <a:outerShdw blurRad="38100" dist="38100" dir="2700000" algn="tl">
                  <a:srgbClr val="000000">
                    <a:alpha val="43137"/>
                  </a:srgbClr>
                </a:outerShdw>
              </a:effectLst>
              <a:latin typeface="Preeti" pitchFamily="2" charset="0"/>
              <a:cs typeface="Kalimati" pitchFamily="2"/>
            </a:endParaRPr>
          </a:p>
        </p:txBody>
      </p:sp>
      <p:sp>
        <p:nvSpPr>
          <p:cNvPr id="9219"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4F7529E0-BE67-4C50-B726-BDBA7C1FBE87}" type="slidenum">
              <a:rPr lang="en-US" sz="1400" smtClean="0">
                <a:solidFill>
                  <a:srgbClr val="FFFFFF"/>
                </a:solidFill>
                <a:latin typeface="Franklin Gothic Book" panose="020B0503020102020204" pitchFamily="34" charset="0"/>
              </a:rPr>
              <a:pPr>
                <a:spcBef>
                  <a:spcPct val="0"/>
                </a:spcBef>
                <a:buClrTx/>
                <a:buSzTx/>
                <a:buFontTx/>
                <a:buNone/>
              </a:pPr>
              <a:t>2</a:t>
            </a:fld>
            <a:endParaRPr lang="en-US" sz="1400" smtClean="0">
              <a:solidFill>
                <a:srgbClr val="FFFFFF"/>
              </a:solidFill>
              <a:latin typeface="Franklin Gothic Book" panose="020B0503020102020204" pitchFamily="34" charset="0"/>
            </a:endParaRPr>
          </a:p>
        </p:txBody>
      </p:sp>
      <p:sp>
        <p:nvSpPr>
          <p:cNvPr id="3" name="Content Placeholder 2"/>
          <p:cNvSpPr>
            <a:spLocks noGrp="1"/>
          </p:cNvSpPr>
          <p:nvPr>
            <p:ph sz="quarter" idx="1"/>
          </p:nvPr>
        </p:nvSpPr>
        <p:spPr>
          <a:xfrm>
            <a:off x="457200" y="1676400"/>
            <a:ext cx="8302625" cy="5105400"/>
          </a:xfrm>
        </p:spPr>
        <p:txBody>
          <a:bodyPr>
            <a:normAutofit/>
          </a:bodyPr>
          <a:lstStyle/>
          <a:p>
            <a:pPr marL="274320" indent="-274320" eaLnBrk="1" fontAlgn="auto" hangingPunct="1">
              <a:lnSpc>
                <a:spcPct val="150000"/>
              </a:lnSpc>
              <a:spcBef>
                <a:spcPts val="580"/>
              </a:spcBef>
              <a:spcAft>
                <a:spcPts val="0"/>
              </a:spcAft>
              <a:buClr>
                <a:schemeClr val="accent3"/>
              </a:buClr>
              <a:buFont typeface="Wingdings 2"/>
              <a:buChar char=""/>
              <a:defRPr/>
            </a:pPr>
            <a:r>
              <a:rPr lang="ne-NP" sz="3600" dirty="0" smtClean="0">
                <a:effectLst>
                  <a:outerShdw blurRad="38100" dist="38100" dir="2700000" algn="tl">
                    <a:srgbClr val="000000">
                      <a:alpha val="43137"/>
                    </a:srgbClr>
                  </a:outerShdw>
                </a:effectLst>
                <a:latin typeface="Preeti" pitchFamily="2" charset="0"/>
                <a:cs typeface="Kalimati" pitchFamily="2"/>
              </a:rPr>
              <a:t> अबधारणा</a:t>
            </a:r>
            <a:endParaRPr lang="en-US" sz="3600" dirty="0" smtClean="0">
              <a:effectLst>
                <a:outerShdw blurRad="38100" dist="38100" dir="2700000" algn="tl">
                  <a:srgbClr val="000000">
                    <a:alpha val="43137"/>
                  </a:srgbClr>
                </a:outerShdw>
              </a:effectLst>
              <a:latin typeface="Preeti" pitchFamily="2" charset="0"/>
              <a:cs typeface="Kalimati" pitchFamily="2"/>
            </a:endParaRPr>
          </a:p>
          <a:p>
            <a:pPr marL="274320" indent="-274320" eaLnBrk="1" fontAlgn="auto" hangingPunct="1">
              <a:lnSpc>
                <a:spcPct val="150000"/>
              </a:lnSpc>
              <a:spcBef>
                <a:spcPts val="580"/>
              </a:spcBef>
              <a:spcAft>
                <a:spcPts val="0"/>
              </a:spcAft>
              <a:buClr>
                <a:schemeClr val="accent3"/>
              </a:buClr>
              <a:buFont typeface="Wingdings 2"/>
              <a:buChar char=""/>
              <a:defRPr/>
            </a:pPr>
            <a:r>
              <a:rPr lang="ne-NP" sz="3600" dirty="0" smtClean="0">
                <a:effectLst>
                  <a:outerShdw blurRad="38100" dist="38100" dir="2700000" algn="tl">
                    <a:srgbClr val="000000">
                      <a:alpha val="43137"/>
                    </a:srgbClr>
                  </a:outerShdw>
                </a:effectLst>
                <a:latin typeface="Preeti" pitchFamily="2" charset="0"/>
                <a:cs typeface="Kalimati" pitchFamily="2"/>
              </a:rPr>
              <a:t> देवानी मुद्दाको फैसलाको प्रक्रिया </a:t>
            </a:r>
          </a:p>
          <a:p>
            <a:pPr marL="274320" indent="-274320" eaLnBrk="1" fontAlgn="auto" hangingPunct="1">
              <a:lnSpc>
                <a:spcPct val="150000"/>
              </a:lnSpc>
              <a:spcBef>
                <a:spcPts val="580"/>
              </a:spcBef>
              <a:spcAft>
                <a:spcPts val="0"/>
              </a:spcAft>
              <a:buClr>
                <a:schemeClr val="accent3"/>
              </a:buClr>
              <a:buFont typeface="Wingdings 2"/>
              <a:buChar char=""/>
              <a:defRPr/>
            </a:pPr>
            <a:r>
              <a:rPr lang="ne-NP" sz="3600" dirty="0" smtClean="0">
                <a:effectLst>
                  <a:outerShdw blurRad="38100" dist="38100" dir="2700000" algn="tl">
                    <a:srgbClr val="000000">
                      <a:alpha val="43137"/>
                    </a:srgbClr>
                  </a:outerShdw>
                </a:effectLst>
                <a:latin typeface="Preeti" pitchFamily="2" charset="0"/>
                <a:cs typeface="Kalimati" pitchFamily="2"/>
              </a:rPr>
              <a:t> ठहर खण्डको मस्यौदा</a:t>
            </a:r>
          </a:p>
          <a:p>
            <a:pPr marL="274320" indent="-274320" eaLnBrk="1" fontAlgn="auto" hangingPunct="1">
              <a:lnSpc>
                <a:spcPct val="150000"/>
              </a:lnSpc>
              <a:spcBef>
                <a:spcPts val="580"/>
              </a:spcBef>
              <a:spcAft>
                <a:spcPts val="0"/>
              </a:spcAft>
              <a:buClr>
                <a:schemeClr val="accent3"/>
              </a:buClr>
              <a:buFont typeface="Wingdings 2"/>
              <a:buChar char=""/>
              <a:defRPr/>
            </a:pPr>
            <a:r>
              <a:rPr lang="ne-NP" sz="3600" dirty="0" smtClean="0">
                <a:effectLst>
                  <a:outerShdw blurRad="38100" dist="38100" dir="2700000" algn="tl">
                    <a:srgbClr val="000000">
                      <a:alpha val="43137"/>
                    </a:srgbClr>
                  </a:outerShdw>
                </a:effectLst>
                <a:latin typeface="Preeti" pitchFamily="2" charset="0"/>
                <a:cs typeface="Kalimati" pitchFamily="2"/>
              </a:rPr>
              <a:t> तपसिल </a:t>
            </a:r>
            <a:r>
              <a:rPr lang="ne-NP" sz="3600" smtClean="0">
                <a:effectLst>
                  <a:outerShdw blurRad="38100" dist="38100" dir="2700000" algn="tl">
                    <a:srgbClr val="000000">
                      <a:alpha val="43137"/>
                    </a:srgbClr>
                  </a:outerShdw>
                </a:effectLst>
                <a:latin typeface="Preeti" pitchFamily="2" charset="0"/>
                <a:cs typeface="Kalimati" pitchFamily="2"/>
              </a:rPr>
              <a:t>खण्डको मस्यौदा </a:t>
            </a:r>
            <a:endParaRPr lang="ne-NP" sz="3600" dirty="0" smtClean="0">
              <a:effectLst>
                <a:outerShdw blurRad="38100" dist="38100" dir="2700000" algn="tl">
                  <a:srgbClr val="000000">
                    <a:alpha val="43137"/>
                  </a:srgbClr>
                </a:outerShdw>
              </a:effectLst>
              <a:latin typeface="Preeti" pitchFamily="2" charset="0"/>
              <a:cs typeface="Kalimati" pitchFamily="2"/>
            </a:endParaRPr>
          </a:p>
          <a:p>
            <a:pPr marL="274320" indent="-274320" eaLnBrk="1" fontAlgn="auto" hangingPunct="1">
              <a:lnSpc>
                <a:spcPct val="150000"/>
              </a:lnSpc>
              <a:spcBef>
                <a:spcPts val="580"/>
              </a:spcBef>
              <a:spcAft>
                <a:spcPts val="0"/>
              </a:spcAft>
              <a:buClr>
                <a:schemeClr val="accent3"/>
              </a:buClr>
              <a:buFont typeface="Wingdings 2"/>
              <a:buChar char=""/>
              <a:defRPr/>
            </a:pPr>
            <a:r>
              <a:rPr lang="ne-NP" sz="3600" dirty="0" smtClean="0">
                <a:effectLst>
                  <a:outerShdw blurRad="38100" dist="38100" dir="2700000" algn="tl">
                    <a:srgbClr val="000000">
                      <a:alpha val="43137"/>
                    </a:srgbClr>
                  </a:outerShdw>
                </a:effectLst>
                <a:latin typeface="Preeti" pitchFamily="2" charset="0"/>
                <a:cs typeface="Kalimati" pitchFamily="2"/>
              </a:rPr>
              <a:t> छलफल</a:t>
            </a:r>
            <a:r>
              <a:rPr lang="en-US" sz="3600" dirty="0" smtClean="0">
                <a:effectLst>
                  <a:outerShdw blurRad="38100" dist="38100" dir="2700000" algn="tl">
                    <a:srgbClr val="000000">
                      <a:alpha val="43137"/>
                    </a:srgbClr>
                  </a:outerShdw>
                </a:effectLst>
                <a:latin typeface="Preeti" pitchFamily="2" charset="0"/>
                <a:cs typeface="Kalimati" pitchFamily="2"/>
              </a:rPr>
              <a:t> </a:t>
            </a:r>
          </a:p>
          <a:p>
            <a:pPr marL="274320" indent="-274320" eaLnBrk="1" fontAlgn="auto" hangingPunct="1">
              <a:spcBef>
                <a:spcPts val="580"/>
              </a:spcBef>
              <a:spcAft>
                <a:spcPts val="0"/>
              </a:spcAft>
              <a:buClr>
                <a:schemeClr val="accent3"/>
              </a:buClr>
              <a:buFont typeface="Wingdings 2"/>
              <a:buChar char=""/>
              <a:defRPr/>
            </a:pPr>
            <a:endParaRPr lang="en-US" dirty="0" smtClean="0">
              <a:effectLst>
                <a:outerShdw blurRad="38100" dist="38100" dir="2700000" algn="tl">
                  <a:srgbClr val="000000">
                    <a:alpha val="43137"/>
                  </a:srgbClr>
                </a:outerShdw>
              </a:effectLst>
              <a:latin typeface="Preeti" pitchFamily="2" charset="0"/>
            </a:endParaRPr>
          </a:p>
          <a:p>
            <a:pPr marL="274320" indent="-274320" eaLnBrk="1" fontAlgn="auto" hangingPunct="1">
              <a:spcBef>
                <a:spcPts val="580"/>
              </a:spcBef>
              <a:spcAft>
                <a:spcPts val="0"/>
              </a:spcAft>
              <a:buClr>
                <a:schemeClr val="accent3"/>
              </a:buClr>
              <a:buFont typeface="Wingdings 2"/>
              <a:buChar char=""/>
              <a:defRPr/>
            </a:pPr>
            <a:endParaRPr lang="en-US" dirty="0" smtClean="0">
              <a:effectLst>
                <a:outerShdw blurRad="38100" dist="38100" dir="2700000" algn="tl">
                  <a:srgbClr val="000000">
                    <a:alpha val="43137"/>
                  </a:srgbClr>
                </a:outerShdw>
              </a:effectLst>
              <a:latin typeface="Preeti" pitchFamily="2" charset="0"/>
            </a:endParaRPr>
          </a:p>
          <a:p>
            <a:pPr marL="274320" indent="-274320" eaLnBrk="1" fontAlgn="auto" hangingPunct="1">
              <a:spcBef>
                <a:spcPts val="580"/>
              </a:spcBef>
              <a:spcAft>
                <a:spcPts val="0"/>
              </a:spcAft>
              <a:buClr>
                <a:schemeClr val="accent3"/>
              </a:buClr>
              <a:buFont typeface="Wingdings 2"/>
              <a:buChar char=""/>
              <a:defRPr/>
            </a:pPr>
            <a:endParaRPr lang="en-US" dirty="0">
              <a:effectLst>
                <a:outerShdw blurRad="38100" dist="38100" dir="2700000" algn="tl">
                  <a:srgbClr val="000000">
                    <a:alpha val="43137"/>
                  </a:srgbClr>
                </a:outerShdw>
              </a:effectLst>
              <a:latin typeface="Preeti" pitchFamily="2" charset="0"/>
            </a:endParaRPr>
          </a:p>
        </p:txBody>
      </p:sp>
    </p:spTree>
  </p:cSld>
  <p:clrMapOvr>
    <a:masterClrMapping/>
  </p:clrMapOvr>
  <p:transition>
    <p:checker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1447800"/>
            <a:ext cx="7772400" cy="4953000"/>
          </a:xfrm>
        </p:spPr>
        <p:txBody>
          <a:bodyPr/>
          <a:lstStyle/>
          <a:p>
            <a:pPr marL="0" indent="0">
              <a:buFont typeface="Wingdings 2" panose="05020102010507070707" pitchFamily="18" charset="2"/>
              <a:buNone/>
              <a:defRPr/>
            </a:pPr>
            <a:r>
              <a:rPr lang="en-US" dirty="0" smtClean="0"/>
              <a:t> </a:t>
            </a:r>
            <a:r>
              <a:rPr lang="en-US" b="1" u="sng" dirty="0" smtClean="0"/>
              <a:t>Chief Justice </a:t>
            </a:r>
            <a:r>
              <a:rPr lang="en-US" b="1" u="sng" dirty="0" err="1" smtClean="0"/>
              <a:t>Sabyasachi</a:t>
            </a:r>
            <a:r>
              <a:rPr lang="en-US" b="1" u="sng" dirty="0" smtClean="0"/>
              <a:t> </a:t>
            </a:r>
            <a:r>
              <a:rPr lang="en-US" b="1" u="sng" dirty="0" err="1" smtClean="0"/>
              <a:t>Mukharji</a:t>
            </a:r>
            <a:r>
              <a:rPr lang="en-US" b="1" u="sng" dirty="0" smtClean="0"/>
              <a:t>,</a:t>
            </a:r>
          </a:p>
          <a:p>
            <a:pPr marL="0" indent="0">
              <a:buFont typeface="Wingdings 2" panose="05020102010507070707" pitchFamily="18" charset="2"/>
              <a:buNone/>
              <a:defRPr/>
            </a:pPr>
            <a:r>
              <a:rPr lang="en-US" dirty="0" smtClean="0"/>
              <a:t> </a:t>
            </a:r>
            <a:endParaRPr lang="en-US" b="1" dirty="0" smtClean="0"/>
          </a:p>
          <a:p>
            <a:pPr algn="just">
              <a:defRPr/>
            </a:pPr>
            <a:r>
              <a:rPr lang="en-US" sz="3200" b="1" dirty="0" smtClean="0"/>
              <a:t>The supreme requirement of a good judgment is reason. Judgment is of value on the strength of its reasons. The weight of a judgment, its binding character or its persuasive character depends on the presentation and articulation of reasons. Reason, therefore, is the soul and spirit of a good judgment.” </a:t>
            </a:r>
          </a:p>
        </p:txBody>
      </p:sp>
      <p:sp>
        <p:nvSpPr>
          <p:cNvPr id="10243"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omic Sans MS" panose="030F0702030302020204" pitchFamily="66" charset="0"/>
                <a:cs typeface="Arial" panose="020B0604020202020204" pitchFamily="34" charset="0"/>
              </a:defRPr>
            </a:lvl1pPr>
            <a:lvl2pPr marL="742950" indent="-285750">
              <a:defRPr>
                <a:solidFill>
                  <a:schemeClr val="tx1"/>
                </a:solidFill>
                <a:latin typeface="Comic Sans MS" panose="030F0702030302020204" pitchFamily="66" charset="0"/>
                <a:cs typeface="Arial" panose="020B0604020202020204" pitchFamily="34" charset="0"/>
              </a:defRPr>
            </a:lvl2pPr>
            <a:lvl3pPr marL="1143000" indent="-228600">
              <a:defRPr>
                <a:solidFill>
                  <a:schemeClr val="tx1"/>
                </a:solidFill>
                <a:latin typeface="Comic Sans MS" panose="030F0702030302020204" pitchFamily="66" charset="0"/>
                <a:cs typeface="Arial" panose="020B0604020202020204" pitchFamily="34" charset="0"/>
              </a:defRPr>
            </a:lvl3pPr>
            <a:lvl4pPr marL="1600200" indent="-228600">
              <a:defRPr>
                <a:solidFill>
                  <a:schemeClr val="tx1"/>
                </a:solidFill>
                <a:latin typeface="Comic Sans MS" panose="030F0702030302020204" pitchFamily="66" charset="0"/>
                <a:cs typeface="Arial" panose="020B0604020202020204" pitchFamily="34" charset="0"/>
              </a:defRPr>
            </a:lvl4pPr>
            <a:lvl5pPr marL="2057400" indent="-228600">
              <a:defRPr>
                <a:solidFill>
                  <a:schemeClr val="tx1"/>
                </a:solidFill>
                <a:latin typeface="Comic Sans MS" panose="030F0702030302020204" pitchFamily="66"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9pPr>
          </a:lstStyle>
          <a:p>
            <a:fld id="{0F5538B7-119E-485A-9AA2-5CBA29516A59}" type="slidenum">
              <a:rPr lang="en-US" smtClean="0">
                <a:solidFill>
                  <a:srgbClr val="FFFFFF"/>
                </a:solidFill>
                <a:latin typeface="Franklin Gothic Book" panose="020B0503020102020204" pitchFamily="34" charset="0"/>
              </a:rPr>
              <a:pPr/>
              <a:t>3</a:t>
            </a:fld>
            <a:endParaRPr lang="en-US" smtClean="0">
              <a:solidFill>
                <a:srgbClr val="FFFFFF"/>
              </a:solidFill>
              <a:latin typeface="Franklin Gothic Book" panose="020B0503020102020204" pitchFamily="34" charset="0"/>
            </a:endParaRPr>
          </a:p>
        </p:txBody>
      </p:sp>
    </p:spTree>
  </p:cSld>
  <p:clrMapOvr>
    <a:masterClrMapping/>
  </p:clrMapOvr>
  <p:transition>
    <p:checker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85800" y="152400"/>
            <a:ext cx="6870700" cy="1295400"/>
          </a:xfrm>
        </p:spPr>
        <p:txBody>
          <a:bodyPr/>
          <a:lstStyle/>
          <a:p>
            <a:pPr eaLnBrk="1" hangingPunct="1">
              <a:defRPr/>
            </a:pPr>
            <a:r>
              <a:rPr lang="en-US" b="1" dirty="0" smtClean="0">
                <a:effectLst>
                  <a:outerShdw blurRad="38100" dist="38100" dir="2700000" algn="tl">
                    <a:srgbClr val="000000">
                      <a:alpha val="43137"/>
                    </a:srgbClr>
                  </a:outerShdw>
                </a:effectLst>
                <a:latin typeface="Preeti" pitchFamily="2" charset="0"/>
              </a:rPr>
              <a:t>km};</a:t>
            </a:r>
            <a:r>
              <a:rPr lang="en-US" b="1" dirty="0" err="1" smtClean="0">
                <a:effectLst>
                  <a:outerShdw blurRad="38100" dist="38100" dir="2700000" algn="tl">
                    <a:srgbClr val="000000">
                      <a:alpha val="43137"/>
                    </a:srgbClr>
                  </a:outerShdw>
                </a:effectLst>
                <a:latin typeface="Preeti" pitchFamily="2" charset="0"/>
              </a:rPr>
              <a:t>nf</a:t>
            </a:r>
            <a:r>
              <a:rPr lang="en-US" b="1" dirty="0" smtClean="0">
                <a:effectLst>
                  <a:outerShdw blurRad="38100" dist="38100" dir="2700000" algn="tl">
                    <a:srgbClr val="000000">
                      <a:alpha val="43137"/>
                    </a:srgbClr>
                  </a:outerShdw>
                </a:effectLst>
                <a:latin typeface="Preeti" pitchFamily="2" charset="0"/>
              </a:rPr>
              <a:t> s] </a:t>
            </a:r>
            <a:r>
              <a:rPr lang="en-US" b="1" dirty="0" err="1" smtClean="0">
                <a:effectLst>
                  <a:outerShdw blurRad="38100" dist="38100" dir="2700000" algn="tl">
                    <a:srgbClr val="000000">
                      <a:alpha val="43137"/>
                    </a:srgbClr>
                  </a:outerShdw>
                </a:effectLst>
                <a:latin typeface="Preeti" pitchFamily="2" charset="0"/>
              </a:rPr>
              <a:t>xf</a:t>
            </a:r>
            <a:r>
              <a:rPr lang="en-US" b="1" dirty="0" smtClean="0">
                <a:effectLst>
                  <a:outerShdw blurRad="38100" dist="38100" dir="2700000" algn="tl">
                    <a:srgbClr val="000000">
                      <a:alpha val="43137"/>
                    </a:srgbClr>
                  </a:outerShdw>
                </a:effectLst>
                <a:latin typeface="Preeti" pitchFamily="2" charset="0"/>
              </a:rPr>
              <a:t>] &lt; </a:t>
            </a:r>
            <a:r>
              <a:rPr lang="en-US" b="1" dirty="0" smtClean="0">
                <a:effectLst>
                  <a:outerShdw blurRad="38100" dist="38100" dir="2700000" algn="tl">
                    <a:srgbClr val="000000">
                      <a:alpha val="43137"/>
                    </a:srgbClr>
                  </a:outerShdw>
                </a:effectLst>
              </a:rPr>
              <a:t>…</a:t>
            </a:r>
            <a:endParaRPr lang="en-US" b="1" dirty="0" smtClean="0"/>
          </a:p>
        </p:txBody>
      </p:sp>
      <p:sp>
        <p:nvSpPr>
          <p:cNvPr id="16387" name="Rectangle 3"/>
          <p:cNvSpPr>
            <a:spLocks noGrp="1" noChangeArrowheads="1"/>
          </p:cNvSpPr>
          <p:nvPr>
            <p:ph sz="quarter" idx="1"/>
          </p:nvPr>
        </p:nvSpPr>
        <p:spPr>
          <a:xfrm>
            <a:off x="685800" y="1447800"/>
            <a:ext cx="7696200" cy="4572000"/>
          </a:xfrm>
        </p:spPr>
        <p:txBody>
          <a:bodyPr/>
          <a:lstStyle/>
          <a:p>
            <a:pPr eaLnBrk="1" hangingPunct="1">
              <a:buFontTx/>
              <a:buNone/>
              <a:tabLst>
                <a:tab pos="122238" algn="l"/>
                <a:tab pos="161925" algn="l"/>
                <a:tab pos="914400" algn="l"/>
              </a:tabLst>
              <a:defRPr/>
            </a:pPr>
            <a:r>
              <a:rPr lang="en-US" sz="4000" b="1" u="sng" dirty="0" smtClean="0">
                <a:effectLst>
                  <a:outerShdw blurRad="38100" dist="38100" dir="2700000" algn="tl">
                    <a:srgbClr val="000000">
                      <a:alpha val="43137"/>
                    </a:srgbClr>
                  </a:outerShdw>
                </a:effectLst>
                <a:latin typeface="Preeti" pitchFamily="2" charset="0"/>
              </a:rPr>
              <a:t>g]</a:t>
            </a:r>
            <a:r>
              <a:rPr lang="en-US" sz="4000" b="1" u="sng" dirty="0" err="1" smtClean="0">
                <a:effectLst>
                  <a:outerShdw blurRad="38100" dist="38100" dir="2700000" algn="tl">
                    <a:srgbClr val="000000">
                      <a:alpha val="43137"/>
                    </a:srgbClr>
                  </a:outerShdw>
                </a:effectLst>
                <a:latin typeface="Preeti" pitchFamily="2" charset="0"/>
              </a:rPr>
              <a:t>kfnL</a:t>
            </a:r>
            <a:r>
              <a:rPr lang="en-US" sz="4000" b="1" u="sng" dirty="0" smtClean="0">
                <a:effectLst>
                  <a:outerShdw blurRad="38100" dist="38100" dir="2700000" algn="tl">
                    <a:srgbClr val="000000">
                      <a:alpha val="43137"/>
                    </a:srgbClr>
                  </a:outerShdw>
                </a:effectLst>
                <a:latin typeface="Preeti" pitchFamily="2" charset="0"/>
              </a:rPr>
              <a:t> </a:t>
            </a:r>
            <a:r>
              <a:rPr lang="en-US" sz="4000" b="1" u="sng" dirty="0" err="1" smtClean="0">
                <a:effectLst>
                  <a:outerShdw blurRad="38100" dist="38100" dir="2700000" algn="tl">
                    <a:srgbClr val="000000">
                      <a:alpha val="43137"/>
                    </a:srgbClr>
                  </a:outerShdw>
                </a:effectLst>
                <a:latin typeface="Preeti" pitchFamily="2" charset="0"/>
              </a:rPr>
              <a:t>zAbsf</a:t>
            </a:r>
            <a:r>
              <a:rPr lang="en-US" sz="4000" b="1" u="sng" dirty="0" smtClean="0">
                <a:effectLst>
                  <a:outerShdw blurRad="38100" dist="38100" dir="2700000" algn="tl">
                    <a:srgbClr val="000000">
                      <a:alpha val="43137"/>
                    </a:srgbClr>
                  </a:outerShdw>
                </a:effectLst>
                <a:latin typeface="Preeti" pitchFamily="2" charset="0"/>
              </a:rPr>
              <a:t>]if</a:t>
            </a:r>
          </a:p>
          <a:p>
            <a:pPr algn="just" eaLnBrk="1" hangingPunct="1">
              <a:buFont typeface="Wingdings" pitchFamily="2" charset="2"/>
              <a:buChar char="Ø"/>
              <a:tabLst>
                <a:tab pos="122238" algn="l"/>
                <a:tab pos="161925" algn="l"/>
                <a:tab pos="914400" algn="l"/>
              </a:tabLst>
              <a:defRPr/>
            </a:pPr>
            <a:r>
              <a:rPr lang="en-US" sz="3200" b="1" dirty="0" err="1" smtClean="0">
                <a:latin typeface="Preeti" pitchFamily="2" charset="0"/>
              </a:rPr>
              <a:t>jfbL</a:t>
            </a:r>
            <a:r>
              <a:rPr lang="en-US" sz="3200" b="1" dirty="0" smtClean="0">
                <a:latin typeface="Preeti" pitchFamily="2" charset="0"/>
              </a:rPr>
              <a:t> / </a:t>
            </a:r>
            <a:r>
              <a:rPr lang="en-US" sz="3200" b="1" dirty="0" err="1" smtClean="0">
                <a:latin typeface="Preeti" pitchFamily="2" charset="0"/>
              </a:rPr>
              <a:t>k|ltjfbL</a:t>
            </a:r>
            <a:r>
              <a:rPr lang="en-US" sz="3200" b="1" dirty="0" smtClean="0">
                <a:latin typeface="Preeti" pitchFamily="2" charset="0"/>
              </a:rPr>
              <a:t> </a:t>
            </a:r>
            <a:r>
              <a:rPr lang="en-US" sz="3200" b="1" dirty="0" err="1" smtClean="0">
                <a:latin typeface="Preeti" pitchFamily="2" charset="0"/>
              </a:rPr>
              <a:t>aLrdf</a:t>
            </a:r>
            <a:r>
              <a:rPr lang="en-US" sz="3200" b="1" dirty="0" smtClean="0">
                <a:latin typeface="Preeti" pitchFamily="2" charset="0"/>
              </a:rPr>
              <a:t> </a:t>
            </a:r>
            <a:r>
              <a:rPr lang="en-US" sz="3200" b="1" dirty="0" err="1" smtClean="0">
                <a:latin typeface="Preeti" pitchFamily="2" charset="0"/>
              </a:rPr>
              <a:t>pkl:yt</a:t>
            </a:r>
            <a:r>
              <a:rPr lang="en-US" sz="3200" b="1" dirty="0" smtClean="0">
                <a:latin typeface="Preeti" pitchFamily="2" charset="0"/>
              </a:rPr>
              <a:t> </a:t>
            </a:r>
            <a:r>
              <a:rPr lang="en-US" sz="3200" b="1" dirty="0" err="1" smtClean="0">
                <a:latin typeface="Preeti" pitchFamily="2" charset="0"/>
              </a:rPr>
              <a:t>ePsf</a:t>
            </a:r>
            <a:r>
              <a:rPr lang="en-US" sz="3200" b="1" dirty="0" smtClean="0">
                <a:latin typeface="Preeti" pitchFamily="2" charset="0"/>
              </a:rPr>
              <a:t>] </a:t>
            </a:r>
            <a:r>
              <a:rPr lang="en-US" sz="3200" b="1" dirty="0" err="1" smtClean="0">
                <a:latin typeface="Preeti" pitchFamily="2" charset="0"/>
              </a:rPr>
              <a:t>ljjfbsf</a:t>
            </a:r>
            <a:r>
              <a:rPr lang="en-US" sz="3200" b="1" dirty="0" smtClean="0">
                <a:latin typeface="Preeti" pitchFamily="2" charset="0"/>
              </a:rPr>
              <a:t>] </a:t>
            </a:r>
            <a:r>
              <a:rPr lang="en-US" sz="3200" b="1" dirty="0" err="1" smtClean="0">
                <a:latin typeface="Preeti" pitchFamily="2" charset="0"/>
              </a:rPr>
              <a:t>lg0f</a:t>
            </a:r>
            <a:r>
              <a:rPr lang="en-US" sz="3200" b="1" dirty="0" smtClean="0">
                <a:latin typeface="Preeti" pitchFamily="2" charset="0"/>
              </a:rPr>
              <a:t>{o </a:t>
            </a:r>
            <a:r>
              <a:rPr lang="en-US" sz="3200" b="1" dirty="0" err="1" smtClean="0">
                <a:latin typeface="Preeti" pitchFamily="2" charset="0"/>
              </a:rPr>
              <a:t>s'g</a:t>
            </a:r>
            <a:r>
              <a:rPr lang="en-US" sz="3200" b="1" dirty="0" smtClean="0">
                <a:latin typeface="Preeti" pitchFamily="2" charset="0"/>
              </a:rPr>
              <a:t>} </a:t>
            </a:r>
            <a:r>
              <a:rPr lang="en-US" sz="3200" b="1" dirty="0" err="1" smtClean="0">
                <a:latin typeface="Preeti" pitchFamily="2" charset="0"/>
              </a:rPr>
              <a:t>d'2f</a:t>
            </a:r>
            <a:r>
              <a:rPr lang="en-US" sz="3200" b="1" dirty="0" smtClean="0">
                <a:latin typeface="Preeti" pitchFamily="2" charset="0"/>
              </a:rPr>
              <a:t> </a:t>
            </a:r>
            <a:r>
              <a:rPr lang="en-US" sz="3200" b="1" dirty="0" err="1" smtClean="0">
                <a:latin typeface="Preeti" pitchFamily="2" charset="0"/>
              </a:rPr>
              <a:t>dfldnfdf</a:t>
            </a:r>
            <a:r>
              <a:rPr lang="en-US" sz="3200" b="1" dirty="0" smtClean="0">
                <a:latin typeface="Preeti" pitchFamily="2" charset="0"/>
              </a:rPr>
              <a:t> </a:t>
            </a:r>
            <a:r>
              <a:rPr lang="en-US" sz="3200" b="1" dirty="0" err="1" smtClean="0">
                <a:latin typeface="Preeti" pitchFamily="2" charset="0"/>
              </a:rPr>
              <a:t>xs</a:t>
            </a:r>
            <a:r>
              <a:rPr lang="en-US" sz="3200" b="1" dirty="0" smtClean="0">
                <a:latin typeface="Preeti" pitchFamily="2" charset="0"/>
              </a:rPr>
              <a:t> a]</a:t>
            </a:r>
            <a:r>
              <a:rPr lang="en-US" sz="3200" b="1" dirty="0" err="1" smtClean="0">
                <a:latin typeface="Preeti" pitchFamily="2" charset="0"/>
              </a:rPr>
              <a:t>xs</a:t>
            </a:r>
            <a:r>
              <a:rPr lang="en-US" sz="3200" b="1" dirty="0" smtClean="0">
                <a:latin typeface="Preeti" pitchFamily="2" charset="0"/>
              </a:rPr>
              <a:t> 5'6\\\</a:t>
            </a:r>
            <a:r>
              <a:rPr lang="en-US" sz="3200" b="1" dirty="0" err="1" smtClean="0">
                <a:latin typeface="Preeti" pitchFamily="2" charset="0"/>
              </a:rPr>
              <a:t>ofO</a:t>
            </a:r>
            <a:r>
              <a:rPr lang="en-US" sz="3200" b="1" dirty="0" smtClean="0">
                <a:latin typeface="Preeti" pitchFamily="2" charset="0"/>
              </a:rPr>
              <a:t>{ </a:t>
            </a:r>
            <a:r>
              <a:rPr lang="en-US" sz="3200" b="1" dirty="0" err="1" smtClean="0">
                <a:latin typeface="Preeti" pitchFamily="2" charset="0"/>
              </a:rPr>
              <a:t>jf</a:t>
            </a:r>
            <a:r>
              <a:rPr lang="en-US" sz="3200" b="1" dirty="0" smtClean="0">
                <a:latin typeface="Preeti" pitchFamily="2" charset="0"/>
              </a:rPr>
              <a:t> ph"/L ;</a:t>
            </a:r>
            <a:r>
              <a:rPr lang="en-US" sz="3200" b="1" dirty="0" err="1" smtClean="0">
                <a:latin typeface="Preeti" pitchFamily="2" charset="0"/>
              </a:rPr>
              <a:t>fFrf</a:t>
            </a:r>
            <a:r>
              <a:rPr lang="en-US" sz="3200" b="1" dirty="0" smtClean="0">
                <a:latin typeface="Preeti" pitchFamily="2" charset="0"/>
              </a:rPr>
              <a:t>] </a:t>
            </a:r>
            <a:r>
              <a:rPr lang="en-US" sz="3200" b="1" dirty="0" err="1" smtClean="0">
                <a:latin typeface="Preeti" pitchFamily="2" charset="0"/>
              </a:rPr>
              <a:t>e'm7f</a:t>
            </a:r>
            <a:r>
              <a:rPr lang="en-US" sz="3200" b="1" dirty="0" smtClean="0">
                <a:latin typeface="Preeti" pitchFamily="2" charset="0"/>
              </a:rPr>
              <a:t>] </a:t>
            </a:r>
            <a:r>
              <a:rPr lang="en-US" sz="3200" b="1" dirty="0" err="1" smtClean="0">
                <a:latin typeface="Preeti" pitchFamily="2" charset="0"/>
              </a:rPr>
              <a:t>7x¥ofO</a:t>
            </a:r>
            <a:r>
              <a:rPr lang="en-US" sz="3200" b="1" dirty="0" smtClean="0">
                <a:latin typeface="Preeti" pitchFamily="2" charset="0"/>
              </a:rPr>
              <a:t>{{ </a:t>
            </a:r>
            <a:r>
              <a:rPr lang="en-US" sz="3200" b="1" dirty="0" err="1" smtClean="0">
                <a:effectLst>
                  <a:outerShdw blurRad="38100" dist="38100" dir="2700000" algn="tl">
                    <a:srgbClr val="000000">
                      <a:alpha val="43137"/>
                    </a:srgbClr>
                  </a:outerShdw>
                </a:effectLst>
                <a:latin typeface="Preeti" pitchFamily="2" charset="0"/>
              </a:rPr>
              <a:t>cbfntn</a:t>
            </a:r>
            <a:r>
              <a:rPr lang="en-US" sz="3200" b="1" dirty="0" smtClean="0">
                <a:effectLst>
                  <a:outerShdw blurRad="38100" dist="38100" dir="2700000" algn="tl">
                    <a:srgbClr val="000000">
                      <a:alpha val="43137"/>
                    </a:srgbClr>
                  </a:outerShdw>
                </a:effectLst>
                <a:latin typeface="Preeti" pitchFamily="2" charset="0"/>
              </a:rPr>
              <a:t>] u/]</a:t>
            </a:r>
            <a:r>
              <a:rPr lang="en-US" sz="3200" b="1" dirty="0" err="1" smtClean="0">
                <a:effectLst>
                  <a:outerShdw blurRad="38100" dist="38100" dir="2700000" algn="tl">
                    <a:srgbClr val="000000">
                      <a:alpha val="43137"/>
                    </a:srgbClr>
                  </a:outerShdw>
                </a:effectLst>
                <a:latin typeface="Preeti" pitchFamily="2" charset="0"/>
              </a:rPr>
              <a:t>sf</a:t>
            </a:r>
            <a:r>
              <a:rPr lang="en-US" sz="3200" b="1" dirty="0" smtClean="0">
                <a:effectLst>
                  <a:outerShdw blurRad="38100" dist="38100" dir="2700000" algn="tl">
                    <a:srgbClr val="000000">
                      <a:alpha val="43137"/>
                    </a:srgbClr>
                  </a:outerShdw>
                </a:effectLst>
                <a:latin typeface="Preeti" pitchFamily="2" charset="0"/>
              </a:rPr>
              <a:t>] </a:t>
            </a:r>
            <a:r>
              <a:rPr lang="en-US" sz="3200" b="1" dirty="0" err="1" smtClean="0">
                <a:effectLst>
                  <a:outerShdw blurRad="38100" dist="38100" dir="2700000" algn="tl">
                    <a:srgbClr val="000000">
                      <a:alpha val="43137"/>
                    </a:srgbClr>
                  </a:outerShdw>
                </a:effectLst>
                <a:latin typeface="Preeti" pitchFamily="2" charset="0"/>
              </a:rPr>
              <a:t>lg0f</a:t>
            </a:r>
            <a:r>
              <a:rPr lang="en-US" sz="3200" b="1" dirty="0" smtClean="0">
                <a:effectLst>
                  <a:outerShdw blurRad="38100" dist="38100" dir="2700000" algn="tl">
                    <a:srgbClr val="000000">
                      <a:alpha val="43137"/>
                    </a:srgbClr>
                  </a:outerShdw>
                </a:effectLst>
                <a:latin typeface="Preeti" pitchFamily="2" charset="0"/>
              </a:rPr>
              <a:t>{o</a:t>
            </a:r>
            <a:r>
              <a:rPr lang="en-US" sz="3200" b="1" dirty="0" smtClean="0">
                <a:latin typeface="Preeti" pitchFamily="2" charset="0"/>
              </a:rPr>
              <a:t> . </a:t>
            </a:r>
            <a:endParaRPr lang="en-US" b="1" dirty="0" smtClean="0">
              <a:latin typeface="Preeti" pitchFamily="2" charset="0"/>
            </a:endParaRPr>
          </a:p>
          <a:p>
            <a:pPr algn="r" eaLnBrk="1" hangingPunct="1">
              <a:buFont typeface="Wingdings" pitchFamily="2" charset="2"/>
              <a:buNone/>
              <a:tabLst>
                <a:tab pos="122238" algn="l"/>
                <a:tab pos="161925" algn="l"/>
                <a:tab pos="914400" algn="l"/>
              </a:tabLst>
              <a:defRPr/>
            </a:pPr>
            <a:r>
              <a:rPr lang="en-US" sz="3200" b="1" dirty="0" smtClean="0">
                <a:effectLst>
                  <a:outerShdw blurRad="38100" dist="38100" dir="2700000" algn="tl">
                    <a:srgbClr val="000000">
                      <a:alpha val="43137"/>
                    </a:srgbClr>
                  </a:outerShdw>
                </a:effectLst>
                <a:latin typeface="Preeti"/>
              </a:rPr>
              <a:t>–</a:t>
            </a:r>
            <a:r>
              <a:rPr lang="en-US" sz="3200" b="1" dirty="0" smtClean="0">
                <a:effectLst>
                  <a:outerShdw blurRad="38100" dist="38100" dir="2700000" algn="tl">
                    <a:srgbClr val="000000">
                      <a:alpha val="43137"/>
                    </a:srgbClr>
                  </a:outerShdw>
                </a:effectLst>
                <a:latin typeface="Preeti" pitchFamily="2" charset="0"/>
              </a:rPr>
              <a:t>a[</a:t>
            </a:r>
            <a:r>
              <a:rPr lang="en-US" sz="3200" b="1" dirty="0" err="1" smtClean="0">
                <a:effectLst>
                  <a:outerShdw blurRad="38100" dist="38100" dir="2700000" algn="tl">
                    <a:srgbClr val="000000">
                      <a:alpha val="43137"/>
                    </a:srgbClr>
                  </a:outerShdw>
                </a:effectLst>
                <a:latin typeface="Preeti" pitchFamily="2" charset="0"/>
              </a:rPr>
              <a:t>xt</a:t>
            </a:r>
            <a:r>
              <a:rPr lang="en-US" sz="3200" b="1" dirty="0" smtClean="0">
                <a:effectLst>
                  <a:outerShdw blurRad="38100" dist="38100" dir="2700000" algn="tl">
                    <a:srgbClr val="000000">
                      <a:alpha val="43137"/>
                    </a:srgbClr>
                  </a:outerShdw>
                </a:effectLst>
                <a:latin typeface="Preeti" pitchFamily="2" charset="0"/>
              </a:rPr>
              <a:t>\ g]</a:t>
            </a:r>
            <a:r>
              <a:rPr lang="en-US" sz="3200" b="1" dirty="0" err="1" smtClean="0">
                <a:effectLst>
                  <a:outerShdw blurRad="38100" dist="38100" dir="2700000" algn="tl">
                    <a:srgbClr val="000000">
                      <a:alpha val="43137"/>
                    </a:srgbClr>
                  </a:outerShdw>
                </a:effectLst>
                <a:latin typeface="Preeti" pitchFamily="2" charset="0"/>
              </a:rPr>
              <a:t>kfnL</a:t>
            </a:r>
            <a:r>
              <a:rPr lang="en-US" sz="3200" b="1" dirty="0" smtClean="0">
                <a:effectLst>
                  <a:outerShdw blurRad="38100" dist="38100" dir="2700000" algn="tl">
                    <a:srgbClr val="000000">
                      <a:alpha val="43137"/>
                    </a:srgbClr>
                  </a:outerShdw>
                </a:effectLst>
                <a:latin typeface="Preeti" pitchFamily="2" charset="0"/>
              </a:rPr>
              <a:t> </a:t>
            </a:r>
            <a:r>
              <a:rPr lang="en-US" sz="3200" b="1" dirty="0" err="1" smtClean="0">
                <a:effectLst>
                  <a:outerShdw blurRad="38100" dist="38100" dir="2700000" algn="tl">
                    <a:srgbClr val="000000">
                      <a:alpha val="43137"/>
                    </a:srgbClr>
                  </a:outerShdw>
                </a:effectLst>
                <a:latin typeface="Preeti" pitchFamily="2" charset="0"/>
              </a:rPr>
              <a:t>zAbsf</a:t>
            </a:r>
            <a:r>
              <a:rPr lang="en-US" sz="3200" b="1" dirty="0" smtClean="0">
                <a:effectLst>
                  <a:outerShdw blurRad="38100" dist="38100" dir="2700000" algn="tl">
                    <a:srgbClr val="000000">
                      <a:alpha val="43137"/>
                    </a:srgbClr>
                  </a:outerShdw>
                </a:effectLst>
                <a:latin typeface="Preeti" pitchFamily="2" charset="0"/>
              </a:rPr>
              <a:t>]if</a:t>
            </a:r>
          </a:p>
          <a:p>
            <a:pPr eaLnBrk="1" hangingPunct="1">
              <a:buFont typeface="Wingdings" pitchFamily="2" charset="2"/>
              <a:buChar char="Ø"/>
              <a:tabLst>
                <a:tab pos="122238" algn="l"/>
                <a:tab pos="161925" algn="l"/>
                <a:tab pos="914400" algn="l"/>
              </a:tabLst>
              <a:defRPr/>
            </a:pPr>
            <a:r>
              <a:rPr lang="en-US" sz="3200" b="1" dirty="0" err="1" smtClean="0">
                <a:latin typeface="Preeti" pitchFamily="2" charset="0"/>
              </a:rPr>
              <a:t>bfo</a:t>
            </a:r>
            <a:r>
              <a:rPr lang="en-US" sz="3200" b="1" dirty="0" smtClean="0">
                <a:latin typeface="Preeti" pitchFamily="2" charset="0"/>
              </a:rPr>
              <a:t>/ /x]</a:t>
            </a:r>
            <a:r>
              <a:rPr lang="en-US" sz="3200" b="1" dirty="0" err="1" smtClean="0">
                <a:latin typeface="Preeti" pitchFamily="2" charset="0"/>
              </a:rPr>
              <a:t>sf</a:t>
            </a:r>
            <a:r>
              <a:rPr lang="en-US" sz="3200" b="1" dirty="0" smtClean="0">
                <a:latin typeface="Preeti" pitchFamily="2" charset="0"/>
              </a:rPr>
              <a:t>] </a:t>
            </a:r>
            <a:r>
              <a:rPr lang="en-US" sz="3200" b="1" dirty="0" err="1" smtClean="0">
                <a:latin typeface="Preeti" pitchFamily="2" charset="0"/>
              </a:rPr>
              <a:t>d'2fsf</a:t>
            </a:r>
            <a:r>
              <a:rPr lang="en-US" sz="3200" b="1" dirty="0" smtClean="0">
                <a:latin typeface="Preeti" pitchFamily="2" charset="0"/>
              </a:rPr>
              <a:t>] ;</a:t>
            </a:r>
            <a:r>
              <a:rPr lang="en-US" sz="3200" b="1" dirty="0" err="1" smtClean="0">
                <a:latin typeface="Preeti" pitchFamily="2" charset="0"/>
              </a:rPr>
              <a:t>Gbe</a:t>
            </a:r>
            <a:r>
              <a:rPr lang="en-US" sz="3200" b="1" dirty="0" smtClean="0">
                <a:latin typeface="Preeti" pitchFamily="2" charset="0"/>
              </a:rPr>
              <a:t>{</a:t>
            </a:r>
            <a:r>
              <a:rPr lang="en-US" sz="3200" b="1" dirty="0" err="1" smtClean="0">
                <a:latin typeface="Preeti" pitchFamily="2" charset="0"/>
              </a:rPr>
              <a:t>df</a:t>
            </a:r>
            <a:r>
              <a:rPr lang="en-US" sz="3200" b="1" dirty="0" smtClean="0">
                <a:latin typeface="Preeti" pitchFamily="2" charset="0"/>
              </a:rPr>
              <a:t> </a:t>
            </a:r>
            <a:r>
              <a:rPr lang="en-US" sz="3200" b="1" dirty="0" err="1" smtClean="0">
                <a:effectLst>
                  <a:outerShdw blurRad="38100" dist="38100" dir="2700000" algn="tl">
                    <a:srgbClr val="000000">
                      <a:alpha val="43137"/>
                    </a:srgbClr>
                  </a:outerShdw>
                </a:effectLst>
                <a:latin typeface="Preeti" pitchFamily="2" charset="0"/>
              </a:rPr>
              <a:t>cbfntaf6</a:t>
            </a:r>
            <a:r>
              <a:rPr lang="en-US" sz="3200" b="1" dirty="0" smtClean="0">
                <a:effectLst>
                  <a:outerShdw blurRad="38100" dist="38100" dir="2700000" algn="tl">
                    <a:srgbClr val="000000">
                      <a:alpha val="43137"/>
                    </a:srgbClr>
                  </a:outerShdw>
                </a:effectLst>
                <a:latin typeface="Preeti" pitchFamily="2" charset="0"/>
              </a:rPr>
              <a:t> </a:t>
            </a:r>
            <a:r>
              <a:rPr lang="en-US" sz="3200" b="1" dirty="0" err="1" smtClean="0">
                <a:effectLst>
                  <a:outerShdw blurRad="38100" dist="38100" dir="2700000" algn="tl">
                    <a:srgbClr val="000000">
                      <a:alpha val="43137"/>
                    </a:srgbClr>
                  </a:outerShdw>
                </a:effectLst>
                <a:latin typeface="Preeti" pitchFamily="2" charset="0"/>
              </a:rPr>
              <a:t>3f</a:t>
            </a:r>
            <a:r>
              <a:rPr lang="en-US" sz="3200" b="1" dirty="0" smtClean="0">
                <a:effectLst>
                  <a:outerShdw blurRad="38100" dist="38100" dir="2700000" algn="tl">
                    <a:srgbClr val="000000">
                      <a:alpha val="43137"/>
                    </a:srgbClr>
                  </a:outerShdw>
                </a:effectLst>
                <a:latin typeface="Preeti" pitchFamily="2" charset="0"/>
              </a:rPr>
              <a:t>]lift </a:t>
            </a:r>
            <a:r>
              <a:rPr lang="en-US" sz="3200" b="1" dirty="0" err="1" smtClean="0">
                <a:effectLst>
                  <a:outerShdw blurRad="38100" dist="38100" dir="2700000" algn="tl">
                    <a:srgbClr val="000000">
                      <a:alpha val="43137"/>
                    </a:srgbClr>
                  </a:outerShdw>
                </a:effectLst>
                <a:latin typeface="Preeti" pitchFamily="2" charset="0"/>
              </a:rPr>
              <a:t>lg0f</a:t>
            </a:r>
            <a:r>
              <a:rPr lang="en-US" sz="3200" b="1" dirty="0" smtClean="0">
                <a:effectLst>
                  <a:outerShdw blurRad="38100" dist="38100" dir="2700000" algn="tl">
                    <a:srgbClr val="000000">
                      <a:alpha val="43137"/>
                    </a:srgbClr>
                  </a:outerShdw>
                </a:effectLst>
                <a:latin typeface="Preeti" pitchFamily="2" charset="0"/>
              </a:rPr>
              <a:t>{o </a:t>
            </a:r>
            <a:r>
              <a:rPr lang="en-US" sz="3200" b="1" dirty="0" smtClean="0">
                <a:latin typeface="Preeti" pitchFamily="2" charset="0"/>
              </a:rPr>
              <a:t>.  </a:t>
            </a:r>
            <a:r>
              <a:rPr lang="en-US" sz="3200" b="1" u="sng" dirty="0" smtClean="0">
                <a:latin typeface="Preeti" pitchFamily="2" charset="0"/>
              </a:rPr>
              <a:t> </a:t>
            </a:r>
            <a:r>
              <a:rPr lang="en-US" b="1" u="sng" dirty="0" smtClean="0">
                <a:latin typeface="Preeti" pitchFamily="2" charset="0"/>
              </a:rPr>
              <a:t>      </a:t>
            </a:r>
          </a:p>
          <a:p>
            <a:pPr algn="r" eaLnBrk="1" hangingPunct="1">
              <a:buFont typeface="Wingdings" pitchFamily="2" charset="2"/>
              <a:buNone/>
              <a:tabLst>
                <a:tab pos="122238" algn="l"/>
                <a:tab pos="161925" algn="l"/>
                <a:tab pos="914400" algn="l"/>
              </a:tabLst>
              <a:defRPr/>
            </a:pPr>
            <a:r>
              <a:rPr lang="en-US" sz="3200" b="1" dirty="0" smtClean="0">
                <a:effectLst>
                  <a:outerShdw blurRad="38100" dist="38100" dir="2700000" algn="tl">
                    <a:srgbClr val="000000">
                      <a:alpha val="43137"/>
                    </a:srgbClr>
                  </a:outerShdw>
                </a:effectLst>
                <a:latin typeface="Preeti"/>
              </a:rPr>
              <a:t>–</a:t>
            </a:r>
            <a:r>
              <a:rPr lang="en-US" sz="3200" b="1" dirty="0" err="1" smtClean="0">
                <a:latin typeface="Preeti" pitchFamily="2" charset="0"/>
              </a:rPr>
              <a:t>z+s</a:t>
            </a:r>
            <a:r>
              <a:rPr lang="en-US" sz="3200" b="1" dirty="0" smtClean="0">
                <a:latin typeface="Preeti" pitchFamily="2" charset="0"/>
              </a:rPr>
              <a:t>/</a:t>
            </a:r>
            <a:r>
              <a:rPr lang="en-US" sz="3200" b="1" dirty="0" err="1" smtClean="0">
                <a:latin typeface="Preeti" pitchFamily="2" charset="0"/>
              </a:rPr>
              <a:t>s'df</a:t>
            </a:r>
            <a:r>
              <a:rPr lang="en-US" sz="3200" b="1" dirty="0" smtClean="0">
                <a:latin typeface="Preeti" pitchFamily="2" charset="0"/>
              </a:rPr>
              <a:t>/ &gt;]</a:t>
            </a:r>
            <a:r>
              <a:rPr lang="en-US" sz="3200" b="1" dirty="0" err="1" smtClean="0">
                <a:latin typeface="Preeti" pitchFamily="2" charset="0"/>
              </a:rPr>
              <a:t>i7</a:t>
            </a:r>
            <a:r>
              <a:rPr lang="en-US" sz="3200" b="1" dirty="0" smtClean="0">
                <a:latin typeface="Preeti" pitchFamily="2" charset="0"/>
              </a:rPr>
              <a:t>, </a:t>
            </a:r>
            <a:r>
              <a:rPr lang="en-US" sz="3200" b="1" dirty="0" smtClean="0">
                <a:effectLst>
                  <a:outerShdw blurRad="38100" dist="38100" dir="2700000" algn="tl">
                    <a:srgbClr val="000000">
                      <a:alpha val="43137"/>
                    </a:srgbClr>
                  </a:outerShdw>
                </a:effectLst>
                <a:latin typeface="Preeti" pitchFamily="2" charset="0"/>
              </a:rPr>
              <a:t>g]</a:t>
            </a:r>
            <a:r>
              <a:rPr lang="en-US" sz="3200" b="1" dirty="0" err="1" smtClean="0">
                <a:effectLst>
                  <a:outerShdw blurRad="38100" dist="38100" dir="2700000" algn="tl">
                    <a:srgbClr val="000000">
                      <a:alpha val="43137"/>
                    </a:srgbClr>
                  </a:outerShdw>
                </a:effectLst>
                <a:latin typeface="Preeti" pitchFamily="2" charset="0"/>
              </a:rPr>
              <a:t>kfnL</a:t>
            </a:r>
            <a:r>
              <a:rPr lang="en-US" sz="3200" b="1" dirty="0" smtClean="0">
                <a:effectLst>
                  <a:outerShdw blurRad="38100" dist="38100" dir="2700000" algn="tl">
                    <a:srgbClr val="000000">
                      <a:alpha val="43137"/>
                    </a:srgbClr>
                  </a:outerShdw>
                </a:effectLst>
                <a:latin typeface="Preeti" pitchFamily="2" charset="0"/>
              </a:rPr>
              <a:t> </a:t>
            </a:r>
            <a:r>
              <a:rPr lang="en-US" sz="3200" b="1" dirty="0" err="1" smtClean="0">
                <a:effectLst>
                  <a:outerShdw blurRad="38100" dist="38100" dir="2700000" algn="tl">
                    <a:srgbClr val="000000">
                      <a:alpha val="43137"/>
                    </a:srgbClr>
                  </a:outerShdw>
                </a:effectLst>
                <a:latin typeface="Preeti" pitchFamily="2" charset="0"/>
              </a:rPr>
              <a:t>sfg"gL</a:t>
            </a:r>
            <a:r>
              <a:rPr lang="en-US" sz="3200" b="1" dirty="0" smtClean="0">
                <a:effectLst>
                  <a:outerShdw blurRad="38100" dist="38100" dir="2700000" algn="tl">
                    <a:srgbClr val="000000">
                      <a:alpha val="43137"/>
                    </a:srgbClr>
                  </a:outerShdw>
                </a:effectLst>
                <a:latin typeface="Preeti" pitchFamily="2" charset="0"/>
              </a:rPr>
              <a:t> </a:t>
            </a:r>
            <a:r>
              <a:rPr lang="en-US" sz="3200" b="1" dirty="0" err="1" smtClean="0">
                <a:effectLst>
                  <a:outerShdw blurRad="38100" dist="38100" dir="2700000" algn="tl">
                    <a:srgbClr val="000000">
                      <a:alpha val="43137"/>
                    </a:srgbClr>
                  </a:outerShdw>
                </a:effectLst>
                <a:latin typeface="Preeti" pitchFamily="2" charset="0"/>
              </a:rPr>
              <a:t>zAbsf</a:t>
            </a:r>
            <a:r>
              <a:rPr lang="en-US" sz="3200" b="1" dirty="0" smtClean="0">
                <a:effectLst>
                  <a:outerShdw blurRad="38100" dist="38100" dir="2700000" algn="tl">
                    <a:srgbClr val="000000">
                      <a:alpha val="43137"/>
                    </a:srgbClr>
                  </a:outerShdw>
                </a:effectLst>
                <a:latin typeface="Preeti" pitchFamily="2" charset="0"/>
              </a:rPr>
              <a:t>]if</a:t>
            </a:r>
          </a:p>
          <a:p>
            <a:pPr algn="r" eaLnBrk="1" hangingPunct="1">
              <a:buFontTx/>
              <a:buNone/>
              <a:tabLst>
                <a:tab pos="122238" algn="l"/>
                <a:tab pos="161925" algn="l"/>
                <a:tab pos="914400" algn="l"/>
              </a:tabLst>
              <a:defRPr/>
            </a:pPr>
            <a:endParaRPr lang="en-US" sz="3600" b="1" i="1" dirty="0" smtClean="0">
              <a:latin typeface="Preeti" pitchFamily="2" charset="0"/>
            </a:endParaRPr>
          </a:p>
        </p:txBody>
      </p:sp>
      <p:sp>
        <p:nvSpPr>
          <p:cNvPr id="4" name="Slide Number Placeholder 3"/>
          <p:cNvSpPr>
            <a:spLocks noGrp="1"/>
          </p:cNvSpPr>
          <p:nvPr>
            <p:ph type="sldNum" sz="quarter" idx="12"/>
          </p:nvPr>
        </p:nvSpPr>
        <p:spPr/>
        <p:txBody>
          <a:bodyPr>
            <a:normAutofit/>
          </a:bodyPr>
          <a:lstStyle/>
          <a:p>
            <a:pPr>
              <a:defRPr/>
            </a:pPr>
            <a:fld id="{A398FA9E-92C8-4DFA-869C-77971613F0FD}" type="slidenum">
              <a:rPr lang="en-US" smtClean="0"/>
              <a:pPr>
                <a:defRPr/>
              </a:pPr>
              <a:t>4</a:t>
            </a:fld>
            <a:endParaRPr lang="en-US"/>
          </a:p>
        </p:txBody>
      </p:sp>
    </p:spTree>
    <p:extLst>
      <p:ext uri="{BB962C8B-B14F-4D97-AF65-F5344CB8AC3E}">
        <p14:creationId xmlns:p14="http://schemas.microsoft.com/office/powerpoint/2010/main" val="32704336"/>
      </p:ext>
    </p:extLst>
  </p:cSld>
  <p:clrMapOvr>
    <a:masterClrMapping/>
  </p:clrMapOvr>
  <p:transition>
    <p:checker dir="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612775" y="228600"/>
            <a:ext cx="8153400" cy="990600"/>
          </a:xfrm>
        </p:spPr>
        <p:txBody>
          <a:bodyPr/>
          <a:lstStyle/>
          <a:p>
            <a:pPr eaLnBrk="1" hangingPunct="1">
              <a:defRPr/>
            </a:pPr>
            <a:r>
              <a:rPr lang="en-US" b="1" dirty="0" smtClean="0">
                <a:effectLst>
                  <a:outerShdw blurRad="38100" dist="38100" dir="2700000" algn="tl">
                    <a:srgbClr val="000000">
                      <a:alpha val="43137"/>
                    </a:srgbClr>
                  </a:outerShdw>
                </a:effectLst>
                <a:latin typeface="Preeti" pitchFamily="2" charset="0"/>
              </a:rPr>
              <a:t>km};</a:t>
            </a:r>
            <a:r>
              <a:rPr lang="en-US" b="1" dirty="0" err="1" smtClean="0">
                <a:effectLst>
                  <a:outerShdw blurRad="38100" dist="38100" dir="2700000" algn="tl">
                    <a:srgbClr val="000000">
                      <a:alpha val="43137"/>
                    </a:srgbClr>
                  </a:outerShdw>
                </a:effectLst>
                <a:latin typeface="Preeti" pitchFamily="2" charset="0"/>
              </a:rPr>
              <a:t>nf</a:t>
            </a:r>
            <a:r>
              <a:rPr lang="en-US" b="1" dirty="0" smtClean="0">
                <a:effectLst>
                  <a:outerShdw blurRad="38100" dist="38100" dir="2700000" algn="tl">
                    <a:srgbClr val="000000">
                      <a:alpha val="43137"/>
                    </a:srgbClr>
                  </a:outerShdw>
                </a:effectLst>
                <a:latin typeface="Preeti" pitchFamily="2" charset="0"/>
              </a:rPr>
              <a:t> s] </a:t>
            </a:r>
            <a:r>
              <a:rPr lang="en-US" b="1" dirty="0" err="1" smtClean="0">
                <a:effectLst>
                  <a:outerShdw blurRad="38100" dist="38100" dir="2700000" algn="tl">
                    <a:srgbClr val="000000">
                      <a:alpha val="43137"/>
                    </a:srgbClr>
                  </a:outerShdw>
                </a:effectLst>
                <a:latin typeface="Preeti" pitchFamily="2" charset="0"/>
              </a:rPr>
              <a:t>xf</a:t>
            </a:r>
            <a:r>
              <a:rPr lang="en-US" b="1" dirty="0" smtClean="0">
                <a:effectLst>
                  <a:outerShdw blurRad="38100" dist="38100" dir="2700000" algn="tl">
                    <a:srgbClr val="000000">
                      <a:alpha val="43137"/>
                    </a:srgbClr>
                  </a:outerShdw>
                </a:effectLst>
                <a:latin typeface="Preeti" pitchFamily="2" charset="0"/>
              </a:rPr>
              <a:t>] &lt; </a:t>
            </a:r>
            <a:r>
              <a:rPr lang="en-US" b="1" dirty="0" smtClean="0">
                <a:effectLst>
                  <a:outerShdw blurRad="38100" dist="38100" dir="2700000" algn="tl">
                    <a:srgbClr val="000000">
                      <a:alpha val="43137"/>
                    </a:srgbClr>
                  </a:outerShdw>
                </a:effectLst>
              </a:rPr>
              <a:t>…</a:t>
            </a:r>
            <a:endParaRPr lang="en-US" b="1" dirty="0" smtClean="0"/>
          </a:p>
        </p:txBody>
      </p:sp>
      <p:sp>
        <p:nvSpPr>
          <p:cNvPr id="19459" name="Rectangle 3"/>
          <p:cNvSpPr>
            <a:spLocks noGrp="1" noChangeArrowheads="1"/>
          </p:cNvSpPr>
          <p:nvPr>
            <p:ph sz="quarter" idx="1"/>
          </p:nvPr>
        </p:nvSpPr>
        <p:spPr>
          <a:xfrm>
            <a:off x="381000" y="1447800"/>
            <a:ext cx="8534400" cy="4495800"/>
          </a:xfrm>
        </p:spPr>
        <p:txBody>
          <a:bodyPr/>
          <a:lstStyle/>
          <a:p>
            <a:pPr eaLnBrk="1" hangingPunct="1">
              <a:buFont typeface="Wingdings" pitchFamily="2" charset="2"/>
              <a:buChar char="Ø"/>
              <a:defRPr/>
            </a:pPr>
            <a:r>
              <a:rPr lang="en-US" sz="3600" b="1" dirty="0" err="1" smtClean="0">
                <a:latin typeface="Preeti" pitchFamily="2" charset="0"/>
              </a:rPr>
              <a:t>kIf</a:t>
            </a:r>
            <a:r>
              <a:rPr lang="en-US" sz="3600" b="1" dirty="0" smtClean="0">
                <a:latin typeface="Preeti" pitchFamily="2" charset="0"/>
              </a:rPr>
              <a:t> </a:t>
            </a:r>
            <a:r>
              <a:rPr lang="en-US" sz="3600" b="1" dirty="0" err="1" smtClean="0">
                <a:latin typeface="Preeti" pitchFamily="2" charset="0"/>
              </a:rPr>
              <a:t>ljkIfn</a:t>
            </a:r>
            <a:r>
              <a:rPr lang="en-US" sz="3600" b="1" dirty="0" smtClean="0">
                <a:latin typeface="Preeti" pitchFamily="2" charset="0"/>
              </a:rPr>
              <a:t>] </a:t>
            </a:r>
            <a:r>
              <a:rPr lang="en-US" sz="3600" b="1" dirty="0" err="1" smtClean="0">
                <a:latin typeface="Preeti" pitchFamily="2" charset="0"/>
              </a:rPr>
              <a:t>lbPsf</a:t>
            </a:r>
            <a:r>
              <a:rPr lang="en-US" sz="3600" b="1" dirty="0" smtClean="0">
                <a:latin typeface="Preeti" pitchFamily="2" charset="0"/>
              </a:rPr>
              <a:t>] ;</a:t>
            </a:r>
            <a:r>
              <a:rPr lang="en-US" sz="3600" b="1" dirty="0" err="1" smtClean="0">
                <a:latin typeface="Preeti" pitchFamily="2" charset="0"/>
              </a:rPr>
              <a:t>a'b</a:t>
            </a:r>
            <a:r>
              <a:rPr lang="en-US" sz="3600" b="1" dirty="0" smtClean="0">
                <a:latin typeface="Preeti" pitchFamily="2" charset="0"/>
              </a:rPr>
              <a:t> </a:t>
            </a:r>
            <a:r>
              <a:rPr lang="en-US" sz="3600" b="1" dirty="0" err="1" smtClean="0">
                <a:latin typeface="Preeti" pitchFamily="2" charset="0"/>
              </a:rPr>
              <a:t>k|df0fsf</a:t>
            </a:r>
            <a:r>
              <a:rPr lang="en-US" sz="3600" b="1" dirty="0" smtClean="0">
                <a:latin typeface="Preeti" pitchFamily="2" charset="0"/>
              </a:rPr>
              <a:t>] </a:t>
            </a:r>
            <a:r>
              <a:rPr lang="en-US" sz="3600" b="1" dirty="0" err="1" smtClean="0">
                <a:latin typeface="Preeti" pitchFamily="2" charset="0"/>
              </a:rPr>
              <a:t>d"Nof+sg</a:t>
            </a:r>
            <a:r>
              <a:rPr lang="en-US" sz="3600" b="1" dirty="0" smtClean="0">
                <a:latin typeface="Preeti" pitchFamily="2" charset="0"/>
              </a:rPr>
              <a:t> u/L,</a:t>
            </a:r>
          </a:p>
          <a:p>
            <a:pPr eaLnBrk="1" hangingPunct="1">
              <a:buFont typeface="Wingdings" pitchFamily="2" charset="2"/>
              <a:buChar char="Ø"/>
              <a:defRPr/>
            </a:pPr>
            <a:r>
              <a:rPr lang="en-US" sz="3600" b="1" dirty="0" err="1" smtClean="0">
                <a:latin typeface="Preeti" pitchFamily="2" charset="0"/>
              </a:rPr>
              <a:t>Goflos</a:t>
            </a:r>
            <a:r>
              <a:rPr lang="en-US" sz="3600" b="1" dirty="0" smtClean="0">
                <a:latin typeface="Preeti" pitchFamily="2" charset="0"/>
              </a:rPr>
              <a:t> dg </a:t>
            </a:r>
            <a:r>
              <a:rPr lang="en-US" sz="3600" b="1" dirty="0" err="1" smtClean="0">
                <a:latin typeface="Preeti" pitchFamily="2" charset="0"/>
              </a:rPr>
              <a:t>nufO</a:t>
            </a:r>
            <a:r>
              <a:rPr lang="en-US" sz="3600" b="1" dirty="0" smtClean="0">
                <a:latin typeface="Preeti" pitchFamily="2" charset="0"/>
              </a:rPr>
              <a:t>{,</a:t>
            </a:r>
          </a:p>
          <a:p>
            <a:pPr eaLnBrk="1" hangingPunct="1">
              <a:buFont typeface="Wingdings" pitchFamily="2" charset="2"/>
              <a:buChar char="Ø"/>
              <a:defRPr/>
            </a:pPr>
            <a:r>
              <a:rPr lang="en-US" sz="3600" b="1" dirty="0" err="1" smtClean="0">
                <a:latin typeface="Preeti" pitchFamily="2" charset="0"/>
              </a:rPr>
              <a:t>ljjfbsf</a:t>
            </a:r>
            <a:r>
              <a:rPr lang="en-US" sz="3600" b="1" dirty="0" smtClean="0">
                <a:latin typeface="Preeti" pitchFamily="2" charset="0"/>
              </a:rPr>
              <a:t>] </a:t>
            </a:r>
            <a:r>
              <a:rPr lang="en-US" sz="3600" b="1" dirty="0" err="1" smtClean="0">
                <a:latin typeface="Preeti" pitchFamily="2" charset="0"/>
              </a:rPr>
              <a:t>6'+uf</a:t>
            </a:r>
            <a:r>
              <a:rPr lang="en-US" sz="3600" b="1" dirty="0" smtClean="0">
                <a:latin typeface="Preeti" pitchFamily="2" charset="0"/>
              </a:rPr>
              <a:t>] </a:t>
            </a:r>
            <a:r>
              <a:rPr lang="en-US" sz="3600" b="1" dirty="0" err="1" smtClean="0">
                <a:latin typeface="Preeti" pitchFamily="2" charset="0"/>
              </a:rPr>
              <a:t>nfUg</a:t>
            </a:r>
            <a:r>
              <a:rPr lang="en-US" sz="3600" b="1" dirty="0" smtClean="0">
                <a:latin typeface="Preeti" pitchFamily="2" charset="0"/>
              </a:rPr>
              <a:t>] </a:t>
            </a:r>
            <a:r>
              <a:rPr lang="en-US" sz="3600" b="1" dirty="0" err="1" smtClean="0">
                <a:latin typeface="Preeti" pitchFamily="2" charset="0"/>
              </a:rPr>
              <a:t>lsl;daf6</a:t>
            </a:r>
            <a:r>
              <a:rPr lang="en-US" sz="3600" b="1" dirty="0" smtClean="0">
                <a:latin typeface="Preeti" pitchFamily="2" charset="0"/>
              </a:rPr>
              <a:t>,</a:t>
            </a:r>
          </a:p>
          <a:p>
            <a:pPr eaLnBrk="1" hangingPunct="1">
              <a:buFont typeface="Wingdings" pitchFamily="2" charset="2"/>
              <a:buChar char="Ø"/>
              <a:defRPr/>
            </a:pPr>
            <a:r>
              <a:rPr lang="en-US" sz="3600" b="1" dirty="0" err="1" smtClean="0">
                <a:latin typeface="Preeti" pitchFamily="2" charset="0"/>
              </a:rPr>
              <a:t>kIf</a:t>
            </a:r>
            <a:r>
              <a:rPr lang="en-US" sz="3600" b="1" dirty="0" smtClean="0">
                <a:latin typeface="Preeti" pitchFamily="2" charset="0"/>
              </a:rPr>
              <a:t> </a:t>
            </a:r>
            <a:r>
              <a:rPr lang="en-US" sz="3600" b="1" dirty="0" err="1" smtClean="0">
                <a:latin typeface="Preeti" pitchFamily="2" charset="0"/>
              </a:rPr>
              <a:t>ljkIfsf</a:t>
            </a:r>
            <a:r>
              <a:rPr lang="en-US" sz="3600" b="1" dirty="0" smtClean="0">
                <a:latin typeface="Preeti" pitchFamily="2" charset="0"/>
              </a:rPr>
              <a:t>] </a:t>
            </a:r>
            <a:r>
              <a:rPr lang="en-US" sz="3600" b="1" dirty="0" err="1" smtClean="0">
                <a:latin typeface="Preeti" pitchFamily="2" charset="0"/>
              </a:rPr>
              <a:t>xf</a:t>
            </a:r>
            <a:r>
              <a:rPr lang="en-US" sz="3600" b="1" dirty="0" smtClean="0">
                <a:latin typeface="Preeti" pitchFamily="2" charset="0"/>
              </a:rPr>
              <a:t>/ </a:t>
            </a:r>
            <a:r>
              <a:rPr lang="en-US" sz="3600" b="1" dirty="0" err="1" smtClean="0">
                <a:latin typeface="Preeti" pitchFamily="2" charset="0"/>
              </a:rPr>
              <a:t>lht</a:t>
            </a:r>
            <a:r>
              <a:rPr lang="en-US" sz="3600" b="1" dirty="0" smtClean="0">
                <a:latin typeface="Preeti" pitchFamily="2" charset="0"/>
              </a:rPr>
              <a:t> </a:t>
            </a:r>
            <a:r>
              <a:rPr lang="en-US" sz="3600" b="1" dirty="0" err="1" smtClean="0">
                <a:latin typeface="Preeti" pitchFamily="2" charset="0"/>
              </a:rPr>
              <a:t>x'g</a:t>
            </a:r>
            <a:r>
              <a:rPr lang="en-US" sz="3600" b="1" dirty="0" smtClean="0">
                <a:latin typeface="Preeti" pitchFamily="2" charset="0"/>
              </a:rPr>
              <a:t>] u/L </a:t>
            </a:r>
            <a:r>
              <a:rPr lang="en-US" sz="3600" b="1" dirty="0" err="1" smtClean="0">
                <a:latin typeface="Preeti" pitchFamily="2" charset="0"/>
              </a:rPr>
              <a:t>ePsf</a:t>
            </a:r>
            <a:r>
              <a:rPr lang="en-US" sz="3600" b="1" dirty="0" smtClean="0">
                <a:latin typeface="Preeti" pitchFamily="2" charset="0"/>
              </a:rPr>
              <a:t>] </a:t>
            </a:r>
            <a:r>
              <a:rPr lang="en-US" sz="3600" b="1" dirty="0" err="1" smtClean="0">
                <a:latin typeface="Preeti" pitchFamily="2" charset="0"/>
              </a:rPr>
              <a:t>lg0f</a:t>
            </a:r>
            <a:r>
              <a:rPr lang="en-US" sz="3600" b="1" dirty="0" smtClean="0">
                <a:latin typeface="Preeti" pitchFamily="2" charset="0"/>
              </a:rPr>
              <a:t>{</a:t>
            </a:r>
            <a:r>
              <a:rPr lang="en-US" sz="3600" b="1" dirty="0" err="1" smtClean="0">
                <a:latin typeface="Preeti" pitchFamily="2" charset="0"/>
              </a:rPr>
              <a:t>onfO</a:t>
            </a:r>
            <a:r>
              <a:rPr lang="en-US" sz="3600" b="1" dirty="0" smtClean="0">
                <a:latin typeface="Preeti" pitchFamily="2" charset="0"/>
              </a:rPr>
              <a:t>{ g} km};</a:t>
            </a:r>
            <a:r>
              <a:rPr lang="en-US" sz="3600" b="1" dirty="0" err="1" smtClean="0">
                <a:latin typeface="Preeti" pitchFamily="2" charset="0"/>
              </a:rPr>
              <a:t>nf</a:t>
            </a:r>
            <a:r>
              <a:rPr lang="en-US" sz="3600" b="1" dirty="0" smtClean="0">
                <a:latin typeface="Preeti" pitchFamily="2" charset="0"/>
              </a:rPr>
              <a:t> </a:t>
            </a:r>
            <a:r>
              <a:rPr lang="en-US" sz="3600" b="1" dirty="0" err="1" smtClean="0">
                <a:latin typeface="Preeti" pitchFamily="2" charset="0"/>
              </a:rPr>
              <a:t>dfGg</a:t>
            </a:r>
            <a:r>
              <a:rPr lang="en-US" sz="3600" b="1" dirty="0" smtClean="0">
                <a:latin typeface="Preeti" pitchFamily="2" charset="0"/>
              </a:rPr>
              <a:t>' </a:t>
            </a:r>
            <a:r>
              <a:rPr lang="en-US" sz="3600" b="1" dirty="0" err="1" smtClean="0">
                <a:latin typeface="Preeti" pitchFamily="2" charset="0"/>
              </a:rPr>
              <a:t>k5</a:t>
            </a:r>
            <a:r>
              <a:rPr lang="en-US" sz="3600" b="1" dirty="0" smtClean="0">
                <a:latin typeface="Preeti" pitchFamily="2" charset="0"/>
              </a:rPr>
              <a:t>{ .</a:t>
            </a:r>
            <a:endParaRPr lang="en-US" b="1" dirty="0" smtClean="0">
              <a:latin typeface="Preeti" pitchFamily="2" charset="0"/>
            </a:endParaRPr>
          </a:p>
          <a:p>
            <a:pPr algn="r" eaLnBrk="1" hangingPunct="1">
              <a:buFont typeface="Wingdings" pitchFamily="2" charset="2"/>
              <a:buNone/>
              <a:defRPr/>
            </a:pPr>
            <a:r>
              <a:rPr lang="en-US" dirty="0" smtClean="0">
                <a:latin typeface="Preeti" pitchFamily="2" charset="0"/>
              </a:rPr>
              <a:t> </a:t>
            </a:r>
            <a:r>
              <a:rPr lang="en-US" sz="3200" b="1" dirty="0" err="1" smtClean="0">
                <a:effectLst>
                  <a:outerShdw blurRad="38100" dist="38100" dir="2700000" algn="tl">
                    <a:srgbClr val="000000">
                      <a:alpha val="43137"/>
                    </a:srgbClr>
                  </a:outerShdw>
                </a:effectLst>
                <a:latin typeface="Preeti" pitchFamily="2" charset="0"/>
              </a:rPr>
              <a:t>nfnlj</a:t>
            </a:r>
            <a:r>
              <a:rPr lang="en-US" sz="3200" b="1" dirty="0" smtClean="0">
                <a:effectLst>
                  <a:outerShdw blurRad="38100" dist="38100" dir="2700000" algn="tl">
                    <a:srgbClr val="000000">
                      <a:alpha val="43137"/>
                    </a:srgbClr>
                  </a:outerShdw>
                </a:effectLst>
                <a:latin typeface="Preeti" pitchFamily="2" charset="0"/>
              </a:rPr>
              <a:t>/ ;d]t </a:t>
            </a:r>
            <a:r>
              <a:rPr lang="en-US" sz="3200" b="1" dirty="0" err="1" smtClean="0">
                <a:effectLst>
                  <a:outerShdw blurRad="38100" dist="38100" dir="2700000" algn="tl">
                    <a:srgbClr val="000000">
                      <a:alpha val="43137"/>
                    </a:srgbClr>
                  </a:outerShdw>
                </a:effectLst>
                <a:latin typeface="Preeti" pitchFamily="2" charset="0"/>
              </a:rPr>
              <a:t>lj</a:t>
            </a:r>
            <a:r>
              <a:rPr lang="en-US" sz="3200" b="1" dirty="0" smtClean="0">
                <a:effectLst>
                  <a:outerShdw blurRad="38100" dist="38100" dir="2700000" algn="tl">
                    <a:srgbClr val="000000">
                      <a:alpha val="43137"/>
                    </a:srgbClr>
                  </a:outerShdw>
                </a:effectLst>
                <a:latin typeface="Preeti" pitchFamily="2" charset="0"/>
              </a:rPr>
              <a:t>=6]</a:t>
            </a:r>
            <a:r>
              <a:rPr lang="en-US" sz="3200" b="1" dirty="0" err="1" smtClean="0">
                <a:effectLst>
                  <a:outerShdw blurRad="38100" dist="38100" dir="2700000" algn="tl">
                    <a:srgbClr val="000000">
                      <a:alpha val="43137"/>
                    </a:srgbClr>
                  </a:outerShdw>
                </a:effectLst>
                <a:latin typeface="Preeti" pitchFamily="2" charset="0"/>
              </a:rPr>
              <a:t>saxfb</a:t>
            </a:r>
            <a:r>
              <a:rPr lang="en-US" sz="3200" b="1" dirty="0" smtClean="0">
                <a:effectLst>
                  <a:outerShdw blurRad="38100" dist="38100" dir="2700000" algn="tl">
                    <a:srgbClr val="000000">
                      <a:alpha val="43137"/>
                    </a:srgbClr>
                  </a:outerShdw>
                </a:effectLst>
                <a:latin typeface="Preeti" pitchFamily="2" charset="0"/>
              </a:rPr>
              <a:t>'/, g]=</a:t>
            </a:r>
            <a:r>
              <a:rPr lang="en-US" sz="3200" b="1" dirty="0" err="1" smtClean="0">
                <a:effectLst>
                  <a:outerShdw blurRad="38100" dist="38100" dir="2700000" algn="tl">
                    <a:srgbClr val="000000">
                      <a:alpha val="43137"/>
                    </a:srgbClr>
                  </a:outerShdw>
                </a:effectLst>
                <a:latin typeface="Preeti" pitchFamily="2" charset="0"/>
              </a:rPr>
              <a:t>sf</a:t>
            </a:r>
            <a:r>
              <a:rPr lang="en-US" sz="3200" b="1" dirty="0" smtClean="0">
                <a:effectLst>
                  <a:outerShdw blurRad="38100" dist="38100" dir="2700000" algn="tl">
                    <a:srgbClr val="000000">
                      <a:alpha val="43137"/>
                    </a:srgbClr>
                  </a:outerShdw>
                </a:effectLst>
                <a:latin typeface="Preeti" pitchFamily="2" charset="0"/>
              </a:rPr>
              <a:t>=k=@)@*, k[=@#^</a:t>
            </a:r>
            <a:endParaRPr lang="en-US" sz="3600" b="1" dirty="0" smtClean="0">
              <a:effectLst>
                <a:outerShdw blurRad="38100" dist="38100" dir="2700000" algn="tl">
                  <a:srgbClr val="000000">
                    <a:alpha val="43137"/>
                  </a:srgbClr>
                </a:outerShdw>
              </a:effectLst>
              <a:latin typeface="Preeti" pitchFamily="2" charset="0"/>
            </a:endParaRPr>
          </a:p>
          <a:p>
            <a:pPr eaLnBrk="1" hangingPunct="1">
              <a:defRPr/>
            </a:pPr>
            <a:endParaRPr lang="en-US" sz="3600" b="1" i="1" dirty="0" smtClean="0"/>
          </a:p>
        </p:txBody>
      </p:sp>
      <p:sp>
        <p:nvSpPr>
          <p:cNvPr id="4" name="Slide Number Placeholder 3"/>
          <p:cNvSpPr>
            <a:spLocks noGrp="1"/>
          </p:cNvSpPr>
          <p:nvPr>
            <p:ph type="sldNum" sz="quarter" idx="12"/>
          </p:nvPr>
        </p:nvSpPr>
        <p:spPr/>
        <p:txBody>
          <a:bodyPr>
            <a:normAutofit/>
          </a:bodyPr>
          <a:lstStyle/>
          <a:p>
            <a:pPr>
              <a:defRPr/>
            </a:pPr>
            <a:fld id="{034E02F5-40F8-4FFC-8AF0-C3D163627487}" type="slidenum">
              <a:rPr lang="en-US" smtClean="0"/>
              <a:pPr>
                <a:defRPr/>
              </a:pPr>
              <a:t>5</a:t>
            </a:fld>
            <a:endParaRPr lang="en-US"/>
          </a:p>
        </p:txBody>
      </p:sp>
    </p:spTree>
    <p:extLst>
      <p:ext uri="{BB962C8B-B14F-4D97-AF65-F5344CB8AC3E}">
        <p14:creationId xmlns:p14="http://schemas.microsoft.com/office/powerpoint/2010/main" val="617775936"/>
      </p:ext>
    </p:extLst>
  </p:cSld>
  <p:clrMapOvr>
    <a:masterClrMapping/>
  </p:clrMapOvr>
  <p:transition>
    <p:checker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12775" y="228600"/>
            <a:ext cx="8153400" cy="838200"/>
          </a:xfrm>
        </p:spPr>
        <p:txBody>
          <a:bodyPr/>
          <a:lstStyle/>
          <a:p>
            <a:pPr eaLnBrk="1" hangingPunct="1">
              <a:defRPr/>
            </a:pPr>
            <a:r>
              <a:rPr lang="en-US" b="1" dirty="0" smtClean="0">
                <a:effectLst>
                  <a:outerShdw blurRad="38100" dist="38100" dir="2700000" algn="tl">
                    <a:srgbClr val="000000">
                      <a:alpha val="43137"/>
                    </a:srgbClr>
                  </a:outerShdw>
                </a:effectLst>
                <a:latin typeface="Preeti" pitchFamily="2" charset="0"/>
              </a:rPr>
              <a:t>km};</a:t>
            </a:r>
            <a:r>
              <a:rPr lang="en-US" b="1" dirty="0" err="1" smtClean="0">
                <a:effectLst>
                  <a:outerShdw blurRad="38100" dist="38100" dir="2700000" algn="tl">
                    <a:srgbClr val="000000">
                      <a:alpha val="43137"/>
                    </a:srgbClr>
                  </a:outerShdw>
                </a:effectLst>
                <a:latin typeface="Preeti" pitchFamily="2" charset="0"/>
              </a:rPr>
              <a:t>nf</a:t>
            </a:r>
            <a:r>
              <a:rPr lang="en-US" b="1" dirty="0" smtClean="0">
                <a:effectLst>
                  <a:outerShdw blurRad="38100" dist="38100" dir="2700000" algn="tl">
                    <a:srgbClr val="000000">
                      <a:alpha val="43137"/>
                    </a:srgbClr>
                  </a:outerShdw>
                </a:effectLst>
                <a:latin typeface="Preeti" pitchFamily="2" charset="0"/>
              </a:rPr>
              <a:t> s] </a:t>
            </a:r>
            <a:r>
              <a:rPr lang="en-US" b="1" dirty="0" err="1" smtClean="0">
                <a:effectLst>
                  <a:outerShdw blurRad="38100" dist="38100" dir="2700000" algn="tl">
                    <a:srgbClr val="000000">
                      <a:alpha val="43137"/>
                    </a:srgbClr>
                  </a:outerShdw>
                </a:effectLst>
                <a:latin typeface="Preeti" pitchFamily="2" charset="0"/>
              </a:rPr>
              <a:t>xf</a:t>
            </a:r>
            <a:r>
              <a:rPr lang="en-US" b="1" dirty="0" smtClean="0">
                <a:effectLst>
                  <a:outerShdw blurRad="38100" dist="38100" dir="2700000" algn="tl">
                    <a:srgbClr val="000000">
                      <a:alpha val="43137"/>
                    </a:srgbClr>
                  </a:outerShdw>
                </a:effectLst>
                <a:latin typeface="Preeti" pitchFamily="2" charset="0"/>
              </a:rPr>
              <a:t>] &lt; </a:t>
            </a:r>
            <a:r>
              <a:rPr lang="en-US" b="1" dirty="0" smtClean="0">
                <a:effectLst>
                  <a:outerShdw blurRad="38100" dist="38100" dir="2700000" algn="tl">
                    <a:srgbClr val="000000">
                      <a:alpha val="43137"/>
                    </a:srgbClr>
                  </a:outerShdw>
                </a:effectLst>
              </a:rPr>
              <a:t>…</a:t>
            </a:r>
            <a:endParaRPr lang="en-US" b="1" dirty="0" smtClean="0"/>
          </a:p>
        </p:txBody>
      </p:sp>
      <p:sp>
        <p:nvSpPr>
          <p:cNvPr id="20483" name="Rectangle 3"/>
          <p:cNvSpPr>
            <a:spLocks noGrp="1" noChangeArrowheads="1"/>
          </p:cNvSpPr>
          <p:nvPr>
            <p:ph sz="quarter" idx="1"/>
          </p:nvPr>
        </p:nvSpPr>
        <p:spPr>
          <a:xfrm>
            <a:off x="304800" y="1524000"/>
            <a:ext cx="8610600" cy="4495800"/>
          </a:xfrm>
        </p:spPr>
        <p:txBody>
          <a:bodyPr/>
          <a:lstStyle/>
          <a:p>
            <a:pPr eaLnBrk="1" hangingPunct="1">
              <a:lnSpc>
                <a:spcPct val="90000"/>
              </a:lnSpc>
              <a:buFont typeface="Wingdings" pitchFamily="2" charset="2"/>
              <a:buChar char="Ø"/>
              <a:defRPr/>
            </a:pPr>
            <a:r>
              <a:rPr lang="en-US" sz="3600" b="1" dirty="0" err="1" smtClean="0">
                <a:latin typeface="Preeti" pitchFamily="2" charset="0"/>
              </a:rPr>
              <a:t>Goflos</a:t>
            </a:r>
            <a:r>
              <a:rPr lang="en-US" sz="3600" b="1" dirty="0" smtClean="0">
                <a:latin typeface="Preeti" pitchFamily="2" charset="0"/>
              </a:rPr>
              <a:t> dg </a:t>
            </a:r>
            <a:r>
              <a:rPr lang="en-US" sz="3600" b="1" dirty="0" err="1" smtClean="0">
                <a:latin typeface="Preeti" pitchFamily="2" charset="0"/>
              </a:rPr>
              <a:t>nufO</a:t>
            </a:r>
            <a:r>
              <a:rPr lang="en-US" sz="3600" b="1" dirty="0" smtClean="0">
                <a:latin typeface="Preeti" pitchFamily="2" charset="0"/>
              </a:rPr>
              <a:t>{ x]l/</a:t>
            </a:r>
            <a:r>
              <a:rPr lang="en-US" sz="3600" b="1" dirty="0" err="1" smtClean="0">
                <a:latin typeface="Preeti" pitchFamily="2" charset="0"/>
              </a:rPr>
              <a:t>Psf</a:t>
            </a:r>
            <a:r>
              <a:rPr lang="en-US" sz="3600" b="1" dirty="0" smtClean="0">
                <a:latin typeface="Preeti" pitchFamily="2" charset="0"/>
              </a:rPr>
              <a:t>] </a:t>
            </a:r>
            <a:r>
              <a:rPr lang="en-US" sz="3600" b="1" dirty="0" err="1" smtClean="0">
                <a:latin typeface="Preeti" pitchFamily="2" charset="0"/>
              </a:rPr>
              <a:t>s'g</a:t>
            </a:r>
            <a:r>
              <a:rPr lang="en-US" sz="3600" b="1" dirty="0" smtClean="0">
                <a:latin typeface="Preeti" pitchFamily="2" charset="0"/>
              </a:rPr>
              <a:t>} </a:t>
            </a:r>
            <a:r>
              <a:rPr lang="en-US" sz="3600" b="1" dirty="0" err="1" smtClean="0">
                <a:latin typeface="Preeti" pitchFamily="2" charset="0"/>
              </a:rPr>
              <a:t>dfdnfdf</a:t>
            </a:r>
            <a:r>
              <a:rPr lang="en-US" sz="3600" b="1" dirty="0" smtClean="0">
                <a:latin typeface="Preeti" pitchFamily="2" charset="0"/>
              </a:rPr>
              <a:t> </a:t>
            </a:r>
            <a:r>
              <a:rPr lang="en-US" sz="3600" b="1" dirty="0" err="1" smtClean="0">
                <a:latin typeface="Preeti" pitchFamily="2" charset="0"/>
              </a:rPr>
              <a:t>lbOPsf</a:t>
            </a:r>
            <a:r>
              <a:rPr lang="en-US" sz="3600" b="1" dirty="0" smtClean="0">
                <a:latin typeface="Preeti" pitchFamily="2" charset="0"/>
              </a:rPr>
              <a:t>] </a:t>
            </a:r>
            <a:r>
              <a:rPr lang="en-US" sz="3600" b="1" dirty="0" err="1" smtClean="0">
                <a:latin typeface="Preeti" pitchFamily="2" charset="0"/>
              </a:rPr>
              <a:t>lg0f</a:t>
            </a:r>
            <a:r>
              <a:rPr lang="en-US" sz="3600" b="1" dirty="0" smtClean="0">
                <a:latin typeface="Preeti" pitchFamily="2" charset="0"/>
              </a:rPr>
              <a:t>{o </a:t>
            </a:r>
            <a:r>
              <a:rPr lang="en-US" sz="3600" b="1" dirty="0" smtClean="0">
                <a:effectLst>
                  <a:outerShdw blurRad="38100" dist="38100" dir="2700000" algn="tl">
                    <a:srgbClr val="000000">
                      <a:alpha val="43137"/>
                    </a:srgbClr>
                  </a:outerShdw>
                </a:effectLst>
                <a:latin typeface="Preeti" pitchFamily="2" charset="0"/>
              </a:rPr>
              <a:t>—</a:t>
            </a:r>
            <a:r>
              <a:rPr lang="en-US" sz="3600" b="1" dirty="0" smtClean="0">
                <a:latin typeface="Preeti" pitchFamily="2" charset="0"/>
              </a:rPr>
              <a:t> </a:t>
            </a:r>
            <a:r>
              <a:rPr lang="en-US" sz="3600" b="1" dirty="0" err="1" smtClean="0">
                <a:effectLst>
                  <a:outerShdw blurRad="38100" dist="38100" dir="2700000" algn="tl">
                    <a:srgbClr val="000000">
                      <a:alpha val="43137"/>
                    </a:srgbClr>
                  </a:outerShdw>
                </a:effectLst>
                <a:latin typeface="Preeti" pitchFamily="2" charset="0"/>
              </a:rPr>
              <a:t>Goflos</a:t>
            </a:r>
            <a:r>
              <a:rPr lang="en-US" sz="3600" b="1" dirty="0" smtClean="0">
                <a:effectLst>
                  <a:outerShdw blurRad="38100" dist="38100" dir="2700000" algn="tl">
                    <a:srgbClr val="000000">
                      <a:alpha val="43137"/>
                    </a:srgbClr>
                  </a:outerShdw>
                </a:effectLst>
                <a:latin typeface="Preeti" pitchFamily="2" charset="0"/>
              </a:rPr>
              <a:t> </a:t>
            </a:r>
            <a:r>
              <a:rPr lang="en-US" sz="3600" b="1" dirty="0" err="1" smtClean="0">
                <a:effectLst>
                  <a:outerShdw blurRad="38100" dist="38100" dir="2700000" algn="tl">
                    <a:srgbClr val="000000">
                      <a:alpha val="43137"/>
                    </a:srgbClr>
                  </a:outerShdw>
                </a:effectLst>
                <a:latin typeface="Preeti" pitchFamily="2" charset="0"/>
              </a:rPr>
              <a:t>lg0f</a:t>
            </a:r>
            <a:r>
              <a:rPr lang="en-US" sz="3600" b="1" dirty="0" smtClean="0">
                <a:effectLst>
                  <a:outerShdw blurRad="38100" dist="38100" dir="2700000" algn="tl">
                    <a:srgbClr val="000000">
                      <a:alpha val="43137"/>
                    </a:srgbClr>
                  </a:outerShdw>
                </a:effectLst>
                <a:latin typeface="Preeti" pitchFamily="2" charset="0"/>
              </a:rPr>
              <a:t>{o, </a:t>
            </a:r>
          </a:p>
          <a:p>
            <a:pPr eaLnBrk="1" hangingPunct="1">
              <a:lnSpc>
                <a:spcPct val="90000"/>
              </a:lnSpc>
              <a:buFont typeface="Wingdings" pitchFamily="2" charset="2"/>
              <a:buChar char="Ø"/>
              <a:defRPr/>
            </a:pPr>
            <a:r>
              <a:rPr lang="en-US" sz="3600" b="1" dirty="0" err="1" smtClean="0">
                <a:latin typeface="Preeti" pitchFamily="2" charset="0"/>
              </a:rPr>
              <a:t>k|zf;sLo</a:t>
            </a:r>
            <a:r>
              <a:rPr lang="en-US" sz="3600" b="1" dirty="0" smtClean="0">
                <a:latin typeface="Preeti" pitchFamily="2" charset="0"/>
              </a:rPr>
              <a:t> </a:t>
            </a:r>
            <a:r>
              <a:rPr lang="en-US" sz="3600" b="1" dirty="0" err="1" smtClean="0">
                <a:latin typeface="Preeti" pitchFamily="2" charset="0"/>
              </a:rPr>
              <a:t>clwsf</a:t>
            </a:r>
            <a:r>
              <a:rPr lang="en-US" sz="3600" b="1" dirty="0" smtClean="0">
                <a:latin typeface="Preeti" pitchFamily="2" charset="0"/>
              </a:rPr>
              <a:t>/</a:t>
            </a:r>
            <a:r>
              <a:rPr lang="en-US" sz="3600" b="1" dirty="0" err="1" smtClean="0">
                <a:latin typeface="Preeti" pitchFamily="2" charset="0"/>
              </a:rPr>
              <a:t>Ln</a:t>
            </a:r>
            <a:r>
              <a:rPr lang="en-US" sz="3600" b="1" dirty="0" smtClean="0">
                <a:latin typeface="Preeti" pitchFamily="2" charset="0"/>
              </a:rPr>
              <a:t>] </a:t>
            </a:r>
            <a:r>
              <a:rPr lang="en-US" sz="3600" b="1" dirty="0" err="1" smtClean="0">
                <a:latin typeface="Preeti" pitchFamily="2" charset="0"/>
              </a:rPr>
              <a:t>Goflos</a:t>
            </a:r>
            <a:r>
              <a:rPr lang="en-US" sz="3600" b="1" dirty="0" smtClean="0">
                <a:latin typeface="Preeti" pitchFamily="2" charset="0"/>
              </a:rPr>
              <a:t> dg </a:t>
            </a:r>
            <a:r>
              <a:rPr lang="en-US" sz="3600" b="1" dirty="0" err="1" smtClean="0">
                <a:latin typeface="Preeti" pitchFamily="2" charset="0"/>
              </a:rPr>
              <a:t>nufO</a:t>
            </a:r>
            <a:r>
              <a:rPr lang="en-US" sz="3600" b="1" dirty="0" smtClean="0">
                <a:latin typeface="Preeti" pitchFamily="2" charset="0"/>
              </a:rPr>
              <a:t>{ </a:t>
            </a:r>
            <a:r>
              <a:rPr lang="en-US" sz="3600" b="1" dirty="0" err="1" smtClean="0">
                <a:latin typeface="Preeti" pitchFamily="2" charset="0"/>
              </a:rPr>
              <a:t>Goflos</a:t>
            </a:r>
            <a:r>
              <a:rPr lang="en-US" sz="3600" b="1" dirty="0" smtClean="0">
                <a:latin typeface="Preeti" pitchFamily="2" charset="0"/>
              </a:rPr>
              <a:t> </a:t>
            </a:r>
            <a:r>
              <a:rPr lang="en-US" sz="3600" b="1" dirty="0" err="1" smtClean="0">
                <a:latin typeface="Preeti" pitchFamily="2" charset="0"/>
              </a:rPr>
              <a:t>tl</a:t>
            </a:r>
            <a:r>
              <a:rPr lang="en-US" sz="3600" b="1" dirty="0" smtClean="0">
                <a:latin typeface="Preeti" pitchFamily="2" charset="0"/>
              </a:rPr>
              <a:t>/</a:t>
            </a:r>
            <a:r>
              <a:rPr lang="en-US" sz="3600" b="1" dirty="0" err="1" smtClean="0">
                <a:latin typeface="Preeti" pitchFamily="2" charset="0"/>
              </a:rPr>
              <a:t>sfaf6</a:t>
            </a:r>
            <a:r>
              <a:rPr lang="en-US" sz="3600" b="1" dirty="0" smtClean="0">
                <a:latin typeface="Preeti" pitchFamily="2" charset="0"/>
              </a:rPr>
              <a:t> u/]</a:t>
            </a:r>
            <a:r>
              <a:rPr lang="en-US" sz="3600" b="1" dirty="0" err="1" smtClean="0">
                <a:latin typeface="Preeti" pitchFamily="2" charset="0"/>
              </a:rPr>
              <a:t>sf</a:t>
            </a:r>
            <a:r>
              <a:rPr lang="en-US" sz="3600" b="1" dirty="0" smtClean="0">
                <a:latin typeface="Preeti" pitchFamily="2" charset="0"/>
              </a:rPr>
              <a:t>] </a:t>
            </a:r>
            <a:r>
              <a:rPr lang="en-US" sz="3600" b="1" dirty="0" err="1" smtClean="0">
                <a:latin typeface="Preeti" pitchFamily="2" charset="0"/>
              </a:rPr>
              <a:t>lg0f</a:t>
            </a:r>
            <a:r>
              <a:rPr lang="en-US" sz="3600" b="1" dirty="0" smtClean="0">
                <a:latin typeface="Preeti" pitchFamily="2" charset="0"/>
              </a:rPr>
              <a:t>{o </a:t>
            </a:r>
            <a:r>
              <a:rPr lang="en-US" sz="3600" b="1" dirty="0" smtClean="0">
                <a:effectLst>
                  <a:outerShdw blurRad="38100" dist="38100" dir="2700000" algn="tl">
                    <a:srgbClr val="000000">
                      <a:alpha val="43137"/>
                    </a:srgbClr>
                  </a:outerShdw>
                </a:effectLst>
                <a:latin typeface="Preeti" pitchFamily="2" charset="0"/>
              </a:rPr>
              <a:t>—</a:t>
            </a:r>
            <a:r>
              <a:rPr lang="en-US" sz="3600" b="1" dirty="0" smtClean="0">
                <a:latin typeface="Preeti" pitchFamily="2" charset="0"/>
              </a:rPr>
              <a:t> </a:t>
            </a:r>
            <a:r>
              <a:rPr lang="en-US" sz="3600" b="1" dirty="0" err="1" smtClean="0">
                <a:effectLst>
                  <a:outerShdw blurRad="38100" dist="38100" dir="2700000" algn="tl">
                    <a:srgbClr val="000000">
                      <a:alpha val="43137"/>
                    </a:srgbClr>
                  </a:outerShdw>
                </a:effectLst>
                <a:latin typeface="Preeti" pitchFamily="2" charset="0"/>
              </a:rPr>
              <a:t>cw</a:t>
            </a:r>
            <a:r>
              <a:rPr lang="en-US" sz="3600" b="1" dirty="0" smtClean="0">
                <a:effectLst>
                  <a:outerShdw blurRad="38100" dist="38100" dir="2700000" algn="tl">
                    <a:srgbClr val="000000">
                      <a:alpha val="43137"/>
                    </a:srgbClr>
                  </a:outerShdw>
                </a:effectLst>
                <a:latin typeface="Preeti" pitchFamily="2" charset="0"/>
              </a:rPr>
              <a:t>{</a:t>
            </a:r>
            <a:r>
              <a:rPr lang="en-US" sz="3600" b="1" dirty="0" err="1" smtClean="0">
                <a:effectLst>
                  <a:outerShdw blurRad="38100" dist="38100" dir="2700000" algn="tl">
                    <a:srgbClr val="000000">
                      <a:alpha val="43137"/>
                    </a:srgbClr>
                  </a:outerShdw>
                </a:effectLst>
                <a:latin typeface="Preeti" pitchFamily="2" charset="0"/>
              </a:rPr>
              <a:t>Goflos</a:t>
            </a:r>
            <a:r>
              <a:rPr lang="en-US" sz="3600" b="1" dirty="0" smtClean="0">
                <a:effectLst>
                  <a:outerShdw blurRad="38100" dist="38100" dir="2700000" algn="tl">
                    <a:srgbClr val="000000">
                      <a:alpha val="43137"/>
                    </a:srgbClr>
                  </a:outerShdw>
                </a:effectLst>
                <a:latin typeface="Preeti" pitchFamily="2" charset="0"/>
              </a:rPr>
              <a:t> </a:t>
            </a:r>
            <a:r>
              <a:rPr lang="en-US" sz="3600" b="1" dirty="0" err="1" smtClean="0">
                <a:effectLst>
                  <a:outerShdw blurRad="38100" dist="38100" dir="2700000" algn="tl">
                    <a:srgbClr val="000000">
                      <a:alpha val="43137"/>
                    </a:srgbClr>
                  </a:outerShdw>
                </a:effectLst>
                <a:latin typeface="Preeti" pitchFamily="2" charset="0"/>
              </a:rPr>
              <a:t>lg0f</a:t>
            </a:r>
            <a:r>
              <a:rPr lang="en-US" sz="3600" b="1" dirty="0" smtClean="0">
                <a:effectLst>
                  <a:outerShdw blurRad="38100" dist="38100" dir="2700000" algn="tl">
                    <a:srgbClr val="000000">
                      <a:alpha val="43137"/>
                    </a:srgbClr>
                  </a:outerShdw>
                </a:effectLst>
                <a:latin typeface="Preeti" pitchFamily="2" charset="0"/>
              </a:rPr>
              <a:t>{o,</a:t>
            </a:r>
          </a:p>
          <a:p>
            <a:pPr eaLnBrk="1" hangingPunct="1">
              <a:lnSpc>
                <a:spcPct val="90000"/>
              </a:lnSpc>
              <a:buFont typeface="Wingdings" pitchFamily="2" charset="2"/>
              <a:buChar char="Ø"/>
              <a:defRPr/>
            </a:pPr>
            <a:r>
              <a:rPr lang="en-US" sz="3600" b="1" dirty="0" err="1" smtClean="0">
                <a:latin typeface="Preeti" pitchFamily="2" charset="0"/>
              </a:rPr>
              <a:t>k|zf;sLo</a:t>
            </a:r>
            <a:r>
              <a:rPr lang="en-US" sz="3600" b="1" dirty="0" smtClean="0">
                <a:latin typeface="Preeti" pitchFamily="2" charset="0"/>
              </a:rPr>
              <a:t> </a:t>
            </a:r>
            <a:r>
              <a:rPr lang="en-US" sz="3600" b="1" dirty="0" err="1" smtClean="0">
                <a:latin typeface="Preeti" pitchFamily="2" charset="0"/>
              </a:rPr>
              <a:t>clwsf</a:t>
            </a:r>
            <a:r>
              <a:rPr lang="en-US" sz="3600" b="1" dirty="0" smtClean="0">
                <a:latin typeface="Preeti" pitchFamily="2" charset="0"/>
              </a:rPr>
              <a:t>/</a:t>
            </a:r>
            <a:r>
              <a:rPr lang="en-US" sz="3600" b="1" dirty="0" err="1" smtClean="0">
                <a:latin typeface="Preeti" pitchFamily="2" charset="0"/>
              </a:rPr>
              <a:t>Ln</a:t>
            </a:r>
            <a:r>
              <a:rPr lang="en-US" sz="3600" b="1" dirty="0" smtClean="0">
                <a:latin typeface="Preeti" pitchFamily="2" charset="0"/>
              </a:rPr>
              <a:t>] </a:t>
            </a:r>
            <a:r>
              <a:rPr lang="en-US" sz="3600" b="1" dirty="0" err="1" smtClean="0">
                <a:latin typeface="Preeti" pitchFamily="2" charset="0"/>
              </a:rPr>
              <a:t>k|zf;g</a:t>
            </a:r>
            <a:r>
              <a:rPr lang="en-US" sz="3600" b="1" dirty="0" smtClean="0">
                <a:latin typeface="Preeti" pitchFamily="2" charset="0"/>
              </a:rPr>
              <a:t> ;</a:t>
            </a:r>
            <a:r>
              <a:rPr lang="en-US" sz="3600" b="1" dirty="0" err="1" smtClean="0">
                <a:latin typeface="Preeti" pitchFamily="2" charset="0"/>
              </a:rPr>
              <a:t>DaGwL</a:t>
            </a:r>
            <a:r>
              <a:rPr lang="en-US" sz="3600" b="1" dirty="0" smtClean="0">
                <a:latin typeface="Preeti" pitchFamily="2" charset="0"/>
              </a:rPr>
              <a:t> s'/</a:t>
            </a:r>
            <a:r>
              <a:rPr lang="en-US" sz="3600" b="1" dirty="0" err="1" smtClean="0">
                <a:latin typeface="Preeti" pitchFamily="2" charset="0"/>
              </a:rPr>
              <a:t>fdf</a:t>
            </a:r>
            <a:r>
              <a:rPr lang="en-US" sz="3600" b="1" dirty="0" smtClean="0">
                <a:latin typeface="Preeti" pitchFamily="2" charset="0"/>
              </a:rPr>
              <a:t> u/]</a:t>
            </a:r>
            <a:r>
              <a:rPr lang="en-US" sz="3600" b="1" dirty="0" err="1" smtClean="0">
                <a:latin typeface="Preeti" pitchFamily="2" charset="0"/>
              </a:rPr>
              <a:t>sf</a:t>
            </a:r>
            <a:r>
              <a:rPr lang="en-US" sz="3600" b="1" dirty="0" smtClean="0">
                <a:latin typeface="Preeti" pitchFamily="2" charset="0"/>
              </a:rPr>
              <a:t>] </a:t>
            </a:r>
            <a:r>
              <a:rPr lang="en-US" sz="3600" b="1" dirty="0" err="1" smtClean="0">
                <a:latin typeface="Preeti" pitchFamily="2" charset="0"/>
              </a:rPr>
              <a:t>lg0f</a:t>
            </a:r>
            <a:r>
              <a:rPr lang="en-US" sz="3600" b="1" dirty="0" smtClean="0">
                <a:latin typeface="Preeti" pitchFamily="2" charset="0"/>
              </a:rPr>
              <a:t>{o -</a:t>
            </a:r>
            <a:r>
              <a:rPr lang="en-US" sz="3600" b="1" dirty="0" err="1" smtClean="0">
                <a:latin typeface="Preeti" pitchFamily="2" charset="0"/>
              </a:rPr>
              <a:t>h;df</a:t>
            </a:r>
            <a:r>
              <a:rPr lang="en-US" sz="3600" b="1" dirty="0" smtClean="0">
                <a:latin typeface="Preeti" pitchFamily="2" charset="0"/>
              </a:rPr>
              <a:t> </a:t>
            </a:r>
            <a:r>
              <a:rPr lang="en-US" sz="3600" b="1" dirty="0" err="1" smtClean="0">
                <a:latin typeface="Preeti" pitchFamily="2" charset="0"/>
              </a:rPr>
              <a:t>thljhsf</a:t>
            </a:r>
            <a:r>
              <a:rPr lang="en-US" sz="3600" b="1" dirty="0" smtClean="0">
                <a:latin typeface="Preeti" pitchFamily="2" charset="0"/>
              </a:rPr>
              <a:t>] </a:t>
            </a:r>
            <a:r>
              <a:rPr lang="en-US" sz="3600" b="1" dirty="0" err="1" smtClean="0">
                <a:latin typeface="Preeti" pitchFamily="2" charset="0"/>
              </a:rPr>
              <a:t>dfqf</a:t>
            </a:r>
            <a:r>
              <a:rPr lang="en-US" sz="3600" b="1" dirty="0" smtClean="0">
                <a:latin typeface="Preeti" pitchFamily="2" charset="0"/>
              </a:rPr>
              <a:t> </a:t>
            </a:r>
            <a:r>
              <a:rPr lang="en-US" sz="3600" b="1" dirty="0" err="1" smtClean="0">
                <a:latin typeface="Preeti" pitchFamily="2" charset="0"/>
              </a:rPr>
              <a:t>a9L</a:t>
            </a:r>
            <a:r>
              <a:rPr lang="en-US" sz="3600" b="1" dirty="0" smtClean="0">
                <a:latin typeface="Preeti" pitchFamily="2" charset="0"/>
              </a:rPr>
              <a:t> </a:t>
            </a:r>
            <a:r>
              <a:rPr lang="en-US" sz="3600" b="1" dirty="0" err="1" smtClean="0">
                <a:latin typeface="Preeti" pitchFamily="2" charset="0"/>
              </a:rPr>
              <a:t>x'G5</a:t>
            </a:r>
            <a:r>
              <a:rPr lang="en-US" sz="3600" b="1" dirty="0" smtClean="0">
                <a:latin typeface="Preeti" pitchFamily="2" charset="0"/>
              </a:rPr>
              <a:t>_ </a:t>
            </a:r>
            <a:r>
              <a:rPr lang="en-US" sz="3600" b="1" dirty="0" smtClean="0">
                <a:effectLst>
                  <a:outerShdw blurRad="38100" dist="38100" dir="2700000" algn="tl">
                    <a:srgbClr val="000000">
                      <a:alpha val="43137"/>
                    </a:srgbClr>
                  </a:outerShdw>
                </a:effectLst>
                <a:latin typeface="Preeti" pitchFamily="2" charset="0"/>
              </a:rPr>
              <a:t>—</a:t>
            </a:r>
            <a:r>
              <a:rPr lang="en-US" sz="3600" b="1" dirty="0" smtClean="0">
                <a:latin typeface="Preeti" pitchFamily="2" charset="0"/>
              </a:rPr>
              <a:t> </a:t>
            </a:r>
            <a:r>
              <a:rPr lang="en-US" sz="3600" b="1" dirty="0" err="1" smtClean="0">
                <a:effectLst>
                  <a:outerShdw blurRad="38100" dist="38100" dir="2700000" algn="tl">
                    <a:srgbClr val="000000">
                      <a:alpha val="43137"/>
                    </a:srgbClr>
                  </a:outerShdw>
                </a:effectLst>
                <a:latin typeface="Preeti" pitchFamily="2" charset="0"/>
              </a:rPr>
              <a:t>k|zf;sLo</a:t>
            </a:r>
            <a:r>
              <a:rPr lang="en-US" sz="3600" b="1" dirty="0" smtClean="0">
                <a:effectLst>
                  <a:outerShdw blurRad="38100" dist="38100" dir="2700000" algn="tl">
                    <a:srgbClr val="000000">
                      <a:alpha val="43137"/>
                    </a:srgbClr>
                  </a:outerShdw>
                </a:effectLst>
                <a:latin typeface="Preeti" pitchFamily="2" charset="0"/>
              </a:rPr>
              <a:t> </a:t>
            </a:r>
            <a:r>
              <a:rPr lang="en-US" sz="3600" b="1" dirty="0" err="1" smtClean="0">
                <a:effectLst>
                  <a:outerShdw blurRad="38100" dist="38100" dir="2700000" algn="tl">
                    <a:srgbClr val="000000">
                      <a:alpha val="43137"/>
                    </a:srgbClr>
                  </a:outerShdw>
                </a:effectLst>
                <a:latin typeface="Preeti" pitchFamily="2" charset="0"/>
              </a:rPr>
              <a:t>lg0f</a:t>
            </a:r>
            <a:r>
              <a:rPr lang="en-US" sz="3600" b="1" dirty="0" smtClean="0">
                <a:effectLst>
                  <a:outerShdw blurRad="38100" dist="38100" dir="2700000" algn="tl">
                    <a:srgbClr val="000000">
                      <a:alpha val="43137"/>
                    </a:srgbClr>
                  </a:outerShdw>
                </a:effectLst>
                <a:latin typeface="Preeti" pitchFamily="2" charset="0"/>
              </a:rPr>
              <a:t>{o .</a:t>
            </a:r>
            <a:r>
              <a:rPr lang="en-US" sz="3600" dirty="0" smtClean="0">
                <a:effectLst>
                  <a:outerShdw blurRad="38100" dist="38100" dir="2700000" algn="tl">
                    <a:srgbClr val="000000">
                      <a:alpha val="43137"/>
                    </a:srgbClr>
                  </a:outerShdw>
                </a:effectLst>
                <a:latin typeface="Preeti" pitchFamily="2" charset="0"/>
              </a:rPr>
              <a:t> </a:t>
            </a:r>
          </a:p>
          <a:p>
            <a:pPr algn="r" eaLnBrk="1" hangingPunct="1">
              <a:lnSpc>
                <a:spcPct val="90000"/>
              </a:lnSpc>
              <a:buFont typeface="Wingdings" pitchFamily="2" charset="2"/>
              <a:buNone/>
              <a:defRPr/>
            </a:pPr>
            <a:r>
              <a:rPr lang="en-US" sz="3200" b="1" dirty="0" err="1" smtClean="0">
                <a:effectLst>
                  <a:outerShdw blurRad="38100" dist="38100" dir="2700000" algn="tl">
                    <a:srgbClr val="000000">
                      <a:alpha val="43137"/>
                    </a:srgbClr>
                  </a:outerShdw>
                </a:effectLst>
                <a:latin typeface="Preeti" pitchFamily="2" charset="0"/>
              </a:rPr>
              <a:t>o1d"lt</a:t>
            </a:r>
            <a:r>
              <a:rPr lang="en-US" sz="3200" b="1" dirty="0" smtClean="0">
                <a:effectLst>
                  <a:outerShdw blurRad="38100" dist="38100" dir="2700000" algn="tl">
                    <a:srgbClr val="000000">
                      <a:alpha val="43137"/>
                    </a:srgbClr>
                  </a:outerShdw>
                </a:effectLst>
                <a:latin typeface="Preeti" pitchFamily="2" charset="0"/>
              </a:rPr>
              <a:t>{ </a:t>
            </a:r>
            <a:r>
              <a:rPr lang="en-US" sz="3200" b="1" dirty="0" err="1" smtClean="0">
                <a:effectLst>
                  <a:outerShdw blurRad="38100" dist="38100" dir="2700000" algn="tl">
                    <a:srgbClr val="000000">
                      <a:alpha val="43137"/>
                    </a:srgbClr>
                  </a:outerShdw>
                </a:effectLst>
                <a:latin typeface="Preeti" pitchFamily="2" charset="0"/>
              </a:rPr>
              <a:t>a~hf8</a:t>
            </a:r>
            <a:r>
              <a:rPr lang="en-US" sz="3200" b="1" dirty="0" smtClean="0">
                <a:effectLst>
                  <a:outerShdw blurRad="38100" dist="38100" dir="2700000" algn="tl">
                    <a:srgbClr val="000000">
                      <a:alpha val="43137"/>
                    </a:srgbClr>
                  </a:outerShdw>
                </a:effectLst>
                <a:latin typeface="Preeti" pitchFamily="2" charset="0"/>
              </a:rPr>
              <a:t>] </a:t>
            </a:r>
            <a:r>
              <a:rPr lang="en-US" sz="3200" b="1" dirty="0" err="1" smtClean="0">
                <a:effectLst>
                  <a:outerShdw blurRad="38100" dist="38100" dir="2700000" algn="tl">
                    <a:srgbClr val="000000">
                      <a:alpha val="43137"/>
                    </a:srgbClr>
                  </a:outerShdw>
                </a:effectLst>
                <a:latin typeface="Preeti" pitchFamily="2" charset="0"/>
              </a:rPr>
              <a:t>lj</a:t>
            </a:r>
            <a:r>
              <a:rPr lang="en-US" sz="3200" b="1" dirty="0" smtClean="0">
                <a:effectLst>
                  <a:outerShdw blurRad="38100" dist="38100" dir="2700000" algn="tl">
                    <a:srgbClr val="000000">
                      <a:alpha val="43137"/>
                    </a:srgbClr>
                  </a:outerShdw>
                </a:effectLst>
                <a:latin typeface="Preeti" pitchFamily="2" charset="0"/>
              </a:rPr>
              <a:t>=</a:t>
            </a:r>
            <a:r>
              <a:rPr lang="en-US" sz="3200" b="1" dirty="0" err="1" smtClean="0">
                <a:effectLst>
                  <a:outerShdw blurRad="38100" dist="38100" dir="2700000" algn="tl">
                    <a:srgbClr val="000000">
                      <a:alpha val="43137"/>
                    </a:srgbClr>
                  </a:outerShdw>
                </a:effectLst>
                <a:latin typeface="Preeti" pitchFamily="2" charset="0"/>
              </a:rPr>
              <a:t>b'uf</a:t>
            </a:r>
            <a:r>
              <a:rPr lang="en-US" sz="3200" b="1" dirty="0" smtClean="0">
                <a:effectLst>
                  <a:outerShdw blurRad="38100" dist="38100" dir="2700000" algn="tl">
                    <a:srgbClr val="000000">
                      <a:alpha val="43137"/>
                    </a:srgbClr>
                  </a:outerShdw>
                </a:effectLst>
                <a:latin typeface="Preeti" pitchFamily="2" charset="0"/>
              </a:rPr>
              <a:t>{bf; &gt;]</a:t>
            </a:r>
            <a:r>
              <a:rPr lang="en-US" sz="3200" b="1" dirty="0" err="1" smtClean="0">
                <a:effectLst>
                  <a:outerShdw blurRad="38100" dist="38100" dir="2700000" algn="tl">
                    <a:srgbClr val="000000">
                      <a:alpha val="43137"/>
                    </a:srgbClr>
                  </a:outerShdw>
                </a:effectLst>
                <a:latin typeface="Preeti" pitchFamily="2" charset="0"/>
              </a:rPr>
              <a:t>i7</a:t>
            </a:r>
            <a:r>
              <a:rPr lang="en-US" sz="3200" b="1" dirty="0" smtClean="0">
                <a:effectLst>
                  <a:outerShdw blurRad="38100" dist="38100" dir="2700000" algn="tl">
                    <a:srgbClr val="000000">
                      <a:alpha val="43137"/>
                    </a:srgbClr>
                  </a:outerShdw>
                </a:effectLst>
                <a:latin typeface="Preeti" pitchFamily="2" charset="0"/>
              </a:rPr>
              <a:t>, g]=</a:t>
            </a:r>
            <a:r>
              <a:rPr lang="en-US" sz="3200" b="1" dirty="0" err="1" smtClean="0">
                <a:effectLst>
                  <a:outerShdw blurRad="38100" dist="38100" dir="2700000" algn="tl">
                    <a:srgbClr val="000000">
                      <a:alpha val="43137"/>
                    </a:srgbClr>
                  </a:outerShdw>
                </a:effectLst>
                <a:latin typeface="Preeti" pitchFamily="2" charset="0"/>
              </a:rPr>
              <a:t>sf</a:t>
            </a:r>
            <a:r>
              <a:rPr lang="en-US" sz="3200" b="1" dirty="0" smtClean="0">
                <a:effectLst>
                  <a:outerShdw blurRad="38100" dist="38100" dir="2700000" algn="tl">
                    <a:srgbClr val="000000">
                      <a:alpha val="43137"/>
                    </a:srgbClr>
                  </a:outerShdw>
                </a:effectLst>
                <a:latin typeface="Preeti" pitchFamily="2" charset="0"/>
              </a:rPr>
              <a:t>=k=@)@&amp;, k[=!%*</a:t>
            </a:r>
            <a:endParaRPr lang="en-US" b="1" dirty="0" smtClean="0">
              <a:effectLst>
                <a:outerShdw blurRad="38100" dist="38100" dir="2700000" algn="tl">
                  <a:srgbClr val="000000">
                    <a:alpha val="43137"/>
                  </a:srgbClr>
                </a:outerShdw>
              </a:effectLst>
              <a:latin typeface="Preeti" pitchFamily="2" charset="0"/>
            </a:endParaRPr>
          </a:p>
        </p:txBody>
      </p:sp>
      <p:sp>
        <p:nvSpPr>
          <p:cNvPr id="4" name="Slide Number Placeholder 3"/>
          <p:cNvSpPr>
            <a:spLocks noGrp="1"/>
          </p:cNvSpPr>
          <p:nvPr>
            <p:ph type="sldNum" sz="quarter" idx="12"/>
          </p:nvPr>
        </p:nvSpPr>
        <p:spPr/>
        <p:txBody>
          <a:bodyPr>
            <a:normAutofit/>
          </a:bodyPr>
          <a:lstStyle/>
          <a:p>
            <a:pPr>
              <a:defRPr/>
            </a:pPr>
            <a:fld id="{1CF12628-9232-423D-920C-7D38C9B79294}" type="slidenum">
              <a:rPr lang="en-US" smtClean="0"/>
              <a:pPr>
                <a:defRPr/>
              </a:pPr>
              <a:t>6</a:t>
            </a:fld>
            <a:endParaRPr lang="en-US"/>
          </a:p>
        </p:txBody>
      </p:sp>
    </p:spTree>
    <p:extLst>
      <p:ext uri="{BB962C8B-B14F-4D97-AF65-F5344CB8AC3E}">
        <p14:creationId xmlns:p14="http://schemas.microsoft.com/office/powerpoint/2010/main" val="2649858348"/>
      </p:ext>
    </p:extLst>
  </p:cSld>
  <p:clrMapOvr>
    <a:masterClrMapping/>
  </p:clrMapOvr>
  <p:transition>
    <p:checker dir="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12775" y="228600"/>
            <a:ext cx="8153400" cy="762000"/>
          </a:xfrm>
        </p:spPr>
        <p:txBody>
          <a:bodyPr/>
          <a:lstStyle/>
          <a:p>
            <a:pPr eaLnBrk="1" hangingPunct="1">
              <a:defRPr/>
            </a:pPr>
            <a:r>
              <a:rPr lang="en-US" b="1" dirty="0" smtClean="0">
                <a:effectLst>
                  <a:outerShdw blurRad="38100" dist="38100" dir="2700000" algn="tl">
                    <a:srgbClr val="000000">
                      <a:alpha val="43137"/>
                    </a:srgbClr>
                  </a:outerShdw>
                </a:effectLst>
                <a:latin typeface="Preeti" pitchFamily="2" charset="0"/>
              </a:rPr>
              <a:t>km};</a:t>
            </a:r>
            <a:r>
              <a:rPr lang="en-US" b="1" dirty="0" err="1" smtClean="0">
                <a:effectLst>
                  <a:outerShdw blurRad="38100" dist="38100" dir="2700000" algn="tl">
                    <a:srgbClr val="000000">
                      <a:alpha val="43137"/>
                    </a:srgbClr>
                  </a:outerShdw>
                </a:effectLst>
                <a:latin typeface="Preeti" pitchFamily="2" charset="0"/>
              </a:rPr>
              <a:t>nf</a:t>
            </a:r>
            <a:r>
              <a:rPr lang="en-US" b="1" dirty="0" smtClean="0">
                <a:effectLst>
                  <a:outerShdw blurRad="38100" dist="38100" dir="2700000" algn="tl">
                    <a:srgbClr val="000000">
                      <a:alpha val="43137"/>
                    </a:srgbClr>
                  </a:outerShdw>
                </a:effectLst>
                <a:latin typeface="Preeti" pitchFamily="2" charset="0"/>
              </a:rPr>
              <a:t> s] </a:t>
            </a:r>
            <a:r>
              <a:rPr lang="en-US" b="1" dirty="0" err="1" smtClean="0">
                <a:effectLst>
                  <a:outerShdw blurRad="38100" dist="38100" dir="2700000" algn="tl">
                    <a:srgbClr val="000000">
                      <a:alpha val="43137"/>
                    </a:srgbClr>
                  </a:outerShdw>
                </a:effectLst>
                <a:latin typeface="Preeti" pitchFamily="2" charset="0"/>
              </a:rPr>
              <a:t>xf</a:t>
            </a:r>
            <a:r>
              <a:rPr lang="en-US" b="1" dirty="0" smtClean="0">
                <a:effectLst>
                  <a:outerShdw blurRad="38100" dist="38100" dir="2700000" algn="tl">
                    <a:srgbClr val="000000">
                      <a:alpha val="43137"/>
                    </a:srgbClr>
                  </a:outerShdw>
                </a:effectLst>
                <a:latin typeface="Preeti" pitchFamily="2" charset="0"/>
              </a:rPr>
              <a:t>] &lt; </a:t>
            </a:r>
            <a:r>
              <a:rPr lang="en-US" b="1" dirty="0" smtClean="0">
                <a:effectLst>
                  <a:outerShdw blurRad="38100" dist="38100" dir="2700000" algn="tl">
                    <a:srgbClr val="000000">
                      <a:alpha val="43137"/>
                    </a:srgbClr>
                  </a:outerShdw>
                </a:effectLst>
              </a:rPr>
              <a:t>…</a:t>
            </a:r>
            <a:endParaRPr lang="en-US" b="1" dirty="0" smtClean="0"/>
          </a:p>
        </p:txBody>
      </p:sp>
      <p:sp>
        <p:nvSpPr>
          <p:cNvPr id="19459" name="Rectangle 3"/>
          <p:cNvSpPr>
            <a:spLocks noGrp="1" noChangeArrowheads="1"/>
          </p:cNvSpPr>
          <p:nvPr>
            <p:ph sz="quarter" idx="1"/>
          </p:nvPr>
        </p:nvSpPr>
        <p:spPr>
          <a:xfrm>
            <a:off x="228600" y="1447800"/>
            <a:ext cx="8686800" cy="5181600"/>
          </a:xfrm>
        </p:spPr>
        <p:txBody>
          <a:bodyPr/>
          <a:lstStyle/>
          <a:p>
            <a:pPr eaLnBrk="1" hangingPunct="1">
              <a:lnSpc>
                <a:spcPct val="90000"/>
              </a:lnSpc>
              <a:buFont typeface="Wingdings" pitchFamily="2" charset="2"/>
              <a:buChar char="Ø"/>
              <a:defRPr/>
            </a:pPr>
            <a:r>
              <a:rPr lang="en-US" sz="3600" b="1" dirty="0" err="1" smtClean="0">
                <a:latin typeface="Preeti" pitchFamily="2" charset="0"/>
              </a:rPr>
              <a:t>GofofwLzaf6</a:t>
            </a:r>
            <a:r>
              <a:rPr lang="en-US" sz="3600" b="1" dirty="0" smtClean="0">
                <a:latin typeface="Preeti" pitchFamily="2" charset="0"/>
              </a:rPr>
              <a:t> </a:t>
            </a:r>
            <a:r>
              <a:rPr lang="en-US" sz="3600" b="1" dirty="0" err="1" smtClean="0">
                <a:latin typeface="Preeti" pitchFamily="2" charset="0"/>
              </a:rPr>
              <a:t>ul</a:t>
            </a:r>
            <a:r>
              <a:rPr lang="en-US" sz="3600" b="1" dirty="0" smtClean="0">
                <a:latin typeface="Preeti" pitchFamily="2" charset="0"/>
              </a:rPr>
              <a:t>/g] </a:t>
            </a:r>
            <a:r>
              <a:rPr lang="en-US" sz="3600" b="1" dirty="0" err="1" smtClean="0">
                <a:effectLst>
                  <a:outerShdw blurRad="38100" dist="38100" dir="2700000" algn="tl">
                    <a:srgbClr val="000000">
                      <a:alpha val="43137"/>
                    </a:srgbClr>
                  </a:outerShdw>
                </a:effectLst>
                <a:latin typeface="Preeti" pitchFamily="2" charset="0"/>
              </a:rPr>
              <a:t>Gofosf</a:t>
            </a:r>
            <a:r>
              <a:rPr lang="en-US" sz="3600" b="1" dirty="0" smtClean="0">
                <a:effectLst>
                  <a:outerShdw blurRad="38100" dist="38100" dir="2700000" algn="tl">
                    <a:srgbClr val="000000">
                      <a:alpha val="43137"/>
                    </a:srgbClr>
                  </a:outerShdw>
                </a:effectLst>
                <a:latin typeface="Preeti" pitchFamily="2" charset="0"/>
              </a:rPr>
              <a:t>] </a:t>
            </a:r>
            <a:r>
              <a:rPr lang="en-US" sz="3600" b="1" dirty="0" err="1" smtClean="0">
                <a:effectLst>
                  <a:outerShdw blurRad="38100" dist="38100" dir="2700000" algn="tl">
                    <a:srgbClr val="000000">
                      <a:alpha val="43137"/>
                    </a:srgbClr>
                  </a:outerShdw>
                </a:effectLst>
                <a:latin typeface="Preeti" pitchFamily="2" charset="0"/>
              </a:rPr>
              <a:t>pb</a:t>
            </a:r>
            <a:r>
              <a:rPr lang="en-US" sz="3600" b="1" dirty="0" smtClean="0">
                <a:effectLst>
                  <a:outerShdw blurRad="38100" dist="38100" dir="2700000" algn="tl">
                    <a:srgbClr val="000000">
                      <a:alpha val="43137"/>
                    </a:srgbClr>
                  </a:outerShdw>
                </a:effectLst>
                <a:latin typeface="Preeti" pitchFamily="2" charset="0"/>
              </a:rPr>
              <a:t>\</a:t>
            </a:r>
            <a:r>
              <a:rPr lang="en-US" sz="3600" b="1" dirty="0" err="1" smtClean="0">
                <a:effectLst>
                  <a:outerShdw blurRad="38100" dist="38100" dir="2700000" algn="tl">
                    <a:srgbClr val="000000">
                      <a:alpha val="43137"/>
                    </a:srgbClr>
                  </a:outerShdw>
                </a:effectLst>
                <a:latin typeface="Preeti" pitchFamily="2" charset="0"/>
              </a:rPr>
              <a:t>3f</a:t>
            </a:r>
            <a:r>
              <a:rPr lang="en-US" sz="3600" b="1" dirty="0" smtClean="0">
                <a:effectLst>
                  <a:outerShdw blurRad="38100" dist="38100" dir="2700000" algn="tl">
                    <a:srgbClr val="000000">
                      <a:alpha val="43137"/>
                    </a:srgbClr>
                  </a:outerShdw>
                </a:effectLst>
                <a:latin typeface="Preeti" pitchFamily="2" charset="0"/>
              </a:rPr>
              <a:t>]if</a:t>
            </a:r>
            <a:r>
              <a:rPr lang="en-US" sz="3600" b="1" dirty="0" smtClean="0">
                <a:latin typeface="Preeti" pitchFamily="2" charset="0"/>
              </a:rPr>
              <a:t> g} km};</a:t>
            </a:r>
            <a:r>
              <a:rPr lang="en-US" sz="3600" b="1" dirty="0" err="1" smtClean="0">
                <a:latin typeface="Preeti" pitchFamily="2" charset="0"/>
              </a:rPr>
              <a:t>nf</a:t>
            </a:r>
            <a:r>
              <a:rPr lang="en-US" sz="3600" b="1" dirty="0" smtClean="0">
                <a:latin typeface="Preeti" pitchFamily="2" charset="0"/>
              </a:rPr>
              <a:t> </a:t>
            </a:r>
            <a:r>
              <a:rPr lang="en-US" sz="3600" b="1" dirty="0" err="1" smtClean="0">
                <a:latin typeface="Preeti" pitchFamily="2" charset="0"/>
              </a:rPr>
              <a:t>xf</a:t>
            </a:r>
            <a:r>
              <a:rPr lang="en-US" sz="3600" b="1" dirty="0" smtClean="0">
                <a:latin typeface="Preeti" pitchFamily="2" charset="0"/>
              </a:rPr>
              <a:t>] .</a:t>
            </a:r>
          </a:p>
          <a:p>
            <a:pPr algn="just" eaLnBrk="1" hangingPunct="1">
              <a:lnSpc>
                <a:spcPct val="90000"/>
              </a:lnSpc>
              <a:buFont typeface="Wingdings" pitchFamily="2" charset="2"/>
              <a:buChar char="Ø"/>
              <a:defRPr/>
            </a:pPr>
            <a:r>
              <a:rPr lang="en-US" sz="3600" b="1" dirty="0" err="1" smtClean="0">
                <a:latin typeface="Preeti" pitchFamily="2" charset="0"/>
              </a:rPr>
              <a:t>d'2fdf</a:t>
            </a:r>
            <a:r>
              <a:rPr lang="en-US" sz="3600" b="1" dirty="0" smtClean="0">
                <a:latin typeface="Preeti" pitchFamily="2" charset="0"/>
              </a:rPr>
              <a:t> ;</a:t>
            </a:r>
            <a:r>
              <a:rPr lang="en-US" sz="3600" b="1" dirty="0" err="1" smtClean="0">
                <a:latin typeface="Preeti" pitchFamily="2" charset="0"/>
              </a:rPr>
              <a:t>lGglxt</a:t>
            </a:r>
            <a:r>
              <a:rPr lang="en-US" sz="3600" b="1" dirty="0" smtClean="0">
                <a:latin typeface="Preeti" pitchFamily="2" charset="0"/>
              </a:rPr>
              <a:t> </a:t>
            </a:r>
            <a:r>
              <a:rPr lang="en-US" sz="3600" b="1" dirty="0" err="1" smtClean="0">
                <a:latin typeface="Preeti" pitchFamily="2" charset="0"/>
              </a:rPr>
              <a:t>tYodf</a:t>
            </a:r>
            <a:r>
              <a:rPr lang="en-US" sz="3600" b="1" dirty="0" smtClean="0">
                <a:latin typeface="Preeti" pitchFamily="2" charset="0"/>
              </a:rPr>
              <a:t> </a:t>
            </a:r>
            <a:r>
              <a:rPr lang="en-US" sz="3600" b="1" dirty="0" err="1" smtClean="0">
                <a:effectLst>
                  <a:outerShdw blurRad="38100" dist="38100" dir="2700000" algn="tl">
                    <a:srgbClr val="000000">
                      <a:alpha val="43137"/>
                    </a:srgbClr>
                  </a:outerShdw>
                </a:effectLst>
                <a:latin typeface="Preeti" pitchFamily="2" charset="0"/>
              </a:rPr>
              <a:t>sfg"gsf</a:t>
            </a:r>
            <a:r>
              <a:rPr lang="en-US" sz="3600" b="1" dirty="0" smtClean="0">
                <a:effectLst>
                  <a:outerShdw blurRad="38100" dist="38100" dir="2700000" algn="tl">
                    <a:srgbClr val="000000">
                      <a:alpha val="43137"/>
                    </a:srgbClr>
                  </a:outerShdw>
                </a:effectLst>
                <a:latin typeface="Preeti" pitchFamily="2" charset="0"/>
              </a:rPr>
              <a:t>] </a:t>
            </a:r>
            <a:r>
              <a:rPr lang="en-US" sz="3600" b="1" dirty="0" err="1" smtClean="0">
                <a:effectLst>
                  <a:outerShdw blurRad="38100" dist="38100" dir="2700000" algn="tl">
                    <a:srgbClr val="000000">
                      <a:alpha val="43137"/>
                    </a:srgbClr>
                  </a:outerShdw>
                </a:effectLst>
                <a:latin typeface="Preeti" pitchFamily="2" charset="0"/>
              </a:rPr>
              <a:t>k|of</a:t>
            </a:r>
            <a:r>
              <a:rPr lang="en-US" sz="3600" b="1" dirty="0" smtClean="0">
                <a:effectLst>
                  <a:outerShdw blurRad="38100" dist="38100" dir="2700000" algn="tl">
                    <a:srgbClr val="000000">
                      <a:alpha val="43137"/>
                    </a:srgbClr>
                  </a:outerShdw>
                </a:effectLst>
                <a:latin typeface="Preeti" pitchFamily="2" charset="0"/>
              </a:rPr>
              <a:t>]</a:t>
            </a:r>
            <a:r>
              <a:rPr lang="en-US" sz="3600" b="1" dirty="0" err="1" smtClean="0">
                <a:effectLst>
                  <a:outerShdw blurRad="38100" dist="38100" dir="2700000" algn="tl">
                    <a:srgbClr val="000000">
                      <a:alpha val="43137"/>
                    </a:srgbClr>
                  </a:outerShdw>
                </a:effectLst>
                <a:latin typeface="Preeti" pitchFamily="2" charset="0"/>
              </a:rPr>
              <a:t>uaf6</a:t>
            </a:r>
            <a:r>
              <a:rPr lang="en-US" sz="3600" b="1" dirty="0" smtClean="0">
                <a:effectLst>
                  <a:outerShdw blurRad="38100" dist="38100" dir="2700000" algn="tl">
                    <a:srgbClr val="000000">
                      <a:alpha val="43137"/>
                    </a:srgbClr>
                  </a:outerShdw>
                </a:effectLst>
                <a:latin typeface="Preeti" pitchFamily="2" charset="0"/>
              </a:rPr>
              <a:t> </a:t>
            </a:r>
            <a:r>
              <a:rPr lang="en-US" sz="3600" b="1" dirty="0" err="1" smtClean="0">
                <a:effectLst>
                  <a:outerShdw blurRad="38100" dist="38100" dir="2700000" algn="tl">
                    <a:srgbClr val="000000">
                      <a:alpha val="43137"/>
                    </a:srgbClr>
                  </a:outerShdw>
                </a:effectLst>
                <a:latin typeface="Preeti" pitchFamily="2" charset="0"/>
              </a:rPr>
              <a:t>cfpg</a:t>
            </a:r>
            <a:r>
              <a:rPr lang="en-US" sz="3600" b="1" dirty="0" smtClean="0">
                <a:effectLst>
                  <a:outerShdw blurRad="38100" dist="38100" dir="2700000" algn="tl">
                    <a:srgbClr val="000000">
                      <a:alpha val="43137"/>
                    </a:srgbClr>
                  </a:outerShdw>
                </a:effectLst>
                <a:latin typeface="Preeti" pitchFamily="2" charset="0"/>
              </a:rPr>
              <a:t>] </a:t>
            </a:r>
            <a:r>
              <a:rPr lang="en-US" sz="3600" b="1" dirty="0" err="1" smtClean="0">
                <a:effectLst>
                  <a:outerShdw blurRad="38100" dist="38100" dir="2700000" algn="tl">
                    <a:srgbClr val="000000">
                      <a:alpha val="43137"/>
                    </a:srgbClr>
                  </a:outerShdw>
                </a:effectLst>
                <a:latin typeface="Preeti" pitchFamily="2" charset="0"/>
              </a:rPr>
              <a:t>kl</a:t>
            </a:r>
            <a:r>
              <a:rPr lang="en-US" sz="3600" b="1" dirty="0" smtClean="0">
                <a:effectLst>
                  <a:outerShdw blurRad="38100" dist="38100" dir="2700000" algn="tl">
                    <a:srgbClr val="000000">
                      <a:alpha val="43137"/>
                    </a:srgbClr>
                  </a:outerShdw>
                </a:effectLst>
                <a:latin typeface="Preeti" pitchFamily="2" charset="0"/>
              </a:rPr>
              <a:t>/</a:t>
            </a:r>
            <a:r>
              <a:rPr lang="en-US" sz="3600" b="1" dirty="0" err="1" smtClean="0">
                <a:effectLst>
                  <a:outerShdw blurRad="38100" dist="38100" dir="2700000" algn="tl">
                    <a:srgbClr val="000000">
                      <a:alpha val="43137"/>
                    </a:srgbClr>
                  </a:outerShdw>
                </a:effectLst>
                <a:latin typeface="Preeti" pitchFamily="2" charset="0"/>
              </a:rPr>
              <a:t>0ffd</a:t>
            </a:r>
            <a:r>
              <a:rPr lang="en-US" sz="3600" b="1" dirty="0" smtClean="0">
                <a:effectLst>
                  <a:outerShdw blurRad="38100" dist="38100" dir="2700000" algn="tl">
                    <a:srgbClr val="000000">
                      <a:alpha val="43137"/>
                    </a:srgbClr>
                  </a:outerShdw>
                </a:effectLst>
                <a:latin typeface="Preeti" pitchFamily="2" charset="0"/>
              </a:rPr>
              <a:t> </a:t>
            </a:r>
            <a:r>
              <a:rPr lang="en-US" sz="3600" b="1" dirty="0" smtClean="0">
                <a:latin typeface="Preeti" pitchFamily="2" charset="0"/>
              </a:rPr>
              <a:t>g} km};</a:t>
            </a:r>
            <a:r>
              <a:rPr lang="en-US" sz="3600" b="1" dirty="0" err="1" smtClean="0">
                <a:latin typeface="Preeti" pitchFamily="2" charset="0"/>
              </a:rPr>
              <a:t>nf</a:t>
            </a:r>
            <a:r>
              <a:rPr lang="en-US" sz="3600" b="1" dirty="0" smtClean="0">
                <a:latin typeface="Preeti" pitchFamily="2" charset="0"/>
              </a:rPr>
              <a:t> </a:t>
            </a:r>
            <a:r>
              <a:rPr lang="en-US" sz="3600" b="1" dirty="0" err="1" smtClean="0">
                <a:latin typeface="Preeti" pitchFamily="2" charset="0"/>
              </a:rPr>
              <a:t>xf</a:t>
            </a:r>
            <a:r>
              <a:rPr lang="en-US" sz="3600" b="1" dirty="0" smtClean="0">
                <a:latin typeface="Preeti" pitchFamily="2" charset="0"/>
              </a:rPr>
              <a:t>] .</a:t>
            </a:r>
          </a:p>
          <a:p>
            <a:pPr algn="just" eaLnBrk="1" hangingPunct="1">
              <a:buFont typeface="Wingdings" pitchFamily="2" charset="2"/>
              <a:buChar char="Ø"/>
              <a:defRPr/>
            </a:pPr>
            <a:r>
              <a:rPr lang="nl-NL" sz="3600" b="1" dirty="0" smtClean="0">
                <a:latin typeface="Preeti" pitchFamily="2" charset="0"/>
              </a:rPr>
              <a:t>lg0f{o / km};nf ;dfgfyL{ b]lvPklg oL b'O{ zAbnfO{ Ps} cy{df u|x0f ug{ ldNb}g . lsgeg] ;a} km};nf lg0f{o x'g\, t/ ;a} lg0f{onfO{ km};nf dfGg ;lsFb}g .</a:t>
            </a:r>
          </a:p>
          <a:p>
            <a:pPr algn="just" eaLnBrk="1" hangingPunct="1">
              <a:buFont typeface="Wingdings" pitchFamily="2" charset="2"/>
              <a:buChar char="Ø"/>
              <a:defRPr/>
            </a:pPr>
            <a:r>
              <a:rPr lang="nl-NL" sz="3600" b="1" dirty="0" smtClean="0">
                <a:latin typeface="Preeti" pitchFamily="2" charset="0"/>
              </a:rPr>
              <a:t>k|rlnt g]kfn sfg"gdf km};nf zAbsf] kl/efiff ul/Psf] 5}g, t/ cbfntn] cfkm\g} km};nfåf/f of] zAbnfO{ s]xL xb;Dd kl/eflift u/]sf] kfOG5 .</a:t>
            </a:r>
            <a:endParaRPr lang="en-US" sz="3200" b="1" dirty="0" smtClean="0">
              <a:latin typeface="Preeti" pitchFamily="2" charset="0"/>
            </a:endParaRPr>
          </a:p>
          <a:p>
            <a:pPr eaLnBrk="1" hangingPunct="1">
              <a:defRPr/>
            </a:pPr>
            <a:endParaRPr lang="en-US" b="1" dirty="0" smtClean="0"/>
          </a:p>
        </p:txBody>
      </p:sp>
      <p:sp>
        <p:nvSpPr>
          <p:cNvPr id="4" name="Slide Number Placeholder 3"/>
          <p:cNvSpPr>
            <a:spLocks noGrp="1"/>
          </p:cNvSpPr>
          <p:nvPr>
            <p:ph type="sldNum" sz="quarter" idx="12"/>
          </p:nvPr>
        </p:nvSpPr>
        <p:spPr/>
        <p:txBody>
          <a:bodyPr>
            <a:normAutofit/>
          </a:bodyPr>
          <a:lstStyle/>
          <a:p>
            <a:pPr>
              <a:defRPr/>
            </a:pPr>
            <a:fld id="{54DD1818-47E2-427F-B5EB-23CB1ECF16DC}" type="slidenum">
              <a:rPr lang="en-US" smtClean="0"/>
              <a:pPr>
                <a:defRPr/>
              </a:pPr>
              <a:t>7</a:t>
            </a:fld>
            <a:endParaRPr lang="en-US"/>
          </a:p>
        </p:txBody>
      </p:sp>
    </p:spTree>
    <p:extLst>
      <p:ext uri="{BB962C8B-B14F-4D97-AF65-F5344CB8AC3E}">
        <p14:creationId xmlns:p14="http://schemas.microsoft.com/office/powerpoint/2010/main" val="771168665"/>
      </p:ext>
    </p:extLst>
  </p:cSld>
  <p:clrMapOvr>
    <a:masterClrMapping/>
  </p:clrMapOvr>
  <p:transition>
    <p:checker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85800" y="152400"/>
            <a:ext cx="6870700" cy="838200"/>
          </a:xfrm>
        </p:spPr>
        <p:txBody>
          <a:bodyPr/>
          <a:lstStyle/>
          <a:p>
            <a:pPr eaLnBrk="1" hangingPunct="1">
              <a:defRPr/>
            </a:pPr>
            <a:r>
              <a:rPr lang="en-US" b="1" dirty="0" err="1" smtClean="0">
                <a:effectLst>
                  <a:outerShdw blurRad="38100" dist="38100" dir="2700000" algn="tl">
                    <a:srgbClr val="000000">
                      <a:alpha val="43137"/>
                    </a:srgbClr>
                  </a:outerShdw>
                </a:effectLst>
                <a:latin typeface="Preeti" pitchFamily="2" charset="0"/>
              </a:rPr>
              <a:t>cjwf</a:t>
            </a:r>
            <a:r>
              <a:rPr lang="en-US" b="1" dirty="0" smtClean="0">
                <a:effectLst>
                  <a:outerShdw blurRad="38100" dist="38100" dir="2700000" algn="tl">
                    <a:srgbClr val="000000">
                      <a:alpha val="43137"/>
                    </a:srgbClr>
                  </a:outerShdw>
                </a:effectLst>
                <a:latin typeface="Preeti" pitchFamily="2" charset="0"/>
              </a:rPr>
              <a:t>/</a:t>
            </a:r>
            <a:r>
              <a:rPr lang="en-US" b="1" dirty="0" err="1" smtClean="0">
                <a:effectLst>
                  <a:outerShdw blurRad="38100" dist="38100" dir="2700000" algn="tl">
                    <a:srgbClr val="000000">
                      <a:alpha val="43137"/>
                    </a:srgbClr>
                  </a:outerShdw>
                </a:effectLst>
                <a:latin typeface="Preeti" pitchFamily="2" charset="0"/>
              </a:rPr>
              <a:t>0ffTds</a:t>
            </a:r>
            <a:r>
              <a:rPr lang="en-US" b="1" dirty="0" smtClean="0">
                <a:effectLst>
                  <a:outerShdw blurRad="38100" dist="38100" dir="2700000" algn="tl">
                    <a:srgbClr val="000000">
                      <a:alpha val="43137"/>
                    </a:srgbClr>
                  </a:outerShdw>
                </a:effectLst>
                <a:latin typeface="Preeti" pitchFamily="2" charset="0"/>
              </a:rPr>
              <a:t> </a:t>
            </a:r>
            <a:r>
              <a:rPr lang="en-US" b="1" dirty="0" err="1" smtClean="0">
                <a:effectLst>
                  <a:outerShdw blurRad="38100" dist="38100" dir="2700000" algn="tl">
                    <a:srgbClr val="000000">
                      <a:alpha val="43137"/>
                    </a:srgbClr>
                  </a:outerShdw>
                </a:effectLst>
                <a:latin typeface="Preeti" pitchFamily="2" charset="0"/>
              </a:rPr>
              <a:t>kIf</a:t>
            </a:r>
            <a:r>
              <a:rPr lang="en-US" b="1" dirty="0" smtClean="0">
                <a:effectLst>
                  <a:outerShdw blurRad="38100" dist="38100" dir="2700000" algn="tl">
                    <a:srgbClr val="000000">
                      <a:alpha val="43137"/>
                    </a:srgbClr>
                  </a:outerShdw>
                </a:effectLst>
              </a:rPr>
              <a:t>…</a:t>
            </a:r>
          </a:p>
        </p:txBody>
      </p:sp>
      <p:sp>
        <p:nvSpPr>
          <p:cNvPr id="11267" name="Rectangle 3"/>
          <p:cNvSpPr>
            <a:spLocks noGrp="1" noChangeArrowheads="1"/>
          </p:cNvSpPr>
          <p:nvPr>
            <p:ph sz="quarter" idx="1"/>
          </p:nvPr>
        </p:nvSpPr>
        <p:spPr>
          <a:xfrm>
            <a:off x="304800" y="1371600"/>
            <a:ext cx="8534400" cy="5257800"/>
          </a:xfrm>
        </p:spPr>
        <p:txBody>
          <a:bodyPr/>
          <a:lstStyle/>
          <a:p>
            <a:pPr algn="just" eaLnBrk="1" hangingPunct="1">
              <a:buFont typeface="Wingdings" pitchFamily="2" charset="2"/>
              <a:buChar char="Ø"/>
              <a:defRPr/>
            </a:pPr>
            <a:r>
              <a:rPr lang="en-US" sz="3600" b="1" smtClean="0">
                <a:latin typeface="Preeti" pitchFamily="2" charset="0"/>
              </a:rPr>
              <a:t>km};nf o:t} x'gk5{ eGg] </a:t>
            </a:r>
            <a:r>
              <a:rPr lang="en-US" sz="3600" b="1" smtClean="0">
                <a:effectLst>
                  <a:outerShdw blurRad="38100" dist="38100" dir="2700000" algn="tl">
                    <a:srgbClr val="C0C0C0"/>
                  </a:outerShdw>
                </a:effectLst>
                <a:latin typeface="Preeti" pitchFamily="2" charset="0"/>
              </a:rPr>
              <a:t>ljZjJofkL lgod</a:t>
            </a:r>
            <a:r>
              <a:rPr lang="en-US" sz="3600" b="1" smtClean="0">
                <a:latin typeface="Preeti" pitchFamily="2" charset="0"/>
              </a:rPr>
              <a:t> 5}g . </a:t>
            </a:r>
          </a:p>
          <a:p>
            <a:pPr algn="just" eaLnBrk="1" hangingPunct="1">
              <a:buFont typeface="Wingdings" pitchFamily="2" charset="2"/>
              <a:buChar char="Ø"/>
              <a:defRPr/>
            </a:pPr>
            <a:r>
              <a:rPr lang="en-US" sz="3600" b="1" smtClean="0">
                <a:latin typeface="Preeti" pitchFamily="2" charset="0"/>
              </a:rPr>
              <a:t>km}};nf o;/L g} n]Vg' k5{ egL s'g} </a:t>
            </a:r>
            <a:r>
              <a:rPr lang="en-US" sz="3600" b="1" smtClean="0">
                <a:effectLst>
                  <a:outerShdw blurRad="38100" dist="38100" dir="2700000" algn="tl">
                    <a:srgbClr val="C0C0C0"/>
                  </a:outerShdw>
                </a:effectLst>
                <a:latin typeface="Preeti" pitchFamily="2" charset="0"/>
              </a:rPr>
              <a:t>9fFrf lgwf{/0f</a:t>
            </a:r>
            <a:r>
              <a:rPr lang="en-US" sz="3600" b="1" smtClean="0">
                <a:latin typeface="Preeti" pitchFamily="2" charset="0"/>
              </a:rPr>
              <a:t> ul/Psf] klg kfO{+b}g . </a:t>
            </a:r>
          </a:p>
          <a:p>
            <a:pPr algn="just" eaLnBrk="1" hangingPunct="1">
              <a:buFont typeface="Wingdings" pitchFamily="2" charset="2"/>
              <a:buChar char="Ø"/>
              <a:defRPr/>
            </a:pPr>
            <a:r>
              <a:rPr lang="en-US" sz="3600" b="1" smtClean="0">
                <a:latin typeface="Preeti" pitchFamily="2" charset="0"/>
              </a:rPr>
              <a:t>km};nfnfO{ k"0f{tf k|bfgug{ </a:t>
            </a:r>
            <a:r>
              <a:rPr lang="en-US" sz="3600" b="1" smtClean="0">
                <a:effectLst>
                  <a:outerShdw blurRad="38100" dist="38100" dir="2700000" algn="tl">
                    <a:srgbClr val="C0C0C0"/>
                  </a:outerShdw>
                </a:effectLst>
                <a:latin typeface="Preeti" pitchFamily="2" charset="0"/>
              </a:rPr>
              <a:t>cfjZos tTj </a:t>
            </a:r>
            <a:r>
              <a:rPr lang="en-US" sz="3600" b="1" smtClean="0">
                <a:latin typeface="Preeti" pitchFamily="2" charset="0"/>
              </a:rPr>
              <a:t>oL oL x'g ;S5g\ egL pNn]v ;Dd ul/Psf] ePklg To;nfO{ </a:t>
            </a:r>
            <a:r>
              <a:rPr lang="en-US" sz="3600" b="1" smtClean="0">
                <a:effectLst>
                  <a:outerShdw blurRad="38100" dist="38100" dir="2700000" algn="tl">
                    <a:srgbClr val="C0C0C0"/>
                  </a:outerShdw>
                </a:effectLst>
                <a:latin typeface="Preeti" pitchFamily="2" charset="0"/>
              </a:rPr>
              <a:t>afWofTds </a:t>
            </a:r>
            <a:r>
              <a:rPr lang="en-US" sz="3600" b="1" smtClean="0">
                <a:latin typeface="Preeti" pitchFamily="2" charset="0"/>
              </a:rPr>
              <a:t>agfOPsf] kfO{+b}g .</a:t>
            </a:r>
          </a:p>
          <a:p>
            <a:pPr algn="just" eaLnBrk="1" hangingPunct="1">
              <a:buFont typeface="Wingdings" pitchFamily="2" charset="2"/>
              <a:buChar char="Ø"/>
              <a:defRPr/>
            </a:pPr>
            <a:r>
              <a:rPr lang="en-US" sz="3600" b="1" smtClean="0">
                <a:effectLst>
                  <a:outerShdw blurRad="38100" dist="38100" dir="2700000" algn="tl">
                    <a:srgbClr val="C0C0C0"/>
                  </a:outerShdw>
                </a:effectLst>
                <a:latin typeface="Preeti" pitchFamily="2" charset="0"/>
              </a:rPr>
              <a:t>km};nfnfO{ Goflos ljj]s;Fu hf]8]/ x]l/g] x'Fbf 9fFrfut jf z}nLut ?kdf o;nfO{ ;Lldt t'NofOg' x'Fb}g eGg] dfGotf klg k|an ?kdf /x]sf] 5 .</a:t>
            </a:r>
            <a:r>
              <a:rPr lang="en-US" sz="3600" b="1" smtClean="0">
                <a:latin typeface="Preeti" pitchFamily="2" charset="0"/>
              </a:rPr>
              <a:t>  </a:t>
            </a:r>
          </a:p>
          <a:p>
            <a:pPr eaLnBrk="1" hangingPunct="1">
              <a:buFont typeface="Wingdings" pitchFamily="2" charset="2"/>
              <a:buNone/>
              <a:defRPr/>
            </a:pPr>
            <a:r>
              <a:rPr lang="en-US" sz="3600" b="1" smtClean="0">
                <a:latin typeface="Preeti" pitchFamily="2" charset="0"/>
              </a:rPr>
              <a:t> </a:t>
            </a:r>
          </a:p>
          <a:p>
            <a:pPr eaLnBrk="1" hangingPunct="1">
              <a:buFont typeface="Wingdings" pitchFamily="2" charset="2"/>
              <a:buNone/>
              <a:defRPr/>
            </a:pPr>
            <a:endParaRPr lang="en-US" b="1" smtClean="0">
              <a:latin typeface="Preeti" pitchFamily="2" charset="0"/>
            </a:endParaRPr>
          </a:p>
        </p:txBody>
      </p:sp>
      <p:sp>
        <p:nvSpPr>
          <p:cNvPr id="4" name="Slide Number Placeholder 3"/>
          <p:cNvSpPr>
            <a:spLocks noGrp="1"/>
          </p:cNvSpPr>
          <p:nvPr>
            <p:ph type="sldNum" sz="quarter" idx="12"/>
          </p:nvPr>
        </p:nvSpPr>
        <p:spPr/>
        <p:txBody>
          <a:bodyPr>
            <a:normAutofit/>
          </a:bodyPr>
          <a:lstStyle/>
          <a:p>
            <a:pPr>
              <a:defRPr/>
            </a:pPr>
            <a:fld id="{918DA4C6-9814-4D6E-ADED-EAB1780D47A8}" type="slidenum">
              <a:rPr lang="en-US" smtClean="0"/>
              <a:pPr>
                <a:defRPr/>
              </a:pPr>
              <a:t>8</a:t>
            </a:fld>
            <a:endParaRPr lang="en-US"/>
          </a:p>
        </p:txBody>
      </p:sp>
    </p:spTree>
    <p:extLst>
      <p:ext uri="{BB962C8B-B14F-4D97-AF65-F5344CB8AC3E}">
        <p14:creationId xmlns:p14="http://schemas.microsoft.com/office/powerpoint/2010/main" val="3223227830"/>
      </p:ext>
    </p:extLst>
  </p:cSld>
  <p:clrMapOvr>
    <a:masterClrMapping/>
  </p:clrMapOvr>
  <p:transition>
    <p:checker dir="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85800" y="152400"/>
            <a:ext cx="6870700" cy="1371600"/>
          </a:xfrm>
        </p:spPr>
        <p:txBody>
          <a:bodyPr>
            <a:normAutofit fontScale="90000"/>
          </a:bodyPr>
          <a:lstStyle/>
          <a:p>
            <a:pPr eaLnBrk="1" fontAlgn="auto" hangingPunct="1">
              <a:spcAft>
                <a:spcPts val="0"/>
              </a:spcAft>
              <a:defRPr/>
            </a:pPr>
            <a:r>
              <a:rPr lang="en-US" b="1" dirty="0" smtClean="0">
                <a:latin typeface="Preeti" pitchFamily="2" charset="0"/>
              </a:rPr>
              <a:t/>
            </a:r>
            <a:br>
              <a:rPr lang="en-US" b="1" dirty="0" smtClean="0">
                <a:latin typeface="Preeti" pitchFamily="2" charset="0"/>
              </a:rPr>
            </a:br>
            <a:r>
              <a:rPr lang="en-US" b="1" dirty="0" err="1" smtClean="0">
                <a:effectLst>
                  <a:outerShdw blurRad="38100" dist="38100" dir="2700000" algn="tl">
                    <a:srgbClr val="000000">
                      <a:alpha val="43137"/>
                    </a:srgbClr>
                  </a:outerShdw>
                </a:effectLst>
                <a:latin typeface="Preeti" pitchFamily="2" charset="0"/>
              </a:rPr>
              <a:t>cjwf</a:t>
            </a:r>
            <a:r>
              <a:rPr lang="en-US" b="1" dirty="0" smtClean="0">
                <a:effectLst>
                  <a:outerShdw blurRad="38100" dist="38100" dir="2700000" algn="tl">
                    <a:srgbClr val="000000">
                      <a:alpha val="43137"/>
                    </a:srgbClr>
                  </a:outerShdw>
                </a:effectLst>
                <a:latin typeface="Preeti" pitchFamily="2" charset="0"/>
              </a:rPr>
              <a:t>/</a:t>
            </a:r>
            <a:r>
              <a:rPr lang="en-US" b="1" dirty="0" err="1" smtClean="0">
                <a:effectLst>
                  <a:outerShdw blurRad="38100" dist="38100" dir="2700000" algn="tl">
                    <a:srgbClr val="000000">
                      <a:alpha val="43137"/>
                    </a:srgbClr>
                  </a:outerShdw>
                </a:effectLst>
                <a:latin typeface="Preeti" pitchFamily="2" charset="0"/>
              </a:rPr>
              <a:t>0ffTds</a:t>
            </a:r>
            <a:r>
              <a:rPr lang="en-US" b="1" dirty="0" smtClean="0">
                <a:effectLst>
                  <a:outerShdw blurRad="38100" dist="38100" dir="2700000" algn="tl">
                    <a:srgbClr val="000000">
                      <a:alpha val="43137"/>
                    </a:srgbClr>
                  </a:outerShdw>
                </a:effectLst>
                <a:latin typeface="Preeti" pitchFamily="2" charset="0"/>
              </a:rPr>
              <a:t> </a:t>
            </a:r>
            <a:r>
              <a:rPr lang="en-US" b="1" dirty="0" err="1" smtClean="0">
                <a:effectLst>
                  <a:outerShdw blurRad="38100" dist="38100" dir="2700000" algn="tl">
                    <a:srgbClr val="000000">
                      <a:alpha val="43137"/>
                    </a:srgbClr>
                  </a:outerShdw>
                </a:effectLst>
                <a:latin typeface="Preeti" pitchFamily="2" charset="0"/>
              </a:rPr>
              <a:t>kIf</a:t>
            </a:r>
            <a:r>
              <a:rPr lang="en-US" b="1" dirty="0" smtClean="0"/>
              <a:t> </a:t>
            </a:r>
            <a:r>
              <a:rPr lang="en-US" dirty="0" smtClean="0"/>
              <a:t/>
            </a:r>
            <a:br>
              <a:rPr lang="en-US" dirty="0" smtClean="0"/>
            </a:br>
            <a:endParaRPr lang="en-US" dirty="0" smtClean="0"/>
          </a:p>
        </p:txBody>
      </p:sp>
      <p:sp>
        <p:nvSpPr>
          <p:cNvPr id="11267"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BE36A6F-D377-423F-AEDF-CF68D5B15171}" type="slidenum">
              <a:rPr lang="en-US" sz="1400" smtClean="0">
                <a:solidFill>
                  <a:srgbClr val="FFFFFF"/>
                </a:solidFill>
                <a:latin typeface="Franklin Gothic Book" panose="020B0503020102020204" pitchFamily="34" charset="0"/>
              </a:rPr>
              <a:pPr>
                <a:spcBef>
                  <a:spcPct val="0"/>
                </a:spcBef>
                <a:buClrTx/>
                <a:buSzTx/>
                <a:buFontTx/>
                <a:buNone/>
              </a:pPr>
              <a:t>9</a:t>
            </a:fld>
            <a:endParaRPr lang="en-US" sz="1400" smtClean="0">
              <a:solidFill>
                <a:srgbClr val="FFFFFF"/>
              </a:solidFill>
              <a:latin typeface="Franklin Gothic Book" panose="020B0503020102020204" pitchFamily="34" charset="0"/>
            </a:endParaRPr>
          </a:p>
        </p:txBody>
      </p:sp>
      <p:sp>
        <p:nvSpPr>
          <p:cNvPr id="2" name="Rectangle 3"/>
          <p:cNvSpPr>
            <a:spLocks noGrp="1" noChangeArrowheads="1"/>
          </p:cNvSpPr>
          <p:nvPr>
            <p:ph sz="quarter" idx="1"/>
          </p:nvPr>
        </p:nvSpPr>
        <p:spPr>
          <a:xfrm>
            <a:off x="263525" y="1752600"/>
            <a:ext cx="8042275" cy="4800600"/>
          </a:xfrm>
        </p:spPr>
        <p:txBody>
          <a:bodyPr>
            <a:normAutofit/>
          </a:bodyPr>
          <a:lstStyle/>
          <a:p>
            <a:pPr marL="274320" indent="-274320" algn="just" eaLnBrk="1" fontAlgn="auto" hangingPunct="1">
              <a:spcBef>
                <a:spcPts val="580"/>
              </a:spcBef>
              <a:spcAft>
                <a:spcPts val="0"/>
              </a:spcAft>
              <a:buClr>
                <a:schemeClr val="accent3"/>
              </a:buClr>
              <a:buFont typeface="Wingdings" pitchFamily="2" charset="2"/>
              <a:buChar char="Ø"/>
              <a:defRPr/>
            </a:pPr>
            <a:r>
              <a:rPr lang="en-US" sz="4000" b="1" u="sng" dirty="0" err="1" smtClean="0">
                <a:effectLst>
                  <a:outerShdw blurRad="38100" dist="38100" dir="2700000" algn="tl">
                    <a:srgbClr val="000000">
                      <a:alpha val="43137"/>
                    </a:srgbClr>
                  </a:outerShdw>
                </a:effectLst>
                <a:latin typeface="Preeti" pitchFamily="2" charset="0"/>
              </a:rPr>
              <a:t>sdg</a:t>
            </a:r>
            <a:r>
              <a:rPr lang="en-US" sz="4000" b="1" u="sng" dirty="0" smtClean="0">
                <a:effectLst>
                  <a:outerShdw blurRad="38100" dist="38100" dir="2700000" algn="tl">
                    <a:srgbClr val="000000">
                      <a:alpha val="43137"/>
                    </a:srgbClr>
                  </a:outerShdw>
                </a:effectLst>
                <a:latin typeface="Preeti" pitchFamily="2" charset="0"/>
              </a:rPr>
              <a:t> n k|0ffnLM</a:t>
            </a:r>
            <a:r>
              <a:rPr lang="en-US" sz="4000" dirty="0" smtClean="0">
                <a:effectLst>
                  <a:outerShdw blurRad="38100" dist="38100" dir="2700000" algn="tl">
                    <a:srgbClr val="000000">
                      <a:alpha val="43137"/>
                    </a:srgbClr>
                  </a:outerShdw>
                </a:effectLst>
                <a:latin typeface="Preeti" pitchFamily="2" charset="0"/>
              </a:rPr>
              <a:t>–</a:t>
            </a:r>
            <a:r>
              <a:rPr lang="en-US" sz="4000" dirty="0" smtClean="0">
                <a:latin typeface="Preeti" pitchFamily="2" charset="0"/>
              </a:rPr>
              <a:t> </a:t>
            </a:r>
            <a:r>
              <a:rPr lang="en-US" sz="4000" b="1" dirty="0" err="1" smtClean="0">
                <a:latin typeface="Preeti" pitchFamily="2" charset="0"/>
              </a:rPr>
              <a:t>cwf</a:t>
            </a:r>
            <a:r>
              <a:rPr lang="en-US" sz="4000" b="1" dirty="0" smtClean="0">
                <a:latin typeface="Preeti" pitchFamily="2" charset="0"/>
              </a:rPr>
              <a:t>/ / </a:t>
            </a:r>
            <a:r>
              <a:rPr lang="en-US" sz="4000" b="1" dirty="0" err="1" smtClean="0">
                <a:latin typeface="Preeti" pitchFamily="2" charset="0"/>
              </a:rPr>
              <a:t>sf</a:t>
            </a:r>
            <a:r>
              <a:rPr lang="en-US" sz="4000" b="1" dirty="0" smtClean="0">
                <a:latin typeface="Preeti" pitchFamily="2" charset="0"/>
              </a:rPr>
              <a:t>/0f ;</a:t>
            </a:r>
            <a:r>
              <a:rPr lang="en-US" sz="4000" b="1" dirty="0" err="1" smtClean="0">
                <a:latin typeface="Preeti" pitchFamily="2" charset="0"/>
              </a:rPr>
              <a:t>lxtsf</a:t>
            </a:r>
            <a:r>
              <a:rPr lang="en-US" sz="4000" b="1" dirty="0" smtClean="0">
                <a:latin typeface="Preeti" pitchFamily="2" charset="0"/>
              </a:rPr>
              <a:t>] </a:t>
            </a:r>
            <a:r>
              <a:rPr lang="en-US" sz="4000" b="1" dirty="0" err="1" smtClean="0">
                <a:latin typeface="Preeti" pitchFamily="2" charset="0"/>
              </a:rPr>
              <a:t>ljj</a:t>
            </a:r>
            <a:r>
              <a:rPr lang="en-US" sz="4000" b="1" dirty="0" smtClean="0">
                <a:latin typeface="Preeti" pitchFamily="2" charset="0"/>
              </a:rPr>
              <a:t>]</a:t>
            </a:r>
            <a:r>
              <a:rPr lang="en-US" sz="4000" b="1" dirty="0" err="1" smtClean="0">
                <a:latin typeface="Preeti" pitchFamily="2" charset="0"/>
              </a:rPr>
              <a:t>rgfo'Qm</a:t>
            </a:r>
            <a:r>
              <a:rPr lang="en-US" sz="4000" b="1" dirty="0" smtClean="0">
                <a:latin typeface="Preeti" pitchFamily="2" charset="0"/>
              </a:rPr>
              <a:t> / </a:t>
            </a:r>
            <a:r>
              <a:rPr lang="en-US" sz="4000" b="1" dirty="0" err="1" smtClean="0">
                <a:latin typeface="Preeti" pitchFamily="2" charset="0"/>
              </a:rPr>
              <a:t>cf</a:t>
            </a:r>
            <a:r>
              <a:rPr lang="en-US" sz="4000" b="1" dirty="0" smtClean="0">
                <a:latin typeface="Preeti" pitchFamily="2" charset="0"/>
              </a:rPr>
              <a:t>–</a:t>
            </a:r>
            <a:r>
              <a:rPr lang="en-US" sz="4000" b="1" dirty="0" err="1" smtClean="0">
                <a:latin typeface="Preeti" pitchFamily="2" charset="0"/>
              </a:rPr>
              <a:t>cfk</a:t>
            </a:r>
            <a:r>
              <a:rPr lang="en-US" sz="4000" b="1" dirty="0" smtClean="0">
                <a:latin typeface="Preeti" pitchFamily="2" charset="0"/>
              </a:rPr>
              <a:t>\mg} /</a:t>
            </a:r>
            <a:r>
              <a:rPr lang="en-US" sz="4000" b="1" dirty="0" err="1" smtClean="0">
                <a:latin typeface="Preeti" pitchFamily="2" charset="0"/>
              </a:rPr>
              <a:t>fo</a:t>
            </a:r>
            <a:r>
              <a:rPr lang="en-US" sz="4000" b="1" dirty="0" smtClean="0">
                <a:latin typeface="Preeti" pitchFamily="2" charset="0"/>
              </a:rPr>
              <a:t> ;</a:t>
            </a:r>
            <a:r>
              <a:rPr lang="en-US" sz="4000" b="1" dirty="0" err="1" smtClean="0">
                <a:latin typeface="Preeti" pitchFamily="2" charset="0"/>
              </a:rPr>
              <a:t>lxtsf</a:t>
            </a:r>
            <a:r>
              <a:rPr lang="en-US" sz="4000" b="1" dirty="0" smtClean="0">
                <a:latin typeface="Preeti" pitchFamily="2" charset="0"/>
              </a:rPr>
              <a:t>] </a:t>
            </a:r>
            <a:r>
              <a:rPr lang="en-US" sz="4000" b="1" dirty="0" err="1" smtClean="0">
                <a:latin typeface="Preeti" pitchFamily="2" charset="0"/>
              </a:rPr>
              <a:t>tfls</a:t>
            </a:r>
            <a:r>
              <a:rPr lang="en-US" sz="4000" b="1" dirty="0" smtClean="0">
                <a:latin typeface="Preeti" pitchFamily="2" charset="0"/>
              </a:rPr>
              <a:t>{s </a:t>
            </a:r>
            <a:r>
              <a:rPr lang="en-US" sz="4000" b="1" dirty="0" err="1" smtClean="0">
                <a:latin typeface="Preeti" pitchFamily="2" charset="0"/>
              </a:rPr>
              <a:t>cleJolQm</a:t>
            </a:r>
            <a:r>
              <a:rPr lang="en-US" sz="4000" b="1" dirty="0" smtClean="0">
                <a:latin typeface="Preeti" pitchFamily="2" charset="0"/>
              </a:rPr>
              <a:t> .</a:t>
            </a:r>
          </a:p>
          <a:p>
            <a:pPr marL="274320" indent="-274320" algn="just" eaLnBrk="1" fontAlgn="auto" hangingPunct="1">
              <a:spcBef>
                <a:spcPts val="580"/>
              </a:spcBef>
              <a:spcAft>
                <a:spcPts val="0"/>
              </a:spcAft>
              <a:buClr>
                <a:schemeClr val="accent3"/>
              </a:buClr>
              <a:buFont typeface="Wingdings" pitchFamily="2" charset="2"/>
              <a:buChar char="Ø"/>
              <a:defRPr/>
            </a:pPr>
            <a:r>
              <a:rPr lang="en-US" sz="4000" b="1" u="sng" dirty="0" err="1" smtClean="0">
                <a:effectLst>
                  <a:outerShdw blurRad="38100" dist="38100" dir="2700000" algn="tl">
                    <a:srgbClr val="000000">
                      <a:alpha val="43137"/>
                    </a:srgbClr>
                  </a:outerShdw>
                </a:effectLst>
                <a:latin typeface="Preeti" pitchFamily="2" charset="0"/>
              </a:rPr>
              <a:t>Gfful</a:t>
            </a:r>
            <a:r>
              <a:rPr lang="en-US" sz="4000" b="1" u="sng" dirty="0" smtClean="0">
                <a:effectLst>
                  <a:outerShdw blurRad="38100" dist="38100" dir="2700000" algn="tl">
                    <a:srgbClr val="000000">
                      <a:alpha val="43137"/>
                    </a:srgbClr>
                  </a:outerShdw>
                </a:effectLst>
                <a:latin typeface="Preeti" pitchFamily="2" charset="0"/>
              </a:rPr>
              <a:t>/s </a:t>
            </a:r>
            <a:r>
              <a:rPr lang="en-US" sz="4000" b="1" u="sng" dirty="0" err="1" smtClean="0">
                <a:effectLst>
                  <a:outerShdw blurRad="38100" dist="38100" dir="2700000" algn="tl">
                    <a:srgbClr val="000000">
                      <a:alpha val="43137"/>
                    </a:srgbClr>
                  </a:outerShdw>
                </a:effectLst>
                <a:latin typeface="Preeti" pitchFamily="2" charset="0"/>
              </a:rPr>
              <a:t>sfg"g</a:t>
            </a:r>
            <a:r>
              <a:rPr lang="en-US" sz="4000" b="1" u="sng" dirty="0" smtClean="0">
                <a:effectLst>
                  <a:outerShdw blurRad="38100" dist="38100" dir="2700000" algn="tl">
                    <a:srgbClr val="000000">
                      <a:alpha val="43137"/>
                    </a:srgbClr>
                  </a:outerShdw>
                </a:effectLst>
                <a:latin typeface="Preeti" pitchFamily="2" charset="0"/>
              </a:rPr>
              <a:t> </a:t>
            </a:r>
            <a:r>
              <a:rPr lang="en-US" sz="4000" b="1" u="sng" dirty="0" err="1" smtClean="0">
                <a:effectLst>
                  <a:outerShdw blurRad="38100" dist="38100" dir="2700000" algn="tl">
                    <a:srgbClr val="000000">
                      <a:alpha val="43137"/>
                    </a:srgbClr>
                  </a:outerShdw>
                </a:effectLst>
                <a:latin typeface="Preeti" pitchFamily="2" charset="0"/>
              </a:rPr>
              <a:t>k|0ffnL</a:t>
            </a:r>
            <a:r>
              <a:rPr lang="en-US" sz="4000" b="1" dirty="0" err="1" smtClean="0">
                <a:effectLst>
                  <a:outerShdw blurRad="38100" dist="38100" dir="2700000" algn="tl">
                    <a:srgbClr val="000000">
                      <a:alpha val="43137"/>
                    </a:srgbClr>
                  </a:outerShdw>
                </a:effectLst>
                <a:latin typeface="Preeti" pitchFamily="2" charset="0"/>
              </a:rPr>
              <a:t>M</a:t>
            </a:r>
            <a:r>
              <a:rPr lang="en-US" sz="4000" b="1" dirty="0" smtClean="0">
                <a:effectLst>
                  <a:outerShdw blurRad="38100" dist="38100" dir="2700000" algn="tl">
                    <a:srgbClr val="000000">
                      <a:alpha val="43137"/>
                    </a:srgbClr>
                  </a:outerShdw>
                </a:effectLst>
                <a:latin typeface="Preeti" pitchFamily="2" charset="0"/>
              </a:rPr>
              <a:t>– </a:t>
            </a:r>
            <a:r>
              <a:rPr lang="en-US" sz="4000" b="1" dirty="0" smtClean="0">
                <a:latin typeface="Preeti" pitchFamily="2" charset="0"/>
              </a:rPr>
              <a:t>x/]s </a:t>
            </a:r>
            <a:r>
              <a:rPr lang="en-US" sz="4000" b="1" dirty="0" err="1" smtClean="0">
                <a:latin typeface="Preeti" pitchFamily="2" charset="0"/>
              </a:rPr>
              <a:t>ljjfbsf</a:t>
            </a:r>
            <a:r>
              <a:rPr lang="en-US" sz="4000" b="1" dirty="0" smtClean="0">
                <a:latin typeface="Preeti" pitchFamily="2" charset="0"/>
              </a:rPr>
              <a:t>] </a:t>
            </a:r>
            <a:r>
              <a:rPr lang="en-US" sz="4000" b="1" dirty="0" err="1" smtClean="0">
                <a:latin typeface="Preeti" pitchFamily="2" charset="0"/>
              </a:rPr>
              <a:t>nflu</a:t>
            </a:r>
            <a:r>
              <a:rPr lang="en-US" sz="4000" b="1" dirty="0" smtClean="0">
                <a:latin typeface="Preeti" pitchFamily="2" charset="0"/>
              </a:rPr>
              <a:t> </a:t>
            </a:r>
            <a:r>
              <a:rPr lang="en-US" sz="4000" b="1" dirty="0" err="1" smtClean="0">
                <a:latin typeface="Preeti" pitchFamily="2" charset="0"/>
              </a:rPr>
              <a:t>sfg"g</a:t>
            </a:r>
            <a:r>
              <a:rPr lang="en-US" sz="4000" b="1" dirty="0" smtClean="0">
                <a:latin typeface="Preeti" pitchFamily="2" charset="0"/>
              </a:rPr>
              <a:t> </a:t>
            </a:r>
            <a:r>
              <a:rPr lang="en-US" sz="4000" b="1" dirty="0" err="1" smtClean="0">
                <a:latin typeface="Preeti" pitchFamily="2" charset="0"/>
              </a:rPr>
              <a:t>ag</a:t>
            </a:r>
            <a:r>
              <a:rPr lang="en-US" sz="4000" b="1" dirty="0" smtClean="0">
                <a:latin typeface="Preeti" pitchFamily="2" charset="0"/>
              </a:rPr>
              <a:t>]</a:t>
            </a:r>
            <a:r>
              <a:rPr lang="en-US" sz="4000" b="1" dirty="0" err="1" smtClean="0">
                <a:latin typeface="Preeti" pitchFamily="2" charset="0"/>
              </a:rPr>
              <a:t>sf</a:t>
            </a:r>
            <a:r>
              <a:rPr lang="en-US" sz="4000" b="1" dirty="0" smtClean="0">
                <a:latin typeface="Preeti" pitchFamily="2" charset="0"/>
              </a:rPr>
              <a:t>] </a:t>
            </a:r>
            <a:r>
              <a:rPr lang="en-US" sz="4000" b="1" dirty="0" err="1" smtClean="0">
                <a:latin typeface="Preeti" pitchFamily="2" charset="0"/>
              </a:rPr>
              <a:t>x'G5</a:t>
            </a:r>
            <a:r>
              <a:rPr lang="en-US" sz="4000" b="1" dirty="0" smtClean="0">
                <a:latin typeface="Preeti" pitchFamily="2" charset="0"/>
              </a:rPr>
              <a:t>, </a:t>
            </a:r>
            <a:r>
              <a:rPr lang="en-US" sz="4000" b="1" dirty="0" err="1" smtClean="0">
                <a:latin typeface="Preeti" pitchFamily="2" charset="0"/>
              </a:rPr>
              <a:t>cbfntn</a:t>
            </a:r>
            <a:r>
              <a:rPr lang="en-US" sz="4000" b="1" dirty="0" smtClean="0">
                <a:latin typeface="Preeti" pitchFamily="2" charset="0"/>
              </a:rPr>
              <a:t>] </a:t>
            </a:r>
            <a:r>
              <a:rPr lang="en-US" sz="4000" b="1" dirty="0" err="1" smtClean="0">
                <a:latin typeface="Preeti" pitchFamily="2" charset="0"/>
              </a:rPr>
              <a:t>To;sf</a:t>
            </a:r>
            <a:r>
              <a:rPr lang="en-US" sz="4000" b="1" dirty="0" smtClean="0">
                <a:latin typeface="Preeti" pitchFamily="2" charset="0"/>
              </a:rPr>
              <a:t>] </a:t>
            </a:r>
            <a:r>
              <a:rPr lang="en-US" sz="4000" b="1" dirty="0" err="1" smtClean="0">
                <a:latin typeface="Preeti" pitchFamily="2" charset="0"/>
              </a:rPr>
              <a:t>3f</a:t>
            </a:r>
            <a:r>
              <a:rPr lang="en-US" sz="4000" b="1" dirty="0" smtClean="0">
                <a:latin typeface="Preeti" pitchFamily="2" charset="0"/>
              </a:rPr>
              <a:t>]</a:t>
            </a:r>
            <a:r>
              <a:rPr lang="en-US" sz="4000" b="1" dirty="0" err="1" smtClean="0">
                <a:latin typeface="Preeti" pitchFamily="2" charset="0"/>
              </a:rPr>
              <a:t>if0ff</a:t>
            </a:r>
            <a:r>
              <a:rPr lang="en-US" sz="4000" b="1" dirty="0" smtClean="0">
                <a:latin typeface="Preeti" pitchFamily="2" charset="0"/>
              </a:rPr>
              <a:t> </a:t>
            </a:r>
            <a:r>
              <a:rPr lang="en-US" sz="4000" b="1" dirty="0" err="1" smtClean="0">
                <a:latin typeface="Preeti" pitchFamily="2" charset="0"/>
              </a:rPr>
              <a:t>dfq</a:t>
            </a:r>
            <a:r>
              <a:rPr lang="en-US" sz="4000" b="1" dirty="0" smtClean="0">
                <a:latin typeface="Preeti" pitchFamily="2" charset="0"/>
              </a:rPr>
              <a:t> </a:t>
            </a:r>
            <a:r>
              <a:rPr lang="en-US" sz="4000" b="1" dirty="0" err="1" smtClean="0">
                <a:latin typeface="Preeti" pitchFamily="2" charset="0"/>
              </a:rPr>
              <a:t>ub</a:t>
            </a:r>
            <a:r>
              <a:rPr lang="en-US" sz="4000" b="1" dirty="0" smtClean="0">
                <a:latin typeface="Preeti" pitchFamily="2" charset="0"/>
              </a:rPr>
              <a:t>{5 . </a:t>
            </a:r>
            <a:r>
              <a:rPr lang="en-US" sz="4000" b="1" dirty="0" err="1" smtClean="0">
                <a:latin typeface="Preeti" pitchFamily="2" charset="0"/>
              </a:rPr>
              <a:t>sfg"gsf</a:t>
            </a:r>
            <a:r>
              <a:rPr lang="en-US" sz="4000" b="1" dirty="0" smtClean="0">
                <a:latin typeface="Preeti" pitchFamily="2" charset="0"/>
              </a:rPr>
              <a:t>] </a:t>
            </a:r>
            <a:r>
              <a:rPr lang="en-US" sz="4000" b="1" dirty="0" err="1" smtClean="0">
                <a:latin typeface="Preeti" pitchFamily="2" charset="0"/>
              </a:rPr>
              <a:t>yk</a:t>
            </a:r>
            <a:r>
              <a:rPr lang="en-US" sz="4000" b="1" dirty="0" smtClean="0">
                <a:latin typeface="Preeti" pitchFamily="2" charset="0"/>
              </a:rPr>
              <a:t> </a:t>
            </a:r>
            <a:r>
              <a:rPr lang="en-US" sz="4000" b="1" dirty="0" err="1" smtClean="0">
                <a:latin typeface="Preeti" pitchFamily="2" charset="0"/>
              </a:rPr>
              <a:t>AofVof</a:t>
            </a:r>
            <a:r>
              <a:rPr lang="en-US" sz="4000" b="1" dirty="0" smtClean="0">
                <a:latin typeface="Preeti" pitchFamily="2" charset="0"/>
              </a:rPr>
              <a:t> h?/L 5}g . km/s km/s /</a:t>
            </a:r>
            <a:r>
              <a:rPr lang="en-US" sz="4000" b="1" dirty="0" err="1" smtClean="0">
                <a:latin typeface="Preeti" pitchFamily="2" charset="0"/>
              </a:rPr>
              <a:t>fo</a:t>
            </a:r>
            <a:r>
              <a:rPr lang="en-US" sz="4000" b="1" dirty="0" smtClean="0">
                <a:latin typeface="Preeti" pitchFamily="2" charset="0"/>
              </a:rPr>
              <a:t> </a:t>
            </a:r>
            <a:r>
              <a:rPr lang="en-US" sz="4000" b="1" dirty="0" err="1" smtClean="0">
                <a:latin typeface="Preeti" pitchFamily="2" charset="0"/>
              </a:rPr>
              <a:t>JoQm</a:t>
            </a:r>
            <a:r>
              <a:rPr lang="en-US" sz="4000" b="1" dirty="0" smtClean="0">
                <a:latin typeface="Preeti" pitchFamily="2" charset="0"/>
              </a:rPr>
              <a:t> </a:t>
            </a:r>
            <a:r>
              <a:rPr lang="en-US" sz="4000" b="1" dirty="0" err="1" smtClean="0">
                <a:latin typeface="Preeti" pitchFamily="2" charset="0"/>
              </a:rPr>
              <a:t>ug</a:t>
            </a:r>
            <a:r>
              <a:rPr lang="en-US" sz="4000" b="1" dirty="0" smtClean="0">
                <a:latin typeface="Preeti" pitchFamily="2" charset="0"/>
              </a:rPr>
              <a:t>{' </a:t>
            </a:r>
            <a:r>
              <a:rPr lang="en-US" sz="4000" b="1" dirty="0" err="1" smtClean="0">
                <a:latin typeface="Preeti" pitchFamily="2" charset="0"/>
              </a:rPr>
              <a:t>Goflos</a:t>
            </a:r>
            <a:r>
              <a:rPr lang="en-US" sz="4000" b="1" dirty="0" smtClean="0">
                <a:latin typeface="Preeti" pitchFamily="2" charset="0"/>
              </a:rPr>
              <a:t> c/</a:t>
            </a:r>
            <a:r>
              <a:rPr lang="en-US" sz="4000" b="1" dirty="0" err="1" smtClean="0">
                <a:latin typeface="Preeti" pitchFamily="2" charset="0"/>
              </a:rPr>
              <a:t>fhstf</a:t>
            </a:r>
            <a:r>
              <a:rPr lang="en-US" sz="4000" b="1" dirty="0" smtClean="0">
                <a:latin typeface="Preeti" pitchFamily="2" charset="0"/>
              </a:rPr>
              <a:t> </a:t>
            </a:r>
            <a:r>
              <a:rPr lang="en-US" sz="4000" b="1" dirty="0" err="1" smtClean="0">
                <a:latin typeface="Preeti" pitchFamily="2" charset="0"/>
              </a:rPr>
              <a:t>dfq</a:t>
            </a:r>
            <a:r>
              <a:rPr lang="en-US" sz="4000" b="1" dirty="0" smtClean="0">
                <a:latin typeface="Preeti" pitchFamily="2" charset="0"/>
              </a:rPr>
              <a:t> </a:t>
            </a:r>
            <a:r>
              <a:rPr lang="en-US" sz="4000" b="1" dirty="0" err="1" smtClean="0">
                <a:latin typeface="Preeti" pitchFamily="2" charset="0"/>
              </a:rPr>
              <a:t>xf</a:t>
            </a:r>
            <a:r>
              <a:rPr lang="en-US" sz="4000" b="1" dirty="0" smtClean="0">
                <a:latin typeface="Preeti" pitchFamily="2" charset="0"/>
              </a:rPr>
              <a:t>] . </a:t>
            </a:r>
            <a:endParaRPr lang="en-US" sz="4000" b="1" u="sng" dirty="0" smtClean="0">
              <a:latin typeface="Preeti" pitchFamily="2" charset="0"/>
            </a:endParaRPr>
          </a:p>
          <a:p>
            <a:pPr marL="274320" indent="-274320" eaLnBrk="1" fontAlgn="auto" hangingPunct="1">
              <a:spcBef>
                <a:spcPts val="580"/>
              </a:spcBef>
              <a:spcAft>
                <a:spcPts val="0"/>
              </a:spcAft>
              <a:buClr>
                <a:schemeClr val="accent3"/>
              </a:buClr>
              <a:buFont typeface="Wingdings" pitchFamily="2" charset="2"/>
              <a:buChar char="Ø"/>
              <a:defRPr/>
            </a:pPr>
            <a:endParaRPr lang="en-US" sz="4000" b="1" u="sng" dirty="0" smtClean="0"/>
          </a:p>
          <a:p>
            <a:pPr marL="274320" indent="-274320" eaLnBrk="1" fontAlgn="auto" hangingPunct="1">
              <a:spcBef>
                <a:spcPts val="580"/>
              </a:spcBef>
              <a:spcAft>
                <a:spcPts val="0"/>
              </a:spcAft>
              <a:buClr>
                <a:schemeClr val="accent3"/>
              </a:buClr>
              <a:buFont typeface="Wingdings 2"/>
              <a:buChar char=""/>
              <a:defRPr/>
            </a:pPr>
            <a:endParaRPr lang="en-US" sz="3000" dirty="0" smtClean="0"/>
          </a:p>
          <a:p>
            <a:pPr marL="274320" indent="-274320" eaLnBrk="1" fontAlgn="auto" hangingPunct="1">
              <a:spcBef>
                <a:spcPts val="580"/>
              </a:spcBef>
              <a:spcAft>
                <a:spcPts val="0"/>
              </a:spcAft>
              <a:buClr>
                <a:schemeClr val="accent3"/>
              </a:buClr>
              <a:buFont typeface="Wingdings 2"/>
              <a:buChar char=""/>
              <a:defRPr/>
            </a:pPr>
            <a:endParaRPr lang="en-US" sz="3000" dirty="0" smtClean="0"/>
          </a:p>
        </p:txBody>
      </p:sp>
    </p:spTree>
  </p:cSld>
  <p:clrMapOvr>
    <a:masterClrMapping/>
  </p:clrMapOvr>
  <p:transition>
    <p:checker dir="vert"/>
  </p:transition>
  <p:timing>
    <p:tnLst>
      <p:par>
        <p:cTn id="1" dur="indefinite" restart="never" nodeType="tmRoot"/>
      </p:par>
    </p:tnLst>
    <p:bldLst>
      <p:bldP spid="7170" grpId="0"/>
      <p:bldP spid="2" grpId="0" build="p">
        <p:tmplLst>
          <p:tmpl lvl="1">
            <p:tnLst>
              <p:par>
                <p:cTn presetID="22" presetClass="entr" presetSubtype="8" fill="hold" nodeType="click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2">
            <p:tnLst>
              <p:par>
                <p:cTn presetID="22" presetClass="entr" presetSubtype="8"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3">
            <p:tnLst>
              <p:par>
                <p:cTn presetID="22" presetClass="entr" presetSubtype="8"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4">
            <p:tnLst>
              <p:par>
                <p:cTn presetID="22" presetClass="entr" presetSubtype="8"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Lst>
      </p:b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EF13000-B259-464F-B962-A36E192520C0}" type="slidenum">
              <a:rPr lang="en-US" sz="1400" smtClean="0">
                <a:solidFill>
                  <a:srgbClr val="FFFFFF"/>
                </a:solidFill>
                <a:latin typeface="Franklin Gothic Book" panose="020B0503020102020204" pitchFamily="34" charset="0"/>
              </a:rPr>
              <a:pPr>
                <a:spcBef>
                  <a:spcPct val="0"/>
                </a:spcBef>
                <a:buClrTx/>
                <a:buSzTx/>
                <a:buFontTx/>
                <a:buNone/>
              </a:pPr>
              <a:t>10</a:t>
            </a:fld>
            <a:endParaRPr lang="en-US" sz="1400" smtClean="0">
              <a:solidFill>
                <a:srgbClr val="FFFFFF"/>
              </a:solidFill>
              <a:latin typeface="Franklin Gothic Book" panose="020B0503020102020204" pitchFamily="34" charset="0"/>
            </a:endParaRPr>
          </a:p>
        </p:txBody>
      </p:sp>
      <p:sp>
        <p:nvSpPr>
          <p:cNvPr id="24579" name="Rectangle 3"/>
          <p:cNvSpPr>
            <a:spLocks noGrp="1" noChangeArrowheads="1"/>
          </p:cNvSpPr>
          <p:nvPr>
            <p:ph sz="quarter" idx="1"/>
          </p:nvPr>
        </p:nvSpPr>
        <p:spPr>
          <a:xfrm>
            <a:off x="304800" y="1524000"/>
            <a:ext cx="8534400" cy="4841875"/>
          </a:xfrm>
        </p:spPr>
        <p:txBody>
          <a:bodyPr>
            <a:normAutofit/>
          </a:bodyPr>
          <a:lstStyle/>
          <a:p>
            <a:pPr marL="274320" indent="-274320" eaLnBrk="1" fontAlgn="auto" hangingPunct="1">
              <a:spcBef>
                <a:spcPts val="580"/>
              </a:spcBef>
              <a:spcAft>
                <a:spcPts val="0"/>
              </a:spcAft>
              <a:buClr>
                <a:schemeClr val="accent3"/>
              </a:buClr>
              <a:buFont typeface="Wingdings" pitchFamily="2" charset="2"/>
              <a:buChar char="Ø"/>
              <a:defRPr/>
            </a:pPr>
            <a:r>
              <a:rPr lang="en-US" sz="4000" b="1" dirty="0" smtClean="0">
                <a:effectLst>
                  <a:outerShdw blurRad="38100" dist="38100" dir="2700000" algn="tl">
                    <a:srgbClr val="000000">
                      <a:alpha val="43137"/>
                    </a:srgbClr>
                  </a:outerShdw>
                </a:effectLst>
                <a:latin typeface="Preeti" pitchFamily="2" charset="0"/>
              </a:rPr>
              <a:t>;j{;</a:t>
            </a:r>
            <a:r>
              <a:rPr lang="en-US" sz="4000" b="1" dirty="0" err="1" smtClean="0">
                <a:effectLst>
                  <a:outerShdw blurRad="38100" dist="38100" dir="2700000" algn="tl">
                    <a:srgbClr val="000000">
                      <a:alpha val="43137"/>
                    </a:srgbClr>
                  </a:outerShdw>
                </a:effectLst>
                <a:latin typeface="Preeti" pitchFamily="2" charset="0"/>
              </a:rPr>
              <a:t>Ddt</a:t>
            </a:r>
            <a:r>
              <a:rPr lang="en-US" sz="4000" b="1" dirty="0" smtClean="0">
                <a:effectLst>
                  <a:outerShdw blurRad="38100" dist="38100" dir="2700000" algn="tl">
                    <a:srgbClr val="000000">
                      <a:alpha val="43137"/>
                    </a:srgbClr>
                  </a:outerShdw>
                </a:effectLst>
                <a:latin typeface="Preeti" pitchFamily="2" charset="0"/>
              </a:rPr>
              <a:t> km};</a:t>
            </a:r>
            <a:r>
              <a:rPr lang="en-US" sz="4000" b="1" dirty="0" err="1" smtClean="0">
                <a:effectLst>
                  <a:outerShdw blurRad="38100" dist="38100" dir="2700000" algn="tl">
                    <a:srgbClr val="000000">
                      <a:alpha val="43137"/>
                    </a:srgbClr>
                  </a:outerShdw>
                </a:effectLst>
                <a:latin typeface="Preeti" pitchFamily="2" charset="0"/>
              </a:rPr>
              <a:t>nf</a:t>
            </a:r>
            <a:r>
              <a:rPr lang="en-US" sz="4000" b="1" dirty="0" smtClean="0">
                <a:effectLst>
                  <a:outerShdw blurRad="38100" dist="38100" dir="2700000" algn="tl">
                    <a:srgbClr val="000000">
                      <a:alpha val="43137"/>
                    </a:srgbClr>
                  </a:outerShdw>
                </a:effectLst>
              </a:rPr>
              <a:t> </a:t>
            </a:r>
            <a:r>
              <a:rPr lang="en-US" sz="4000" b="1" dirty="0" smtClean="0"/>
              <a:t>	</a:t>
            </a:r>
            <a:r>
              <a:rPr lang="en-US" sz="2800" b="1" dirty="0" smtClean="0">
                <a:latin typeface="Arial Black" pitchFamily="34" charset="0"/>
                <a:cs typeface="Arial" pitchFamily="34" charset="0"/>
              </a:rPr>
              <a:t>(Unanimous judgment)</a:t>
            </a:r>
            <a:endParaRPr lang="en-US" sz="3200" b="1" dirty="0" smtClean="0">
              <a:latin typeface="Arial Black" pitchFamily="34" charset="0"/>
              <a:cs typeface="Arial" pitchFamily="34" charset="0"/>
            </a:endParaRPr>
          </a:p>
          <a:p>
            <a:pPr marL="274320" indent="-274320" eaLnBrk="1" fontAlgn="auto" hangingPunct="1">
              <a:spcBef>
                <a:spcPts val="580"/>
              </a:spcBef>
              <a:spcAft>
                <a:spcPts val="0"/>
              </a:spcAft>
              <a:buClr>
                <a:schemeClr val="accent3"/>
              </a:buClr>
              <a:buFont typeface="Wingdings" pitchFamily="2" charset="2"/>
              <a:buNone/>
              <a:defRPr/>
            </a:pPr>
            <a:endParaRPr lang="en-US" sz="2800" b="1" dirty="0" smtClean="0"/>
          </a:p>
          <a:p>
            <a:pPr marL="274320" indent="-274320" eaLnBrk="1" fontAlgn="auto" hangingPunct="1">
              <a:spcBef>
                <a:spcPts val="580"/>
              </a:spcBef>
              <a:spcAft>
                <a:spcPts val="0"/>
              </a:spcAft>
              <a:buClr>
                <a:schemeClr val="accent3"/>
              </a:buClr>
              <a:buFont typeface="Wingdings" pitchFamily="2" charset="2"/>
              <a:buChar char="Ø"/>
              <a:defRPr/>
            </a:pPr>
            <a:r>
              <a:rPr lang="en-US" sz="4000" b="1" dirty="0" smtClean="0">
                <a:effectLst>
                  <a:outerShdw blurRad="38100" dist="38100" dir="2700000" algn="tl">
                    <a:srgbClr val="000000">
                      <a:alpha val="43137"/>
                    </a:srgbClr>
                  </a:outerShdw>
                </a:effectLst>
                <a:latin typeface="Preeti" pitchFamily="2" charset="0"/>
              </a:rPr>
              <a:t>/</a:t>
            </a:r>
            <a:r>
              <a:rPr lang="en-US" sz="4000" b="1" dirty="0" err="1" smtClean="0">
                <a:effectLst>
                  <a:outerShdw blurRad="38100" dist="38100" dir="2700000" algn="tl">
                    <a:srgbClr val="000000">
                      <a:alpha val="43137"/>
                    </a:srgbClr>
                  </a:outerShdw>
                </a:effectLst>
                <a:latin typeface="Preeti" pitchFamily="2" charset="0"/>
              </a:rPr>
              <a:t>foafemL</a:t>
            </a:r>
            <a:r>
              <a:rPr lang="en-US" sz="4000" b="1" dirty="0" smtClean="0">
                <a:effectLst>
                  <a:outerShdw blurRad="38100" dist="38100" dir="2700000" algn="tl">
                    <a:srgbClr val="000000">
                      <a:alpha val="43137"/>
                    </a:srgbClr>
                  </a:outerShdw>
                </a:effectLst>
                <a:latin typeface="Preeti" pitchFamily="2" charset="0"/>
              </a:rPr>
              <a:t> km};</a:t>
            </a:r>
            <a:r>
              <a:rPr lang="en-US" sz="4000" b="1" dirty="0" err="1" smtClean="0">
                <a:effectLst>
                  <a:outerShdw blurRad="38100" dist="38100" dir="2700000" algn="tl">
                    <a:srgbClr val="000000">
                      <a:alpha val="43137"/>
                    </a:srgbClr>
                  </a:outerShdw>
                </a:effectLst>
                <a:latin typeface="Preeti" pitchFamily="2" charset="0"/>
              </a:rPr>
              <a:t>nf</a:t>
            </a:r>
            <a:r>
              <a:rPr lang="en-US" sz="3200" b="1" dirty="0" smtClean="0">
                <a:effectLst>
                  <a:outerShdw blurRad="38100" dist="38100" dir="2700000" algn="tl">
                    <a:srgbClr val="000000">
                      <a:alpha val="43137"/>
                    </a:srgbClr>
                  </a:outerShdw>
                </a:effectLst>
              </a:rPr>
              <a:t> </a:t>
            </a:r>
            <a:r>
              <a:rPr lang="en-US" sz="3200" b="1" dirty="0" smtClean="0"/>
              <a:t>	</a:t>
            </a:r>
            <a:r>
              <a:rPr lang="en-US" sz="2800" b="1" dirty="0" smtClean="0">
                <a:latin typeface="Arial Black" pitchFamily="34" charset="0"/>
                <a:cs typeface="Arial" pitchFamily="34" charset="0"/>
              </a:rPr>
              <a:t>(Dissenting Opinion)</a:t>
            </a:r>
          </a:p>
          <a:p>
            <a:pPr marL="274320" indent="-274320" eaLnBrk="1" fontAlgn="auto" hangingPunct="1">
              <a:spcBef>
                <a:spcPts val="580"/>
              </a:spcBef>
              <a:spcAft>
                <a:spcPts val="0"/>
              </a:spcAft>
              <a:buClr>
                <a:schemeClr val="accent3"/>
              </a:buClr>
              <a:buFont typeface="Wingdings" pitchFamily="2" charset="2"/>
              <a:buNone/>
              <a:defRPr/>
            </a:pPr>
            <a:endParaRPr lang="en-US" sz="2800" b="1" dirty="0" smtClean="0"/>
          </a:p>
          <a:p>
            <a:pPr marL="274320" indent="-274320" eaLnBrk="1" fontAlgn="auto" hangingPunct="1">
              <a:spcBef>
                <a:spcPts val="580"/>
              </a:spcBef>
              <a:spcAft>
                <a:spcPts val="0"/>
              </a:spcAft>
              <a:buClr>
                <a:schemeClr val="accent3"/>
              </a:buClr>
              <a:buFont typeface="Wingdings" pitchFamily="2" charset="2"/>
              <a:buChar char="Ø"/>
              <a:defRPr/>
            </a:pPr>
            <a:r>
              <a:rPr lang="en-US" sz="4000" b="1" dirty="0" smtClean="0">
                <a:effectLst>
                  <a:outerShdw blurRad="38100" dist="38100" dir="2700000" algn="tl">
                    <a:srgbClr val="000000">
                      <a:alpha val="43137"/>
                    </a:srgbClr>
                  </a:outerShdw>
                </a:effectLst>
                <a:latin typeface="Preeti" pitchFamily="2" charset="0"/>
              </a:rPr>
              <a:t>;</a:t>
            </a:r>
            <a:r>
              <a:rPr lang="en-US" sz="4000" b="1" dirty="0" err="1" smtClean="0">
                <a:effectLst>
                  <a:outerShdw blurRad="38100" dist="38100" dir="2700000" algn="tl">
                    <a:srgbClr val="000000">
                      <a:alpha val="43137"/>
                    </a:srgbClr>
                  </a:outerShdw>
                </a:effectLst>
                <a:latin typeface="Preeti" pitchFamily="2" charset="0"/>
              </a:rPr>
              <a:t>djtL</a:t>
            </a:r>
            <a:r>
              <a:rPr lang="en-US" sz="4000" b="1" dirty="0" smtClean="0">
                <a:effectLst>
                  <a:outerShdw blurRad="38100" dist="38100" dir="2700000" algn="tl">
                    <a:srgbClr val="000000">
                      <a:alpha val="43137"/>
                    </a:srgbClr>
                  </a:outerShdw>
                </a:effectLst>
                <a:latin typeface="Preeti" pitchFamily="2" charset="0"/>
              </a:rPr>
              <a:t>{ /</a:t>
            </a:r>
            <a:r>
              <a:rPr lang="en-US" sz="4000" b="1" dirty="0" err="1" smtClean="0">
                <a:effectLst>
                  <a:outerShdw blurRad="38100" dist="38100" dir="2700000" algn="tl">
                    <a:srgbClr val="000000">
                      <a:alpha val="43137"/>
                    </a:srgbClr>
                  </a:outerShdw>
                </a:effectLst>
                <a:latin typeface="Preeti" pitchFamily="2" charset="0"/>
              </a:rPr>
              <a:t>fo</a:t>
            </a:r>
            <a:r>
              <a:rPr lang="en-US" sz="3200" b="1" dirty="0" smtClean="0">
                <a:effectLst>
                  <a:outerShdw blurRad="38100" dist="38100" dir="2700000" algn="tl">
                    <a:srgbClr val="000000">
                      <a:alpha val="43137"/>
                    </a:srgbClr>
                  </a:outerShdw>
                </a:effectLst>
              </a:rPr>
              <a:t> 	</a:t>
            </a:r>
            <a:r>
              <a:rPr lang="en-US" sz="3200" b="1" dirty="0" smtClean="0"/>
              <a:t>	</a:t>
            </a:r>
            <a:r>
              <a:rPr lang="en-US" sz="2800" b="1" dirty="0" smtClean="0">
                <a:latin typeface="Arial Black" pitchFamily="34" charset="0"/>
                <a:cs typeface="Arial" pitchFamily="34" charset="0"/>
              </a:rPr>
              <a:t>(Concurring Opinion)</a:t>
            </a:r>
          </a:p>
          <a:p>
            <a:pPr marL="274320" indent="-274320" eaLnBrk="1" fontAlgn="auto" hangingPunct="1">
              <a:spcBef>
                <a:spcPts val="580"/>
              </a:spcBef>
              <a:spcAft>
                <a:spcPts val="0"/>
              </a:spcAft>
              <a:buClr>
                <a:schemeClr val="accent3"/>
              </a:buClr>
              <a:buFont typeface="Wingdings" pitchFamily="2" charset="2"/>
              <a:buNone/>
              <a:defRPr/>
            </a:pPr>
            <a:endParaRPr lang="en-US" sz="2800" b="1" dirty="0" smtClean="0"/>
          </a:p>
          <a:p>
            <a:pPr marL="274320" indent="-274320" eaLnBrk="1" fontAlgn="auto" hangingPunct="1">
              <a:spcBef>
                <a:spcPts val="580"/>
              </a:spcBef>
              <a:spcAft>
                <a:spcPts val="0"/>
              </a:spcAft>
              <a:buClr>
                <a:schemeClr val="accent3"/>
              </a:buClr>
              <a:buFont typeface="Wingdings" pitchFamily="2" charset="2"/>
              <a:buChar char="Ø"/>
              <a:defRPr/>
            </a:pPr>
            <a:r>
              <a:rPr lang="en-US" sz="3600" b="1" dirty="0" err="1" smtClean="0">
                <a:effectLst>
                  <a:outerShdw blurRad="38100" dist="38100" dir="2700000" algn="tl">
                    <a:srgbClr val="000000">
                      <a:alpha val="43137"/>
                    </a:srgbClr>
                  </a:outerShdw>
                </a:effectLst>
                <a:latin typeface="Preeti" pitchFamily="2" charset="0"/>
              </a:rPr>
              <a:t>ax'dtsf</a:t>
            </a:r>
            <a:r>
              <a:rPr lang="en-US" sz="3600" b="1" dirty="0" smtClean="0">
                <a:effectLst>
                  <a:outerShdw blurRad="38100" dist="38100" dir="2700000" algn="tl">
                    <a:srgbClr val="000000">
                      <a:alpha val="43137"/>
                    </a:srgbClr>
                  </a:outerShdw>
                </a:effectLst>
                <a:latin typeface="Preeti" pitchFamily="2" charset="0"/>
              </a:rPr>
              <a:t>] /</a:t>
            </a:r>
            <a:r>
              <a:rPr lang="en-US" sz="3600" b="1" dirty="0" err="1" smtClean="0">
                <a:effectLst>
                  <a:outerShdw blurRad="38100" dist="38100" dir="2700000" algn="tl">
                    <a:srgbClr val="000000">
                      <a:alpha val="43137"/>
                    </a:srgbClr>
                  </a:outerShdw>
                </a:effectLst>
                <a:latin typeface="Preeti" pitchFamily="2" charset="0"/>
              </a:rPr>
              <a:t>fo</a:t>
            </a:r>
            <a:r>
              <a:rPr lang="en-US" sz="3200" b="1" dirty="0" smtClean="0">
                <a:effectLst>
                  <a:outerShdw blurRad="38100" dist="38100" dir="2700000" algn="tl">
                    <a:srgbClr val="000000">
                      <a:alpha val="43137"/>
                    </a:srgbClr>
                  </a:outerShdw>
                </a:effectLst>
              </a:rPr>
              <a:t> </a:t>
            </a:r>
            <a:r>
              <a:rPr lang="en-US" sz="3200" b="1" dirty="0" smtClean="0"/>
              <a:t>		</a:t>
            </a:r>
            <a:r>
              <a:rPr lang="en-US" sz="2800" b="1" dirty="0" smtClean="0">
                <a:latin typeface="Arial Black" pitchFamily="34" charset="0"/>
                <a:cs typeface="Arial" pitchFamily="34" charset="0"/>
              </a:rPr>
              <a:t>(Majority Opinion)</a:t>
            </a:r>
          </a:p>
        </p:txBody>
      </p:sp>
      <p:sp>
        <p:nvSpPr>
          <p:cNvPr id="6" name="Rectangle 2"/>
          <p:cNvSpPr>
            <a:spLocks noGrp="1" noChangeArrowheads="1"/>
          </p:cNvSpPr>
          <p:nvPr>
            <p:ph type="title"/>
          </p:nvPr>
        </p:nvSpPr>
        <p:spPr>
          <a:xfrm>
            <a:off x="914400" y="274638"/>
            <a:ext cx="7772400" cy="1173162"/>
          </a:xfrm>
        </p:spPr>
        <p:txBody>
          <a:bodyPr>
            <a:normAutofit fontScale="90000"/>
          </a:bodyPr>
          <a:lstStyle/>
          <a:p>
            <a:pPr eaLnBrk="1" fontAlgn="auto" hangingPunct="1">
              <a:spcAft>
                <a:spcPts val="0"/>
              </a:spcAft>
              <a:defRPr/>
            </a:pPr>
            <a:r>
              <a:rPr lang="ne-NP" b="1" dirty="0" smtClean="0">
                <a:effectLst>
                  <a:outerShdw blurRad="38100" dist="38100" dir="2700000" algn="tl">
                    <a:srgbClr val="000000">
                      <a:alpha val="43137"/>
                    </a:srgbClr>
                  </a:outerShdw>
                </a:effectLst>
                <a:latin typeface="Preeti" pitchFamily="2" charset="0"/>
              </a:rPr>
              <a:t/>
            </a:r>
            <a:br>
              <a:rPr lang="ne-NP" b="1" dirty="0" smtClean="0">
                <a:effectLst>
                  <a:outerShdw blurRad="38100" dist="38100" dir="2700000" algn="tl">
                    <a:srgbClr val="000000">
                      <a:alpha val="43137"/>
                    </a:srgbClr>
                  </a:outerShdw>
                </a:effectLst>
                <a:latin typeface="Preeti" pitchFamily="2" charset="0"/>
              </a:rPr>
            </a:br>
            <a:r>
              <a:rPr lang="ne-NP" b="1" dirty="0">
                <a:effectLst>
                  <a:outerShdw blurRad="38100" dist="38100" dir="2700000" algn="tl">
                    <a:srgbClr val="000000">
                      <a:alpha val="43137"/>
                    </a:srgbClr>
                  </a:outerShdw>
                </a:effectLst>
                <a:latin typeface="Preeti" pitchFamily="2" charset="0"/>
              </a:rPr>
              <a:t> </a:t>
            </a:r>
            <a:r>
              <a:rPr lang="ne-NP" b="1" dirty="0" smtClean="0">
                <a:effectLst>
                  <a:outerShdw blurRad="38100" dist="38100" dir="2700000" algn="tl">
                    <a:srgbClr val="000000">
                      <a:alpha val="43137"/>
                    </a:srgbClr>
                  </a:outerShdw>
                </a:effectLst>
                <a:latin typeface="Preeti" pitchFamily="2" charset="0"/>
              </a:rPr>
              <a:t>         </a:t>
            </a:r>
            <a:br>
              <a:rPr lang="ne-NP" b="1" dirty="0" smtClean="0">
                <a:effectLst>
                  <a:outerShdw blurRad="38100" dist="38100" dir="2700000" algn="tl">
                    <a:srgbClr val="000000">
                      <a:alpha val="43137"/>
                    </a:srgbClr>
                  </a:outerShdw>
                </a:effectLst>
                <a:latin typeface="Preeti" pitchFamily="2" charset="0"/>
              </a:rPr>
            </a:br>
            <a:r>
              <a:rPr lang="ne-NP" b="1" dirty="0" smtClean="0">
                <a:effectLst>
                  <a:outerShdw blurRad="38100" dist="38100" dir="2700000" algn="tl">
                    <a:srgbClr val="000000">
                      <a:alpha val="43137"/>
                    </a:srgbClr>
                  </a:outerShdw>
                </a:effectLst>
                <a:latin typeface="Preeti" pitchFamily="2" charset="0"/>
              </a:rPr>
              <a:t/>
            </a:r>
            <a:br>
              <a:rPr lang="ne-NP" b="1" dirty="0" smtClean="0">
                <a:effectLst>
                  <a:outerShdw blurRad="38100" dist="38100" dir="2700000" algn="tl">
                    <a:srgbClr val="000000">
                      <a:alpha val="43137"/>
                    </a:srgbClr>
                  </a:outerShdw>
                </a:effectLst>
                <a:latin typeface="Preeti" pitchFamily="2" charset="0"/>
              </a:rPr>
            </a:br>
            <a:r>
              <a:rPr lang="ne-NP" b="1" dirty="0">
                <a:effectLst>
                  <a:outerShdw blurRad="38100" dist="38100" dir="2700000" algn="tl">
                    <a:srgbClr val="000000">
                      <a:alpha val="43137"/>
                    </a:srgbClr>
                  </a:outerShdw>
                </a:effectLst>
                <a:latin typeface="Preeti" pitchFamily="2" charset="0"/>
              </a:rPr>
              <a:t/>
            </a:r>
            <a:br>
              <a:rPr lang="ne-NP" b="1" dirty="0">
                <a:effectLst>
                  <a:outerShdw blurRad="38100" dist="38100" dir="2700000" algn="tl">
                    <a:srgbClr val="000000">
                      <a:alpha val="43137"/>
                    </a:srgbClr>
                  </a:outerShdw>
                </a:effectLst>
                <a:latin typeface="Preeti" pitchFamily="2" charset="0"/>
              </a:rPr>
            </a:br>
            <a:r>
              <a:rPr lang="en-US" sz="4400" b="1" dirty="0" smtClean="0">
                <a:effectLst>
                  <a:outerShdw blurRad="38100" dist="38100" dir="2700000" algn="tl">
                    <a:srgbClr val="000000">
                      <a:alpha val="43137"/>
                    </a:srgbClr>
                  </a:outerShdw>
                </a:effectLst>
                <a:latin typeface="Preeti" pitchFamily="2" charset="0"/>
              </a:rPr>
              <a:t>km};</a:t>
            </a:r>
            <a:r>
              <a:rPr lang="en-US" sz="4400" b="1" dirty="0" err="1" smtClean="0">
                <a:effectLst>
                  <a:outerShdw blurRad="38100" dist="38100" dir="2700000" algn="tl">
                    <a:srgbClr val="000000">
                      <a:alpha val="43137"/>
                    </a:srgbClr>
                  </a:outerShdw>
                </a:effectLst>
                <a:latin typeface="Preeti" pitchFamily="2" charset="0"/>
              </a:rPr>
              <a:t>nfsf</a:t>
            </a:r>
            <a:r>
              <a:rPr lang="en-US" sz="4400" b="1" dirty="0" smtClean="0">
                <a:effectLst>
                  <a:outerShdw blurRad="38100" dist="38100" dir="2700000" algn="tl">
                    <a:srgbClr val="000000">
                      <a:alpha val="43137"/>
                    </a:srgbClr>
                  </a:outerShdw>
                </a:effectLst>
                <a:latin typeface="Preeti" pitchFamily="2" charset="0"/>
              </a:rPr>
              <a:t> </a:t>
            </a:r>
            <a:r>
              <a:rPr lang="en-US" sz="4400" b="1" dirty="0" err="1" smtClean="0">
                <a:effectLst>
                  <a:outerShdw blurRad="38100" dist="38100" dir="2700000" algn="tl">
                    <a:srgbClr val="000000">
                      <a:alpha val="43137"/>
                    </a:srgbClr>
                  </a:outerShdw>
                </a:effectLst>
                <a:latin typeface="Preeti" pitchFamily="2" charset="0"/>
              </a:rPr>
              <a:t>k|sf</a:t>
            </a:r>
            <a:r>
              <a:rPr lang="en-US" sz="4400" b="1" dirty="0" smtClean="0">
                <a:effectLst>
                  <a:outerShdw blurRad="38100" dist="38100" dir="2700000" algn="tl">
                    <a:srgbClr val="000000">
                      <a:alpha val="43137"/>
                    </a:srgbClr>
                  </a:outerShdw>
                </a:effectLst>
                <a:latin typeface="Preeti" pitchFamily="2" charset="0"/>
              </a:rPr>
              <a:t>/</a:t>
            </a:r>
            <a:r>
              <a:rPr lang="en-US" sz="4400" b="1" dirty="0" smtClean="0">
                <a:latin typeface="Preeti" pitchFamily="2" charset="0"/>
              </a:rPr>
              <a:t/>
            </a:r>
            <a:br>
              <a:rPr lang="en-US" sz="4400" b="1" dirty="0" smtClean="0">
                <a:latin typeface="Preeti" pitchFamily="2" charset="0"/>
              </a:rPr>
            </a:br>
            <a:endParaRPr lang="en-US" sz="4400" b="1" dirty="0" smtClean="0">
              <a:latin typeface="Preeti" pitchFamily="2" charset="0"/>
            </a:endParaRPr>
          </a:p>
        </p:txBody>
      </p:sp>
    </p:spTree>
  </p:cSld>
  <p:clrMapOvr>
    <a:masterClrMapping/>
  </p:clrMapOvr>
  <p:transition>
    <p:checker dir="vert"/>
  </p:transition>
  <p:timing>
    <p:tnLst>
      <p:par>
        <p:cTn id="1" dur="indefinite" restart="never" nodeType="tmRoot"/>
      </p:par>
    </p:tnLst>
    <p:bldLst>
      <p:bldP spid="24579" grpId="0" build="p">
        <p:tmplLst>
          <p:tmpl lvl="1">
            <p:tnLst>
              <p:par>
                <p:cTn presetID="22" presetClass="entr" presetSubtype="8" fill="hold" nodeType="clickEffect">
                  <p:stCondLst>
                    <p:cond delay="0"/>
                  </p:stCondLst>
                  <p:childTnLst>
                    <p:set>
                      <p:cBhvr>
                        <p:cTn dur="1" fill="hold">
                          <p:stCondLst>
                            <p:cond delay="0"/>
                          </p:stCondLst>
                        </p:cTn>
                        <p:tgtEl>
                          <p:spTgt spid="24579"/>
                        </p:tgtEl>
                        <p:attrNameLst>
                          <p:attrName>style.visibility</p:attrName>
                        </p:attrNameLst>
                      </p:cBhvr>
                      <p:to>
                        <p:strVal val="visible"/>
                      </p:to>
                    </p:set>
                    <p:animEffect transition="in" filter="wipe(left)">
                      <p:cBhvr>
                        <p:cTn dur="500"/>
                        <p:tgtEl>
                          <p:spTgt spid="24579"/>
                        </p:tgtEl>
                      </p:cBhvr>
                    </p:animEffect>
                  </p:childTnLst>
                </p:cTn>
              </p:par>
            </p:tnLst>
          </p:tmpl>
          <p:tmpl lvl="2">
            <p:tnLst>
              <p:par>
                <p:cTn presetID="22" presetClass="entr" presetSubtype="8" fill="hold" nodeType="withEffect">
                  <p:stCondLst>
                    <p:cond delay="0"/>
                  </p:stCondLst>
                  <p:childTnLst>
                    <p:set>
                      <p:cBhvr>
                        <p:cTn dur="1" fill="hold">
                          <p:stCondLst>
                            <p:cond delay="0"/>
                          </p:stCondLst>
                        </p:cTn>
                        <p:tgtEl>
                          <p:spTgt spid="24579"/>
                        </p:tgtEl>
                        <p:attrNameLst>
                          <p:attrName>style.visibility</p:attrName>
                        </p:attrNameLst>
                      </p:cBhvr>
                      <p:to>
                        <p:strVal val="visible"/>
                      </p:to>
                    </p:set>
                    <p:animEffect transition="in" filter="wipe(left)">
                      <p:cBhvr>
                        <p:cTn dur="500"/>
                        <p:tgtEl>
                          <p:spTgt spid="24579"/>
                        </p:tgtEl>
                      </p:cBhvr>
                    </p:animEffect>
                  </p:childTnLst>
                </p:cTn>
              </p:par>
            </p:tnLst>
          </p:tmpl>
          <p:tmpl lvl="3">
            <p:tnLst>
              <p:par>
                <p:cTn presetID="22" presetClass="entr" presetSubtype="8" fill="hold" nodeType="withEffect">
                  <p:stCondLst>
                    <p:cond delay="0"/>
                  </p:stCondLst>
                  <p:childTnLst>
                    <p:set>
                      <p:cBhvr>
                        <p:cTn dur="1" fill="hold">
                          <p:stCondLst>
                            <p:cond delay="0"/>
                          </p:stCondLst>
                        </p:cTn>
                        <p:tgtEl>
                          <p:spTgt spid="24579"/>
                        </p:tgtEl>
                        <p:attrNameLst>
                          <p:attrName>style.visibility</p:attrName>
                        </p:attrNameLst>
                      </p:cBhvr>
                      <p:to>
                        <p:strVal val="visible"/>
                      </p:to>
                    </p:set>
                    <p:animEffect transition="in" filter="wipe(left)">
                      <p:cBhvr>
                        <p:cTn dur="500"/>
                        <p:tgtEl>
                          <p:spTgt spid="24579"/>
                        </p:tgtEl>
                      </p:cBhvr>
                    </p:animEffect>
                  </p:childTnLst>
                </p:cTn>
              </p:par>
            </p:tnLst>
          </p:tmpl>
          <p:tmpl lvl="4">
            <p:tnLst>
              <p:par>
                <p:cTn presetID="22" presetClass="entr" presetSubtype="8" fill="hold" nodeType="withEffect">
                  <p:stCondLst>
                    <p:cond delay="0"/>
                  </p:stCondLst>
                  <p:childTnLst>
                    <p:set>
                      <p:cBhvr>
                        <p:cTn dur="1" fill="hold">
                          <p:stCondLst>
                            <p:cond delay="0"/>
                          </p:stCondLst>
                        </p:cTn>
                        <p:tgtEl>
                          <p:spTgt spid="24579"/>
                        </p:tgtEl>
                        <p:attrNameLst>
                          <p:attrName>style.visibility</p:attrName>
                        </p:attrNameLst>
                      </p:cBhvr>
                      <p:to>
                        <p:strVal val="visible"/>
                      </p:to>
                    </p:set>
                    <p:animEffect transition="in" filter="wipe(left)">
                      <p:cBhvr>
                        <p:cTn dur="500"/>
                        <p:tgtEl>
                          <p:spTgt spid="24579"/>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24579"/>
                        </p:tgtEl>
                        <p:attrNameLst>
                          <p:attrName>style.visibility</p:attrName>
                        </p:attrNameLst>
                      </p:cBhvr>
                      <p:to>
                        <p:strVal val="visible"/>
                      </p:to>
                    </p:set>
                    <p:animEffect transition="in" filter="wipe(left)">
                      <p:cBhvr>
                        <p:cTn dur="500"/>
                        <p:tgtEl>
                          <p:spTgt spid="24579"/>
                        </p:tgtEl>
                      </p:cBhvr>
                    </p:animEffect>
                  </p:childTnLst>
                </p:cTn>
              </p:par>
            </p:tnLst>
          </p:tmpl>
        </p:tmplLst>
      </p:bldP>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b="1" dirty="0" smtClean="0">
                <a:cs typeface="Kalimati" panose="00000400000000000000" pitchFamily="2"/>
              </a:rPr>
              <a:t>क्रमशः</a:t>
            </a:r>
            <a:endParaRPr lang="en-US" b="1" dirty="0">
              <a:cs typeface="Kalimati" panose="00000400000000000000" pitchFamily="2"/>
            </a:endParaRPr>
          </a:p>
        </p:txBody>
      </p:sp>
      <p:sp>
        <p:nvSpPr>
          <p:cNvPr id="3" name="Content Placeholder 2"/>
          <p:cNvSpPr>
            <a:spLocks noGrp="1"/>
          </p:cNvSpPr>
          <p:nvPr>
            <p:ph sz="quarter" idx="1"/>
          </p:nvPr>
        </p:nvSpPr>
        <p:spPr/>
        <p:txBody>
          <a:bodyPr/>
          <a:lstStyle/>
          <a:p>
            <a:r>
              <a:rPr lang="ne-NP" sz="3200" b="1" dirty="0" smtClean="0">
                <a:cs typeface="Kalimati" panose="00000400000000000000" pitchFamily="2"/>
              </a:rPr>
              <a:t>सामान्य फैसला         दफा १९७</a:t>
            </a:r>
          </a:p>
          <a:p>
            <a:r>
              <a:rPr lang="ne-NP" sz="3200" b="1" dirty="0" smtClean="0">
                <a:cs typeface="Kalimati" panose="00000400000000000000" pitchFamily="2"/>
              </a:rPr>
              <a:t>एकतर्फी फैसला	 दफा    दफा १९७(५)</a:t>
            </a:r>
          </a:p>
          <a:p>
            <a:r>
              <a:rPr lang="ne-NP" sz="3200" b="1" dirty="0" smtClean="0">
                <a:cs typeface="Kalimati" panose="00000400000000000000" pitchFamily="2"/>
              </a:rPr>
              <a:t>डिसमिस फैसला	 दफा    दफा १४१</a:t>
            </a:r>
          </a:p>
          <a:p>
            <a:r>
              <a:rPr lang="ne-NP" sz="3200" b="1" dirty="0" smtClean="0">
                <a:cs typeface="Kalimati" panose="00000400000000000000" pitchFamily="2"/>
              </a:rPr>
              <a:t>खारेजी फैसला	         दफा १३२</a:t>
            </a:r>
          </a:p>
          <a:p>
            <a:r>
              <a:rPr lang="ne-NP" sz="3200" b="1" dirty="0" smtClean="0">
                <a:cs typeface="Kalimati" panose="00000400000000000000" pitchFamily="2"/>
              </a:rPr>
              <a:t>तामेली आदेश          दफा २२५</a:t>
            </a:r>
          </a:p>
          <a:p>
            <a:r>
              <a:rPr lang="ne-NP" sz="3200" b="1" dirty="0" smtClean="0">
                <a:cs typeface="Kalimati" panose="00000400000000000000" pitchFamily="2"/>
              </a:rPr>
              <a:t>मुल्तवी आदेश          दफा २०१</a:t>
            </a:r>
            <a:endParaRPr lang="en-US" sz="3200" b="1" dirty="0">
              <a:cs typeface="Kalimati" panose="00000400000000000000" pitchFamily="2"/>
            </a:endParaRPr>
          </a:p>
        </p:txBody>
      </p:sp>
      <p:sp>
        <p:nvSpPr>
          <p:cNvPr id="4" name="Slide Number Placeholder 3"/>
          <p:cNvSpPr>
            <a:spLocks noGrp="1"/>
          </p:cNvSpPr>
          <p:nvPr>
            <p:ph type="sldNum" sz="quarter" idx="12"/>
          </p:nvPr>
        </p:nvSpPr>
        <p:spPr/>
        <p:txBody>
          <a:bodyPr/>
          <a:lstStyle/>
          <a:p>
            <a:pPr>
              <a:defRPr/>
            </a:pPr>
            <a:fld id="{352CD03B-0ED2-40B1-AE21-7930EA0DE962}" type="slidenum">
              <a:rPr lang="en-US" smtClean="0"/>
              <a:pPr>
                <a:defRPr/>
              </a:pPr>
              <a:t>11</a:t>
            </a:fld>
            <a:endParaRPr lang="en-US"/>
          </a:p>
        </p:txBody>
      </p:sp>
    </p:spTree>
    <p:extLst>
      <p:ext uri="{BB962C8B-B14F-4D97-AF65-F5344CB8AC3E}">
        <p14:creationId xmlns:p14="http://schemas.microsoft.com/office/powerpoint/2010/main" val="2420634724"/>
      </p:ext>
    </p:extLst>
  </p:cSld>
  <p:clrMapOvr>
    <a:masterClrMapping/>
  </p:clrMapOvr>
  <p:transition>
    <p:checke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944562"/>
          </a:xfrm>
        </p:spPr>
        <p:txBody>
          <a:bodyPr/>
          <a:lstStyle/>
          <a:p>
            <a:pPr lvl="0"/>
            <a:r>
              <a:rPr lang="ne-NP" dirty="0" smtClean="0"/>
              <a:t/>
            </a:r>
            <a:br>
              <a:rPr lang="ne-NP" dirty="0" smtClean="0"/>
            </a:br>
            <a:r>
              <a:rPr lang="ne-NP" dirty="0"/>
              <a:t/>
            </a:r>
            <a:br>
              <a:rPr lang="ne-NP" dirty="0"/>
            </a:br>
            <a:r>
              <a:rPr lang="ne-NP" dirty="0" smtClean="0"/>
              <a:t/>
            </a:r>
            <a:br>
              <a:rPr lang="ne-NP" dirty="0" smtClean="0"/>
            </a:br>
            <a:r>
              <a:rPr lang="en-US" dirty="0">
                <a:cs typeface="Kalimati" panose="00000400000000000000" pitchFamily="2"/>
              </a:rPr>
              <a:t/>
            </a:r>
            <a:br>
              <a:rPr lang="en-US" dirty="0">
                <a:cs typeface="Kalimati" panose="00000400000000000000" pitchFamily="2"/>
              </a:rPr>
            </a:br>
            <a:r>
              <a:rPr lang="ne-NP" b="1" dirty="0">
                <a:cs typeface="Kalimati" panose="00000400000000000000" pitchFamily="2"/>
              </a:rPr>
              <a:t>फैसला हुने प्रकृया</a:t>
            </a:r>
            <a:endParaRPr lang="en-US" b="1" dirty="0">
              <a:cs typeface="Kalimati" panose="00000400000000000000" pitchFamily="2"/>
            </a:endParaRPr>
          </a:p>
        </p:txBody>
      </p:sp>
      <p:sp>
        <p:nvSpPr>
          <p:cNvPr id="3" name="Content Placeholder 2"/>
          <p:cNvSpPr>
            <a:spLocks noGrp="1"/>
          </p:cNvSpPr>
          <p:nvPr>
            <p:ph sz="quarter" idx="1"/>
          </p:nvPr>
        </p:nvSpPr>
        <p:spPr>
          <a:xfrm>
            <a:off x="914400" y="1219200"/>
            <a:ext cx="7772400" cy="5448300"/>
          </a:xfrm>
        </p:spPr>
        <p:txBody>
          <a:bodyPr/>
          <a:lstStyle/>
          <a:p>
            <a:r>
              <a:rPr lang="ne-NP" sz="2800" b="1" dirty="0" smtClean="0">
                <a:cs typeface="Kalimati" panose="00000400000000000000" pitchFamily="2"/>
              </a:rPr>
              <a:t>सहमति भएको विषयमा फैसला गर्न सक्ने (१९०)</a:t>
            </a:r>
          </a:p>
          <a:p>
            <a:r>
              <a:rPr lang="ne-NP" sz="2800" b="1" dirty="0" smtClean="0">
                <a:cs typeface="Kalimati" panose="00000400000000000000" pitchFamily="2"/>
              </a:rPr>
              <a:t>पूर्व सुनुवाई छलफल गराउने (१९१)</a:t>
            </a:r>
          </a:p>
          <a:p>
            <a:r>
              <a:rPr lang="ne-NP" sz="2800" b="1" dirty="0" smtClean="0">
                <a:cs typeface="Kalimati" panose="00000400000000000000" pitchFamily="2"/>
              </a:rPr>
              <a:t>प्रमाण बुझ्ने कार्य सम्पन्‍न भएपछि सुनुवाई गर्ने (१९२)</a:t>
            </a:r>
          </a:p>
          <a:p>
            <a:pPr marL="617538" lvl="1" indent="-342900">
              <a:buFont typeface="Wingdings" panose="05000000000000000000" pitchFamily="2" charset="2"/>
              <a:buChar char="ü"/>
            </a:pPr>
            <a:r>
              <a:rPr lang="ne-NP" sz="2800" b="1" dirty="0" smtClean="0">
                <a:cs typeface="Kalimati" panose="00000400000000000000" pitchFamily="2"/>
              </a:rPr>
              <a:t>एक महिनाभित्र</a:t>
            </a:r>
          </a:p>
          <a:p>
            <a:pPr marL="617538" lvl="1" indent="-342900">
              <a:buFont typeface="Wingdings" panose="05000000000000000000" pitchFamily="2" charset="2"/>
              <a:buChar char="ü"/>
            </a:pPr>
            <a:r>
              <a:rPr lang="ne-NP" sz="2800" b="1" dirty="0" smtClean="0">
                <a:cs typeface="Kalimati" panose="00000400000000000000" pitchFamily="2"/>
              </a:rPr>
              <a:t>पक्ष आफैं वा कानूनब्यवसायीमार्फत प्रतिरक्षा वा बहस</a:t>
            </a:r>
            <a:r>
              <a:rPr lang="en-US" sz="2800" b="1" dirty="0" smtClean="0">
                <a:cs typeface="Kalimati" panose="00000400000000000000" pitchFamily="2"/>
              </a:rPr>
              <a:t> </a:t>
            </a:r>
            <a:r>
              <a:rPr lang="ne-NP" sz="2800" b="1" dirty="0" smtClean="0">
                <a:cs typeface="Kalimati" panose="00000400000000000000" pitchFamily="2"/>
              </a:rPr>
              <a:t>गर्न सक्‍ने</a:t>
            </a:r>
          </a:p>
          <a:p>
            <a:pPr marL="617538" lvl="1" indent="-342900">
              <a:buFont typeface="Wingdings" panose="05000000000000000000" pitchFamily="2" charset="2"/>
              <a:buChar char="ü"/>
            </a:pPr>
            <a:r>
              <a:rPr lang="ne-NP" sz="2800" b="1" dirty="0" smtClean="0">
                <a:cs typeface="Kalimati" panose="00000400000000000000" pitchFamily="2"/>
              </a:rPr>
              <a:t>बहसनोट पेश गराउन सकिने</a:t>
            </a:r>
          </a:p>
          <a:p>
            <a:r>
              <a:rPr lang="ne-NP" sz="2800" b="1" dirty="0" smtClean="0">
                <a:cs typeface="Kalimati" panose="00000400000000000000" pitchFamily="2"/>
              </a:rPr>
              <a:t>मिलापत्र गर्न मौका दिनुपर्ने (१९३)</a:t>
            </a:r>
          </a:p>
          <a:p>
            <a:r>
              <a:rPr lang="ne-NP" sz="2800" b="1" dirty="0" smtClean="0">
                <a:cs typeface="Kalimati" panose="00000400000000000000" pitchFamily="2"/>
              </a:rPr>
              <a:t>मेलमिलापबाट विवाद समाधान(१९४)</a:t>
            </a:r>
          </a:p>
          <a:p>
            <a:r>
              <a:rPr lang="ne-NP" sz="2800" b="1" dirty="0" smtClean="0">
                <a:cs typeface="Kalimati" panose="00000400000000000000" pitchFamily="2"/>
              </a:rPr>
              <a:t>दाबी फिर्ता (१९६)</a:t>
            </a:r>
          </a:p>
        </p:txBody>
      </p:sp>
      <p:sp>
        <p:nvSpPr>
          <p:cNvPr id="4" name="Slide Number Placeholder 3"/>
          <p:cNvSpPr>
            <a:spLocks noGrp="1"/>
          </p:cNvSpPr>
          <p:nvPr>
            <p:ph type="sldNum" sz="quarter" idx="12"/>
          </p:nvPr>
        </p:nvSpPr>
        <p:spPr/>
        <p:txBody>
          <a:bodyPr/>
          <a:lstStyle/>
          <a:p>
            <a:pPr>
              <a:defRPr/>
            </a:pPr>
            <a:fld id="{352CD03B-0ED2-40B1-AE21-7930EA0DE962}" type="slidenum">
              <a:rPr lang="en-US" smtClean="0"/>
              <a:pPr>
                <a:defRPr/>
              </a:pPr>
              <a:t>12</a:t>
            </a:fld>
            <a:endParaRPr lang="en-US"/>
          </a:p>
        </p:txBody>
      </p:sp>
    </p:spTree>
    <p:extLst>
      <p:ext uri="{BB962C8B-B14F-4D97-AF65-F5344CB8AC3E}">
        <p14:creationId xmlns:p14="http://schemas.microsoft.com/office/powerpoint/2010/main" val="3813265679"/>
      </p:ext>
    </p:extLst>
  </p:cSld>
  <p:clrMapOvr>
    <a:masterClrMapping/>
  </p:clrMapOvr>
  <p:transition>
    <p:checker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457200"/>
            <a:ext cx="7772400" cy="5562600"/>
          </a:xfrm>
        </p:spPr>
        <p:txBody>
          <a:bodyPr/>
          <a:lstStyle/>
          <a:p>
            <a:pPr marL="0" indent="0">
              <a:buNone/>
            </a:pPr>
            <a:r>
              <a:rPr lang="ne-NP" sz="3200" b="1" u="sng" dirty="0">
                <a:cs typeface="Kalimati" panose="00000400000000000000" pitchFamily="2"/>
              </a:rPr>
              <a:t>फैसला गर्नुपर्ने (१९७</a:t>
            </a:r>
            <a:r>
              <a:rPr lang="ne-NP" sz="3200" b="1" u="sng" dirty="0" smtClean="0">
                <a:cs typeface="Kalimati" panose="00000400000000000000" pitchFamily="2"/>
              </a:rPr>
              <a:t>)</a:t>
            </a:r>
            <a:endParaRPr lang="en-US" sz="3200" b="1" u="sng" dirty="0" smtClean="0">
              <a:cs typeface="Kalimati" panose="00000400000000000000" pitchFamily="2"/>
            </a:endParaRPr>
          </a:p>
          <a:p>
            <a:pPr marL="0" indent="0">
              <a:buNone/>
            </a:pPr>
            <a:endParaRPr lang="ne-NP" sz="3200" b="1" u="sng" dirty="0" smtClean="0">
              <a:cs typeface="Kalimati" panose="00000400000000000000" pitchFamily="2"/>
            </a:endParaRPr>
          </a:p>
          <a:p>
            <a:r>
              <a:rPr lang="ne-NP" sz="3200" dirty="0" smtClean="0">
                <a:cs typeface="Kalimati" panose="00000400000000000000" pitchFamily="2"/>
              </a:rPr>
              <a:t>सुनुवाई सकिएको ७ दिनभित्र निर्णय गर्ने</a:t>
            </a:r>
          </a:p>
          <a:p>
            <a:r>
              <a:rPr lang="ne-NP" sz="3200" dirty="0" smtClean="0">
                <a:cs typeface="Kalimati" panose="00000400000000000000" pitchFamily="2"/>
              </a:rPr>
              <a:t>राय किताबमा अभिलेख गर्ने</a:t>
            </a:r>
          </a:p>
          <a:p>
            <a:r>
              <a:rPr lang="ne-NP" sz="3200" dirty="0" smtClean="0">
                <a:cs typeface="Kalimati" panose="00000400000000000000" pitchFamily="2"/>
              </a:rPr>
              <a:t>निर्णय सुनाउन १५ दिनसम्मको तारेख तोक्‍न सकिने(नि</a:t>
            </a:r>
            <a:r>
              <a:rPr lang="en-US" sz="3200" dirty="0" smtClean="0">
                <a:cs typeface="Kalimati" panose="00000400000000000000" pitchFamily="2"/>
              </a:rPr>
              <a:t>.</a:t>
            </a:r>
            <a:r>
              <a:rPr lang="ne-NP" sz="3200" dirty="0" smtClean="0">
                <a:cs typeface="Kalimati" panose="00000400000000000000" pitchFamily="2"/>
              </a:rPr>
              <a:t>सु</a:t>
            </a:r>
            <a:r>
              <a:rPr lang="en-US" sz="3200" dirty="0" smtClean="0">
                <a:cs typeface="Kalimati" panose="00000400000000000000" pitchFamily="2"/>
              </a:rPr>
              <a:t>.</a:t>
            </a:r>
            <a:r>
              <a:rPr lang="ne-NP" sz="3200" dirty="0" smtClean="0">
                <a:cs typeface="Kalimati" panose="00000400000000000000" pitchFamily="2"/>
              </a:rPr>
              <a:t>)</a:t>
            </a:r>
          </a:p>
          <a:p>
            <a:r>
              <a:rPr lang="ne-NP" sz="3200" dirty="0" smtClean="0">
                <a:cs typeface="Kalimati" panose="00000400000000000000" pitchFamily="2"/>
              </a:rPr>
              <a:t>एकतर्फी फैसलाको सूचना दिने</a:t>
            </a:r>
          </a:p>
          <a:p>
            <a:r>
              <a:rPr lang="ne-NP" sz="3200" dirty="0" smtClean="0">
                <a:cs typeface="Kalimati" panose="00000400000000000000" pitchFamily="2"/>
              </a:rPr>
              <a:t>टिपोट तयार गरी संलग्न गर्ने</a:t>
            </a:r>
          </a:p>
          <a:p>
            <a:r>
              <a:rPr lang="ne-NP" sz="3200" dirty="0" smtClean="0">
                <a:cs typeface="Kalimati" panose="00000400000000000000" pitchFamily="2"/>
              </a:rPr>
              <a:t>राय किताबको नक्‍कल दिने </a:t>
            </a:r>
            <a:r>
              <a:rPr lang="en-US" sz="3200" b="1" u="sng" dirty="0"/>
              <a:t/>
            </a:r>
            <a:br>
              <a:rPr lang="en-US" sz="3200" b="1" u="sng" dirty="0"/>
            </a:br>
            <a:endParaRPr lang="en-US" sz="3200" b="1" u="sng" dirty="0"/>
          </a:p>
        </p:txBody>
      </p:sp>
      <p:sp>
        <p:nvSpPr>
          <p:cNvPr id="4" name="Slide Number Placeholder 3"/>
          <p:cNvSpPr>
            <a:spLocks noGrp="1"/>
          </p:cNvSpPr>
          <p:nvPr>
            <p:ph type="sldNum" sz="quarter" idx="12"/>
          </p:nvPr>
        </p:nvSpPr>
        <p:spPr/>
        <p:txBody>
          <a:bodyPr/>
          <a:lstStyle/>
          <a:p>
            <a:pPr>
              <a:defRPr/>
            </a:pPr>
            <a:fld id="{352CD03B-0ED2-40B1-AE21-7930EA0DE962}" type="slidenum">
              <a:rPr lang="en-US" smtClean="0"/>
              <a:pPr>
                <a:defRPr/>
              </a:pPr>
              <a:t>13</a:t>
            </a:fld>
            <a:endParaRPr lang="en-US"/>
          </a:p>
        </p:txBody>
      </p:sp>
    </p:spTree>
    <p:extLst>
      <p:ext uri="{BB962C8B-B14F-4D97-AF65-F5344CB8AC3E}">
        <p14:creationId xmlns:p14="http://schemas.microsoft.com/office/powerpoint/2010/main" val="3993074844"/>
      </p:ext>
    </p:extLst>
  </p:cSld>
  <p:clrMapOvr>
    <a:masterClrMapping/>
  </p:clrMapOvr>
  <p:transition>
    <p:checker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685800"/>
            <a:ext cx="7772400" cy="5638800"/>
          </a:xfrm>
        </p:spPr>
        <p:txBody>
          <a:bodyPr/>
          <a:lstStyle/>
          <a:p>
            <a:r>
              <a:rPr lang="ne-NP" b="1" u="sng" dirty="0" smtClean="0">
                <a:cs typeface="Kalimati" panose="00000400000000000000" pitchFamily="2"/>
              </a:rPr>
              <a:t>फैसलाको ढाँचा(१९८)</a:t>
            </a:r>
          </a:p>
          <a:p>
            <a:pPr marL="892175" lvl="2" indent="-342900">
              <a:buFont typeface="Wingdings" panose="05000000000000000000" pitchFamily="2" charset="2"/>
              <a:buChar char="Ø"/>
            </a:pPr>
            <a:r>
              <a:rPr lang="ne-NP" sz="2400" dirty="0">
                <a:cs typeface="Kalimati" panose="00000400000000000000" pitchFamily="2"/>
              </a:rPr>
              <a:t>अनुसूचि </a:t>
            </a:r>
            <a:r>
              <a:rPr lang="ne-NP" sz="2400" dirty="0" smtClean="0">
                <a:cs typeface="Kalimati" panose="00000400000000000000" pitchFamily="2"/>
              </a:rPr>
              <a:t>१९ को ढाँचामा २१ दिनभित्र तयार पार्ने</a:t>
            </a:r>
          </a:p>
          <a:p>
            <a:pPr marL="892175" lvl="2" indent="-342900">
              <a:buFont typeface="Wingdings" panose="05000000000000000000" pitchFamily="2" charset="2"/>
              <a:buChar char="Ø"/>
            </a:pPr>
            <a:r>
              <a:rPr lang="ne-NP" sz="2400" dirty="0" smtClean="0">
                <a:cs typeface="Kalimati" panose="00000400000000000000" pitchFamily="2"/>
              </a:rPr>
              <a:t>प्रमाणीकरण गर्ने </a:t>
            </a:r>
          </a:p>
          <a:p>
            <a:pPr marL="892175" lvl="2" indent="-342900">
              <a:buFont typeface="Wingdings" panose="05000000000000000000" pitchFamily="2" charset="2"/>
              <a:buChar char="Ø"/>
            </a:pPr>
            <a:r>
              <a:rPr lang="ne-NP" sz="2400" dirty="0" smtClean="0">
                <a:cs typeface="Kalimati" panose="00000400000000000000" pitchFamily="2"/>
              </a:rPr>
              <a:t>समयमा तयार नभए उजूरी गर्न सक्ने</a:t>
            </a:r>
          </a:p>
          <a:p>
            <a:pPr marL="892175" lvl="2" indent="-342900">
              <a:buFont typeface="Wingdings" panose="05000000000000000000" pitchFamily="2" charset="2"/>
              <a:buChar char="Ø"/>
            </a:pPr>
            <a:r>
              <a:rPr lang="ne-NP" sz="2400" dirty="0" smtClean="0">
                <a:cs typeface="Kalimati" panose="00000400000000000000" pitchFamily="2"/>
              </a:rPr>
              <a:t>सूचना पाटीमा टाँस र वेभसाइटमा प्रकाशन गर्ने</a:t>
            </a:r>
          </a:p>
          <a:p>
            <a:r>
              <a:rPr lang="ne-NP" b="1" u="sng" dirty="0">
                <a:cs typeface="Kalimati" panose="00000400000000000000" pitchFamily="2"/>
              </a:rPr>
              <a:t>फैसलाको संशोधन (१९९)</a:t>
            </a:r>
          </a:p>
          <a:p>
            <a:pPr marL="892175" lvl="2" indent="-342900">
              <a:buFont typeface="Wingdings" panose="05000000000000000000" pitchFamily="2" charset="2"/>
              <a:buChar char="Ø"/>
            </a:pPr>
            <a:r>
              <a:rPr lang="ne-NP" sz="2400" dirty="0" smtClean="0">
                <a:cs typeface="Kalimati" panose="00000400000000000000" pitchFamily="2"/>
              </a:rPr>
              <a:t>सामान्य त्रुटिबाहेक संशोधन नहुने</a:t>
            </a:r>
          </a:p>
          <a:p>
            <a:r>
              <a:rPr lang="ne-NP" b="1" u="sng" dirty="0" smtClean="0">
                <a:cs typeface="Kalimati" panose="00000400000000000000" pitchFamily="2"/>
              </a:rPr>
              <a:t>फैसला सुनिपाएको कागज गराउने (२००)</a:t>
            </a:r>
          </a:p>
          <a:p>
            <a:pPr marL="892175" lvl="2" indent="-342900">
              <a:buFont typeface="Wingdings" panose="05000000000000000000" pitchFamily="2" charset="2"/>
              <a:buChar char="Ø"/>
            </a:pPr>
            <a:r>
              <a:rPr lang="ne-NP" sz="2400" dirty="0" smtClean="0">
                <a:cs typeface="Kalimati" panose="00000400000000000000" pitchFamily="2"/>
              </a:rPr>
              <a:t>पक्ष वा कानून व्यवसायी</a:t>
            </a:r>
          </a:p>
          <a:p>
            <a:pPr marL="892175" lvl="2" indent="-342900">
              <a:buFont typeface="Wingdings" panose="05000000000000000000" pitchFamily="2" charset="2"/>
              <a:buChar char="Ø"/>
            </a:pPr>
            <a:r>
              <a:rPr lang="ne-NP" sz="2400" dirty="0" smtClean="0">
                <a:cs typeface="Kalimati" panose="00000400000000000000" pitchFamily="2"/>
              </a:rPr>
              <a:t>अनुपस्थित भए पुनरावेदनको म्याद वा सूचना तामेल</a:t>
            </a:r>
          </a:p>
          <a:p>
            <a:pPr marL="892175" lvl="2" indent="-342900">
              <a:buFont typeface="Wingdings" panose="05000000000000000000" pitchFamily="2" charset="2"/>
              <a:buChar char="Ø"/>
            </a:pPr>
            <a:r>
              <a:rPr lang="ne-NP" sz="2400" dirty="0" smtClean="0">
                <a:cs typeface="Kalimati" panose="00000400000000000000" pitchFamily="2"/>
              </a:rPr>
              <a:t>पक्ष वा वारेशको उपस्थिति वा बहस गरेको भए उपस्थिति मानिने।</a:t>
            </a:r>
            <a:endParaRPr lang="en-US" sz="2400" dirty="0">
              <a:cs typeface="Kalimati" panose="00000400000000000000" pitchFamily="2"/>
            </a:endParaRPr>
          </a:p>
        </p:txBody>
      </p:sp>
      <p:sp>
        <p:nvSpPr>
          <p:cNvPr id="4" name="Slide Number Placeholder 3"/>
          <p:cNvSpPr>
            <a:spLocks noGrp="1"/>
          </p:cNvSpPr>
          <p:nvPr>
            <p:ph type="sldNum" sz="quarter" idx="12"/>
          </p:nvPr>
        </p:nvSpPr>
        <p:spPr/>
        <p:txBody>
          <a:bodyPr/>
          <a:lstStyle/>
          <a:p>
            <a:pPr>
              <a:defRPr/>
            </a:pPr>
            <a:fld id="{352CD03B-0ED2-40B1-AE21-7930EA0DE962}" type="slidenum">
              <a:rPr lang="en-US" smtClean="0"/>
              <a:pPr>
                <a:defRPr/>
              </a:pPr>
              <a:t>14</a:t>
            </a:fld>
            <a:endParaRPr lang="en-US"/>
          </a:p>
        </p:txBody>
      </p:sp>
    </p:spTree>
    <p:extLst>
      <p:ext uri="{BB962C8B-B14F-4D97-AF65-F5344CB8AC3E}">
        <p14:creationId xmlns:p14="http://schemas.microsoft.com/office/powerpoint/2010/main" val="1989992092"/>
      </p:ext>
    </p:extLst>
  </p:cSld>
  <p:clrMapOvr>
    <a:masterClrMapping/>
  </p:clrMapOvr>
  <p:transition>
    <p:checker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normAutofit/>
          </a:bodyPr>
          <a:lstStyle/>
          <a:p>
            <a:pPr eaLnBrk="1" fontAlgn="auto" hangingPunct="1">
              <a:spcAft>
                <a:spcPts val="0"/>
              </a:spcAft>
              <a:defRPr/>
            </a:pPr>
            <a:r>
              <a:rPr lang="en-US" b="1" dirty="0" smtClean="0">
                <a:effectLst>
                  <a:outerShdw blurRad="38100" dist="38100" dir="2700000" algn="tl">
                    <a:srgbClr val="000000">
                      <a:alpha val="43137"/>
                    </a:srgbClr>
                  </a:outerShdw>
                </a:effectLst>
                <a:latin typeface="Preeti" pitchFamily="2" charset="0"/>
              </a:rPr>
              <a:t>km};</a:t>
            </a:r>
            <a:r>
              <a:rPr lang="en-US" b="1" dirty="0" err="1" smtClean="0">
                <a:effectLst>
                  <a:outerShdw blurRad="38100" dist="38100" dir="2700000" algn="tl">
                    <a:srgbClr val="000000">
                      <a:alpha val="43137"/>
                    </a:srgbClr>
                  </a:outerShdw>
                </a:effectLst>
                <a:latin typeface="Preeti" pitchFamily="2" charset="0"/>
              </a:rPr>
              <a:t>nfdf</a:t>
            </a:r>
            <a:r>
              <a:rPr lang="en-US" b="1" dirty="0" smtClean="0">
                <a:effectLst>
                  <a:outerShdw blurRad="38100" dist="38100" dir="2700000" algn="tl">
                    <a:srgbClr val="000000">
                      <a:alpha val="43137"/>
                    </a:srgbClr>
                  </a:outerShdw>
                </a:effectLst>
                <a:latin typeface="Preeti" pitchFamily="2" charset="0"/>
              </a:rPr>
              <a:t> </a:t>
            </a:r>
            <a:r>
              <a:rPr lang="en-US" b="1" dirty="0" err="1" smtClean="0">
                <a:effectLst>
                  <a:outerShdw blurRad="38100" dist="38100" dir="2700000" algn="tl">
                    <a:srgbClr val="000000">
                      <a:alpha val="43137"/>
                    </a:srgbClr>
                  </a:outerShdw>
                </a:effectLst>
                <a:latin typeface="Preeti" pitchFamily="2" charset="0"/>
              </a:rPr>
              <a:t>v'nfpg</a:t>
            </a:r>
            <a:r>
              <a:rPr lang="en-US" b="1" dirty="0" smtClean="0">
                <a:effectLst>
                  <a:outerShdw blurRad="38100" dist="38100" dir="2700000" algn="tl">
                    <a:srgbClr val="000000">
                      <a:alpha val="43137"/>
                    </a:srgbClr>
                  </a:outerShdw>
                </a:effectLst>
                <a:latin typeface="Preeti" pitchFamily="2" charset="0"/>
              </a:rPr>
              <a:t>' kg]{ s'/</a:t>
            </a:r>
            <a:r>
              <a:rPr lang="en-US" b="1" dirty="0" err="1" smtClean="0">
                <a:effectLst>
                  <a:outerShdw blurRad="38100" dist="38100" dir="2700000" algn="tl">
                    <a:srgbClr val="000000">
                      <a:alpha val="43137"/>
                    </a:srgbClr>
                  </a:outerShdw>
                </a:effectLst>
                <a:latin typeface="Preeti" pitchFamily="2" charset="0"/>
              </a:rPr>
              <a:t>fx</a:t>
            </a:r>
            <a:r>
              <a:rPr lang="en-US" b="1" dirty="0" smtClean="0">
                <a:effectLst>
                  <a:outerShdw blurRad="38100" dist="38100" dir="2700000" algn="tl">
                    <a:srgbClr val="000000">
                      <a:alpha val="43137"/>
                    </a:srgbClr>
                  </a:outerShdw>
                </a:effectLst>
                <a:latin typeface="Preeti" pitchFamily="2" charset="0"/>
              </a:rPr>
              <a:t>?</a:t>
            </a:r>
            <a:r>
              <a:rPr lang="en-US" b="1" dirty="0" smtClean="0">
                <a:latin typeface="Preeti" pitchFamily="2" charset="0"/>
              </a:rPr>
              <a:t> </a:t>
            </a:r>
          </a:p>
        </p:txBody>
      </p:sp>
      <p:sp>
        <p:nvSpPr>
          <p:cNvPr id="13315"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2BC182F7-68B4-4201-B3EE-71DB15C9FF62}" type="slidenum">
              <a:rPr lang="en-US" sz="1400" smtClean="0">
                <a:solidFill>
                  <a:srgbClr val="FFFFFF"/>
                </a:solidFill>
                <a:latin typeface="Franklin Gothic Book" panose="020B0503020102020204" pitchFamily="34" charset="0"/>
              </a:rPr>
              <a:pPr>
                <a:spcBef>
                  <a:spcPct val="0"/>
                </a:spcBef>
                <a:buClrTx/>
                <a:buSzTx/>
                <a:buFontTx/>
                <a:buNone/>
              </a:pPr>
              <a:t>15</a:t>
            </a:fld>
            <a:endParaRPr lang="en-US" sz="1400" smtClean="0">
              <a:solidFill>
                <a:srgbClr val="FFFFFF"/>
              </a:solidFill>
              <a:latin typeface="Franklin Gothic Book" panose="020B0503020102020204" pitchFamily="34" charset="0"/>
            </a:endParaRPr>
          </a:p>
        </p:txBody>
      </p:sp>
      <p:sp>
        <p:nvSpPr>
          <p:cNvPr id="27651" name="Rectangle 3"/>
          <p:cNvSpPr>
            <a:spLocks noGrp="1" noChangeArrowheads="1"/>
          </p:cNvSpPr>
          <p:nvPr>
            <p:ph sz="quarter" idx="1"/>
          </p:nvPr>
        </p:nvSpPr>
        <p:spPr>
          <a:xfrm>
            <a:off x="612775" y="1600200"/>
            <a:ext cx="8153400" cy="4800600"/>
          </a:xfrm>
        </p:spPr>
        <p:txBody>
          <a:bodyPr>
            <a:normAutofit/>
          </a:bodyPr>
          <a:lstStyle/>
          <a:p>
            <a:pPr marL="274320" indent="-274320" eaLnBrk="1" fontAlgn="auto" hangingPunct="1">
              <a:spcBef>
                <a:spcPts val="580"/>
              </a:spcBef>
              <a:spcAft>
                <a:spcPts val="0"/>
              </a:spcAft>
              <a:buClr>
                <a:schemeClr val="accent3"/>
              </a:buClr>
              <a:buFont typeface="Wingdings" pitchFamily="2" charset="2"/>
              <a:buNone/>
              <a:defRPr/>
            </a:pPr>
            <a:r>
              <a:rPr lang="ne-NP" sz="3600" b="1" dirty="0" smtClean="0">
                <a:effectLst>
                  <a:outerShdw blurRad="38100" dist="38100" dir="2700000" algn="tl">
                    <a:srgbClr val="000000">
                      <a:alpha val="43137"/>
                    </a:srgbClr>
                  </a:outerShdw>
                </a:effectLst>
                <a:latin typeface="Preeti" pitchFamily="2" charset="0"/>
              </a:rPr>
              <a:t>फौजदारी कार्यविधि संहिता दफा १३१</a:t>
            </a:r>
            <a:endParaRPr lang="en-US" sz="3600" b="1" dirty="0" smtClean="0">
              <a:effectLst>
                <a:outerShdw blurRad="38100" dist="38100" dir="2700000" algn="tl">
                  <a:srgbClr val="000000">
                    <a:alpha val="43137"/>
                  </a:srgbClr>
                </a:outerShdw>
              </a:effectLst>
              <a:latin typeface="Preeti" pitchFamily="2" charset="0"/>
            </a:endParaRPr>
          </a:p>
          <a:p>
            <a:pPr marL="274320" indent="-274320" algn="just" eaLnBrk="1" fontAlgn="auto" hangingPunct="1">
              <a:spcBef>
                <a:spcPts val="580"/>
              </a:spcBef>
              <a:spcAft>
                <a:spcPts val="0"/>
              </a:spcAft>
              <a:buClr>
                <a:schemeClr val="accent3"/>
              </a:buClr>
              <a:buFont typeface="Wingdings" pitchFamily="2" charset="2"/>
              <a:buChar char="Ø"/>
              <a:defRPr/>
            </a:pPr>
            <a:r>
              <a:rPr lang="ne-NP" sz="3200" b="1" dirty="0" smtClean="0">
                <a:latin typeface="Preeti" pitchFamily="2" charset="0"/>
                <a:cs typeface="Kalimati" pitchFamily="2"/>
              </a:rPr>
              <a:t>मुद्दाको संक्षिप्‍त विवरण र सोसँग सम्बन्धित आवश्यक कुरा</a:t>
            </a:r>
            <a:r>
              <a:rPr lang="en-AU" sz="3200" b="1" dirty="0" smtClean="0">
                <a:latin typeface="Preeti" pitchFamily="2" charset="0"/>
                <a:cs typeface="Kalimati" pitchFamily="2"/>
              </a:rPr>
              <a:t>,</a:t>
            </a:r>
            <a:endParaRPr lang="ne-NP" sz="3200" b="1" dirty="0" smtClean="0">
              <a:latin typeface="Preeti" pitchFamily="2" charset="0"/>
              <a:cs typeface="Kalimati" pitchFamily="2"/>
            </a:endParaRPr>
          </a:p>
          <a:p>
            <a:pPr marL="274320" indent="-274320" algn="just" eaLnBrk="1" fontAlgn="auto" hangingPunct="1">
              <a:spcBef>
                <a:spcPts val="580"/>
              </a:spcBef>
              <a:spcAft>
                <a:spcPts val="0"/>
              </a:spcAft>
              <a:buClr>
                <a:schemeClr val="accent3"/>
              </a:buClr>
              <a:buFont typeface="Wingdings" pitchFamily="2" charset="2"/>
              <a:buChar char="Ø"/>
              <a:defRPr/>
            </a:pPr>
            <a:r>
              <a:rPr lang="ne-NP" sz="3200" b="1" dirty="0" smtClean="0">
                <a:latin typeface="Preeti" pitchFamily="2" charset="0"/>
                <a:cs typeface="Kalimati" pitchFamily="2"/>
              </a:rPr>
              <a:t>मुद्दामा कुनै कानून व्यवसायीले बहस गरेको भए त्यस्तो बहसको मुख्य बूँदा</a:t>
            </a:r>
            <a:r>
              <a:rPr lang="en-AU" sz="3200" b="1" dirty="0" smtClean="0">
                <a:latin typeface="Preeti" pitchFamily="2" charset="0"/>
                <a:cs typeface="Kalimati" pitchFamily="2"/>
              </a:rPr>
              <a:t>,</a:t>
            </a:r>
            <a:endParaRPr lang="ne-NP" sz="3200" b="1" dirty="0" smtClean="0">
              <a:latin typeface="Preeti" pitchFamily="2" charset="0"/>
              <a:cs typeface="Kalimati" pitchFamily="2"/>
            </a:endParaRPr>
          </a:p>
          <a:p>
            <a:pPr marL="274320" indent="-274320" algn="just" eaLnBrk="1" fontAlgn="auto" hangingPunct="1">
              <a:spcBef>
                <a:spcPts val="580"/>
              </a:spcBef>
              <a:spcAft>
                <a:spcPts val="0"/>
              </a:spcAft>
              <a:buClr>
                <a:schemeClr val="accent3"/>
              </a:buClr>
              <a:buFont typeface="Wingdings" pitchFamily="2" charset="2"/>
              <a:buChar char="Ø"/>
              <a:defRPr/>
            </a:pPr>
            <a:r>
              <a:rPr lang="ne-NP" sz="3200" b="1" dirty="0" smtClean="0">
                <a:latin typeface="Preeti" pitchFamily="2" charset="0"/>
                <a:cs typeface="Kalimati" pitchFamily="2"/>
              </a:rPr>
              <a:t>मुद्दाका पक्षहरुले पेश गरेको प्रमाण</a:t>
            </a:r>
            <a:r>
              <a:rPr lang="en-AU" sz="3200" b="1" dirty="0" smtClean="0">
                <a:latin typeface="Preeti" pitchFamily="2" charset="0"/>
                <a:cs typeface="Kalimati" pitchFamily="2"/>
              </a:rPr>
              <a:t>,</a:t>
            </a:r>
            <a:r>
              <a:rPr lang="ne-NP" sz="3200" b="1" dirty="0" smtClean="0">
                <a:latin typeface="Preeti" pitchFamily="2" charset="0"/>
                <a:cs typeface="Kalimati" pitchFamily="2"/>
              </a:rPr>
              <a:t> ती प्रमाणहरुको विश्‍वसनीयता वा खण्डनीय</a:t>
            </a:r>
            <a:r>
              <a:rPr lang="en-AU" sz="3200" b="1" dirty="0" smtClean="0">
                <a:latin typeface="Preeti" pitchFamily="2" charset="0"/>
                <a:cs typeface="Kalimati" pitchFamily="2"/>
              </a:rPr>
              <a:t>,</a:t>
            </a:r>
            <a:r>
              <a:rPr lang="ne-NP" sz="3200" b="1" dirty="0" smtClean="0">
                <a:latin typeface="Preeti" pitchFamily="2" charset="0"/>
                <a:cs typeface="Kalimati" pitchFamily="2"/>
              </a:rPr>
              <a:t> त्यसको आधार प्रमाणको पर्याप्‍तता वा अपर्याप्‍तता</a:t>
            </a:r>
          </a:p>
        </p:txBody>
      </p:sp>
    </p:spTree>
  </p:cSld>
  <p:clrMapOvr>
    <a:masterClrMapping/>
  </p:clrMapOvr>
  <p:transition>
    <p:checker dir="vert"/>
  </p:transition>
  <p:timing>
    <p:tnLst>
      <p:par>
        <p:cTn id="1" dur="indefinite" restart="never" nodeType="tmRoot"/>
      </p:par>
    </p:tnLst>
    <p:bldLst>
      <p:bldP spid="27650" grpId="0"/>
      <p:bldP spid="27651" grpId="0" build="p">
        <p:tmplLst>
          <p:tmpl lvl="1">
            <p:tnLst>
              <p:par>
                <p:cTn presetID="22" presetClass="entr" presetSubtype="8" fill="hold" nodeType="clickEffect">
                  <p:stCondLst>
                    <p:cond delay="0"/>
                  </p:stCondLst>
                  <p:childTnLst>
                    <p:set>
                      <p:cBhvr>
                        <p:cTn dur="1" fill="hold">
                          <p:stCondLst>
                            <p:cond delay="0"/>
                          </p:stCondLst>
                        </p:cTn>
                        <p:tgtEl>
                          <p:spTgt spid="27651"/>
                        </p:tgtEl>
                        <p:attrNameLst>
                          <p:attrName>style.visibility</p:attrName>
                        </p:attrNameLst>
                      </p:cBhvr>
                      <p:to>
                        <p:strVal val="visible"/>
                      </p:to>
                    </p:set>
                    <p:animEffect transition="in" filter="wipe(left)">
                      <p:cBhvr>
                        <p:cTn dur="500"/>
                        <p:tgtEl>
                          <p:spTgt spid="27651"/>
                        </p:tgtEl>
                      </p:cBhvr>
                    </p:animEffect>
                  </p:childTnLst>
                </p:cTn>
              </p:par>
            </p:tnLst>
          </p:tmpl>
          <p:tmpl lvl="2">
            <p:tnLst>
              <p:par>
                <p:cTn presetID="22" presetClass="entr" presetSubtype="8" fill="hold" nodeType="withEffect">
                  <p:stCondLst>
                    <p:cond delay="0"/>
                  </p:stCondLst>
                  <p:childTnLst>
                    <p:set>
                      <p:cBhvr>
                        <p:cTn dur="1" fill="hold">
                          <p:stCondLst>
                            <p:cond delay="0"/>
                          </p:stCondLst>
                        </p:cTn>
                        <p:tgtEl>
                          <p:spTgt spid="27651"/>
                        </p:tgtEl>
                        <p:attrNameLst>
                          <p:attrName>style.visibility</p:attrName>
                        </p:attrNameLst>
                      </p:cBhvr>
                      <p:to>
                        <p:strVal val="visible"/>
                      </p:to>
                    </p:set>
                    <p:animEffect transition="in" filter="wipe(left)">
                      <p:cBhvr>
                        <p:cTn dur="500"/>
                        <p:tgtEl>
                          <p:spTgt spid="27651"/>
                        </p:tgtEl>
                      </p:cBhvr>
                    </p:animEffect>
                  </p:childTnLst>
                </p:cTn>
              </p:par>
            </p:tnLst>
          </p:tmpl>
          <p:tmpl lvl="3">
            <p:tnLst>
              <p:par>
                <p:cTn presetID="22" presetClass="entr" presetSubtype="8" fill="hold" nodeType="withEffect">
                  <p:stCondLst>
                    <p:cond delay="0"/>
                  </p:stCondLst>
                  <p:childTnLst>
                    <p:set>
                      <p:cBhvr>
                        <p:cTn dur="1" fill="hold">
                          <p:stCondLst>
                            <p:cond delay="0"/>
                          </p:stCondLst>
                        </p:cTn>
                        <p:tgtEl>
                          <p:spTgt spid="27651"/>
                        </p:tgtEl>
                        <p:attrNameLst>
                          <p:attrName>style.visibility</p:attrName>
                        </p:attrNameLst>
                      </p:cBhvr>
                      <p:to>
                        <p:strVal val="visible"/>
                      </p:to>
                    </p:set>
                    <p:animEffect transition="in" filter="wipe(left)">
                      <p:cBhvr>
                        <p:cTn dur="500"/>
                        <p:tgtEl>
                          <p:spTgt spid="27651"/>
                        </p:tgtEl>
                      </p:cBhvr>
                    </p:animEffect>
                  </p:childTnLst>
                </p:cTn>
              </p:par>
            </p:tnLst>
          </p:tmpl>
          <p:tmpl lvl="4">
            <p:tnLst>
              <p:par>
                <p:cTn presetID="22" presetClass="entr" presetSubtype="8" fill="hold" nodeType="withEffect">
                  <p:stCondLst>
                    <p:cond delay="0"/>
                  </p:stCondLst>
                  <p:childTnLst>
                    <p:set>
                      <p:cBhvr>
                        <p:cTn dur="1" fill="hold">
                          <p:stCondLst>
                            <p:cond delay="0"/>
                          </p:stCondLst>
                        </p:cTn>
                        <p:tgtEl>
                          <p:spTgt spid="27651"/>
                        </p:tgtEl>
                        <p:attrNameLst>
                          <p:attrName>style.visibility</p:attrName>
                        </p:attrNameLst>
                      </p:cBhvr>
                      <p:to>
                        <p:strVal val="visible"/>
                      </p:to>
                    </p:set>
                    <p:animEffect transition="in" filter="wipe(left)">
                      <p:cBhvr>
                        <p:cTn dur="500"/>
                        <p:tgtEl>
                          <p:spTgt spid="27651"/>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27651"/>
                        </p:tgtEl>
                        <p:attrNameLst>
                          <p:attrName>style.visibility</p:attrName>
                        </p:attrNameLst>
                      </p:cBhvr>
                      <p:to>
                        <p:strVal val="visible"/>
                      </p:to>
                    </p:set>
                    <p:animEffect transition="in" filter="wipe(left)">
                      <p:cBhvr>
                        <p:cTn dur="500"/>
                        <p:tgtEl>
                          <p:spTgt spid="27651"/>
                        </p:tgtEl>
                      </p:cBhvr>
                    </p:animEffect>
                  </p:childTnLst>
                </p:cTn>
              </p:par>
            </p:tnLst>
          </p:tmpl>
        </p:tmplLst>
      </p:b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b="1" dirty="0" smtClean="0">
                <a:effectLst>
                  <a:outerShdw blurRad="38100" dist="38100" dir="2700000" algn="tl">
                    <a:srgbClr val="000000">
                      <a:alpha val="43137"/>
                    </a:srgbClr>
                  </a:outerShdw>
                </a:effectLst>
                <a:latin typeface="Preeti" pitchFamily="2" charset="0"/>
              </a:rPr>
              <a:t>km};</a:t>
            </a:r>
            <a:r>
              <a:rPr lang="en-US" b="1" dirty="0" err="1" smtClean="0">
                <a:effectLst>
                  <a:outerShdw blurRad="38100" dist="38100" dir="2700000" algn="tl">
                    <a:srgbClr val="000000">
                      <a:alpha val="43137"/>
                    </a:srgbClr>
                  </a:outerShdw>
                </a:effectLst>
                <a:latin typeface="Preeti" pitchFamily="2" charset="0"/>
              </a:rPr>
              <a:t>nfdf</a:t>
            </a:r>
            <a:r>
              <a:rPr lang="en-US" b="1" dirty="0" smtClean="0">
                <a:effectLst>
                  <a:outerShdw blurRad="38100" dist="38100" dir="2700000" algn="tl">
                    <a:srgbClr val="000000">
                      <a:alpha val="43137"/>
                    </a:srgbClr>
                  </a:outerShdw>
                </a:effectLst>
                <a:latin typeface="Preeti" pitchFamily="2" charset="0"/>
              </a:rPr>
              <a:t>===</a:t>
            </a:r>
            <a:endParaRPr lang="en-US" dirty="0"/>
          </a:p>
        </p:txBody>
      </p:sp>
      <p:sp>
        <p:nvSpPr>
          <p:cNvPr id="14339"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36DB0D5-CBEA-4484-81F3-A8C22FEB4967}" type="slidenum">
              <a:rPr lang="en-US" sz="1400" smtClean="0">
                <a:solidFill>
                  <a:srgbClr val="FFFFFF"/>
                </a:solidFill>
                <a:latin typeface="Franklin Gothic Book" panose="020B0503020102020204" pitchFamily="34" charset="0"/>
              </a:rPr>
              <a:pPr>
                <a:spcBef>
                  <a:spcPct val="0"/>
                </a:spcBef>
                <a:buClrTx/>
                <a:buSzTx/>
                <a:buFontTx/>
                <a:buNone/>
              </a:pPr>
              <a:t>16</a:t>
            </a:fld>
            <a:endParaRPr lang="en-US" sz="1400" smtClean="0">
              <a:solidFill>
                <a:srgbClr val="FFFFFF"/>
              </a:solidFill>
              <a:latin typeface="Franklin Gothic Book" panose="020B0503020102020204" pitchFamily="34" charset="0"/>
            </a:endParaRPr>
          </a:p>
        </p:txBody>
      </p:sp>
      <p:sp>
        <p:nvSpPr>
          <p:cNvPr id="14340" name="Content Placeholder 2"/>
          <p:cNvSpPr>
            <a:spLocks noGrp="1"/>
          </p:cNvSpPr>
          <p:nvPr>
            <p:ph sz="quarter" idx="1"/>
          </p:nvPr>
        </p:nvSpPr>
        <p:spPr/>
        <p:txBody>
          <a:bodyPr/>
          <a:lstStyle/>
          <a:p>
            <a:pPr algn="just" eaLnBrk="1" hangingPunct="1">
              <a:buFont typeface="Wingdings" panose="05000000000000000000" pitchFamily="2" charset="2"/>
              <a:buChar char="Ø"/>
            </a:pPr>
            <a:r>
              <a:rPr lang="ne-NP" altLang="en-US" sz="3200" b="1" smtClean="0">
                <a:latin typeface="Preeti" pitchFamily="2" charset="0"/>
                <a:ea typeface="Kalimati" panose="00000400000000000000" pitchFamily="2"/>
                <a:cs typeface="Kalimati" panose="00000400000000000000" pitchFamily="2"/>
              </a:rPr>
              <a:t>मुद्दामा कुनै पक्षले कुनै कानूनी प्रश्‍न उठाएको भए त्यस सम्बन्धी कुरा</a:t>
            </a:r>
            <a:r>
              <a:rPr lang="en-AU" altLang="en-US" sz="3200" b="1" smtClean="0">
                <a:latin typeface="Preeti" pitchFamily="2" charset="0"/>
                <a:ea typeface="Kalimati" panose="00000400000000000000" pitchFamily="2"/>
                <a:cs typeface="Kalimati" panose="00000400000000000000" pitchFamily="2"/>
              </a:rPr>
              <a:t>,</a:t>
            </a:r>
            <a:endParaRPr lang="ne-NP" altLang="en-US" sz="4000" b="1" smtClean="0">
              <a:latin typeface="Preeti" pitchFamily="2" charset="0"/>
            </a:endParaRPr>
          </a:p>
          <a:p>
            <a:pPr algn="just" eaLnBrk="1" hangingPunct="1">
              <a:buFont typeface="Wingdings" panose="05000000000000000000" pitchFamily="2" charset="2"/>
              <a:buChar char="Ø"/>
            </a:pPr>
            <a:r>
              <a:rPr lang="ne-NP" altLang="en-US" sz="3200" b="1" smtClean="0">
                <a:latin typeface="Preeti" pitchFamily="2" charset="0"/>
                <a:ea typeface="Kalimati" panose="00000400000000000000" pitchFamily="2"/>
                <a:cs typeface="Kalimati" panose="00000400000000000000" pitchFamily="2"/>
              </a:rPr>
              <a:t>कसूर ठहर हुने वा नहुने आधार तथा त्यसको कारण</a:t>
            </a:r>
            <a:r>
              <a:rPr lang="en-AU" altLang="en-US" sz="3200" b="1" smtClean="0">
                <a:latin typeface="Preeti" pitchFamily="2" charset="0"/>
                <a:ea typeface="Kalimati" panose="00000400000000000000" pitchFamily="2"/>
                <a:cs typeface="Kalimati" panose="00000400000000000000" pitchFamily="2"/>
              </a:rPr>
              <a:t>,</a:t>
            </a:r>
            <a:endParaRPr lang="ne-NP" altLang="en-US" sz="3200" b="1" smtClean="0">
              <a:latin typeface="Preeti" pitchFamily="2" charset="0"/>
              <a:ea typeface="Kalimati" panose="00000400000000000000" pitchFamily="2"/>
              <a:cs typeface="Kalimati" panose="00000400000000000000" pitchFamily="2"/>
            </a:endParaRPr>
          </a:p>
          <a:p>
            <a:pPr algn="just" eaLnBrk="1" hangingPunct="1">
              <a:buFont typeface="Wingdings" panose="05000000000000000000" pitchFamily="2" charset="2"/>
              <a:buChar char="Ø"/>
            </a:pPr>
            <a:r>
              <a:rPr lang="ne-NP" altLang="en-US" sz="3200" b="1" smtClean="0">
                <a:latin typeface="Preeti" pitchFamily="2" charset="0"/>
                <a:ea typeface="Kalimati" panose="00000400000000000000" pitchFamily="2"/>
                <a:cs typeface="Kalimati" panose="00000400000000000000" pitchFamily="2"/>
              </a:rPr>
              <a:t>पुनरावेदन लाग्ने वा नलाग्ने र पुनरावेदन गर्नुपर्ने अदालत</a:t>
            </a:r>
            <a:r>
              <a:rPr lang="en-AU" altLang="en-US" sz="3200" b="1" smtClean="0">
                <a:latin typeface="Preeti" pitchFamily="2" charset="0"/>
                <a:ea typeface="Kalimati" panose="00000400000000000000" pitchFamily="2"/>
                <a:cs typeface="Kalimati" panose="00000400000000000000" pitchFamily="2"/>
              </a:rPr>
              <a:t>,</a:t>
            </a:r>
            <a:endParaRPr lang="ne-NP" altLang="en-US" sz="3200" b="1" smtClean="0">
              <a:latin typeface="Preeti" pitchFamily="2" charset="0"/>
              <a:ea typeface="Kalimati" panose="00000400000000000000" pitchFamily="2"/>
              <a:cs typeface="Kalimati" panose="00000400000000000000" pitchFamily="2"/>
            </a:endParaRPr>
          </a:p>
          <a:p>
            <a:pPr algn="just" eaLnBrk="1" hangingPunct="1">
              <a:buFont typeface="Wingdings" panose="05000000000000000000" pitchFamily="2" charset="2"/>
              <a:buChar char="Ø"/>
            </a:pPr>
            <a:r>
              <a:rPr lang="ne-NP" altLang="en-US" sz="3200" b="1" smtClean="0">
                <a:latin typeface="Preeti" pitchFamily="2" charset="0"/>
                <a:ea typeface="Kalimati" panose="00000400000000000000" pitchFamily="2"/>
                <a:cs typeface="Kalimati" panose="00000400000000000000" pitchFamily="2"/>
              </a:rPr>
              <a:t>अन्य आवश्‍यक कुराहरु।</a:t>
            </a:r>
            <a:endParaRPr lang="en-US" altLang="en-US" sz="3200" b="1" smtClean="0">
              <a:latin typeface="Preeti" pitchFamily="2" charset="0"/>
              <a:ea typeface="Kalimati" panose="00000400000000000000" pitchFamily="2"/>
              <a:cs typeface="Kalimati" panose="00000400000000000000" pitchFamily="2"/>
            </a:endParaRPr>
          </a:p>
          <a:p>
            <a:pPr eaLnBrk="1" hangingPunct="1">
              <a:buFont typeface="Wingdings" panose="05000000000000000000" pitchFamily="2" charset="2"/>
              <a:buNone/>
            </a:pPr>
            <a:endParaRPr lang="en-US" altLang="en-US" smtClean="0"/>
          </a:p>
        </p:txBody>
      </p:sp>
    </p:spTree>
  </p:cSld>
  <p:clrMapOvr>
    <a:masterClrMapping/>
  </p:clrMapOvr>
  <p:transition>
    <p:checker dir="vert"/>
  </p:transition>
  <p:timing>
    <p:tnLst>
      <p:par>
        <p:cTn id="1" dur="indefinite" restart="never" nodeType="tmRoot"/>
      </p:par>
    </p:tnLst>
    <p:bldLst>
      <p:bldP spid="2" grpId="0"/>
      <p:bldP spid="14340" grpId="0" build="p">
        <p:tmplLst>
          <p:tmpl lvl="1">
            <p:tnLst>
              <p:par>
                <p:cTn presetID="22" presetClass="entr" presetSubtype="8" fill="hold" nodeType="clickEffect">
                  <p:stCondLst>
                    <p:cond delay="0"/>
                  </p:stCondLst>
                  <p:childTnLst>
                    <p:set>
                      <p:cBhvr>
                        <p:cTn dur="1" fill="hold">
                          <p:stCondLst>
                            <p:cond delay="0"/>
                          </p:stCondLst>
                        </p:cTn>
                        <p:tgtEl>
                          <p:spTgt spid="14340"/>
                        </p:tgtEl>
                        <p:attrNameLst>
                          <p:attrName>style.visibility</p:attrName>
                        </p:attrNameLst>
                      </p:cBhvr>
                      <p:to>
                        <p:strVal val="visible"/>
                      </p:to>
                    </p:set>
                    <p:animEffect transition="in" filter="wipe(left)">
                      <p:cBhvr>
                        <p:cTn dur="500"/>
                        <p:tgtEl>
                          <p:spTgt spid="14340"/>
                        </p:tgtEl>
                      </p:cBhvr>
                    </p:animEffect>
                  </p:childTnLst>
                </p:cTn>
              </p:par>
            </p:tnLst>
          </p:tmpl>
          <p:tmpl lvl="2">
            <p:tnLst>
              <p:par>
                <p:cTn presetID="22" presetClass="entr" presetSubtype="8" fill="hold" nodeType="withEffect">
                  <p:stCondLst>
                    <p:cond delay="0"/>
                  </p:stCondLst>
                  <p:childTnLst>
                    <p:set>
                      <p:cBhvr>
                        <p:cTn dur="1" fill="hold">
                          <p:stCondLst>
                            <p:cond delay="0"/>
                          </p:stCondLst>
                        </p:cTn>
                        <p:tgtEl>
                          <p:spTgt spid="14340"/>
                        </p:tgtEl>
                        <p:attrNameLst>
                          <p:attrName>style.visibility</p:attrName>
                        </p:attrNameLst>
                      </p:cBhvr>
                      <p:to>
                        <p:strVal val="visible"/>
                      </p:to>
                    </p:set>
                    <p:animEffect transition="in" filter="wipe(left)">
                      <p:cBhvr>
                        <p:cTn dur="500"/>
                        <p:tgtEl>
                          <p:spTgt spid="14340"/>
                        </p:tgtEl>
                      </p:cBhvr>
                    </p:animEffect>
                  </p:childTnLst>
                </p:cTn>
              </p:par>
            </p:tnLst>
          </p:tmpl>
          <p:tmpl lvl="3">
            <p:tnLst>
              <p:par>
                <p:cTn presetID="22" presetClass="entr" presetSubtype="8" fill="hold" nodeType="withEffect">
                  <p:stCondLst>
                    <p:cond delay="0"/>
                  </p:stCondLst>
                  <p:childTnLst>
                    <p:set>
                      <p:cBhvr>
                        <p:cTn dur="1" fill="hold">
                          <p:stCondLst>
                            <p:cond delay="0"/>
                          </p:stCondLst>
                        </p:cTn>
                        <p:tgtEl>
                          <p:spTgt spid="14340"/>
                        </p:tgtEl>
                        <p:attrNameLst>
                          <p:attrName>style.visibility</p:attrName>
                        </p:attrNameLst>
                      </p:cBhvr>
                      <p:to>
                        <p:strVal val="visible"/>
                      </p:to>
                    </p:set>
                    <p:animEffect transition="in" filter="wipe(left)">
                      <p:cBhvr>
                        <p:cTn dur="500"/>
                        <p:tgtEl>
                          <p:spTgt spid="14340"/>
                        </p:tgtEl>
                      </p:cBhvr>
                    </p:animEffect>
                  </p:childTnLst>
                </p:cTn>
              </p:par>
            </p:tnLst>
          </p:tmpl>
          <p:tmpl lvl="4">
            <p:tnLst>
              <p:par>
                <p:cTn presetID="22" presetClass="entr" presetSubtype="8" fill="hold" nodeType="withEffect">
                  <p:stCondLst>
                    <p:cond delay="0"/>
                  </p:stCondLst>
                  <p:childTnLst>
                    <p:set>
                      <p:cBhvr>
                        <p:cTn dur="1" fill="hold">
                          <p:stCondLst>
                            <p:cond delay="0"/>
                          </p:stCondLst>
                        </p:cTn>
                        <p:tgtEl>
                          <p:spTgt spid="14340"/>
                        </p:tgtEl>
                        <p:attrNameLst>
                          <p:attrName>style.visibility</p:attrName>
                        </p:attrNameLst>
                      </p:cBhvr>
                      <p:to>
                        <p:strVal val="visible"/>
                      </p:to>
                    </p:set>
                    <p:animEffect transition="in" filter="wipe(left)">
                      <p:cBhvr>
                        <p:cTn dur="500"/>
                        <p:tgtEl>
                          <p:spTgt spid="14340"/>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4340"/>
                        </p:tgtEl>
                        <p:attrNameLst>
                          <p:attrName>style.visibility</p:attrName>
                        </p:attrNameLst>
                      </p:cBhvr>
                      <p:to>
                        <p:strVal val="visible"/>
                      </p:to>
                    </p:set>
                    <p:animEffect transition="in" filter="wipe(left)">
                      <p:cBhvr>
                        <p:cTn dur="500"/>
                        <p:tgtEl>
                          <p:spTgt spid="14340"/>
                        </p:tgtEl>
                      </p:cBhvr>
                    </p:animEffect>
                  </p:childTnLst>
                </p:cTn>
              </p:par>
            </p:tnLst>
          </p:tmpl>
        </p:tmplLst>
      </p:b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a:bodyPr>
          <a:lstStyle/>
          <a:p>
            <a:pPr eaLnBrk="1" fontAlgn="auto" hangingPunct="1">
              <a:spcAft>
                <a:spcPts val="0"/>
              </a:spcAft>
              <a:defRPr/>
            </a:pPr>
            <a:r>
              <a:rPr lang="en-US" b="1" dirty="0" smtClean="0">
                <a:effectLst>
                  <a:outerShdw blurRad="38100" dist="38100" dir="2700000" algn="tl">
                    <a:srgbClr val="000000">
                      <a:alpha val="43137"/>
                    </a:srgbClr>
                  </a:outerShdw>
                </a:effectLst>
                <a:latin typeface="Preeti" pitchFamily="2" charset="0"/>
              </a:rPr>
              <a:t>km};</a:t>
            </a:r>
            <a:r>
              <a:rPr lang="en-US" b="1" dirty="0" err="1" smtClean="0">
                <a:effectLst>
                  <a:outerShdw blurRad="38100" dist="38100" dir="2700000" algn="tl">
                    <a:srgbClr val="000000">
                      <a:alpha val="43137"/>
                    </a:srgbClr>
                  </a:outerShdw>
                </a:effectLst>
                <a:latin typeface="Preeti" pitchFamily="2" charset="0"/>
              </a:rPr>
              <a:t>nfdf</a:t>
            </a:r>
            <a:r>
              <a:rPr lang="en-US" b="1" dirty="0" smtClean="0">
                <a:effectLst>
                  <a:outerShdw blurRad="38100" dist="38100" dir="2700000" algn="tl">
                    <a:srgbClr val="000000">
                      <a:alpha val="43137"/>
                    </a:srgbClr>
                  </a:outerShdw>
                </a:effectLst>
                <a:latin typeface="Preeti" pitchFamily="2" charset="0"/>
              </a:rPr>
              <a:t> </a:t>
            </a:r>
            <a:r>
              <a:rPr lang="en-US" b="1" dirty="0" err="1" smtClean="0">
                <a:effectLst>
                  <a:outerShdw blurRad="38100" dist="38100" dir="2700000" algn="tl">
                    <a:srgbClr val="000000">
                      <a:alpha val="43137"/>
                    </a:srgbClr>
                  </a:outerShdw>
                </a:effectLst>
                <a:latin typeface="Preeti" pitchFamily="2" charset="0"/>
              </a:rPr>
              <a:t>v'nfpg</a:t>
            </a:r>
            <a:r>
              <a:rPr lang="en-US" b="1" dirty="0" smtClean="0">
                <a:effectLst>
                  <a:outerShdw blurRad="38100" dist="38100" dir="2700000" algn="tl">
                    <a:srgbClr val="000000">
                      <a:alpha val="43137"/>
                    </a:srgbClr>
                  </a:outerShdw>
                </a:effectLst>
                <a:latin typeface="Preeti" pitchFamily="2" charset="0"/>
              </a:rPr>
              <a:t>' kg]{ s'/</a:t>
            </a:r>
            <a:r>
              <a:rPr lang="en-US" b="1" dirty="0" err="1" smtClean="0">
                <a:effectLst>
                  <a:outerShdw blurRad="38100" dist="38100" dir="2700000" algn="tl">
                    <a:srgbClr val="000000">
                      <a:alpha val="43137"/>
                    </a:srgbClr>
                  </a:outerShdw>
                </a:effectLst>
                <a:latin typeface="Preeti" pitchFamily="2" charset="0"/>
              </a:rPr>
              <a:t>fx</a:t>
            </a:r>
            <a:r>
              <a:rPr lang="en-US" b="1" dirty="0" smtClean="0">
                <a:effectLst>
                  <a:outerShdw blurRad="38100" dist="38100" dir="2700000" algn="tl">
                    <a:srgbClr val="000000">
                      <a:alpha val="43137"/>
                    </a:srgbClr>
                  </a:outerShdw>
                </a:effectLst>
                <a:latin typeface="Preeti" pitchFamily="2" charset="0"/>
              </a:rPr>
              <a:t>?</a:t>
            </a:r>
            <a:r>
              <a:rPr lang="en-US" b="1" dirty="0" smtClean="0">
                <a:latin typeface="Preeti" pitchFamily="2" charset="0"/>
              </a:rPr>
              <a:t> </a:t>
            </a:r>
          </a:p>
        </p:txBody>
      </p:sp>
      <p:sp>
        <p:nvSpPr>
          <p:cNvPr id="15363"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83B5B5D-33B3-4ED9-9BFE-C41A1822AD32}" type="slidenum">
              <a:rPr lang="en-US" sz="1400" smtClean="0">
                <a:solidFill>
                  <a:srgbClr val="FFFFFF"/>
                </a:solidFill>
                <a:latin typeface="Franklin Gothic Book" panose="020B0503020102020204" pitchFamily="34" charset="0"/>
              </a:rPr>
              <a:pPr>
                <a:spcBef>
                  <a:spcPct val="0"/>
                </a:spcBef>
                <a:buClrTx/>
                <a:buSzTx/>
                <a:buFontTx/>
                <a:buNone/>
              </a:pPr>
              <a:t>17</a:t>
            </a:fld>
            <a:endParaRPr lang="en-US" sz="1400" smtClean="0">
              <a:solidFill>
                <a:srgbClr val="FFFFFF"/>
              </a:solidFill>
              <a:latin typeface="Franklin Gothic Book" panose="020B0503020102020204" pitchFamily="34" charset="0"/>
            </a:endParaRPr>
          </a:p>
        </p:txBody>
      </p:sp>
      <p:sp>
        <p:nvSpPr>
          <p:cNvPr id="28675" name="Rectangle 3"/>
          <p:cNvSpPr>
            <a:spLocks noGrp="1" noChangeArrowheads="1"/>
          </p:cNvSpPr>
          <p:nvPr>
            <p:ph sz="quarter" idx="1"/>
          </p:nvPr>
        </p:nvSpPr>
        <p:spPr/>
        <p:txBody>
          <a:bodyPr>
            <a:normAutofit/>
          </a:bodyPr>
          <a:lstStyle/>
          <a:p>
            <a:pPr marL="274320" indent="-274320" eaLnBrk="1" fontAlgn="auto" hangingPunct="1">
              <a:spcBef>
                <a:spcPts val="580"/>
              </a:spcBef>
              <a:spcAft>
                <a:spcPts val="0"/>
              </a:spcAft>
              <a:buClr>
                <a:schemeClr val="accent3"/>
              </a:buClr>
              <a:buFont typeface="Wingdings" pitchFamily="2" charset="2"/>
              <a:buNone/>
              <a:defRPr/>
            </a:pPr>
            <a:r>
              <a:rPr lang="ne-NP" sz="3200" b="1" dirty="0" smtClean="0">
                <a:effectLst>
                  <a:outerShdw blurRad="38100" dist="38100" dir="2700000" algn="tl">
                    <a:srgbClr val="000000">
                      <a:alpha val="43137"/>
                    </a:srgbClr>
                  </a:outerShdw>
                </a:effectLst>
                <a:latin typeface="Preeti" pitchFamily="2" charset="0"/>
              </a:rPr>
              <a:t> </a:t>
            </a:r>
            <a:r>
              <a:rPr lang="en-AU" sz="4000" b="1" dirty="0" smtClean="0">
                <a:effectLst>
                  <a:outerShdw blurRad="38100" dist="38100" dir="2700000" algn="tl">
                    <a:srgbClr val="000000">
                      <a:alpha val="43137"/>
                    </a:srgbClr>
                  </a:outerShdw>
                </a:effectLst>
                <a:latin typeface="Preeti" pitchFamily="2" charset="0"/>
              </a:rPr>
              <a:t>l</a:t>
            </a:r>
            <a:r>
              <a:rPr lang="en-US" sz="4000" b="1" dirty="0" err="1" smtClean="0">
                <a:effectLst>
                  <a:outerShdw blurRad="38100" dist="38100" dir="2700000" algn="tl">
                    <a:srgbClr val="000000">
                      <a:alpha val="43137"/>
                    </a:srgbClr>
                  </a:outerShdw>
                </a:effectLst>
                <a:latin typeface="Preeti" pitchFamily="2" charset="0"/>
              </a:rPr>
              <a:t>hNnf</a:t>
            </a:r>
            <a:r>
              <a:rPr lang="en-US" sz="4000" b="1" dirty="0" smtClean="0">
                <a:effectLst>
                  <a:outerShdw blurRad="38100" dist="38100" dir="2700000" algn="tl">
                    <a:srgbClr val="000000">
                      <a:alpha val="43137"/>
                    </a:srgbClr>
                  </a:outerShdw>
                </a:effectLst>
                <a:latin typeface="Preeti" pitchFamily="2" charset="0"/>
              </a:rPr>
              <a:t> </a:t>
            </a:r>
            <a:r>
              <a:rPr lang="en-US" sz="4000" b="1" dirty="0" err="1" smtClean="0">
                <a:effectLst>
                  <a:outerShdw blurRad="38100" dist="38100" dir="2700000" algn="tl">
                    <a:srgbClr val="000000">
                      <a:alpha val="43137"/>
                    </a:srgbClr>
                  </a:outerShdw>
                </a:effectLst>
                <a:latin typeface="Preeti" pitchFamily="2" charset="0"/>
              </a:rPr>
              <a:t>cbfnt</a:t>
            </a:r>
            <a:r>
              <a:rPr lang="en-US" sz="4000" b="1" dirty="0" smtClean="0">
                <a:effectLst>
                  <a:outerShdw blurRad="38100" dist="38100" dir="2700000" algn="tl">
                    <a:srgbClr val="000000">
                      <a:alpha val="43137"/>
                    </a:srgbClr>
                  </a:outerShdw>
                </a:effectLst>
                <a:latin typeface="Preeti" pitchFamily="2" charset="0"/>
              </a:rPr>
              <a:t> </a:t>
            </a:r>
            <a:r>
              <a:rPr lang="en-US" sz="4000" b="1" dirty="0" err="1" smtClean="0">
                <a:effectLst>
                  <a:outerShdw blurRad="38100" dist="38100" dir="2700000" algn="tl">
                    <a:srgbClr val="000000">
                      <a:alpha val="43137"/>
                    </a:srgbClr>
                  </a:outerShdw>
                </a:effectLst>
                <a:latin typeface="Preeti" pitchFamily="2" charset="0"/>
              </a:rPr>
              <a:t>lgodfjnL</a:t>
            </a:r>
            <a:r>
              <a:rPr lang="en-US" sz="4000" b="1" dirty="0" smtClean="0">
                <a:effectLst>
                  <a:outerShdw blurRad="38100" dist="38100" dir="2700000" algn="tl">
                    <a:srgbClr val="000000">
                      <a:alpha val="43137"/>
                    </a:srgbClr>
                  </a:outerShdw>
                </a:effectLst>
                <a:latin typeface="Preeti" pitchFamily="2" charset="0"/>
              </a:rPr>
              <a:t>, </a:t>
            </a:r>
            <a:r>
              <a:rPr lang="en-US" sz="4000" b="1" dirty="0" smtClean="0">
                <a:solidFill>
                  <a:srgbClr val="FF0000"/>
                </a:solidFill>
                <a:latin typeface="Preeti" pitchFamily="2" charset="0"/>
              </a:rPr>
              <a:t> </a:t>
            </a:r>
          </a:p>
          <a:p>
            <a:pPr marL="274320" indent="-274320" eaLnBrk="1" fontAlgn="auto" hangingPunct="1">
              <a:spcBef>
                <a:spcPts val="580"/>
              </a:spcBef>
              <a:spcAft>
                <a:spcPts val="0"/>
              </a:spcAft>
              <a:buClr>
                <a:schemeClr val="accent3"/>
              </a:buClr>
              <a:buFont typeface="Wingdings 2"/>
              <a:buChar char=""/>
              <a:defRPr/>
            </a:pPr>
            <a:r>
              <a:rPr lang="en-US" sz="4000" b="1" dirty="0" smtClean="0">
                <a:latin typeface="Preeti" pitchFamily="2" charset="0"/>
              </a:rPr>
              <a:t>	</a:t>
            </a:r>
            <a:r>
              <a:rPr lang="en-US" sz="4000" b="1" dirty="0" err="1" smtClean="0">
                <a:latin typeface="Preeti" pitchFamily="2" charset="0"/>
              </a:rPr>
              <a:t>kIf</a:t>
            </a:r>
            <a:r>
              <a:rPr lang="en-US" sz="4000" b="1" dirty="0" smtClean="0">
                <a:latin typeface="Preeti" pitchFamily="2" charset="0"/>
              </a:rPr>
              <a:t> </a:t>
            </a:r>
            <a:r>
              <a:rPr lang="en-US" sz="4000" b="1" dirty="0" err="1" smtClean="0">
                <a:latin typeface="Preeti" pitchFamily="2" charset="0"/>
              </a:rPr>
              <a:t>ljkIfsf</a:t>
            </a:r>
            <a:r>
              <a:rPr lang="en-US" sz="4000" b="1" dirty="0" smtClean="0">
                <a:latin typeface="Preeti" pitchFamily="2" charset="0"/>
              </a:rPr>
              <a:t>] </a:t>
            </a:r>
            <a:r>
              <a:rPr lang="en-US" sz="4000" b="1" dirty="0" err="1" smtClean="0">
                <a:latin typeface="Preeti" pitchFamily="2" charset="0"/>
              </a:rPr>
              <a:t>bfaL</a:t>
            </a:r>
            <a:r>
              <a:rPr lang="en-US" sz="4000" b="1" dirty="0" smtClean="0">
                <a:latin typeface="Preeti" pitchFamily="2" charset="0"/>
              </a:rPr>
              <a:t> </a:t>
            </a:r>
            <a:r>
              <a:rPr lang="en-US" sz="4000" b="1" dirty="0" err="1" smtClean="0">
                <a:latin typeface="Preeti" pitchFamily="2" charset="0"/>
              </a:rPr>
              <a:t>tyf</a:t>
            </a:r>
            <a:r>
              <a:rPr lang="en-US" sz="4000" b="1" dirty="0" smtClean="0">
                <a:latin typeface="Preeti" pitchFamily="2" charset="0"/>
              </a:rPr>
              <a:t> </a:t>
            </a:r>
            <a:r>
              <a:rPr lang="en-US" sz="4000" b="1" dirty="0" err="1" smtClean="0">
                <a:latin typeface="Preeti" pitchFamily="2" charset="0"/>
              </a:rPr>
              <a:t>lhls</a:t>
            </a:r>
            <a:r>
              <a:rPr lang="en-US" sz="4000" b="1" dirty="0" smtClean="0">
                <a:latin typeface="Preeti" pitchFamily="2" charset="0"/>
              </a:rPr>
              <a:t>/, </a:t>
            </a:r>
          </a:p>
          <a:p>
            <a:pPr marL="274320" indent="-274320" eaLnBrk="1" fontAlgn="auto" hangingPunct="1">
              <a:spcBef>
                <a:spcPts val="580"/>
              </a:spcBef>
              <a:spcAft>
                <a:spcPts val="0"/>
              </a:spcAft>
              <a:buClr>
                <a:schemeClr val="accent3"/>
              </a:buClr>
              <a:buFont typeface="Wingdings 2"/>
              <a:buChar char=""/>
              <a:defRPr/>
            </a:pPr>
            <a:r>
              <a:rPr lang="en-US" sz="4000" b="1" dirty="0" smtClean="0">
                <a:latin typeface="Preeti" pitchFamily="2" charset="0"/>
              </a:rPr>
              <a:t>	</a:t>
            </a:r>
            <a:r>
              <a:rPr lang="en-US" sz="4000" b="1" dirty="0" err="1" smtClean="0">
                <a:latin typeface="Preeti" pitchFamily="2" charset="0"/>
              </a:rPr>
              <a:t>lg0f</a:t>
            </a:r>
            <a:r>
              <a:rPr lang="en-US" sz="4000" b="1" dirty="0" smtClean="0">
                <a:latin typeface="Preeti" pitchFamily="2" charset="0"/>
              </a:rPr>
              <a:t>{o </a:t>
            </a:r>
            <a:r>
              <a:rPr lang="en-US" sz="4000" b="1" dirty="0" err="1" smtClean="0">
                <a:latin typeface="Preeti" pitchFamily="2" charset="0"/>
              </a:rPr>
              <a:t>ug</a:t>
            </a:r>
            <a:r>
              <a:rPr lang="en-US" sz="4000" b="1" dirty="0" smtClean="0">
                <a:latin typeface="Preeti" pitchFamily="2" charset="0"/>
              </a:rPr>
              <a:t>'{kg{] </a:t>
            </a:r>
            <a:r>
              <a:rPr lang="en-US" sz="4000" b="1" dirty="0" err="1" smtClean="0">
                <a:latin typeface="Preeti" pitchFamily="2" charset="0"/>
              </a:rPr>
              <a:t>ljifo</a:t>
            </a:r>
            <a:r>
              <a:rPr lang="en-US" sz="4000" b="1" dirty="0" smtClean="0">
                <a:latin typeface="Preeti" pitchFamily="2" charset="0"/>
              </a:rPr>
              <a:t>, </a:t>
            </a:r>
          </a:p>
          <a:p>
            <a:pPr marL="274320" indent="-274320" eaLnBrk="1" fontAlgn="auto" hangingPunct="1">
              <a:spcBef>
                <a:spcPts val="580"/>
              </a:spcBef>
              <a:spcAft>
                <a:spcPts val="0"/>
              </a:spcAft>
              <a:buClr>
                <a:schemeClr val="accent3"/>
              </a:buClr>
              <a:buFont typeface="Wingdings 2"/>
              <a:buChar char=""/>
              <a:defRPr/>
            </a:pPr>
            <a:r>
              <a:rPr lang="en-US" sz="4000" b="1" dirty="0" smtClean="0">
                <a:latin typeface="Preeti" pitchFamily="2" charset="0"/>
              </a:rPr>
              <a:t>	</a:t>
            </a:r>
            <a:r>
              <a:rPr lang="en-US" sz="4000" b="1" dirty="0" err="1" smtClean="0">
                <a:latin typeface="Preeti" pitchFamily="2" charset="0"/>
              </a:rPr>
              <a:t>b'j</a:t>
            </a:r>
            <a:r>
              <a:rPr lang="en-US" sz="4000" b="1" dirty="0" smtClean="0">
                <a:latin typeface="Preeti" pitchFamily="2" charset="0"/>
              </a:rPr>
              <a:t>} </a:t>
            </a:r>
            <a:r>
              <a:rPr lang="en-US" sz="4000" b="1" dirty="0" err="1" smtClean="0">
                <a:latin typeface="Preeti" pitchFamily="2" charset="0"/>
              </a:rPr>
              <a:t>kIfsf</a:t>
            </a:r>
            <a:r>
              <a:rPr lang="en-US" sz="4000" b="1" dirty="0" smtClean="0">
                <a:latin typeface="Preeti" pitchFamily="2" charset="0"/>
              </a:rPr>
              <a:t> </a:t>
            </a:r>
            <a:r>
              <a:rPr lang="en-US" sz="4000" b="1" dirty="0" err="1" smtClean="0">
                <a:latin typeface="Preeti" pitchFamily="2" charset="0"/>
              </a:rPr>
              <a:t>k|df0fsf</a:t>
            </a:r>
            <a:r>
              <a:rPr lang="en-US" sz="4000" b="1" dirty="0" smtClean="0">
                <a:latin typeface="Preeti" pitchFamily="2" charset="0"/>
              </a:rPr>
              <a:t> s'/</a:t>
            </a:r>
            <a:r>
              <a:rPr lang="en-US" sz="4000" b="1" dirty="0" err="1" smtClean="0">
                <a:latin typeface="Preeti" pitchFamily="2" charset="0"/>
              </a:rPr>
              <a:t>fx</a:t>
            </a:r>
            <a:r>
              <a:rPr lang="en-US" sz="4000" b="1" dirty="0" smtClean="0">
                <a:latin typeface="Preeti" pitchFamily="2" charset="0"/>
              </a:rPr>
              <a:t>¿, </a:t>
            </a:r>
          </a:p>
          <a:p>
            <a:pPr marL="274320" indent="-274320" eaLnBrk="1" fontAlgn="auto" hangingPunct="1">
              <a:spcBef>
                <a:spcPts val="580"/>
              </a:spcBef>
              <a:spcAft>
                <a:spcPts val="0"/>
              </a:spcAft>
              <a:buClr>
                <a:schemeClr val="accent3"/>
              </a:buClr>
              <a:buFont typeface="Wingdings 2"/>
              <a:buChar char=""/>
              <a:defRPr/>
            </a:pPr>
            <a:r>
              <a:rPr lang="en-US" sz="4000" b="1" dirty="0" smtClean="0">
                <a:latin typeface="Preeti" pitchFamily="2" charset="0"/>
              </a:rPr>
              <a:t>	</a:t>
            </a:r>
            <a:r>
              <a:rPr lang="en-US" sz="4000" b="1" dirty="0" err="1" smtClean="0">
                <a:latin typeface="Preeti" pitchFamily="2" charset="0"/>
              </a:rPr>
              <a:t>ghL</a:t>
            </a:r>
            <a:r>
              <a:rPr lang="en-US" sz="4000" b="1" dirty="0" smtClean="0">
                <a:latin typeface="Preeti" pitchFamily="2" charset="0"/>
              </a:rPr>
              <a:t>/ </a:t>
            </a:r>
            <a:r>
              <a:rPr lang="en-US" sz="4000" b="1" dirty="0" err="1" smtClean="0">
                <a:latin typeface="Preeti" pitchFamily="2" charset="0"/>
              </a:rPr>
              <a:t>jf</a:t>
            </a:r>
            <a:r>
              <a:rPr lang="en-US" sz="4000" b="1" dirty="0" smtClean="0">
                <a:latin typeface="Preeti" pitchFamily="2" charset="0"/>
              </a:rPr>
              <a:t> </a:t>
            </a:r>
            <a:r>
              <a:rPr lang="en-US" sz="4000" b="1" dirty="0" err="1" smtClean="0">
                <a:latin typeface="Preeti" pitchFamily="2" charset="0"/>
              </a:rPr>
              <a:t>sfg"gL</a:t>
            </a:r>
            <a:r>
              <a:rPr lang="en-US" sz="4000" b="1" dirty="0" smtClean="0">
                <a:latin typeface="Preeti" pitchFamily="2" charset="0"/>
              </a:rPr>
              <a:t> </a:t>
            </a:r>
            <a:r>
              <a:rPr lang="en-US" sz="4000" b="1" dirty="0" err="1" smtClean="0">
                <a:latin typeface="Preeti" pitchFamily="2" charset="0"/>
              </a:rPr>
              <a:t>l;4fGtsf</a:t>
            </a:r>
            <a:r>
              <a:rPr lang="en-US" sz="4000" b="1" dirty="0" smtClean="0">
                <a:latin typeface="Preeti" pitchFamily="2" charset="0"/>
              </a:rPr>
              <a:t>] ;</a:t>
            </a:r>
            <a:r>
              <a:rPr lang="en-US" sz="4000" b="1" dirty="0" err="1" smtClean="0">
                <a:latin typeface="Preeti" pitchFamily="2" charset="0"/>
              </a:rPr>
              <a:t>fGble</a:t>
            </a:r>
            <a:r>
              <a:rPr lang="en-US" sz="4000" b="1" dirty="0" smtClean="0">
                <a:latin typeface="Preeti" pitchFamily="2" charset="0"/>
              </a:rPr>
              <a:t>{</a:t>
            </a:r>
            <a:r>
              <a:rPr lang="en-US" sz="4000" b="1" dirty="0" err="1" smtClean="0">
                <a:latin typeface="Preeti" pitchFamily="2" charset="0"/>
              </a:rPr>
              <a:t>stf</a:t>
            </a:r>
            <a:r>
              <a:rPr lang="en-US" sz="4000" b="1" dirty="0" smtClean="0">
                <a:latin typeface="Preeti" pitchFamily="2" charset="0"/>
              </a:rPr>
              <a:t>, </a:t>
            </a:r>
          </a:p>
          <a:p>
            <a:pPr marL="274320" indent="-274320" eaLnBrk="1" fontAlgn="auto" hangingPunct="1">
              <a:spcBef>
                <a:spcPts val="580"/>
              </a:spcBef>
              <a:spcAft>
                <a:spcPts val="0"/>
              </a:spcAft>
              <a:buClr>
                <a:schemeClr val="accent3"/>
              </a:buClr>
              <a:buFont typeface="Wingdings 2"/>
              <a:buChar char=""/>
              <a:defRPr/>
            </a:pPr>
            <a:r>
              <a:rPr lang="en-US" sz="4000" b="1" dirty="0" smtClean="0">
                <a:latin typeface="Preeti" pitchFamily="2" charset="0"/>
              </a:rPr>
              <a:t>	</a:t>
            </a:r>
            <a:r>
              <a:rPr lang="en-US" sz="4000" b="1" dirty="0" err="1" smtClean="0">
                <a:latin typeface="Preeti" pitchFamily="2" charset="0"/>
              </a:rPr>
              <a:t>sfg"gL</a:t>
            </a:r>
            <a:r>
              <a:rPr lang="en-US" sz="4000" b="1" dirty="0" smtClean="0">
                <a:latin typeface="Preeti" pitchFamily="2" charset="0"/>
              </a:rPr>
              <a:t> </a:t>
            </a:r>
            <a:r>
              <a:rPr lang="en-US" sz="4000" b="1" dirty="0" err="1" smtClean="0">
                <a:latin typeface="Preeti" pitchFamily="2" charset="0"/>
              </a:rPr>
              <a:t>k|Zg</a:t>
            </a:r>
            <a:r>
              <a:rPr lang="en-US" sz="4000" b="1" dirty="0" smtClean="0">
                <a:latin typeface="Preeti" pitchFamily="2" charset="0"/>
              </a:rPr>
              <a:t> </a:t>
            </a:r>
            <a:r>
              <a:rPr lang="en-US" sz="4000" b="1" dirty="0" err="1" smtClean="0">
                <a:latin typeface="Preeti" pitchFamily="2" charset="0"/>
              </a:rPr>
              <a:t>ePsf</a:t>
            </a:r>
            <a:r>
              <a:rPr lang="en-US" sz="4000" b="1" dirty="0" smtClean="0">
                <a:latin typeface="Preeti" pitchFamily="2" charset="0"/>
              </a:rPr>
              <a:t>]</a:t>
            </a:r>
            <a:r>
              <a:rPr lang="en-US" sz="4000" b="1" dirty="0" err="1" smtClean="0">
                <a:latin typeface="Preeti" pitchFamily="2" charset="0"/>
              </a:rPr>
              <a:t>df</a:t>
            </a:r>
            <a:r>
              <a:rPr lang="en-US" sz="4000" b="1" dirty="0" smtClean="0">
                <a:latin typeface="Preeti" pitchFamily="2" charset="0"/>
              </a:rPr>
              <a:t> </a:t>
            </a:r>
            <a:r>
              <a:rPr lang="en-US" sz="4000" b="1" dirty="0" err="1" smtClean="0">
                <a:latin typeface="Preeti" pitchFamily="2" charset="0"/>
              </a:rPr>
              <a:t>To;sf</a:t>
            </a:r>
            <a:r>
              <a:rPr lang="en-US" sz="4000" b="1" dirty="0" smtClean="0">
                <a:latin typeface="Preeti" pitchFamily="2" charset="0"/>
              </a:rPr>
              <a:t>] </a:t>
            </a:r>
            <a:r>
              <a:rPr lang="en-US" sz="4000" b="1" dirty="0" err="1" smtClean="0">
                <a:latin typeface="Preeti" pitchFamily="2" charset="0"/>
              </a:rPr>
              <a:t>JofVof</a:t>
            </a:r>
            <a:r>
              <a:rPr lang="en-US" sz="4000" b="1" dirty="0" smtClean="0">
                <a:latin typeface="Preeti" pitchFamily="2" charset="0"/>
              </a:rPr>
              <a:t> . </a:t>
            </a:r>
          </a:p>
          <a:p>
            <a:pPr marL="274320" indent="-274320" eaLnBrk="1" fontAlgn="auto" hangingPunct="1">
              <a:spcBef>
                <a:spcPts val="580"/>
              </a:spcBef>
              <a:spcAft>
                <a:spcPts val="0"/>
              </a:spcAft>
              <a:buClr>
                <a:schemeClr val="accent3"/>
              </a:buClr>
              <a:buFont typeface="Wingdings" pitchFamily="2" charset="2"/>
              <a:buNone/>
              <a:defRPr/>
            </a:pPr>
            <a:endParaRPr lang="en-US" sz="3200" b="1" dirty="0" smtClean="0">
              <a:latin typeface="Preeti" pitchFamily="2" charset="0"/>
            </a:endParaRPr>
          </a:p>
        </p:txBody>
      </p:sp>
    </p:spTree>
  </p:cSld>
  <p:clrMapOvr>
    <a:masterClrMapping/>
  </p:clrMapOvr>
  <p:transition>
    <p:checker dir="vert"/>
  </p:transition>
  <p:timing>
    <p:tnLst>
      <p:par>
        <p:cTn id="1" dur="indefinite" restart="never" nodeType="tmRoot"/>
      </p:par>
    </p:tnLst>
    <p:bldLst>
      <p:bldP spid="28674" grpId="0"/>
      <p:bldP spid="28675" grpId="0" build="p">
        <p:tmplLst>
          <p:tmpl lvl="1">
            <p:tnLst>
              <p:par>
                <p:cTn presetID="22" presetClass="entr" presetSubtype="8" fill="hold" nodeType="clickEffect">
                  <p:stCondLst>
                    <p:cond delay="0"/>
                  </p:stCondLst>
                  <p:childTnLst>
                    <p:set>
                      <p:cBhvr>
                        <p:cTn dur="1" fill="hold">
                          <p:stCondLst>
                            <p:cond delay="0"/>
                          </p:stCondLst>
                        </p:cTn>
                        <p:tgtEl>
                          <p:spTgt spid="28675"/>
                        </p:tgtEl>
                        <p:attrNameLst>
                          <p:attrName>style.visibility</p:attrName>
                        </p:attrNameLst>
                      </p:cBhvr>
                      <p:to>
                        <p:strVal val="visible"/>
                      </p:to>
                    </p:set>
                    <p:animEffect transition="in" filter="wipe(left)">
                      <p:cBhvr>
                        <p:cTn dur="500"/>
                        <p:tgtEl>
                          <p:spTgt spid="28675"/>
                        </p:tgtEl>
                      </p:cBhvr>
                    </p:animEffect>
                  </p:childTnLst>
                </p:cTn>
              </p:par>
            </p:tnLst>
          </p:tmpl>
          <p:tmpl lvl="2">
            <p:tnLst>
              <p:par>
                <p:cTn presetID="22" presetClass="entr" presetSubtype="8" fill="hold" nodeType="withEffect">
                  <p:stCondLst>
                    <p:cond delay="0"/>
                  </p:stCondLst>
                  <p:childTnLst>
                    <p:set>
                      <p:cBhvr>
                        <p:cTn dur="1" fill="hold">
                          <p:stCondLst>
                            <p:cond delay="0"/>
                          </p:stCondLst>
                        </p:cTn>
                        <p:tgtEl>
                          <p:spTgt spid="28675"/>
                        </p:tgtEl>
                        <p:attrNameLst>
                          <p:attrName>style.visibility</p:attrName>
                        </p:attrNameLst>
                      </p:cBhvr>
                      <p:to>
                        <p:strVal val="visible"/>
                      </p:to>
                    </p:set>
                    <p:animEffect transition="in" filter="wipe(left)">
                      <p:cBhvr>
                        <p:cTn dur="500"/>
                        <p:tgtEl>
                          <p:spTgt spid="28675"/>
                        </p:tgtEl>
                      </p:cBhvr>
                    </p:animEffect>
                  </p:childTnLst>
                </p:cTn>
              </p:par>
            </p:tnLst>
          </p:tmpl>
          <p:tmpl lvl="3">
            <p:tnLst>
              <p:par>
                <p:cTn presetID="22" presetClass="entr" presetSubtype="8" fill="hold" nodeType="withEffect">
                  <p:stCondLst>
                    <p:cond delay="0"/>
                  </p:stCondLst>
                  <p:childTnLst>
                    <p:set>
                      <p:cBhvr>
                        <p:cTn dur="1" fill="hold">
                          <p:stCondLst>
                            <p:cond delay="0"/>
                          </p:stCondLst>
                        </p:cTn>
                        <p:tgtEl>
                          <p:spTgt spid="28675"/>
                        </p:tgtEl>
                        <p:attrNameLst>
                          <p:attrName>style.visibility</p:attrName>
                        </p:attrNameLst>
                      </p:cBhvr>
                      <p:to>
                        <p:strVal val="visible"/>
                      </p:to>
                    </p:set>
                    <p:animEffect transition="in" filter="wipe(left)">
                      <p:cBhvr>
                        <p:cTn dur="500"/>
                        <p:tgtEl>
                          <p:spTgt spid="28675"/>
                        </p:tgtEl>
                      </p:cBhvr>
                    </p:animEffect>
                  </p:childTnLst>
                </p:cTn>
              </p:par>
            </p:tnLst>
          </p:tmpl>
          <p:tmpl lvl="4">
            <p:tnLst>
              <p:par>
                <p:cTn presetID="22" presetClass="entr" presetSubtype="8" fill="hold" nodeType="withEffect">
                  <p:stCondLst>
                    <p:cond delay="0"/>
                  </p:stCondLst>
                  <p:childTnLst>
                    <p:set>
                      <p:cBhvr>
                        <p:cTn dur="1" fill="hold">
                          <p:stCondLst>
                            <p:cond delay="0"/>
                          </p:stCondLst>
                        </p:cTn>
                        <p:tgtEl>
                          <p:spTgt spid="28675"/>
                        </p:tgtEl>
                        <p:attrNameLst>
                          <p:attrName>style.visibility</p:attrName>
                        </p:attrNameLst>
                      </p:cBhvr>
                      <p:to>
                        <p:strVal val="visible"/>
                      </p:to>
                    </p:set>
                    <p:animEffect transition="in" filter="wipe(left)">
                      <p:cBhvr>
                        <p:cTn dur="500"/>
                        <p:tgtEl>
                          <p:spTgt spid="28675"/>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28675"/>
                        </p:tgtEl>
                        <p:attrNameLst>
                          <p:attrName>style.visibility</p:attrName>
                        </p:attrNameLst>
                      </p:cBhvr>
                      <p:to>
                        <p:strVal val="visible"/>
                      </p:to>
                    </p:set>
                    <p:animEffect transition="in" filter="wipe(left)">
                      <p:cBhvr>
                        <p:cTn dur="500"/>
                        <p:tgtEl>
                          <p:spTgt spid="28675"/>
                        </p:tgtEl>
                      </p:cBhvr>
                    </p:animEffect>
                  </p:childTnLst>
                </p:cTn>
              </p:par>
            </p:tnLst>
          </p:tmpl>
        </p:tmplLst>
      </p:b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a:bodyPr>
          <a:lstStyle/>
          <a:p>
            <a:pPr eaLnBrk="1" fontAlgn="auto" hangingPunct="1">
              <a:spcAft>
                <a:spcPts val="0"/>
              </a:spcAft>
              <a:defRPr/>
            </a:pPr>
            <a:r>
              <a:rPr lang="en-US" b="1" dirty="0" smtClean="0">
                <a:effectLst>
                  <a:outerShdw blurRad="38100" dist="38100" dir="2700000" algn="tl">
                    <a:srgbClr val="000000">
                      <a:alpha val="43137"/>
                    </a:srgbClr>
                  </a:outerShdw>
                </a:effectLst>
                <a:latin typeface="Preeti" pitchFamily="2" charset="0"/>
              </a:rPr>
              <a:t>km};</a:t>
            </a:r>
            <a:r>
              <a:rPr lang="en-US" b="1" dirty="0" err="1" smtClean="0">
                <a:effectLst>
                  <a:outerShdw blurRad="38100" dist="38100" dir="2700000" algn="tl">
                    <a:srgbClr val="000000">
                      <a:alpha val="43137"/>
                    </a:srgbClr>
                  </a:outerShdw>
                </a:effectLst>
                <a:latin typeface="Preeti" pitchFamily="2" charset="0"/>
              </a:rPr>
              <a:t>nfdf</a:t>
            </a:r>
            <a:r>
              <a:rPr lang="en-US" b="1" dirty="0" smtClean="0">
                <a:effectLst>
                  <a:outerShdw blurRad="38100" dist="38100" dir="2700000" algn="tl">
                    <a:srgbClr val="000000">
                      <a:alpha val="43137"/>
                    </a:srgbClr>
                  </a:outerShdw>
                </a:effectLst>
                <a:latin typeface="Preeti" pitchFamily="2" charset="0"/>
              </a:rPr>
              <a:t> </a:t>
            </a:r>
            <a:r>
              <a:rPr lang="en-US" b="1" dirty="0" err="1" smtClean="0">
                <a:effectLst>
                  <a:outerShdw blurRad="38100" dist="38100" dir="2700000" algn="tl">
                    <a:srgbClr val="000000">
                      <a:alpha val="43137"/>
                    </a:srgbClr>
                  </a:outerShdw>
                </a:effectLst>
                <a:latin typeface="Preeti" pitchFamily="2" charset="0"/>
              </a:rPr>
              <a:t>v'nfpg</a:t>
            </a:r>
            <a:r>
              <a:rPr lang="en-US" b="1" dirty="0" smtClean="0">
                <a:effectLst>
                  <a:outerShdw blurRad="38100" dist="38100" dir="2700000" algn="tl">
                    <a:srgbClr val="000000">
                      <a:alpha val="43137"/>
                    </a:srgbClr>
                  </a:outerShdw>
                </a:effectLst>
                <a:latin typeface="Preeti" pitchFamily="2" charset="0"/>
              </a:rPr>
              <a:t>' kg]{ s'/</a:t>
            </a:r>
            <a:r>
              <a:rPr lang="en-US" b="1" dirty="0" err="1" smtClean="0">
                <a:effectLst>
                  <a:outerShdw blurRad="38100" dist="38100" dir="2700000" algn="tl">
                    <a:srgbClr val="000000">
                      <a:alpha val="43137"/>
                    </a:srgbClr>
                  </a:outerShdw>
                </a:effectLst>
                <a:latin typeface="Preeti" pitchFamily="2" charset="0"/>
              </a:rPr>
              <a:t>fx</a:t>
            </a:r>
            <a:r>
              <a:rPr lang="en-US" b="1" dirty="0" smtClean="0">
                <a:effectLst>
                  <a:outerShdw blurRad="38100" dist="38100" dir="2700000" algn="tl">
                    <a:srgbClr val="000000">
                      <a:alpha val="43137"/>
                    </a:srgbClr>
                  </a:outerShdw>
                </a:effectLst>
                <a:latin typeface="Preeti" pitchFamily="2" charset="0"/>
              </a:rPr>
              <a:t>?</a:t>
            </a:r>
            <a:r>
              <a:rPr lang="en-US" b="1" dirty="0" smtClean="0">
                <a:latin typeface="Preeti" pitchFamily="2" charset="0"/>
              </a:rPr>
              <a:t> </a:t>
            </a:r>
          </a:p>
        </p:txBody>
      </p:sp>
      <p:sp>
        <p:nvSpPr>
          <p:cNvPr id="16387"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F97F1D0-0C57-4C66-BCC9-477E156C752B}" type="slidenum">
              <a:rPr lang="en-US" sz="1400" smtClean="0">
                <a:solidFill>
                  <a:srgbClr val="FFFFFF"/>
                </a:solidFill>
                <a:latin typeface="Franklin Gothic Book" panose="020B0503020102020204" pitchFamily="34" charset="0"/>
              </a:rPr>
              <a:pPr>
                <a:spcBef>
                  <a:spcPct val="0"/>
                </a:spcBef>
                <a:buClrTx/>
                <a:buSzTx/>
                <a:buFontTx/>
                <a:buNone/>
              </a:pPr>
              <a:t>18</a:t>
            </a:fld>
            <a:endParaRPr lang="en-US" sz="1400" smtClean="0">
              <a:solidFill>
                <a:srgbClr val="FFFFFF"/>
              </a:solidFill>
              <a:latin typeface="Franklin Gothic Book" panose="020B0503020102020204" pitchFamily="34" charset="0"/>
            </a:endParaRPr>
          </a:p>
        </p:txBody>
      </p:sp>
      <p:sp>
        <p:nvSpPr>
          <p:cNvPr id="28675" name="Rectangle 3"/>
          <p:cNvSpPr>
            <a:spLocks noGrp="1" noChangeArrowheads="1"/>
          </p:cNvSpPr>
          <p:nvPr>
            <p:ph sz="quarter" idx="1"/>
          </p:nvPr>
        </p:nvSpPr>
        <p:spPr>
          <a:xfrm>
            <a:off x="381000" y="1447800"/>
            <a:ext cx="8610600" cy="4953000"/>
          </a:xfrm>
        </p:spPr>
        <p:txBody>
          <a:bodyPr>
            <a:normAutofit/>
          </a:bodyPr>
          <a:lstStyle/>
          <a:p>
            <a:pPr marL="274320" indent="-274320" eaLnBrk="1" fontAlgn="auto" hangingPunct="1">
              <a:spcBef>
                <a:spcPts val="580"/>
              </a:spcBef>
              <a:spcAft>
                <a:spcPts val="0"/>
              </a:spcAft>
              <a:buClr>
                <a:schemeClr val="accent3"/>
              </a:buClr>
              <a:buFont typeface="Wingdings" pitchFamily="2" charset="2"/>
              <a:buNone/>
              <a:defRPr/>
            </a:pPr>
            <a:r>
              <a:rPr lang="ne-NP" sz="3200" b="1" u="sng" dirty="0" smtClean="0">
                <a:effectLst>
                  <a:outerShdw blurRad="38100" dist="38100" dir="2700000" algn="tl">
                    <a:srgbClr val="000000">
                      <a:alpha val="43137"/>
                    </a:srgbClr>
                  </a:outerShdw>
                </a:effectLst>
                <a:latin typeface="Preeti" pitchFamily="2" charset="0"/>
                <a:cs typeface="Kalimati" pitchFamily="2"/>
              </a:rPr>
              <a:t>उच्‍च अदालत नियमावली</a:t>
            </a:r>
            <a:r>
              <a:rPr lang="en-US" sz="3200" b="1" u="sng" dirty="0" smtClean="0">
                <a:effectLst>
                  <a:outerShdw blurRad="38100" dist="38100" dir="2700000" algn="tl">
                    <a:srgbClr val="000000">
                      <a:alpha val="43137"/>
                    </a:srgbClr>
                  </a:outerShdw>
                </a:effectLst>
                <a:latin typeface="Preeti" pitchFamily="2" charset="0"/>
                <a:cs typeface="Kalimati" pitchFamily="2"/>
              </a:rPr>
              <a:t>, </a:t>
            </a:r>
            <a:r>
              <a:rPr lang="ne-NP" sz="3200" b="1" u="sng" dirty="0" smtClean="0">
                <a:effectLst>
                  <a:outerShdw blurRad="38100" dist="38100" dir="2700000" algn="tl">
                    <a:srgbClr val="000000">
                      <a:alpha val="43137"/>
                    </a:srgbClr>
                  </a:outerShdw>
                </a:effectLst>
                <a:latin typeface="Preeti" pitchFamily="2" charset="0"/>
                <a:cs typeface="Kalimati" pitchFamily="2"/>
              </a:rPr>
              <a:t>२०७३ नियम-१११</a:t>
            </a:r>
            <a:r>
              <a:rPr lang="en-US" sz="3200" b="1" u="sng" dirty="0" smtClean="0">
                <a:effectLst>
                  <a:outerShdw blurRad="38100" dist="38100" dir="2700000" algn="tl">
                    <a:srgbClr val="000000">
                      <a:alpha val="43137"/>
                    </a:srgbClr>
                  </a:outerShdw>
                </a:effectLst>
                <a:latin typeface="Preeti" pitchFamily="2" charset="0"/>
                <a:cs typeface="Kalimati" pitchFamily="2"/>
              </a:rPr>
              <a:t> </a:t>
            </a:r>
          </a:p>
          <a:p>
            <a:pPr marL="274320" indent="-274320" eaLnBrk="1" fontAlgn="auto" hangingPunct="1">
              <a:spcBef>
                <a:spcPts val="580"/>
              </a:spcBef>
              <a:spcAft>
                <a:spcPts val="0"/>
              </a:spcAft>
              <a:buClr>
                <a:schemeClr val="accent3"/>
              </a:buClr>
              <a:buFont typeface="Wingdings 2"/>
              <a:buChar char=""/>
              <a:defRPr/>
            </a:pPr>
            <a:r>
              <a:rPr lang="en-US" sz="4000" b="1" dirty="0" err="1" smtClean="0">
                <a:latin typeface="Preeti" pitchFamily="2" charset="0"/>
              </a:rPr>
              <a:t>kIfx?sf</a:t>
            </a:r>
            <a:r>
              <a:rPr lang="en-US" sz="4000" b="1" dirty="0" smtClean="0">
                <a:latin typeface="Preeti" pitchFamily="2" charset="0"/>
              </a:rPr>
              <a:t>] </a:t>
            </a:r>
            <a:r>
              <a:rPr lang="en-US" sz="4000" b="1" dirty="0" err="1" smtClean="0">
                <a:latin typeface="Preeti" pitchFamily="2" charset="0"/>
              </a:rPr>
              <a:t>bfjL</a:t>
            </a:r>
            <a:r>
              <a:rPr lang="en-US" sz="4000" b="1" dirty="0" smtClean="0">
                <a:latin typeface="Preeti" pitchFamily="2" charset="0"/>
              </a:rPr>
              <a:t> / </a:t>
            </a:r>
            <a:r>
              <a:rPr lang="en-US" sz="4000" b="1" dirty="0" err="1" smtClean="0">
                <a:latin typeface="Preeti" pitchFamily="2" charset="0"/>
              </a:rPr>
              <a:t>lhsL</a:t>
            </a:r>
            <a:r>
              <a:rPr lang="en-US" sz="4000" b="1" dirty="0" smtClean="0">
                <a:latin typeface="Preeti" pitchFamily="2" charset="0"/>
              </a:rPr>
              <a:t>/,</a:t>
            </a:r>
          </a:p>
          <a:p>
            <a:pPr marL="274320" indent="-274320" eaLnBrk="1" fontAlgn="auto" hangingPunct="1">
              <a:spcBef>
                <a:spcPts val="580"/>
              </a:spcBef>
              <a:spcAft>
                <a:spcPts val="0"/>
              </a:spcAft>
              <a:buClr>
                <a:schemeClr val="accent3"/>
              </a:buClr>
              <a:buFont typeface="Wingdings 2"/>
              <a:buChar char=""/>
              <a:defRPr/>
            </a:pPr>
            <a:r>
              <a:rPr lang="en-US" sz="4000" b="1" dirty="0" smtClean="0">
                <a:latin typeface="Preeti" pitchFamily="2" charset="0"/>
              </a:rPr>
              <a:t>z'? </a:t>
            </a:r>
            <a:r>
              <a:rPr lang="nl-NL" sz="4000" b="1" dirty="0" smtClean="0">
                <a:latin typeface="Preeti" pitchFamily="2" charset="0"/>
              </a:rPr>
              <a:t>km};nfsf] 5f]6s/L ljj/0f</a:t>
            </a:r>
            <a:r>
              <a:rPr lang="ne-NP" sz="4000" b="1" dirty="0" smtClean="0">
                <a:latin typeface="Preeti" pitchFamily="2" charset="0"/>
              </a:rPr>
              <a:t>,</a:t>
            </a:r>
            <a:endParaRPr lang="nl-NL" sz="4000" b="1" dirty="0" smtClean="0">
              <a:latin typeface="Preeti" pitchFamily="2" charset="0"/>
            </a:endParaRPr>
          </a:p>
          <a:p>
            <a:pPr marL="274320" indent="-274320" eaLnBrk="1" fontAlgn="auto" hangingPunct="1">
              <a:spcBef>
                <a:spcPts val="580"/>
              </a:spcBef>
              <a:spcAft>
                <a:spcPts val="0"/>
              </a:spcAft>
              <a:buClr>
                <a:schemeClr val="accent3"/>
              </a:buClr>
              <a:buFont typeface="Wingdings 2"/>
              <a:buChar char=""/>
              <a:defRPr/>
            </a:pPr>
            <a:r>
              <a:rPr lang="nl-NL" sz="4000" b="1" dirty="0" smtClean="0">
                <a:latin typeface="Preeti" pitchFamily="2" charset="0"/>
              </a:rPr>
              <a:t>k'g/fj]bg lhls/ </a:t>
            </a:r>
          </a:p>
          <a:p>
            <a:pPr marL="274320" indent="-274320" eaLnBrk="1" fontAlgn="auto" hangingPunct="1">
              <a:spcBef>
                <a:spcPts val="580"/>
              </a:spcBef>
              <a:spcAft>
                <a:spcPts val="0"/>
              </a:spcAft>
              <a:buClr>
                <a:schemeClr val="accent3"/>
              </a:buClr>
              <a:buFont typeface="Wingdings 2"/>
              <a:buChar char=""/>
              <a:defRPr/>
            </a:pPr>
            <a:r>
              <a:rPr lang="nl-NL" sz="4000" b="1" dirty="0" smtClean="0">
                <a:latin typeface="Preeti" pitchFamily="2" charset="0"/>
              </a:rPr>
              <a:t>kIfn] p7fPsf tYo / sfg"g ;DaGwL k|Zg,</a:t>
            </a:r>
            <a:r>
              <a:rPr lang="nl-NL" sz="4000" b="1" dirty="0">
                <a:latin typeface="Preeti" pitchFamily="2" charset="0"/>
              </a:rPr>
              <a:t> </a:t>
            </a:r>
            <a:endParaRPr lang="ne-NP" sz="4000" b="1" dirty="0" smtClean="0">
              <a:latin typeface="Preeti" pitchFamily="2" charset="0"/>
            </a:endParaRPr>
          </a:p>
          <a:p>
            <a:pPr marL="274320" indent="-274320" eaLnBrk="1" fontAlgn="auto" hangingPunct="1">
              <a:spcBef>
                <a:spcPts val="580"/>
              </a:spcBef>
              <a:spcAft>
                <a:spcPts val="0"/>
              </a:spcAft>
              <a:buClr>
                <a:schemeClr val="accent3"/>
              </a:buClr>
              <a:buFont typeface="Wingdings 2"/>
              <a:buChar char=""/>
              <a:defRPr/>
            </a:pPr>
            <a:r>
              <a:rPr lang="nl-NL" altLang="en-US" sz="4000" b="1" dirty="0" smtClean="0">
                <a:latin typeface="Preeti" pitchFamily="2" charset="0"/>
              </a:rPr>
              <a:t>ax;sf </a:t>
            </a:r>
            <a:r>
              <a:rPr lang="nl-NL" altLang="en-US" sz="4000" b="1" dirty="0">
                <a:latin typeface="Preeti" pitchFamily="2" charset="0"/>
              </a:rPr>
              <a:t>d'Vo a'Fbfx?,</a:t>
            </a:r>
          </a:p>
          <a:p>
            <a:pPr marL="274320" indent="-274320" eaLnBrk="1" fontAlgn="auto" hangingPunct="1">
              <a:spcBef>
                <a:spcPts val="580"/>
              </a:spcBef>
              <a:spcAft>
                <a:spcPts val="0"/>
              </a:spcAft>
              <a:buClr>
                <a:schemeClr val="accent3"/>
              </a:buClr>
              <a:buFont typeface="Wingdings 2"/>
              <a:buChar char=""/>
              <a:defRPr/>
            </a:pPr>
            <a:endParaRPr lang="nl-NL" sz="4000" b="1" dirty="0" smtClean="0">
              <a:latin typeface="Preeti" pitchFamily="2" charset="0"/>
            </a:endParaRPr>
          </a:p>
          <a:p>
            <a:pPr marL="274320" indent="-274320" eaLnBrk="1" fontAlgn="auto" hangingPunct="1">
              <a:spcBef>
                <a:spcPts val="580"/>
              </a:spcBef>
              <a:spcAft>
                <a:spcPts val="0"/>
              </a:spcAft>
              <a:buClr>
                <a:schemeClr val="accent3"/>
              </a:buClr>
              <a:buFont typeface="Wingdings 2"/>
              <a:buChar char=""/>
              <a:defRPr/>
            </a:pPr>
            <a:endParaRPr lang="nl-NL" sz="4000" b="1" dirty="0">
              <a:latin typeface="Preeti" pitchFamily="2" charset="0"/>
            </a:endParaRPr>
          </a:p>
          <a:p>
            <a:pPr marL="274320" indent="-274320" eaLnBrk="1" fontAlgn="auto" hangingPunct="1">
              <a:spcBef>
                <a:spcPts val="580"/>
              </a:spcBef>
              <a:spcAft>
                <a:spcPts val="0"/>
              </a:spcAft>
              <a:buClr>
                <a:schemeClr val="accent3"/>
              </a:buClr>
              <a:buFont typeface="Wingdings 2"/>
              <a:buChar char=""/>
              <a:defRPr/>
            </a:pPr>
            <a:endParaRPr lang="en-US" sz="4000" b="1" dirty="0" smtClean="0">
              <a:latin typeface="Preeti" pitchFamily="2" charset="0"/>
            </a:endParaRPr>
          </a:p>
        </p:txBody>
      </p:sp>
    </p:spTree>
  </p:cSld>
  <p:clrMapOvr>
    <a:masterClrMapping/>
  </p:clrMapOvr>
  <p:transition>
    <p:checker dir="vert"/>
  </p:transition>
  <p:timing>
    <p:tnLst>
      <p:par>
        <p:cTn id="1" dur="indefinite" restart="never" nodeType="tmRoot"/>
      </p:par>
    </p:tnLst>
    <p:bldLst>
      <p:bldP spid="28674" grpId="0"/>
      <p:bldP spid="28675" grpId="0" build="p">
        <p:tmplLst>
          <p:tmpl lvl="1">
            <p:tnLst>
              <p:par>
                <p:cTn presetID="22" presetClass="entr" presetSubtype="8" fill="hold" nodeType="clickEffect">
                  <p:stCondLst>
                    <p:cond delay="0"/>
                  </p:stCondLst>
                  <p:childTnLst>
                    <p:set>
                      <p:cBhvr>
                        <p:cTn dur="1" fill="hold">
                          <p:stCondLst>
                            <p:cond delay="0"/>
                          </p:stCondLst>
                        </p:cTn>
                        <p:tgtEl>
                          <p:spTgt spid="28675"/>
                        </p:tgtEl>
                        <p:attrNameLst>
                          <p:attrName>style.visibility</p:attrName>
                        </p:attrNameLst>
                      </p:cBhvr>
                      <p:to>
                        <p:strVal val="visible"/>
                      </p:to>
                    </p:set>
                    <p:animEffect transition="in" filter="wipe(left)">
                      <p:cBhvr>
                        <p:cTn dur="500"/>
                        <p:tgtEl>
                          <p:spTgt spid="28675"/>
                        </p:tgtEl>
                      </p:cBhvr>
                    </p:animEffect>
                  </p:childTnLst>
                </p:cTn>
              </p:par>
            </p:tnLst>
          </p:tmpl>
          <p:tmpl lvl="2">
            <p:tnLst>
              <p:par>
                <p:cTn presetID="22" presetClass="entr" presetSubtype="8" fill="hold" nodeType="withEffect">
                  <p:stCondLst>
                    <p:cond delay="0"/>
                  </p:stCondLst>
                  <p:childTnLst>
                    <p:set>
                      <p:cBhvr>
                        <p:cTn dur="1" fill="hold">
                          <p:stCondLst>
                            <p:cond delay="0"/>
                          </p:stCondLst>
                        </p:cTn>
                        <p:tgtEl>
                          <p:spTgt spid="28675"/>
                        </p:tgtEl>
                        <p:attrNameLst>
                          <p:attrName>style.visibility</p:attrName>
                        </p:attrNameLst>
                      </p:cBhvr>
                      <p:to>
                        <p:strVal val="visible"/>
                      </p:to>
                    </p:set>
                    <p:animEffect transition="in" filter="wipe(left)">
                      <p:cBhvr>
                        <p:cTn dur="500"/>
                        <p:tgtEl>
                          <p:spTgt spid="28675"/>
                        </p:tgtEl>
                      </p:cBhvr>
                    </p:animEffect>
                  </p:childTnLst>
                </p:cTn>
              </p:par>
            </p:tnLst>
          </p:tmpl>
          <p:tmpl lvl="3">
            <p:tnLst>
              <p:par>
                <p:cTn presetID="22" presetClass="entr" presetSubtype="8" fill="hold" nodeType="withEffect">
                  <p:stCondLst>
                    <p:cond delay="0"/>
                  </p:stCondLst>
                  <p:childTnLst>
                    <p:set>
                      <p:cBhvr>
                        <p:cTn dur="1" fill="hold">
                          <p:stCondLst>
                            <p:cond delay="0"/>
                          </p:stCondLst>
                        </p:cTn>
                        <p:tgtEl>
                          <p:spTgt spid="28675"/>
                        </p:tgtEl>
                        <p:attrNameLst>
                          <p:attrName>style.visibility</p:attrName>
                        </p:attrNameLst>
                      </p:cBhvr>
                      <p:to>
                        <p:strVal val="visible"/>
                      </p:to>
                    </p:set>
                    <p:animEffect transition="in" filter="wipe(left)">
                      <p:cBhvr>
                        <p:cTn dur="500"/>
                        <p:tgtEl>
                          <p:spTgt spid="28675"/>
                        </p:tgtEl>
                      </p:cBhvr>
                    </p:animEffect>
                  </p:childTnLst>
                </p:cTn>
              </p:par>
            </p:tnLst>
          </p:tmpl>
          <p:tmpl lvl="4">
            <p:tnLst>
              <p:par>
                <p:cTn presetID="22" presetClass="entr" presetSubtype="8" fill="hold" nodeType="withEffect">
                  <p:stCondLst>
                    <p:cond delay="0"/>
                  </p:stCondLst>
                  <p:childTnLst>
                    <p:set>
                      <p:cBhvr>
                        <p:cTn dur="1" fill="hold">
                          <p:stCondLst>
                            <p:cond delay="0"/>
                          </p:stCondLst>
                        </p:cTn>
                        <p:tgtEl>
                          <p:spTgt spid="28675"/>
                        </p:tgtEl>
                        <p:attrNameLst>
                          <p:attrName>style.visibility</p:attrName>
                        </p:attrNameLst>
                      </p:cBhvr>
                      <p:to>
                        <p:strVal val="visible"/>
                      </p:to>
                    </p:set>
                    <p:animEffect transition="in" filter="wipe(left)">
                      <p:cBhvr>
                        <p:cTn dur="500"/>
                        <p:tgtEl>
                          <p:spTgt spid="28675"/>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28675"/>
                        </p:tgtEl>
                        <p:attrNameLst>
                          <p:attrName>style.visibility</p:attrName>
                        </p:attrNameLst>
                      </p:cBhvr>
                      <p:to>
                        <p:strVal val="visible"/>
                      </p:to>
                    </p:set>
                    <p:animEffect transition="in" filter="wipe(left)">
                      <p:cBhvr>
                        <p:cTn dur="500"/>
                        <p:tgtEl>
                          <p:spTgt spid="28675"/>
                        </p:tgtEl>
                      </p:cBhvr>
                    </p:animEffect>
                  </p:childTnLst>
                </p:cTn>
              </p:par>
            </p:tnLst>
          </p:tmpl>
        </p:tmplLst>
      </p:b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12775" y="228600"/>
            <a:ext cx="8153400" cy="838200"/>
          </a:xfrm>
        </p:spPr>
        <p:txBody>
          <a:bodyPr>
            <a:normAutofit/>
          </a:bodyPr>
          <a:lstStyle/>
          <a:p>
            <a:pPr eaLnBrk="1" fontAlgn="auto" hangingPunct="1">
              <a:spcAft>
                <a:spcPts val="0"/>
              </a:spcAft>
              <a:defRPr/>
            </a:pPr>
            <a:r>
              <a:rPr lang="en-US" b="1" dirty="0" smtClean="0">
                <a:effectLst>
                  <a:outerShdw blurRad="38100" dist="38100" dir="2700000" algn="tl">
                    <a:srgbClr val="000000">
                      <a:alpha val="43137"/>
                    </a:srgbClr>
                  </a:outerShdw>
                </a:effectLst>
                <a:latin typeface="Preeti" pitchFamily="2" charset="0"/>
              </a:rPr>
              <a:t>km};</a:t>
            </a:r>
            <a:r>
              <a:rPr lang="en-US" b="1" dirty="0" err="1" smtClean="0">
                <a:effectLst>
                  <a:outerShdw blurRad="38100" dist="38100" dir="2700000" algn="tl">
                    <a:srgbClr val="000000">
                      <a:alpha val="43137"/>
                    </a:srgbClr>
                  </a:outerShdw>
                </a:effectLst>
                <a:latin typeface="Preeti" pitchFamily="2" charset="0"/>
              </a:rPr>
              <a:t>nfdf</a:t>
            </a:r>
            <a:r>
              <a:rPr lang="en-US" b="1" dirty="0" smtClean="0">
                <a:effectLst>
                  <a:outerShdw blurRad="38100" dist="38100" dir="2700000" algn="tl">
                    <a:srgbClr val="000000">
                      <a:alpha val="43137"/>
                    </a:srgbClr>
                  </a:outerShdw>
                </a:effectLst>
                <a:latin typeface="Preeti" pitchFamily="2" charset="0"/>
              </a:rPr>
              <a:t> </a:t>
            </a:r>
            <a:r>
              <a:rPr lang="en-US" b="1" dirty="0" err="1" smtClean="0">
                <a:effectLst>
                  <a:outerShdw blurRad="38100" dist="38100" dir="2700000" algn="tl">
                    <a:srgbClr val="000000">
                      <a:alpha val="43137"/>
                    </a:srgbClr>
                  </a:outerShdw>
                </a:effectLst>
                <a:latin typeface="Preeti" pitchFamily="2" charset="0"/>
              </a:rPr>
              <a:t>v'nfpg</a:t>
            </a:r>
            <a:r>
              <a:rPr lang="en-US" b="1" dirty="0" smtClean="0">
                <a:effectLst>
                  <a:outerShdw blurRad="38100" dist="38100" dir="2700000" algn="tl">
                    <a:srgbClr val="000000">
                      <a:alpha val="43137"/>
                    </a:srgbClr>
                  </a:outerShdw>
                </a:effectLst>
                <a:latin typeface="Preeti" pitchFamily="2" charset="0"/>
              </a:rPr>
              <a:t>' kg]{ s'/</a:t>
            </a:r>
            <a:r>
              <a:rPr lang="en-US" b="1" dirty="0" err="1" smtClean="0">
                <a:effectLst>
                  <a:outerShdw blurRad="38100" dist="38100" dir="2700000" algn="tl">
                    <a:srgbClr val="000000">
                      <a:alpha val="43137"/>
                    </a:srgbClr>
                  </a:outerShdw>
                </a:effectLst>
                <a:latin typeface="Preeti" pitchFamily="2" charset="0"/>
              </a:rPr>
              <a:t>fx</a:t>
            </a:r>
            <a:r>
              <a:rPr lang="en-US" b="1" dirty="0" smtClean="0">
                <a:effectLst>
                  <a:outerShdw blurRad="38100" dist="38100" dir="2700000" algn="tl">
                    <a:srgbClr val="000000">
                      <a:alpha val="43137"/>
                    </a:srgbClr>
                  </a:outerShdw>
                </a:effectLst>
                <a:latin typeface="Preeti" pitchFamily="2" charset="0"/>
              </a:rPr>
              <a:t>?===</a:t>
            </a:r>
          </a:p>
        </p:txBody>
      </p:sp>
      <p:sp>
        <p:nvSpPr>
          <p:cNvPr id="17411"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4F823273-2467-42FC-8850-3A071E30A75B}" type="slidenum">
              <a:rPr lang="en-US" sz="1400" smtClean="0">
                <a:solidFill>
                  <a:srgbClr val="FFFFFF"/>
                </a:solidFill>
                <a:latin typeface="Franklin Gothic Book" panose="020B0503020102020204" pitchFamily="34" charset="0"/>
              </a:rPr>
              <a:pPr>
                <a:spcBef>
                  <a:spcPct val="0"/>
                </a:spcBef>
                <a:buClrTx/>
                <a:buSzTx/>
                <a:buFontTx/>
                <a:buNone/>
              </a:pPr>
              <a:t>19</a:t>
            </a:fld>
            <a:endParaRPr lang="en-US" sz="1400" smtClean="0">
              <a:solidFill>
                <a:srgbClr val="FFFFFF"/>
              </a:solidFill>
              <a:latin typeface="Franklin Gothic Book" panose="020B0503020102020204" pitchFamily="34" charset="0"/>
            </a:endParaRPr>
          </a:p>
        </p:txBody>
      </p:sp>
      <p:sp>
        <p:nvSpPr>
          <p:cNvPr id="17412" name="Rectangle 3"/>
          <p:cNvSpPr>
            <a:spLocks noGrp="1" noChangeArrowheads="1"/>
          </p:cNvSpPr>
          <p:nvPr>
            <p:ph sz="quarter" idx="1"/>
          </p:nvPr>
        </p:nvSpPr>
        <p:spPr>
          <a:xfrm>
            <a:off x="381000" y="1371600"/>
            <a:ext cx="8610600" cy="5257800"/>
          </a:xfrm>
        </p:spPr>
        <p:txBody>
          <a:bodyPr/>
          <a:lstStyle/>
          <a:p>
            <a:pPr eaLnBrk="1" hangingPunct="1"/>
            <a:r>
              <a:rPr lang="nl-NL" sz="4000" b="1" dirty="0" smtClean="0">
                <a:latin typeface="Preeti" pitchFamily="2" charset="0"/>
              </a:rPr>
              <a:t>lg0f{o lbg'kg]{ ljifo,</a:t>
            </a:r>
            <a:endParaRPr lang="ne-NP" altLang="en-US" sz="4000" b="1" dirty="0" smtClean="0">
              <a:latin typeface="Preeti" pitchFamily="2" charset="0"/>
            </a:endParaRPr>
          </a:p>
          <a:p>
            <a:pPr eaLnBrk="1" hangingPunct="1"/>
            <a:r>
              <a:rPr lang="nl-NL" altLang="en-US" sz="3600" b="1" dirty="0" smtClean="0">
                <a:latin typeface="Preeti" pitchFamily="2" charset="0"/>
              </a:rPr>
              <a:t>b[i6fGt lnOPsf ghL/ jf sfg"gL l;4fGtsf] 	;fGble{stf,</a:t>
            </a:r>
          </a:p>
          <a:p>
            <a:pPr eaLnBrk="1" hangingPunct="1"/>
            <a:r>
              <a:rPr lang="nl-NL" altLang="en-US" sz="3600" b="1" dirty="0" smtClean="0">
                <a:latin typeface="Preeti" pitchFamily="2" charset="0"/>
              </a:rPr>
              <a:t>k|ToyL{ lemsfpg] cfb]zdf</a:t>
            </a:r>
            <a:r>
              <a:rPr lang="nl-NL" altLang="en-US" sz="3600" dirty="0" smtClean="0">
                <a:latin typeface="Preeti" pitchFamily="2" charset="0"/>
              </a:rPr>
              <a:t> </a:t>
            </a:r>
            <a:r>
              <a:rPr lang="nl-NL" altLang="en-US" sz="3600" b="1" dirty="0" smtClean="0">
                <a:latin typeface="Preeti" pitchFamily="2" charset="0"/>
              </a:rPr>
              <a:t>pNn]v ePsf s'/f;Fu ;xdt gePdf To;sf] cfwf/ </a:t>
            </a:r>
          </a:p>
          <a:p>
            <a:pPr eaLnBrk="1" hangingPunct="1"/>
            <a:r>
              <a:rPr lang="nl-NL" altLang="en-US" sz="3600" b="1" dirty="0" smtClean="0">
                <a:latin typeface="Preeti" pitchFamily="2" charset="0"/>
              </a:rPr>
              <a:t>sf/0f ;lxtsf] lg0f{o, cfwf/ / tT;DaGwL 	sfg"gx?,</a:t>
            </a:r>
          </a:p>
        </p:txBody>
      </p:sp>
    </p:spTree>
  </p:cSld>
  <p:clrMapOvr>
    <a:masterClrMapping/>
  </p:clrMapOvr>
  <p:transition>
    <p:checker dir="vert"/>
  </p:transition>
  <p:timing>
    <p:tnLst>
      <p:par>
        <p:cTn id="1" dur="indefinite" restart="never" nodeType="tmRoot"/>
      </p:par>
    </p:tnLst>
    <p:bldLst>
      <p:bldP spid="33794" grpId="0"/>
      <p:bldP spid="17412" grpId="0" build="p">
        <p:tmplLst>
          <p:tmpl lvl="1">
            <p:tnLst>
              <p:par>
                <p:cTn presetID="22" presetClass="entr" presetSubtype="8" fill="hold" nodeType="clickEffect">
                  <p:stCondLst>
                    <p:cond delay="0"/>
                  </p:stCondLst>
                  <p:childTnLst>
                    <p:set>
                      <p:cBhvr>
                        <p:cTn dur="1" fill="hold">
                          <p:stCondLst>
                            <p:cond delay="0"/>
                          </p:stCondLst>
                        </p:cTn>
                        <p:tgtEl>
                          <p:spTgt spid="17412"/>
                        </p:tgtEl>
                        <p:attrNameLst>
                          <p:attrName>style.visibility</p:attrName>
                        </p:attrNameLst>
                      </p:cBhvr>
                      <p:to>
                        <p:strVal val="visible"/>
                      </p:to>
                    </p:set>
                    <p:animEffect transition="in" filter="wipe(left)">
                      <p:cBhvr>
                        <p:cTn dur="500"/>
                        <p:tgtEl>
                          <p:spTgt spid="17412"/>
                        </p:tgtEl>
                      </p:cBhvr>
                    </p:animEffect>
                  </p:childTnLst>
                </p:cTn>
              </p:par>
            </p:tnLst>
          </p:tmpl>
          <p:tmpl lvl="2">
            <p:tnLst>
              <p:par>
                <p:cTn presetID="22" presetClass="entr" presetSubtype="8" fill="hold" nodeType="withEffect">
                  <p:stCondLst>
                    <p:cond delay="0"/>
                  </p:stCondLst>
                  <p:childTnLst>
                    <p:set>
                      <p:cBhvr>
                        <p:cTn dur="1" fill="hold">
                          <p:stCondLst>
                            <p:cond delay="0"/>
                          </p:stCondLst>
                        </p:cTn>
                        <p:tgtEl>
                          <p:spTgt spid="17412"/>
                        </p:tgtEl>
                        <p:attrNameLst>
                          <p:attrName>style.visibility</p:attrName>
                        </p:attrNameLst>
                      </p:cBhvr>
                      <p:to>
                        <p:strVal val="visible"/>
                      </p:to>
                    </p:set>
                    <p:animEffect transition="in" filter="wipe(left)">
                      <p:cBhvr>
                        <p:cTn dur="500"/>
                        <p:tgtEl>
                          <p:spTgt spid="17412"/>
                        </p:tgtEl>
                      </p:cBhvr>
                    </p:animEffect>
                  </p:childTnLst>
                </p:cTn>
              </p:par>
            </p:tnLst>
          </p:tmpl>
          <p:tmpl lvl="3">
            <p:tnLst>
              <p:par>
                <p:cTn presetID="22" presetClass="entr" presetSubtype="8" fill="hold" nodeType="withEffect">
                  <p:stCondLst>
                    <p:cond delay="0"/>
                  </p:stCondLst>
                  <p:childTnLst>
                    <p:set>
                      <p:cBhvr>
                        <p:cTn dur="1" fill="hold">
                          <p:stCondLst>
                            <p:cond delay="0"/>
                          </p:stCondLst>
                        </p:cTn>
                        <p:tgtEl>
                          <p:spTgt spid="17412"/>
                        </p:tgtEl>
                        <p:attrNameLst>
                          <p:attrName>style.visibility</p:attrName>
                        </p:attrNameLst>
                      </p:cBhvr>
                      <p:to>
                        <p:strVal val="visible"/>
                      </p:to>
                    </p:set>
                    <p:animEffect transition="in" filter="wipe(left)">
                      <p:cBhvr>
                        <p:cTn dur="500"/>
                        <p:tgtEl>
                          <p:spTgt spid="17412"/>
                        </p:tgtEl>
                      </p:cBhvr>
                    </p:animEffect>
                  </p:childTnLst>
                </p:cTn>
              </p:par>
            </p:tnLst>
          </p:tmpl>
          <p:tmpl lvl="4">
            <p:tnLst>
              <p:par>
                <p:cTn presetID="22" presetClass="entr" presetSubtype="8" fill="hold" nodeType="withEffect">
                  <p:stCondLst>
                    <p:cond delay="0"/>
                  </p:stCondLst>
                  <p:childTnLst>
                    <p:set>
                      <p:cBhvr>
                        <p:cTn dur="1" fill="hold">
                          <p:stCondLst>
                            <p:cond delay="0"/>
                          </p:stCondLst>
                        </p:cTn>
                        <p:tgtEl>
                          <p:spTgt spid="17412"/>
                        </p:tgtEl>
                        <p:attrNameLst>
                          <p:attrName>style.visibility</p:attrName>
                        </p:attrNameLst>
                      </p:cBhvr>
                      <p:to>
                        <p:strVal val="visible"/>
                      </p:to>
                    </p:set>
                    <p:animEffect transition="in" filter="wipe(left)">
                      <p:cBhvr>
                        <p:cTn dur="500"/>
                        <p:tgtEl>
                          <p:spTgt spid="17412"/>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7412"/>
                        </p:tgtEl>
                        <p:attrNameLst>
                          <p:attrName>style.visibility</p:attrName>
                        </p:attrNameLst>
                      </p:cBhvr>
                      <p:to>
                        <p:strVal val="visible"/>
                      </p:to>
                    </p:set>
                    <p:animEffect transition="in" filter="wipe(left)">
                      <p:cBhvr>
                        <p:cTn dur="500"/>
                        <p:tgtEl>
                          <p:spTgt spid="17412"/>
                        </p:tgtEl>
                      </p:cBhvr>
                    </p:animEffect>
                  </p:childTnLst>
                </p:cTn>
              </p:par>
            </p:tnLst>
          </p:tmpl>
        </p:tmplLst>
      </p:b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D46DC9D-9D00-4519-BB99-909A6E296725}" type="slidenum">
              <a:rPr lang="en-US" sz="1400" smtClean="0">
                <a:solidFill>
                  <a:srgbClr val="FFFFFF"/>
                </a:solidFill>
                <a:latin typeface="Franklin Gothic Book" panose="020B0503020102020204" pitchFamily="34" charset="0"/>
              </a:rPr>
              <a:pPr>
                <a:spcBef>
                  <a:spcPct val="0"/>
                </a:spcBef>
                <a:buClrTx/>
                <a:buSzTx/>
                <a:buFontTx/>
                <a:buNone/>
              </a:pPr>
              <a:t>20</a:t>
            </a:fld>
            <a:endParaRPr lang="en-US" sz="1400" smtClean="0">
              <a:solidFill>
                <a:srgbClr val="FFFFFF"/>
              </a:solidFill>
              <a:latin typeface="Franklin Gothic Book" panose="020B0503020102020204" pitchFamily="34" charset="0"/>
            </a:endParaRPr>
          </a:p>
        </p:txBody>
      </p:sp>
      <p:sp>
        <p:nvSpPr>
          <p:cNvPr id="21507" name="Rectangle 3"/>
          <p:cNvSpPr>
            <a:spLocks noGrp="1" noChangeArrowheads="1"/>
          </p:cNvSpPr>
          <p:nvPr>
            <p:ph sz="quarter" idx="1"/>
          </p:nvPr>
        </p:nvSpPr>
        <p:spPr>
          <a:xfrm>
            <a:off x="152400" y="381000"/>
            <a:ext cx="8915400" cy="6096000"/>
          </a:xfrm>
        </p:spPr>
        <p:txBody>
          <a:bodyPr>
            <a:normAutofit/>
          </a:bodyPr>
          <a:lstStyle/>
          <a:p>
            <a:pPr marL="274320" indent="-274320" algn="just" eaLnBrk="1" fontAlgn="auto" hangingPunct="1">
              <a:spcBef>
                <a:spcPts val="580"/>
              </a:spcBef>
              <a:spcAft>
                <a:spcPts val="0"/>
              </a:spcAft>
              <a:buClr>
                <a:schemeClr val="accent3"/>
              </a:buClr>
              <a:buFont typeface="Wingdings 2"/>
              <a:buChar char=""/>
              <a:defRPr/>
            </a:pPr>
            <a:r>
              <a:rPr lang="en-US" sz="4000" dirty="0" smtClean="0"/>
              <a:t> </a:t>
            </a:r>
            <a:r>
              <a:rPr lang="en-US" sz="3200" b="1" dirty="0" err="1" smtClean="0">
                <a:effectLst>
                  <a:outerShdw blurRad="38100" dist="38100" dir="2700000" algn="tl">
                    <a:srgbClr val="C0C0C0"/>
                  </a:outerShdw>
                </a:effectLst>
                <a:latin typeface="Preeti" pitchFamily="2" charset="0"/>
              </a:rPr>
              <a:t>lz</a:t>
            </a:r>
            <a:r>
              <a:rPr lang="en-US" sz="3200" b="1" dirty="0" smtClean="0">
                <a:effectLst>
                  <a:outerShdw blurRad="38100" dist="38100" dir="2700000" algn="tl">
                    <a:srgbClr val="C0C0C0"/>
                  </a:outerShdw>
                </a:effectLst>
                <a:latin typeface="Preeti" pitchFamily="2" charset="0"/>
              </a:rPr>
              <a:t>/ v08—</a:t>
            </a:r>
            <a:r>
              <a:rPr lang="en-US" sz="2800" dirty="0" smtClean="0"/>
              <a:t> 		</a:t>
            </a:r>
            <a:r>
              <a:rPr lang="en-US" sz="3200" b="1" dirty="0" err="1" smtClean="0">
                <a:latin typeface="Preeti" pitchFamily="2" charset="0"/>
              </a:rPr>
              <a:t>Ohnf</a:t>
            </a:r>
            <a:r>
              <a:rPr lang="en-US" sz="3200" b="1" dirty="0" smtClean="0">
                <a:latin typeface="Preeti" pitchFamily="2" charset="0"/>
              </a:rPr>
              <a:t>;, d'2f </a:t>
            </a:r>
            <a:r>
              <a:rPr lang="en-US" sz="3200" b="1" dirty="0" err="1" smtClean="0">
                <a:latin typeface="Preeti" pitchFamily="2" charset="0"/>
              </a:rPr>
              <a:t>gDa</a:t>
            </a:r>
            <a:r>
              <a:rPr lang="en-US" sz="3200" b="1" dirty="0" smtClean="0">
                <a:latin typeface="Preeti" pitchFamily="2" charset="0"/>
              </a:rPr>
              <a:t>/ / </a:t>
            </a:r>
            <a:r>
              <a:rPr lang="en-US" sz="3200" b="1" dirty="0" err="1" smtClean="0">
                <a:latin typeface="Preeti" pitchFamily="2" charset="0"/>
              </a:rPr>
              <a:t>gfd</a:t>
            </a:r>
            <a:r>
              <a:rPr lang="en-US" sz="3200" b="1" dirty="0" smtClean="0">
                <a:latin typeface="Preeti" pitchFamily="2" charset="0"/>
              </a:rPr>
              <a:t>, </a:t>
            </a:r>
            <a:r>
              <a:rPr lang="en-US" sz="3200" b="1" dirty="0" err="1" smtClean="0">
                <a:latin typeface="Preeti" pitchFamily="2" charset="0"/>
              </a:rPr>
              <a:t>kIf</a:t>
            </a:r>
            <a:r>
              <a:rPr lang="en-US" sz="3200" b="1" dirty="0" smtClean="0">
                <a:latin typeface="Preeti" pitchFamily="2" charset="0"/>
              </a:rPr>
              <a:t> </a:t>
            </a:r>
            <a:r>
              <a:rPr lang="en-US" sz="3200" b="1" dirty="0" err="1" smtClean="0">
                <a:latin typeface="Preeti" pitchFamily="2" charset="0"/>
              </a:rPr>
              <a:t>ljkIfsf</a:t>
            </a:r>
            <a:r>
              <a:rPr lang="en-US" sz="3200" b="1" dirty="0" smtClean="0">
                <a:latin typeface="Preeti" pitchFamily="2" charset="0"/>
              </a:rPr>
              <a:t>] </a:t>
            </a:r>
            <a:r>
              <a:rPr lang="en-US" sz="3200" b="1" dirty="0" err="1" smtClean="0">
                <a:latin typeface="Preeti" pitchFamily="2" charset="0"/>
              </a:rPr>
              <a:t>gfd</a:t>
            </a:r>
            <a:r>
              <a:rPr lang="en-US" sz="3200" b="1" dirty="0" smtClean="0">
                <a:latin typeface="Preeti" pitchFamily="2" charset="0"/>
              </a:rPr>
              <a:t>, 			</a:t>
            </a:r>
            <a:r>
              <a:rPr lang="en-US" sz="3200" b="1" dirty="0" err="1" smtClean="0">
                <a:latin typeface="Preeti" pitchFamily="2" charset="0"/>
              </a:rPr>
              <a:t>clwsf</a:t>
            </a:r>
            <a:r>
              <a:rPr lang="en-US" sz="3200" b="1" dirty="0" smtClean="0">
                <a:latin typeface="Preeti" pitchFamily="2" charset="0"/>
              </a:rPr>
              <a:t>/If]q </a:t>
            </a:r>
            <a:r>
              <a:rPr lang="en-US" sz="3200" b="1" dirty="0" err="1" smtClean="0">
                <a:latin typeface="Preeti" pitchFamily="2" charset="0"/>
              </a:rPr>
              <a:t>cflb</a:t>
            </a:r>
            <a:r>
              <a:rPr lang="en-US" sz="3200" b="1" dirty="0" smtClean="0">
                <a:latin typeface="Preeti" pitchFamily="2" charset="0"/>
              </a:rPr>
              <a:t> </a:t>
            </a:r>
            <a:r>
              <a:rPr lang="en-US" sz="3200" dirty="0" smtClean="0">
                <a:latin typeface="Preeti" pitchFamily="2" charset="0"/>
              </a:rPr>
              <a:t>.</a:t>
            </a:r>
            <a:endParaRPr lang="en-US" sz="2800" dirty="0" smtClean="0">
              <a:latin typeface="Preeti" pitchFamily="2" charset="0"/>
            </a:endParaRPr>
          </a:p>
          <a:p>
            <a:pPr marL="274320" indent="-274320" algn="just" eaLnBrk="1" fontAlgn="auto" hangingPunct="1">
              <a:spcBef>
                <a:spcPts val="580"/>
              </a:spcBef>
              <a:spcAft>
                <a:spcPts val="0"/>
              </a:spcAft>
              <a:buClr>
                <a:schemeClr val="accent3"/>
              </a:buClr>
              <a:buFont typeface="Wingdings 2"/>
              <a:buChar char=""/>
              <a:defRPr/>
            </a:pPr>
            <a:r>
              <a:rPr lang="en-US" sz="3200" b="1" dirty="0" smtClean="0">
                <a:latin typeface="Preeti" pitchFamily="2" charset="0"/>
              </a:rPr>
              <a:t> </a:t>
            </a:r>
            <a:r>
              <a:rPr lang="en-US" sz="3200" b="1" dirty="0" err="1" smtClean="0">
                <a:effectLst>
                  <a:outerShdw blurRad="38100" dist="38100" dir="2700000" algn="tl">
                    <a:srgbClr val="C0C0C0"/>
                  </a:outerShdw>
                </a:effectLst>
                <a:latin typeface="Preeti" pitchFamily="2" charset="0"/>
              </a:rPr>
              <a:t>tYo</a:t>
            </a:r>
            <a:r>
              <a:rPr lang="en-US" sz="3200" b="1" dirty="0" smtClean="0">
                <a:effectLst>
                  <a:outerShdw blurRad="38100" dist="38100" dir="2700000" algn="tl">
                    <a:srgbClr val="C0C0C0"/>
                  </a:outerShdw>
                </a:effectLst>
                <a:latin typeface="Preeti" pitchFamily="2" charset="0"/>
              </a:rPr>
              <a:t> v08</a:t>
            </a:r>
            <a:r>
              <a:rPr lang="en-US" sz="2800" b="1" dirty="0" smtClean="0">
                <a:effectLst>
                  <a:outerShdw blurRad="38100" dist="38100" dir="2700000" algn="tl">
                    <a:srgbClr val="C0C0C0"/>
                  </a:outerShdw>
                </a:effectLst>
                <a:latin typeface="Preeti" pitchFamily="2" charset="0"/>
              </a:rPr>
              <a:t>—</a:t>
            </a:r>
            <a:r>
              <a:rPr lang="en-US" sz="2800" b="1" dirty="0" smtClean="0">
                <a:latin typeface="Preeti" pitchFamily="2" charset="0"/>
              </a:rPr>
              <a:t> 	</a:t>
            </a:r>
            <a:r>
              <a:rPr lang="en-US" sz="3200" b="1" dirty="0" err="1" smtClean="0">
                <a:latin typeface="Preeti" pitchFamily="2" charset="0"/>
              </a:rPr>
              <a:t>lkm</a:t>
            </a:r>
            <a:r>
              <a:rPr lang="en-US" sz="3200" b="1" dirty="0" smtClean="0">
                <a:latin typeface="Preeti" pitchFamily="2" charset="0"/>
              </a:rPr>
              <a:t>/</a:t>
            </a:r>
            <a:r>
              <a:rPr lang="en-US" sz="3200" b="1" dirty="0" err="1" smtClean="0">
                <a:latin typeface="Preeti" pitchFamily="2" charset="0"/>
              </a:rPr>
              <a:t>fb÷cleof</a:t>
            </a:r>
            <a:r>
              <a:rPr lang="en-US" sz="3200" b="1" dirty="0" smtClean="0">
                <a:latin typeface="Preeti" pitchFamily="2" charset="0"/>
              </a:rPr>
              <a:t>]u, </a:t>
            </a:r>
            <a:r>
              <a:rPr lang="en-US" sz="3200" b="1" dirty="0" err="1" smtClean="0">
                <a:latin typeface="Preeti" pitchFamily="2" charset="0"/>
              </a:rPr>
              <a:t>k|ltpQ</a:t>
            </a:r>
            <a:r>
              <a:rPr lang="en-US" sz="3200" b="1" dirty="0" smtClean="0">
                <a:latin typeface="Preeti" pitchFamily="2" charset="0"/>
              </a:rPr>
              <a:t>/÷</a:t>
            </a:r>
            <a:r>
              <a:rPr lang="en-US" sz="3200" b="1" dirty="0" err="1" smtClean="0">
                <a:latin typeface="Preeti" pitchFamily="2" charset="0"/>
              </a:rPr>
              <a:t>jofg</a:t>
            </a:r>
            <a:r>
              <a:rPr lang="en-US" sz="3200" b="1" dirty="0" smtClean="0">
                <a:latin typeface="Preeti" pitchFamily="2" charset="0"/>
              </a:rPr>
              <a:t>, </a:t>
            </a:r>
            <a:r>
              <a:rPr lang="en-US" sz="3200" b="1" dirty="0" err="1" smtClean="0">
                <a:latin typeface="Preeti" pitchFamily="2" charset="0"/>
              </a:rPr>
              <a:t>cbfntsf</a:t>
            </a:r>
            <a:r>
              <a:rPr lang="en-US" sz="3200" b="1" dirty="0" smtClean="0">
                <a:latin typeface="Preeti" pitchFamily="2" charset="0"/>
              </a:rPr>
              <a:t> 			</a:t>
            </a:r>
            <a:r>
              <a:rPr lang="en-US" sz="3200" b="1" dirty="0" err="1" smtClean="0">
                <a:latin typeface="Preeti" pitchFamily="2" charset="0"/>
              </a:rPr>
              <a:t>cfb</a:t>
            </a:r>
            <a:r>
              <a:rPr lang="en-US" sz="3200" b="1" dirty="0" smtClean="0">
                <a:latin typeface="Preeti" pitchFamily="2" charset="0"/>
              </a:rPr>
              <a:t>]</a:t>
            </a:r>
            <a:r>
              <a:rPr lang="en-US" sz="3200" b="1" dirty="0" err="1" smtClean="0">
                <a:latin typeface="Preeti" pitchFamily="2" charset="0"/>
              </a:rPr>
              <a:t>zx</a:t>
            </a:r>
            <a:r>
              <a:rPr lang="en-US" sz="3200" b="1" dirty="0" smtClean="0">
                <a:latin typeface="Preeti" pitchFamily="2" charset="0"/>
              </a:rPr>
              <a:t>?, ;+</a:t>
            </a:r>
            <a:r>
              <a:rPr lang="en-US" sz="3200" b="1" dirty="0" err="1" smtClean="0">
                <a:latin typeface="Preeti" pitchFamily="2" charset="0"/>
              </a:rPr>
              <a:t>slnt</a:t>
            </a:r>
            <a:r>
              <a:rPr lang="en-US" sz="3200" b="1" dirty="0" smtClean="0">
                <a:latin typeface="Preeti" pitchFamily="2" charset="0"/>
              </a:rPr>
              <a:t> k|df0f, </a:t>
            </a:r>
            <a:r>
              <a:rPr lang="en-US" sz="3200" b="1" dirty="0" err="1" smtClean="0">
                <a:latin typeface="Preeti" pitchFamily="2" charset="0"/>
              </a:rPr>
              <a:t>askq</a:t>
            </a:r>
            <a:r>
              <a:rPr lang="en-US" sz="3200" b="1" dirty="0" smtClean="0">
                <a:latin typeface="Preeti" pitchFamily="2" charset="0"/>
              </a:rPr>
              <a:t> </a:t>
            </a:r>
            <a:r>
              <a:rPr lang="en-US" sz="3200" b="1" dirty="0" err="1" smtClean="0">
                <a:latin typeface="Preeti" pitchFamily="2" charset="0"/>
              </a:rPr>
              <a:t>cflb</a:t>
            </a:r>
            <a:r>
              <a:rPr lang="en-US" sz="3200" b="1" dirty="0" smtClean="0">
                <a:latin typeface="Preeti" pitchFamily="2" charset="0"/>
              </a:rPr>
              <a:t> . </a:t>
            </a:r>
            <a:endParaRPr lang="en-US" sz="2800" b="1" dirty="0" smtClean="0"/>
          </a:p>
          <a:p>
            <a:pPr marL="274320" indent="-274320" algn="just" eaLnBrk="1" fontAlgn="auto" hangingPunct="1">
              <a:spcBef>
                <a:spcPts val="580"/>
              </a:spcBef>
              <a:spcAft>
                <a:spcPts val="0"/>
              </a:spcAft>
              <a:buClr>
                <a:schemeClr val="accent3"/>
              </a:buClr>
              <a:buFont typeface="Wingdings 2"/>
              <a:buChar char=""/>
              <a:defRPr/>
            </a:pPr>
            <a:r>
              <a:rPr lang="en-US" sz="2800" dirty="0" smtClean="0"/>
              <a:t> </a:t>
            </a:r>
            <a:r>
              <a:rPr lang="en-US" sz="3200" b="1" dirty="0" smtClean="0">
                <a:effectLst>
                  <a:outerShdw blurRad="38100" dist="38100" dir="2700000" algn="tl">
                    <a:srgbClr val="C0C0C0"/>
                  </a:outerShdw>
                </a:effectLst>
                <a:latin typeface="Preeti" pitchFamily="2" charset="0"/>
              </a:rPr>
              <a:t>lg0f{o÷7x/ v08</a:t>
            </a:r>
            <a:r>
              <a:rPr lang="en-US" sz="2800" b="1" dirty="0" smtClean="0">
                <a:effectLst>
                  <a:outerShdw blurRad="38100" dist="38100" dir="2700000" algn="tl">
                    <a:srgbClr val="C0C0C0"/>
                  </a:outerShdw>
                </a:effectLst>
                <a:latin typeface="Preeti" pitchFamily="2" charset="0"/>
              </a:rPr>
              <a:t>—</a:t>
            </a:r>
            <a:r>
              <a:rPr lang="en-US" sz="2800" b="1" dirty="0" smtClean="0">
                <a:latin typeface="Preeti" pitchFamily="2" charset="0"/>
              </a:rPr>
              <a:t> </a:t>
            </a:r>
            <a:r>
              <a:rPr lang="en-US" sz="3200" b="1" dirty="0" smtClean="0">
                <a:latin typeface="Preeti" pitchFamily="2" charset="0"/>
              </a:rPr>
              <a:t>ax; </a:t>
            </a:r>
            <a:r>
              <a:rPr lang="en-US" sz="3200" b="1" dirty="0" err="1" smtClean="0">
                <a:latin typeface="Preeti" pitchFamily="2" charset="0"/>
              </a:rPr>
              <a:t>a'Fbf</a:t>
            </a:r>
            <a:r>
              <a:rPr lang="en-US" sz="3200" b="1" dirty="0" smtClean="0">
                <a:latin typeface="Preeti" pitchFamily="2" charset="0"/>
              </a:rPr>
              <a:t>, lg0f{o </a:t>
            </a:r>
            <a:r>
              <a:rPr lang="en-US" sz="3200" b="1" dirty="0" err="1" smtClean="0">
                <a:latin typeface="Preeti" pitchFamily="2" charset="0"/>
              </a:rPr>
              <a:t>ug</a:t>
            </a:r>
            <a:r>
              <a:rPr lang="en-US" sz="3200" b="1" dirty="0" smtClean="0">
                <a:latin typeface="Preeti" pitchFamily="2" charset="0"/>
              </a:rPr>
              <a:t>'{kg{] </a:t>
            </a:r>
            <a:r>
              <a:rPr lang="en-US" sz="3200" b="1" dirty="0" err="1" smtClean="0">
                <a:latin typeface="Preeti" pitchFamily="2" charset="0"/>
              </a:rPr>
              <a:t>d'Vo</a:t>
            </a:r>
            <a:r>
              <a:rPr lang="en-US" sz="3200" b="1" dirty="0" smtClean="0">
                <a:latin typeface="Preeti" pitchFamily="2" charset="0"/>
              </a:rPr>
              <a:t> </a:t>
            </a:r>
            <a:r>
              <a:rPr lang="en-US" sz="3200" b="1" dirty="0" err="1" smtClean="0">
                <a:latin typeface="Preeti" pitchFamily="2" charset="0"/>
              </a:rPr>
              <a:t>ljifo</a:t>
            </a:r>
            <a:r>
              <a:rPr lang="en-US" sz="3200" b="1" dirty="0" smtClean="0">
                <a:latin typeface="Preeti" pitchFamily="2" charset="0"/>
              </a:rPr>
              <a:t>, </a:t>
            </a:r>
            <a:r>
              <a:rPr lang="en-US" sz="3200" b="1" dirty="0" err="1" smtClean="0">
                <a:latin typeface="Preeti" pitchFamily="2" charset="0"/>
              </a:rPr>
              <a:t>b'j</a:t>
            </a:r>
            <a:r>
              <a:rPr lang="en-US" sz="3200" b="1" dirty="0" smtClean="0">
                <a:latin typeface="Preeti" pitchFamily="2" charset="0"/>
              </a:rPr>
              <a:t>} kIfaf6  			k|:</a:t>
            </a:r>
            <a:r>
              <a:rPr lang="en-US" sz="3200" b="1" dirty="0" err="1" smtClean="0">
                <a:latin typeface="Preeti" pitchFamily="2" charset="0"/>
              </a:rPr>
              <a:t>t't</a:t>
            </a:r>
            <a:r>
              <a:rPr lang="en-US" sz="3200" b="1" dirty="0" smtClean="0">
                <a:latin typeface="Preeti" pitchFamily="2" charset="0"/>
              </a:rPr>
              <a:t> </a:t>
            </a:r>
            <a:r>
              <a:rPr lang="en-US" sz="3200" b="1" dirty="0" err="1" smtClean="0">
                <a:latin typeface="Preeti" pitchFamily="2" charset="0"/>
              </a:rPr>
              <a:t>ePsf</a:t>
            </a:r>
            <a:r>
              <a:rPr lang="en-US" sz="3200" b="1" dirty="0" smtClean="0">
                <a:latin typeface="Preeti" pitchFamily="2" charset="0"/>
              </a:rPr>
              <a:t> k|df0fsf] </a:t>
            </a:r>
            <a:r>
              <a:rPr lang="en-US" sz="3200" b="1" dirty="0" err="1" smtClean="0">
                <a:latin typeface="Preeti" pitchFamily="2" charset="0"/>
              </a:rPr>
              <a:t>d"Nof+sg</a:t>
            </a:r>
            <a:r>
              <a:rPr lang="en-US" sz="3200" b="1" dirty="0" smtClean="0">
                <a:latin typeface="Preeti" pitchFamily="2" charset="0"/>
              </a:rPr>
              <a:t>, </a:t>
            </a:r>
            <a:r>
              <a:rPr lang="en-US" sz="3200" b="1" dirty="0" err="1" smtClean="0">
                <a:latin typeface="Preeti" pitchFamily="2" charset="0"/>
              </a:rPr>
              <a:t>glh</a:t>
            </a:r>
            <a:r>
              <a:rPr lang="en-US" sz="3200" b="1" dirty="0" smtClean="0">
                <a:latin typeface="Preeti" pitchFamily="2" charset="0"/>
              </a:rPr>
              <a:t>/ </a:t>
            </a:r>
            <a:r>
              <a:rPr lang="en-US" sz="3200" b="1" dirty="0" err="1" smtClean="0">
                <a:latin typeface="Preeti" pitchFamily="2" charset="0"/>
              </a:rPr>
              <a:t>jf</a:t>
            </a:r>
            <a:r>
              <a:rPr lang="en-US" sz="3200" b="1" dirty="0" smtClean="0">
                <a:latin typeface="Preeti" pitchFamily="2" charset="0"/>
              </a:rPr>
              <a:t> 				</a:t>
            </a:r>
            <a:r>
              <a:rPr lang="en-US" sz="3200" b="1" dirty="0" err="1" smtClean="0">
                <a:latin typeface="Preeti" pitchFamily="2" charset="0"/>
              </a:rPr>
              <a:t>sfg"gL</a:t>
            </a:r>
            <a:r>
              <a:rPr lang="en-US" sz="3200" b="1" dirty="0" smtClean="0">
                <a:latin typeface="Preeti" pitchFamily="2" charset="0"/>
              </a:rPr>
              <a:t> l;4fGtsf] ;</a:t>
            </a:r>
            <a:r>
              <a:rPr lang="en-US" sz="3200" b="1" dirty="0" err="1" smtClean="0">
                <a:latin typeface="Preeti" pitchFamily="2" charset="0"/>
              </a:rPr>
              <a:t>fGble</a:t>
            </a:r>
            <a:r>
              <a:rPr lang="en-US" sz="3200" b="1" dirty="0" smtClean="0">
                <a:latin typeface="Preeti" pitchFamily="2" charset="0"/>
              </a:rPr>
              <a:t>{</a:t>
            </a:r>
            <a:r>
              <a:rPr lang="en-US" sz="3200" b="1" dirty="0" err="1" smtClean="0">
                <a:latin typeface="Preeti" pitchFamily="2" charset="0"/>
              </a:rPr>
              <a:t>stf</a:t>
            </a:r>
            <a:r>
              <a:rPr lang="en-US" sz="3200" b="1" dirty="0" smtClean="0">
                <a:latin typeface="Preeti" pitchFamily="2" charset="0"/>
              </a:rPr>
              <a:t>, ;Da4 </a:t>
            </a:r>
            <a:r>
              <a:rPr lang="en-US" sz="3200" b="1" dirty="0" err="1" smtClean="0">
                <a:latin typeface="Preeti" pitchFamily="2" charset="0"/>
              </a:rPr>
              <a:t>sfg"g</a:t>
            </a:r>
            <a:r>
              <a:rPr lang="en-US" sz="3200" b="1" dirty="0" smtClean="0">
                <a:latin typeface="Preeti" pitchFamily="2" charset="0"/>
              </a:rPr>
              <a:t> / 			</a:t>
            </a:r>
            <a:r>
              <a:rPr lang="en-US" sz="3200" b="1" dirty="0" err="1" smtClean="0">
                <a:latin typeface="Preeti" pitchFamily="2" charset="0"/>
              </a:rPr>
              <a:t>To;sf</a:t>
            </a:r>
            <a:r>
              <a:rPr lang="en-US" sz="3200" b="1" dirty="0" smtClean="0">
                <a:latin typeface="Preeti" pitchFamily="2" charset="0"/>
              </a:rPr>
              <a:t>] </a:t>
            </a:r>
            <a:r>
              <a:rPr lang="en-US" sz="3200" b="1" dirty="0" err="1" smtClean="0">
                <a:latin typeface="Preeti" pitchFamily="2" charset="0"/>
              </a:rPr>
              <a:t>JofVof</a:t>
            </a:r>
            <a:r>
              <a:rPr lang="en-US" sz="3200" b="1" dirty="0" smtClean="0">
                <a:latin typeface="Preeti" pitchFamily="2" charset="0"/>
              </a:rPr>
              <a:t>, 7x/ </a:t>
            </a:r>
            <a:r>
              <a:rPr lang="en-US" sz="3200" b="1" dirty="0" err="1" smtClean="0">
                <a:latin typeface="Preeti" pitchFamily="2" charset="0"/>
              </a:rPr>
              <a:t>cflb</a:t>
            </a:r>
            <a:r>
              <a:rPr lang="en-US" sz="3200" b="1" dirty="0" smtClean="0">
                <a:latin typeface="Preeti" pitchFamily="2" charset="0"/>
              </a:rPr>
              <a:t> .</a:t>
            </a:r>
            <a:endParaRPr lang="en-US" sz="2800" b="1" dirty="0" smtClean="0">
              <a:latin typeface="Preeti" pitchFamily="2" charset="0"/>
            </a:endParaRPr>
          </a:p>
          <a:p>
            <a:pPr marL="274320" indent="-274320" algn="just" eaLnBrk="1" fontAlgn="auto" hangingPunct="1">
              <a:spcBef>
                <a:spcPts val="580"/>
              </a:spcBef>
              <a:spcAft>
                <a:spcPts val="0"/>
              </a:spcAft>
              <a:buClr>
                <a:schemeClr val="accent3"/>
              </a:buClr>
              <a:buFont typeface="Wingdings 2"/>
              <a:buChar char=""/>
              <a:defRPr/>
            </a:pPr>
            <a:r>
              <a:rPr lang="en-US" sz="3200" b="1" dirty="0" err="1" smtClean="0">
                <a:effectLst>
                  <a:outerShdw blurRad="38100" dist="38100" dir="2700000" algn="tl">
                    <a:srgbClr val="C0C0C0"/>
                  </a:outerShdw>
                </a:effectLst>
                <a:latin typeface="Preeti" pitchFamily="2" charset="0"/>
              </a:rPr>
              <a:t>tk;Ln</a:t>
            </a:r>
            <a:r>
              <a:rPr lang="en-US" sz="3200" b="1" dirty="0" smtClean="0">
                <a:effectLst>
                  <a:outerShdw blurRad="38100" dist="38100" dir="2700000" algn="tl">
                    <a:srgbClr val="C0C0C0"/>
                  </a:outerShdw>
                </a:effectLst>
                <a:latin typeface="Preeti" pitchFamily="2" charset="0"/>
              </a:rPr>
              <a:t> v08</a:t>
            </a:r>
            <a:r>
              <a:rPr lang="en-US" sz="2800" b="1" dirty="0" smtClean="0">
                <a:effectLst>
                  <a:outerShdw blurRad="38100" dist="38100" dir="2700000" algn="tl">
                    <a:srgbClr val="C0C0C0"/>
                  </a:outerShdw>
                </a:effectLst>
                <a:latin typeface="Preeti" pitchFamily="2" charset="0"/>
              </a:rPr>
              <a:t>—</a:t>
            </a:r>
            <a:r>
              <a:rPr lang="en-US" sz="2800" b="1" dirty="0" smtClean="0">
                <a:latin typeface="Preeti" pitchFamily="2" charset="0"/>
              </a:rPr>
              <a:t> 	</a:t>
            </a:r>
            <a:r>
              <a:rPr lang="en-US" sz="3200" b="1" dirty="0" err="1" smtClean="0">
                <a:latin typeface="Preeti" pitchFamily="2" charset="0"/>
              </a:rPr>
              <a:t>cbfntL</a:t>
            </a:r>
            <a:r>
              <a:rPr lang="en-US" sz="3200" b="1" dirty="0" smtClean="0">
                <a:latin typeface="Preeti" pitchFamily="2" charset="0"/>
              </a:rPr>
              <a:t> </a:t>
            </a:r>
            <a:r>
              <a:rPr lang="en-US" sz="3200" b="1" dirty="0" err="1" smtClean="0">
                <a:latin typeface="Preeti" pitchFamily="2" charset="0"/>
              </a:rPr>
              <a:t>z'Ns</a:t>
            </a:r>
            <a:r>
              <a:rPr lang="en-US" sz="3200" b="1" dirty="0" smtClean="0">
                <a:latin typeface="Preeti" pitchFamily="2" charset="0"/>
              </a:rPr>
              <a:t> e/</a:t>
            </a:r>
            <a:r>
              <a:rPr lang="en-US" sz="3200" b="1" dirty="0" err="1" smtClean="0">
                <a:latin typeface="Preeti" pitchFamily="2" charset="0"/>
              </a:rPr>
              <a:t>fpg</a:t>
            </a:r>
            <a:r>
              <a:rPr lang="en-US" sz="3200" b="1" dirty="0" smtClean="0">
                <a:latin typeface="Preeti" pitchFamily="2" charset="0"/>
              </a:rPr>
              <a:t>], </a:t>
            </a:r>
            <a:r>
              <a:rPr lang="en-US" sz="3200" b="1" dirty="0" err="1" smtClean="0">
                <a:latin typeface="Preeti" pitchFamily="2" charset="0"/>
              </a:rPr>
              <a:t>rng</a:t>
            </a:r>
            <a:r>
              <a:rPr lang="en-US" sz="3200" b="1" dirty="0" smtClean="0">
                <a:latin typeface="Preeti" pitchFamily="2" charset="0"/>
              </a:rPr>
              <a:t> </a:t>
            </a:r>
            <a:r>
              <a:rPr lang="en-US" sz="3200" b="1" dirty="0" err="1" smtClean="0">
                <a:latin typeface="Preeti" pitchFamily="2" charset="0"/>
              </a:rPr>
              <a:t>rnfpg</a:t>
            </a:r>
            <a:r>
              <a:rPr lang="en-US" sz="3200" b="1" dirty="0" smtClean="0">
                <a:latin typeface="Preeti" pitchFamily="2" charset="0"/>
              </a:rPr>
              <a:t>], </a:t>
            </a:r>
            <a:r>
              <a:rPr lang="en-US" sz="3200" b="1" dirty="0" err="1" smtClean="0">
                <a:latin typeface="Preeti" pitchFamily="2" charset="0"/>
              </a:rPr>
              <a:t>ljuf</a:t>
            </a:r>
            <a:r>
              <a:rPr lang="en-US" sz="3200" b="1" dirty="0" smtClean="0">
                <a:latin typeface="Preeti" pitchFamily="2" charset="0"/>
              </a:rPr>
              <a:t>] 				el/e/</a:t>
            </a:r>
            <a:r>
              <a:rPr lang="en-US" sz="3200" b="1" dirty="0" err="1" smtClean="0">
                <a:latin typeface="Preeti" pitchFamily="2" charset="0"/>
              </a:rPr>
              <a:t>fp</a:t>
            </a:r>
            <a:r>
              <a:rPr lang="en-US" sz="3200" b="1" dirty="0" smtClean="0">
                <a:latin typeface="Preeti" pitchFamily="2" charset="0"/>
              </a:rPr>
              <a:t> </a:t>
            </a:r>
            <a:r>
              <a:rPr lang="en-US" sz="3200" b="1" dirty="0" err="1" smtClean="0">
                <a:latin typeface="Preeti" pitchFamily="2" charset="0"/>
              </a:rPr>
              <a:t>ug</a:t>
            </a:r>
            <a:r>
              <a:rPr lang="en-US" sz="3200" b="1" dirty="0" smtClean="0">
                <a:latin typeface="Preeti" pitchFamily="2" charset="0"/>
              </a:rPr>
              <a:t>]{, b08 hl/</a:t>
            </a:r>
            <a:r>
              <a:rPr lang="en-US" sz="3200" b="1" dirty="0" err="1" smtClean="0">
                <a:latin typeface="Preeti" pitchFamily="2" charset="0"/>
              </a:rPr>
              <a:t>jfgf</a:t>
            </a:r>
            <a:r>
              <a:rPr lang="en-US" sz="3200" b="1" dirty="0" smtClean="0">
                <a:latin typeface="Preeti" pitchFamily="2" charset="0"/>
              </a:rPr>
              <a:t> c;"n </a:t>
            </a:r>
            <a:r>
              <a:rPr lang="en-US" sz="3200" b="1" dirty="0" err="1" smtClean="0">
                <a:latin typeface="Preeti" pitchFamily="2" charset="0"/>
              </a:rPr>
              <a:t>ug</a:t>
            </a:r>
            <a:r>
              <a:rPr lang="en-US" sz="3200" b="1" dirty="0" smtClean="0">
                <a:latin typeface="Preeti" pitchFamily="2" charset="0"/>
              </a:rPr>
              <a:t>]{, 				</a:t>
            </a:r>
            <a:r>
              <a:rPr lang="en-US" sz="3200" b="1" dirty="0" err="1" smtClean="0">
                <a:latin typeface="Preeti" pitchFamily="2" charset="0"/>
              </a:rPr>
              <a:t>k'g</a:t>
            </a:r>
            <a:r>
              <a:rPr lang="en-US" sz="3200" b="1" dirty="0" smtClean="0">
                <a:latin typeface="Preeti" pitchFamily="2" charset="0"/>
              </a:rPr>
              <a:t>/</a:t>
            </a:r>
            <a:r>
              <a:rPr lang="en-US" sz="3200" b="1" dirty="0" err="1" smtClean="0">
                <a:latin typeface="Preeti" pitchFamily="2" charset="0"/>
              </a:rPr>
              <a:t>fj</a:t>
            </a:r>
            <a:r>
              <a:rPr lang="en-US" sz="3200" b="1" dirty="0" smtClean="0">
                <a:latin typeface="Preeti" pitchFamily="2" charset="0"/>
              </a:rPr>
              <a:t>]</a:t>
            </a:r>
            <a:r>
              <a:rPr lang="en-US" sz="3200" b="1" dirty="0" err="1" smtClean="0">
                <a:latin typeface="Preeti" pitchFamily="2" charset="0"/>
              </a:rPr>
              <a:t>bgsf</a:t>
            </a:r>
            <a:r>
              <a:rPr lang="en-US" sz="3200" b="1" dirty="0" smtClean="0">
                <a:latin typeface="Preeti" pitchFamily="2" charset="0"/>
              </a:rPr>
              <a:t>] </a:t>
            </a:r>
            <a:r>
              <a:rPr lang="en-US" sz="3200" b="1" dirty="0" err="1" smtClean="0">
                <a:latin typeface="Preeti" pitchFamily="2" charset="0"/>
              </a:rPr>
              <a:t>Dofb</a:t>
            </a:r>
            <a:r>
              <a:rPr lang="en-US" sz="3200" b="1" dirty="0" smtClean="0">
                <a:latin typeface="Preeti" pitchFamily="2" charset="0"/>
              </a:rPr>
              <a:t> </a:t>
            </a:r>
            <a:r>
              <a:rPr lang="en-US" sz="3200" b="1" dirty="0" err="1" smtClean="0">
                <a:latin typeface="Preeti" pitchFamily="2" charset="0"/>
              </a:rPr>
              <a:t>lbg</a:t>
            </a:r>
            <a:r>
              <a:rPr lang="en-US" sz="3200" b="1" dirty="0" smtClean="0">
                <a:latin typeface="Preeti" pitchFamily="2" charset="0"/>
              </a:rPr>
              <a:t>], </a:t>
            </a:r>
            <a:r>
              <a:rPr lang="en-US" sz="3200" b="1" dirty="0" err="1" smtClean="0">
                <a:latin typeface="Preeti" pitchFamily="2" charset="0"/>
              </a:rPr>
              <a:t>gSsn</a:t>
            </a:r>
            <a:r>
              <a:rPr lang="en-US" sz="3200" b="1" dirty="0" smtClean="0">
                <a:latin typeface="Preeti" pitchFamily="2" charset="0"/>
              </a:rPr>
              <a:t> </a:t>
            </a:r>
            <a:r>
              <a:rPr lang="en-US" sz="3200" b="1" dirty="0" err="1" smtClean="0">
                <a:latin typeface="Preeti" pitchFamily="2" charset="0"/>
              </a:rPr>
              <a:t>lbg</a:t>
            </a:r>
            <a:r>
              <a:rPr lang="en-US" sz="3200" b="1" dirty="0" smtClean="0">
                <a:latin typeface="Preeti" pitchFamily="2" charset="0"/>
              </a:rPr>
              <a:t>] </a:t>
            </a:r>
            <a:r>
              <a:rPr lang="en-US" sz="3200" b="1" dirty="0" err="1" smtClean="0">
                <a:latin typeface="Preeti" pitchFamily="2" charset="0"/>
              </a:rPr>
              <a:t>cflb</a:t>
            </a:r>
            <a:r>
              <a:rPr lang="en-US" sz="3200" b="1" dirty="0" smtClean="0">
                <a:latin typeface="Preeti" pitchFamily="2" charset="0"/>
              </a:rPr>
              <a:t> .</a:t>
            </a:r>
            <a:endParaRPr lang="en-US" sz="2000" b="1" dirty="0" smtClean="0">
              <a:effectLst>
                <a:outerShdw blurRad="38100" dist="38100" dir="2700000" algn="tl">
                  <a:srgbClr val="C0C0C0"/>
                </a:outerShdw>
              </a:effectLst>
            </a:endParaRPr>
          </a:p>
          <a:p>
            <a:pPr marL="274320" indent="-274320" eaLnBrk="1" fontAlgn="auto" hangingPunct="1">
              <a:spcBef>
                <a:spcPts val="580"/>
              </a:spcBef>
              <a:spcAft>
                <a:spcPts val="0"/>
              </a:spcAft>
              <a:buClr>
                <a:schemeClr val="accent3"/>
              </a:buClr>
              <a:buFont typeface="Wingdings 2"/>
              <a:buChar char=""/>
              <a:defRPr/>
            </a:pPr>
            <a:endParaRPr lang="en-US" sz="4000" b="1" dirty="0" smtClean="0"/>
          </a:p>
          <a:p>
            <a:pPr marL="274320" indent="-274320" eaLnBrk="1" fontAlgn="auto" hangingPunct="1">
              <a:spcBef>
                <a:spcPts val="580"/>
              </a:spcBef>
              <a:spcAft>
                <a:spcPts val="0"/>
              </a:spcAft>
              <a:buClr>
                <a:schemeClr val="accent3"/>
              </a:buClr>
              <a:buFont typeface="Wingdings 2"/>
              <a:buChar char=""/>
              <a:defRPr/>
            </a:pPr>
            <a:endParaRPr lang="en-US" dirty="0" smtClean="0"/>
          </a:p>
        </p:txBody>
      </p:sp>
    </p:spTree>
  </p:cSld>
  <p:clrMapOvr>
    <a:masterClrMapping/>
  </p:clrMapOvr>
  <p:transition>
    <p:checker dir="vert"/>
  </p:transition>
  <p:timing>
    <p:tnLst>
      <p:par>
        <p:cTn id="1" dur="indefinite" restart="never" nodeType="tmRoot"/>
      </p:par>
    </p:tnLst>
    <p:bldLst>
      <p:bldP spid="21507" grpId="0" build="p">
        <p:tmplLst>
          <p:tmpl lvl="1">
            <p:tnLst>
              <p:par>
                <p:cTn presetID="22" presetClass="entr" presetSubtype="8" fill="hold" nodeType="clickEffect">
                  <p:stCondLst>
                    <p:cond delay="0"/>
                  </p:stCondLst>
                  <p:childTnLst>
                    <p:set>
                      <p:cBhvr>
                        <p:cTn dur="1" fill="hold">
                          <p:stCondLst>
                            <p:cond delay="0"/>
                          </p:stCondLst>
                        </p:cTn>
                        <p:tgtEl>
                          <p:spTgt spid="21507"/>
                        </p:tgtEl>
                        <p:attrNameLst>
                          <p:attrName>style.visibility</p:attrName>
                        </p:attrNameLst>
                      </p:cBhvr>
                      <p:to>
                        <p:strVal val="visible"/>
                      </p:to>
                    </p:set>
                    <p:animEffect transition="in" filter="wipe(left)">
                      <p:cBhvr>
                        <p:cTn dur="500"/>
                        <p:tgtEl>
                          <p:spTgt spid="21507"/>
                        </p:tgtEl>
                      </p:cBhvr>
                    </p:animEffect>
                  </p:childTnLst>
                </p:cTn>
              </p:par>
            </p:tnLst>
          </p:tmpl>
          <p:tmpl lvl="2">
            <p:tnLst>
              <p:par>
                <p:cTn presetID="22" presetClass="entr" presetSubtype="8" fill="hold" nodeType="withEffect">
                  <p:stCondLst>
                    <p:cond delay="0"/>
                  </p:stCondLst>
                  <p:childTnLst>
                    <p:set>
                      <p:cBhvr>
                        <p:cTn dur="1" fill="hold">
                          <p:stCondLst>
                            <p:cond delay="0"/>
                          </p:stCondLst>
                        </p:cTn>
                        <p:tgtEl>
                          <p:spTgt spid="21507"/>
                        </p:tgtEl>
                        <p:attrNameLst>
                          <p:attrName>style.visibility</p:attrName>
                        </p:attrNameLst>
                      </p:cBhvr>
                      <p:to>
                        <p:strVal val="visible"/>
                      </p:to>
                    </p:set>
                    <p:animEffect transition="in" filter="wipe(left)">
                      <p:cBhvr>
                        <p:cTn dur="500"/>
                        <p:tgtEl>
                          <p:spTgt spid="21507"/>
                        </p:tgtEl>
                      </p:cBhvr>
                    </p:animEffect>
                  </p:childTnLst>
                </p:cTn>
              </p:par>
            </p:tnLst>
          </p:tmpl>
          <p:tmpl lvl="3">
            <p:tnLst>
              <p:par>
                <p:cTn presetID="22" presetClass="entr" presetSubtype="8" fill="hold" nodeType="withEffect">
                  <p:stCondLst>
                    <p:cond delay="0"/>
                  </p:stCondLst>
                  <p:childTnLst>
                    <p:set>
                      <p:cBhvr>
                        <p:cTn dur="1" fill="hold">
                          <p:stCondLst>
                            <p:cond delay="0"/>
                          </p:stCondLst>
                        </p:cTn>
                        <p:tgtEl>
                          <p:spTgt spid="21507"/>
                        </p:tgtEl>
                        <p:attrNameLst>
                          <p:attrName>style.visibility</p:attrName>
                        </p:attrNameLst>
                      </p:cBhvr>
                      <p:to>
                        <p:strVal val="visible"/>
                      </p:to>
                    </p:set>
                    <p:animEffect transition="in" filter="wipe(left)">
                      <p:cBhvr>
                        <p:cTn dur="500"/>
                        <p:tgtEl>
                          <p:spTgt spid="21507"/>
                        </p:tgtEl>
                      </p:cBhvr>
                    </p:animEffect>
                  </p:childTnLst>
                </p:cTn>
              </p:par>
            </p:tnLst>
          </p:tmpl>
          <p:tmpl lvl="4">
            <p:tnLst>
              <p:par>
                <p:cTn presetID="22" presetClass="entr" presetSubtype="8" fill="hold" nodeType="withEffect">
                  <p:stCondLst>
                    <p:cond delay="0"/>
                  </p:stCondLst>
                  <p:childTnLst>
                    <p:set>
                      <p:cBhvr>
                        <p:cTn dur="1" fill="hold">
                          <p:stCondLst>
                            <p:cond delay="0"/>
                          </p:stCondLst>
                        </p:cTn>
                        <p:tgtEl>
                          <p:spTgt spid="21507"/>
                        </p:tgtEl>
                        <p:attrNameLst>
                          <p:attrName>style.visibility</p:attrName>
                        </p:attrNameLst>
                      </p:cBhvr>
                      <p:to>
                        <p:strVal val="visible"/>
                      </p:to>
                    </p:set>
                    <p:animEffect transition="in" filter="wipe(left)">
                      <p:cBhvr>
                        <p:cTn dur="500"/>
                        <p:tgtEl>
                          <p:spTgt spid="2150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21507"/>
                        </p:tgtEl>
                        <p:attrNameLst>
                          <p:attrName>style.visibility</p:attrName>
                        </p:attrNameLst>
                      </p:cBhvr>
                      <p:to>
                        <p:strVal val="visible"/>
                      </p:to>
                    </p:set>
                    <p:animEffect transition="in" filter="wipe(left)">
                      <p:cBhvr>
                        <p:cTn dur="500"/>
                        <p:tgtEl>
                          <p:spTgt spid="21507"/>
                        </p:tgtEl>
                      </p:cBhvr>
                    </p:animEffect>
                  </p:childTnLst>
                </p:cTn>
              </p:par>
            </p:tnLst>
          </p:tmpl>
        </p:tmplLst>
      </p:b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304800"/>
            <a:ext cx="8458200" cy="6172200"/>
          </a:xfrm>
        </p:spPr>
        <p:txBody>
          <a:bodyPr/>
          <a:lstStyle/>
          <a:p>
            <a:pPr marL="0" indent="0" algn="ctr">
              <a:buNone/>
            </a:pPr>
            <a:r>
              <a:rPr lang="ne-NP" b="1" dirty="0">
                <a:cs typeface="Kalimati" panose="00000400000000000000" pitchFamily="2"/>
              </a:rPr>
              <a:t>श्री  काठमाडौं जिल्ला अदालत</a:t>
            </a:r>
            <a:endParaRPr lang="en-US" dirty="0">
              <a:cs typeface="Kalimati" panose="00000400000000000000" pitchFamily="2"/>
            </a:endParaRPr>
          </a:p>
          <a:p>
            <a:pPr marL="0" indent="0" algn="ctr">
              <a:buNone/>
            </a:pPr>
            <a:r>
              <a:rPr lang="ne-NP" b="1" dirty="0">
                <a:cs typeface="Kalimati" panose="00000400000000000000" pitchFamily="2"/>
              </a:rPr>
              <a:t>इजलास</a:t>
            </a:r>
            <a:endParaRPr lang="en-US" dirty="0">
              <a:cs typeface="Kalimati" panose="00000400000000000000" pitchFamily="2"/>
            </a:endParaRPr>
          </a:p>
          <a:p>
            <a:pPr marL="0" indent="0" algn="ctr">
              <a:buNone/>
            </a:pPr>
            <a:r>
              <a:rPr lang="ne-NP" b="1" dirty="0">
                <a:cs typeface="Kalimati" panose="00000400000000000000" pitchFamily="2"/>
              </a:rPr>
              <a:t>माननीय जिल्ला न्यायाधीश </a:t>
            </a:r>
            <a:r>
              <a:rPr lang="ne-NP" b="1" dirty="0" smtClean="0">
                <a:cs typeface="Kalimati" panose="00000400000000000000" pitchFamily="2"/>
              </a:rPr>
              <a:t>श्री</a:t>
            </a:r>
            <a:r>
              <a:rPr lang="en-US" b="1" dirty="0" smtClean="0">
                <a:cs typeface="Kalimati" panose="00000400000000000000" pitchFamily="2"/>
              </a:rPr>
              <a:t>…….</a:t>
            </a:r>
            <a:endParaRPr lang="en-US" dirty="0">
              <a:cs typeface="Kalimati" panose="00000400000000000000" pitchFamily="2"/>
            </a:endParaRPr>
          </a:p>
          <a:p>
            <a:pPr marL="0" indent="0" algn="ctr">
              <a:buNone/>
            </a:pPr>
            <a:r>
              <a:rPr lang="ne-NP" b="1" u="sng" dirty="0">
                <a:cs typeface="Kalimati" panose="00000400000000000000" pitchFamily="2"/>
              </a:rPr>
              <a:t>फैसला</a:t>
            </a:r>
            <a:endParaRPr lang="en-US" dirty="0">
              <a:cs typeface="Kalimati" panose="00000400000000000000" pitchFamily="2"/>
            </a:endParaRPr>
          </a:p>
          <a:p>
            <a:pPr marL="0" indent="0" algn="ctr">
              <a:buNone/>
            </a:pPr>
            <a:r>
              <a:rPr lang="ne-NP" b="1" dirty="0" smtClean="0">
                <a:cs typeface="Kalimati" panose="00000400000000000000" pitchFamily="2"/>
              </a:rPr>
              <a:t>मुद्दा </a:t>
            </a:r>
            <a:r>
              <a:rPr lang="ne-NP" b="1" dirty="0">
                <a:cs typeface="Kalimati" panose="00000400000000000000" pitchFamily="2"/>
              </a:rPr>
              <a:t>नं. 077-</a:t>
            </a:r>
            <a:r>
              <a:rPr lang="en-GB" b="1" dirty="0">
                <a:cs typeface="Kalimati" panose="00000400000000000000" pitchFamily="2"/>
              </a:rPr>
              <a:t>CP</a:t>
            </a:r>
            <a:r>
              <a:rPr lang="ne-NP" b="1" dirty="0">
                <a:cs typeface="Kalimati" panose="00000400000000000000" pitchFamily="2"/>
              </a:rPr>
              <a:t>-1588</a:t>
            </a:r>
            <a:endParaRPr lang="en-US" dirty="0">
              <a:cs typeface="Kalimati" panose="00000400000000000000" pitchFamily="2"/>
            </a:endParaRPr>
          </a:p>
          <a:p>
            <a:pPr marL="0" indent="0" algn="ctr">
              <a:buNone/>
            </a:pPr>
            <a:r>
              <a:rPr lang="ne-NP" b="1" dirty="0">
                <a:cs typeface="Kalimati" panose="00000400000000000000" pitchFamily="2"/>
              </a:rPr>
              <a:t>र.नं. </a:t>
            </a:r>
            <a:r>
              <a:rPr lang="ne-NP" b="1" dirty="0" smtClean="0">
                <a:cs typeface="Kalimati" panose="00000400000000000000" pitchFamily="2"/>
              </a:rPr>
              <a:t>39-077-03143</a:t>
            </a:r>
          </a:p>
          <a:p>
            <a:pPr marL="0" indent="0" algn="ctr">
              <a:buNone/>
            </a:pPr>
            <a:r>
              <a:rPr lang="ne-NP" b="1" dirty="0">
                <a:cs typeface="Kalimati" panose="00000400000000000000" pitchFamily="2"/>
              </a:rPr>
              <a:t>नि.नं.- 16</a:t>
            </a:r>
            <a:endParaRPr lang="en-US" dirty="0">
              <a:cs typeface="Kalimati" panose="00000400000000000000" pitchFamily="2"/>
            </a:endParaRPr>
          </a:p>
          <a:p>
            <a:pPr marL="0" indent="0" algn="ctr">
              <a:buNone/>
            </a:pPr>
            <a:r>
              <a:rPr lang="sa-IN" b="1" dirty="0" smtClean="0">
                <a:cs typeface="Kalimati" panose="00000400000000000000" pitchFamily="2"/>
              </a:rPr>
              <a:t>दायर </a:t>
            </a:r>
            <a:r>
              <a:rPr lang="ne-NP" b="1" dirty="0">
                <a:cs typeface="Kalimati" panose="00000400000000000000" pitchFamily="2"/>
              </a:rPr>
              <a:t>मितिः2077।07।23</a:t>
            </a:r>
            <a:endParaRPr lang="en-US" dirty="0">
              <a:cs typeface="Kalimati" panose="00000400000000000000" pitchFamily="2"/>
            </a:endParaRPr>
          </a:p>
          <a:p>
            <a:pPr marL="0" indent="0" algn="ctr">
              <a:buNone/>
            </a:pPr>
            <a:r>
              <a:rPr lang="ne-NP" b="1" dirty="0">
                <a:cs typeface="Kalimati" panose="00000400000000000000" pitchFamily="2"/>
              </a:rPr>
              <a:t>फैसला मितिः २०७8।05।08</a:t>
            </a:r>
            <a:endParaRPr lang="en-US" dirty="0">
              <a:cs typeface="Kalimati" panose="00000400000000000000" pitchFamily="2"/>
            </a:endParaRPr>
          </a:p>
          <a:p>
            <a:pPr marL="0" indent="0">
              <a:buNone/>
            </a:pPr>
            <a:r>
              <a:rPr lang="ne-NP" b="1" dirty="0" smtClean="0">
                <a:cs typeface="Kalimati" panose="00000400000000000000" pitchFamily="2"/>
              </a:rPr>
              <a:t>....................................................................१वादी</a:t>
            </a:r>
            <a:endParaRPr lang="en-US" dirty="0">
              <a:cs typeface="Kalimati" panose="00000400000000000000" pitchFamily="2"/>
            </a:endParaRPr>
          </a:p>
          <a:p>
            <a:pPr marL="0" indent="0" algn="ctr">
              <a:buNone/>
            </a:pPr>
            <a:r>
              <a:rPr lang="ne-NP" b="1" u="sng" dirty="0">
                <a:cs typeface="Kalimati" panose="00000400000000000000" pitchFamily="2"/>
              </a:rPr>
              <a:t>विरुद्ध</a:t>
            </a:r>
            <a:endParaRPr lang="en-US" dirty="0">
              <a:cs typeface="Kalimati" panose="00000400000000000000" pitchFamily="2"/>
            </a:endParaRPr>
          </a:p>
          <a:p>
            <a:pPr marL="0" indent="0">
              <a:buNone/>
            </a:pPr>
            <a:r>
              <a:rPr lang="ne-NP" b="1" dirty="0" smtClean="0">
                <a:cs typeface="Kalimati" panose="00000400000000000000" pitchFamily="2"/>
              </a:rPr>
              <a:t>...................................................................</a:t>
            </a:r>
            <a:r>
              <a:rPr lang="ne-NP" b="1" dirty="0">
                <a:cs typeface="Kalimati" panose="00000400000000000000" pitchFamily="2"/>
              </a:rPr>
              <a:t>१</a:t>
            </a:r>
            <a:r>
              <a:rPr lang="ne-NP" b="1" dirty="0" smtClean="0">
                <a:cs typeface="Kalimati" panose="00000400000000000000" pitchFamily="2"/>
              </a:rPr>
              <a:t>प्रतिवादी </a:t>
            </a:r>
            <a:endParaRPr lang="en-US" dirty="0">
              <a:cs typeface="Kalimati" panose="00000400000000000000" pitchFamily="2"/>
            </a:endParaRPr>
          </a:p>
          <a:p>
            <a:pPr marL="0" indent="0" algn="ctr">
              <a:buNone/>
            </a:pPr>
            <a:r>
              <a:rPr lang="ne-NP" b="1" dirty="0">
                <a:cs typeface="Kalimati" panose="00000400000000000000" pitchFamily="2"/>
              </a:rPr>
              <a:t>मुद्दाः- </a:t>
            </a:r>
            <a:r>
              <a:rPr lang="ne-NP" b="1" u="sng" dirty="0">
                <a:cs typeface="Kalimati" panose="00000400000000000000" pitchFamily="2"/>
              </a:rPr>
              <a:t>लेनदेन।</a:t>
            </a:r>
            <a:endParaRPr lang="en-US" dirty="0">
              <a:cs typeface="Kalimati" panose="00000400000000000000" pitchFamily="2"/>
            </a:endParaRPr>
          </a:p>
          <a:p>
            <a:pPr marL="0" indent="0" algn="ctr">
              <a:buNone/>
            </a:pPr>
            <a:endParaRPr lang="en-US" dirty="0">
              <a:cs typeface="Kalimati" panose="00000400000000000000" pitchFamily="2"/>
            </a:endParaRPr>
          </a:p>
        </p:txBody>
      </p:sp>
      <p:sp>
        <p:nvSpPr>
          <p:cNvPr id="4" name="Slide Number Placeholder 3"/>
          <p:cNvSpPr>
            <a:spLocks noGrp="1"/>
          </p:cNvSpPr>
          <p:nvPr>
            <p:ph type="sldNum" sz="quarter" idx="12"/>
          </p:nvPr>
        </p:nvSpPr>
        <p:spPr/>
        <p:txBody>
          <a:bodyPr/>
          <a:lstStyle/>
          <a:p>
            <a:pPr>
              <a:defRPr/>
            </a:pPr>
            <a:fld id="{352CD03B-0ED2-40B1-AE21-7930EA0DE962}" type="slidenum">
              <a:rPr lang="en-US" smtClean="0"/>
              <a:pPr>
                <a:defRPr/>
              </a:pPr>
              <a:t>21</a:t>
            </a:fld>
            <a:endParaRPr lang="en-US"/>
          </a:p>
        </p:txBody>
      </p:sp>
    </p:spTree>
    <p:extLst>
      <p:ext uri="{BB962C8B-B14F-4D97-AF65-F5344CB8AC3E}">
        <p14:creationId xmlns:p14="http://schemas.microsoft.com/office/powerpoint/2010/main" val="2456677250"/>
      </p:ext>
    </p:extLst>
  </p:cSld>
  <p:clrMapOvr>
    <a:masterClrMapping/>
  </p:clrMapOvr>
  <p:transition>
    <p:checker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457200"/>
            <a:ext cx="8534400" cy="6096000"/>
          </a:xfrm>
        </p:spPr>
        <p:txBody>
          <a:bodyPr/>
          <a:lstStyle/>
          <a:p>
            <a:pPr marL="0" indent="0">
              <a:buNone/>
            </a:pPr>
            <a:r>
              <a:rPr lang="ne-NP" b="1" dirty="0"/>
              <a:t> </a:t>
            </a:r>
            <a:r>
              <a:rPr lang="ne-NP" b="1" dirty="0">
                <a:cs typeface="Kalimati" panose="00000400000000000000" pitchFamily="2"/>
              </a:rPr>
              <a:t>वादीको साक्षी</a:t>
            </a:r>
            <a:r>
              <a:rPr lang="en-GB" b="1" dirty="0" smtClean="0">
                <a:cs typeface="Kalimati" panose="00000400000000000000" pitchFamily="2"/>
              </a:rPr>
              <a:t>:</a:t>
            </a:r>
            <a:r>
              <a:rPr lang="ne-NP" b="1" dirty="0">
                <a:cs typeface="Kalimati" panose="00000400000000000000" pitchFamily="2"/>
              </a:rPr>
              <a:t>-</a:t>
            </a:r>
            <a:r>
              <a:rPr lang="en-GB" b="1" dirty="0" smtClean="0">
                <a:cs typeface="Kalimati" panose="00000400000000000000" pitchFamily="2"/>
              </a:rPr>
              <a:t> </a:t>
            </a:r>
            <a:r>
              <a:rPr lang="ne-NP" b="1" dirty="0" smtClean="0">
                <a:cs typeface="Kalimati" panose="00000400000000000000" pitchFamily="2"/>
              </a:rPr>
              <a:t>                       प्रतिवादीको </a:t>
            </a:r>
            <a:r>
              <a:rPr lang="ne-NP" b="1" dirty="0">
                <a:cs typeface="Kalimati" panose="00000400000000000000" pitchFamily="2"/>
              </a:rPr>
              <a:t>साक्षी</a:t>
            </a:r>
            <a:r>
              <a:rPr lang="en-GB" b="1" dirty="0" smtClean="0">
                <a:cs typeface="Kalimati" panose="00000400000000000000" pitchFamily="2"/>
              </a:rPr>
              <a:t>:</a:t>
            </a:r>
            <a:r>
              <a:rPr lang="ne-NP" b="1" dirty="0">
                <a:cs typeface="Kalimati" panose="00000400000000000000" pitchFamily="2"/>
              </a:rPr>
              <a:t>-</a:t>
            </a:r>
            <a:r>
              <a:rPr lang="ne-NP" b="1" dirty="0" smtClean="0">
                <a:cs typeface="Kalimati" panose="00000400000000000000" pitchFamily="2"/>
              </a:rPr>
              <a:t>                   	  प्रमाण</a:t>
            </a:r>
            <a:r>
              <a:rPr lang="en-GB" b="1" dirty="0" smtClean="0">
                <a:cs typeface="Kalimati" panose="00000400000000000000" pitchFamily="2"/>
              </a:rPr>
              <a:t>:</a:t>
            </a:r>
            <a:r>
              <a:rPr lang="ne-NP" b="1" dirty="0">
                <a:cs typeface="Kalimati" panose="00000400000000000000" pitchFamily="2"/>
              </a:rPr>
              <a:t>-</a:t>
            </a:r>
            <a:r>
              <a:rPr lang="ne-NP" b="1" dirty="0" smtClean="0">
                <a:cs typeface="Kalimati" panose="00000400000000000000" pitchFamily="2"/>
              </a:rPr>
              <a:t>                                प्रमाण</a:t>
            </a:r>
            <a:r>
              <a:rPr lang="en-GB" b="1" dirty="0">
                <a:cs typeface="Kalimati" panose="00000400000000000000" pitchFamily="2"/>
              </a:rPr>
              <a:t>: </a:t>
            </a:r>
            <a:r>
              <a:rPr lang="ne-NP" b="1" dirty="0">
                <a:cs typeface="Kalimati" panose="00000400000000000000" pitchFamily="2"/>
              </a:rPr>
              <a:t>-</a:t>
            </a:r>
            <a:endParaRPr lang="ne-NP" b="1" dirty="0" smtClean="0">
              <a:cs typeface="Kalimati" panose="00000400000000000000" pitchFamily="2"/>
            </a:endParaRPr>
          </a:p>
          <a:p>
            <a:pPr marL="0" indent="0">
              <a:buNone/>
            </a:pPr>
            <a:endParaRPr lang="ne-NP" b="1" dirty="0">
              <a:cs typeface="Kalimati" panose="00000400000000000000" pitchFamily="2"/>
            </a:endParaRPr>
          </a:p>
          <a:p>
            <a:pPr marL="0" indent="0" algn="ctr">
              <a:buNone/>
            </a:pPr>
            <a:r>
              <a:rPr lang="ne-NP" b="1" u="sng" dirty="0">
                <a:cs typeface="Kalimati" panose="00000400000000000000" pitchFamily="2"/>
              </a:rPr>
              <a:t>अदालतबाट बुझेकोः</a:t>
            </a:r>
            <a:endParaRPr lang="en-US" dirty="0">
              <a:cs typeface="Kalimati" panose="00000400000000000000" pitchFamily="2"/>
            </a:endParaRPr>
          </a:p>
          <a:p>
            <a:pPr marL="0" indent="0">
              <a:buNone/>
            </a:pPr>
            <a:r>
              <a:rPr lang="ne-NP" b="1" dirty="0">
                <a:cs typeface="Kalimati" panose="00000400000000000000" pitchFamily="2"/>
              </a:rPr>
              <a:t>				</a:t>
            </a:r>
            <a:r>
              <a:rPr lang="ne-NP" b="1" dirty="0" smtClean="0">
                <a:cs typeface="Kalimati" panose="00000400000000000000" pitchFamily="2"/>
              </a:rPr>
              <a:t>साक्षीः- </a:t>
            </a:r>
            <a:endParaRPr lang="en-US" dirty="0">
              <a:cs typeface="Kalimati" panose="00000400000000000000" pitchFamily="2"/>
            </a:endParaRPr>
          </a:p>
          <a:p>
            <a:pPr marL="0" indent="0">
              <a:buNone/>
            </a:pPr>
            <a:r>
              <a:rPr lang="ne-NP" b="1" dirty="0">
                <a:cs typeface="Kalimati" panose="00000400000000000000" pitchFamily="2"/>
              </a:rPr>
              <a:t>				प्रमाण</a:t>
            </a:r>
            <a:r>
              <a:rPr lang="en-GB" b="1" dirty="0" smtClean="0">
                <a:cs typeface="Kalimati" panose="00000400000000000000" pitchFamily="2"/>
              </a:rPr>
              <a:t>:</a:t>
            </a:r>
            <a:r>
              <a:rPr lang="ne-NP" b="1" dirty="0">
                <a:cs typeface="Kalimati" panose="00000400000000000000" pitchFamily="2"/>
              </a:rPr>
              <a:t>-</a:t>
            </a:r>
            <a:r>
              <a:rPr lang="en-GB" dirty="0" smtClean="0">
                <a:cs typeface="Kalimati" panose="00000400000000000000" pitchFamily="2"/>
              </a:rPr>
              <a:t> </a:t>
            </a:r>
            <a:endParaRPr lang="ne-NP" dirty="0" smtClean="0">
              <a:cs typeface="Kalimati" panose="00000400000000000000" pitchFamily="2"/>
            </a:endParaRPr>
          </a:p>
          <a:p>
            <a:pPr marL="0" indent="0" algn="just">
              <a:buNone/>
            </a:pPr>
            <a:r>
              <a:rPr lang="ne-NP" dirty="0">
                <a:cs typeface="Kalimati" panose="00000400000000000000" pitchFamily="2"/>
              </a:rPr>
              <a:t>न्याय प्रशासन ऐन</a:t>
            </a:r>
            <a:r>
              <a:rPr lang="en-GB" dirty="0">
                <a:cs typeface="Kalimati" panose="00000400000000000000" pitchFamily="2"/>
              </a:rPr>
              <a:t>,</a:t>
            </a:r>
            <a:r>
              <a:rPr lang="ne-NP" dirty="0">
                <a:cs typeface="Kalimati" panose="00000400000000000000" pitchFamily="2"/>
              </a:rPr>
              <a:t> </a:t>
            </a:r>
            <a:r>
              <a:rPr lang="ne-NP" dirty="0" smtClean="0">
                <a:cs typeface="Kalimati" panose="00000400000000000000" pitchFamily="2"/>
              </a:rPr>
              <a:t>२०७३ </a:t>
            </a:r>
            <a:r>
              <a:rPr lang="ne-NP" dirty="0">
                <a:cs typeface="Kalimati" panose="00000400000000000000" pitchFamily="2"/>
              </a:rPr>
              <a:t>को दफा ७(१) तथा मुलुकी देवानी कार्यविधि संहिता, </a:t>
            </a:r>
            <a:r>
              <a:rPr lang="ne-NP" dirty="0" smtClean="0">
                <a:cs typeface="Kalimati" panose="00000400000000000000" pitchFamily="2"/>
              </a:rPr>
              <a:t>२०७४ </a:t>
            </a:r>
            <a:r>
              <a:rPr lang="ne-NP" dirty="0">
                <a:cs typeface="Kalimati" panose="00000400000000000000" pitchFamily="2"/>
              </a:rPr>
              <a:t>को दफा </a:t>
            </a:r>
            <a:r>
              <a:rPr lang="ne-NP" dirty="0" smtClean="0">
                <a:cs typeface="Kalimati" panose="00000400000000000000" pitchFamily="2"/>
              </a:rPr>
              <a:t>१९ </a:t>
            </a:r>
            <a:r>
              <a:rPr lang="ne-NP" dirty="0">
                <a:cs typeface="Kalimati" panose="00000400000000000000" pitchFamily="2"/>
              </a:rPr>
              <a:t>बमोजिम  यस अदालतमा दायर हुन आएको प्रस्तुत मुद्दाको तथ्य एवं ठहर यसप्रकार छ। </a:t>
            </a:r>
            <a:endParaRPr lang="en-US" dirty="0">
              <a:cs typeface="Kalimati" panose="00000400000000000000" pitchFamily="2"/>
            </a:endParaRPr>
          </a:p>
          <a:p>
            <a:pPr marL="0" indent="0" algn="ctr">
              <a:buNone/>
            </a:pPr>
            <a:r>
              <a:rPr lang="ne-NP" b="1" u="sng" dirty="0" smtClean="0">
                <a:cs typeface="Kalimati" panose="00000400000000000000" pitchFamily="2"/>
              </a:rPr>
              <a:t>तथ्य खण्ड</a:t>
            </a:r>
          </a:p>
          <a:p>
            <a:pPr marL="0" indent="0" algn="ctr">
              <a:buNone/>
            </a:pPr>
            <a:endParaRPr lang="en-US" b="1" u="sng" dirty="0">
              <a:cs typeface="Kalimati" panose="00000400000000000000" pitchFamily="2"/>
            </a:endParaRPr>
          </a:p>
        </p:txBody>
      </p:sp>
      <p:sp>
        <p:nvSpPr>
          <p:cNvPr id="4" name="Slide Number Placeholder 3"/>
          <p:cNvSpPr>
            <a:spLocks noGrp="1"/>
          </p:cNvSpPr>
          <p:nvPr>
            <p:ph type="sldNum" sz="quarter" idx="12"/>
          </p:nvPr>
        </p:nvSpPr>
        <p:spPr/>
        <p:txBody>
          <a:bodyPr/>
          <a:lstStyle/>
          <a:p>
            <a:pPr>
              <a:defRPr/>
            </a:pPr>
            <a:fld id="{352CD03B-0ED2-40B1-AE21-7930EA0DE962}" type="slidenum">
              <a:rPr lang="en-US" smtClean="0"/>
              <a:pPr>
                <a:defRPr/>
              </a:pPr>
              <a:t>22</a:t>
            </a:fld>
            <a:endParaRPr lang="en-US"/>
          </a:p>
        </p:txBody>
      </p:sp>
    </p:spTree>
    <p:extLst>
      <p:ext uri="{BB962C8B-B14F-4D97-AF65-F5344CB8AC3E}">
        <p14:creationId xmlns:p14="http://schemas.microsoft.com/office/powerpoint/2010/main" val="3782342434"/>
      </p:ext>
    </p:extLst>
  </p:cSld>
  <p:clrMapOvr>
    <a:masterClrMapping/>
  </p:clrMapOvr>
  <p:transition>
    <p:checker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914400" y="609600"/>
            <a:ext cx="7772400" cy="1143000"/>
          </a:xfrm>
        </p:spPr>
        <p:txBody>
          <a:bodyPr/>
          <a:lstStyle/>
          <a:p>
            <a:pPr eaLnBrk="1" hangingPunct="1"/>
            <a:r>
              <a:rPr lang="ne-NP" altLang="en-US" smtClean="0">
                <a:ea typeface="Kalimati" panose="00000400000000000000" pitchFamily="2"/>
                <a:cs typeface="Kalimati" panose="00000400000000000000" pitchFamily="2"/>
              </a:rPr>
              <a:t>ठहर खण्डको मस्यौदा</a:t>
            </a:r>
            <a:endParaRPr lang="en-US" altLang="en-US" smtClean="0">
              <a:ea typeface="Kalimati" panose="00000400000000000000" pitchFamily="2"/>
              <a:cs typeface="Kalimati" panose="00000400000000000000" pitchFamily="2"/>
            </a:endParaRPr>
          </a:p>
        </p:txBody>
      </p:sp>
      <p:sp>
        <p:nvSpPr>
          <p:cNvPr id="20483"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D7D6B060-8B58-410F-A647-C6C2790A1311}" type="slidenum">
              <a:rPr lang="en-US" sz="1400" smtClean="0">
                <a:solidFill>
                  <a:srgbClr val="FFFFFF"/>
                </a:solidFill>
                <a:latin typeface="Franklin Gothic Book" panose="020B0503020102020204" pitchFamily="34" charset="0"/>
              </a:rPr>
              <a:pPr>
                <a:spcBef>
                  <a:spcPct val="0"/>
                </a:spcBef>
                <a:buClrTx/>
                <a:buSzTx/>
                <a:buFontTx/>
                <a:buNone/>
              </a:pPr>
              <a:t>23</a:t>
            </a:fld>
            <a:endParaRPr lang="en-US" sz="1400" smtClean="0">
              <a:solidFill>
                <a:srgbClr val="FFFFFF"/>
              </a:solidFill>
              <a:latin typeface="Franklin Gothic Book" panose="020B0503020102020204" pitchFamily="34" charset="0"/>
            </a:endParaRPr>
          </a:p>
        </p:txBody>
      </p:sp>
      <p:sp>
        <p:nvSpPr>
          <p:cNvPr id="3" name="Content Placeholder 2"/>
          <p:cNvSpPr>
            <a:spLocks noGrp="1"/>
          </p:cNvSpPr>
          <p:nvPr>
            <p:ph sz="quarter" idx="1"/>
          </p:nvPr>
        </p:nvSpPr>
        <p:spPr>
          <a:xfrm>
            <a:off x="914400" y="1600200"/>
            <a:ext cx="7772400" cy="4953000"/>
          </a:xfrm>
        </p:spPr>
        <p:txBody>
          <a:bodyPr>
            <a:normAutofit/>
          </a:bodyPr>
          <a:lstStyle/>
          <a:p>
            <a:pPr marL="274320" indent="-274320" eaLnBrk="1" fontAlgn="auto" hangingPunct="1">
              <a:spcBef>
                <a:spcPts val="580"/>
              </a:spcBef>
              <a:spcAft>
                <a:spcPts val="0"/>
              </a:spcAft>
              <a:buClr>
                <a:schemeClr val="accent3"/>
              </a:buClr>
              <a:buFont typeface="Wingdings 2"/>
              <a:buChar char=""/>
              <a:defRPr/>
            </a:pPr>
            <a:endParaRPr lang="ne-NP" sz="3200" dirty="0" smtClean="0">
              <a:cs typeface="Kalimati" pitchFamily="2"/>
            </a:endParaRPr>
          </a:p>
          <a:p>
            <a:pPr marL="274320" indent="-274320" eaLnBrk="1" fontAlgn="auto" hangingPunct="1">
              <a:spcBef>
                <a:spcPts val="580"/>
              </a:spcBef>
              <a:spcAft>
                <a:spcPts val="0"/>
              </a:spcAft>
              <a:buClr>
                <a:schemeClr val="accent3"/>
              </a:buClr>
              <a:buFont typeface="Wingdings 2"/>
              <a:buChar char=""/>
              <a:defRPr/>
            </a:pPr>
            <a:r>
              <a:rPr lang="ne-NP" sz="3200" b="1" dirty="0" smtClean="0">
                <a:cs typeface="Kalimati" pitchFamily="2"/>
              </a:rPr>
              <a:t>मिसिलका समग्र पक्षहरुको अध्ययन र बोधगमम्यता।</a:t>
            </a:r>
          </a:p>
          <a:p>
            <a:pPr marL="274320" indent="-274320" eaLnBrk="1" fontAlgn="auto" hangingPunct="1">
              <a:spcBef>
                <a:spcPts val="580"/>
              </a:spcBef>
              <a:spcAft>
                <a:spcPts val="0"/>
              </a:spcAft>
              <a:buClr>
                <a:schemeClr val="accent3"/>
              </a:buClr>
              <a:buFont typeface="Wingdings 2"/>
              <a:buChar char=""/>
              <a:defRPr/>
            </a:pPr>
            <a:r>
              <a:rPr lang="ne-NP" sz="3200" b="1" dirty="0" smtClean="0">
                <a:cs typeface="Kalimati" pitchFamily="2"/>
              </a:rPr>
              <a:t>बिवादरहित र बिवादित विषयहरुको आँकलन</a:t>
            </a:r>
            <a:r>
              <a:rPr lang="en-AU" sz="3200" b="1" dirty="0" smtClean="0">
                <a:cs typeface="Kalimati" pitchFamily="2"/>
              </a:rPr>
              <a:t>/</a:t>
            </a:r>
            <a:r>
              <a:rPr lang="ne-NP" sz="3200" b="1" dirty="0" smtClean="0">
                <a:cs typeface="Kalimati" pitchFamily="2"/>
              </a:rPr>
              <a:t>प्रक्षेपण।</a:t>
            </a:r>
          </a:p>
          <a:p>
            <a:pPr>
              <a:lnSpc>
                <a:spcPct val="150000"/>
              </a:lnSpc>
            </a:pPr>
            <a:r>
              <a:rPr lang="ne-NP" sz="3200" b="1" dirty="0">
                <a:ea typeface="Kalimati" panose="00000400000000000000" pitchFamily="2"/>
                <a:cs typeface="Kalimati" panose="00000400000000000000" pitchFamily="2"/>
              </a:rPr>
              <a:t>बहस खण्ड</a:t>
            </a:r>
            <a:endParaRPr lang="en-US" sz="3200" b="1" dirty="0">
              <a:ea typeface="Kalimati" panose="00000400000000000000" pitchFamily="2"/>
              <a:cs typeface="Kalimati" panose="00000400000000000000" pitchFamily="2"/>
            </a:endParaRPr>
          </a:p>
          <a:p>
            <a:pPr>
              <a:lnSpc>
                <a:spcPct val="150000"/>
              </a:lnSpc>
            </a:pPr>
            <a:r>
              <a:rPr lang="hi-IN" sz="3200" b="1" dirty="0">
                <a:ea typeface="Kalimati" panose="00000400000000000000" pitchFamily="2"/>
                <a:cs typeface="Kalimati" panose="00000400000000000000" pitchFamily="2"/>
              </a:rPr>
              <a:t>निर्णायक प्रश्‍नहरुको निर्माण</a:t>
            </a:r>
            <a:endParaRPr lang="en-US" sz="3200" b="1" dirty="0">
              <a:ea typeface="Kalimati" panose="00000400000000000000" pitchFamily="2"/>
              <a:cs typeface="Kalimati" panose="00000400000000000000" pitchFamily="2"/>
            </a:endParaRPr>
          </a:p>
          <a:p>
            <a:pPr marL="274320" indent="-274320" eaLnBrk="1" fontAlgn="auto" hangingPunct="1">
              <a:spcBef>
                <a:spcPts val="580"/>
              </a:spcBef>
              <a:spcAft>
                <a:spcPts val="0"/>
              </a:spcAft>
              <a:buClr>
                <a:schemeClr val="accent3"/>
              </a:buClr>
              <a:buFont typeface="Wingdings 2"/>
              <a:buChar char=""/>
              <a:defRPr/>
            </a:pPr>
            <a:endParaRPr lang="ne-NP" sz="3200" dirty="0" smtClean="0">
              <a:cs typeface="Kalimati" pitchFamily="2"/>
            </a:endParaRPr>
          </a:p>
          <a:p>
            <a:pPr marL="0" indent="0" eaLnBrk="1" fontAlgn="auto" hangingPunct="1">
              <a:spcBef>
                <a:spcPts val="580"/>
              </a:spcBef>
              <a:spcAft>
                <a:spcPts val="0"/>
              </a:spcAft>
              <a:buClr>
                <a:schemeClr val="accent3"/>
              </a:buClr>
              <a:buFont typeface="Wingdings 2" panose="05020102010507070707" pitchFamily="18" charset="2"/>
              <a:buNone/>
              <a:defRPr/>
            </a:pPr>
            <a:endParaRPr lang="ne-NP" sz="3200" dirty="0" smtClean="0">
              <a:cs typeface="Kalimati" pitchFamily="2"/>
            </a:endParaRPr>
          </a:p>
        </p:txBody>
      </p:sp>
    </p:spTree>
  </p:cSld>
  <p:clrMapOvr>
    <a:masterClrMapping/>
  </p:clrMapOvr>
  <p:transition>
    <p:checker dir="ver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ne-NP" smtClean="0"/>
              <a:t>ठहर खण्डको मस्यौदा</a:t>
            </a:r>
            <a:endParaRPr lang="en-US" smtClean="0"/>
          </a:p>
        </p:txBody>
      </p:sp>
      <p:sp>
        <p:nvSpPr>
          <p:cNvPr id="23555" name="Content Placeholder 2"/>
          <p:cNvSpPr>
            <a:spLocks noGrp="1"/>
          </p:cNvSpPr>
          <p:nvPr>
            <p:ph sz="quarter" idx="1"/>
          </p:nvPr>
        </p:nvSpPr>
        <p:spPr>
          <a:xfrm>
            <a:off x="914400" y="1447800"/>
            <a:ext cx="7772400" cy="5219700"/>
          </a:xfrm>
        </p:spPr>
        <p:txBody>
          <a:bodyPr/>
          <a:lstStyle/>
          <a:p>
            <a:pPr>
              <a:lnSpc>
                <a:spcPct val="150000"/>
              </a:lnSpc>
            </a:pPr>
            <a:r>
              <a:rPr lang="hi-IN" sz="3200" b="1" dirty="0" smtClean="0">
                <a:ea typeface="Kalimati" panose="00000400000000000000" pitchFamily="2"/>
                <a:cs typeface="Kalimati" panose="00000400000000000000" pitchFamily="2"/>
              </a:rPr>
              <a:t>मुद्दामा हालसम्म विकसित भएको अबस्थाको संक्षिप्‍त ब्यहोराको उल्लेखन।</a:t>
            </a:r>
            <a:endParaRPr lang="en-US" sz="3200" b="1" dirty="0" smtClean="0">
              <a:ea typeface="Kalimati" panose="00000400000000000000" pitchFamily="2"/>
              <a:cs typeface="Kalimati" panose="00000400000000000000" pitchFamily="2"/>
            </a:endParaRPr>
          </a:p>
          <a:p>
            <a:pPr>
              <a:lnSpc>
                <a:spcPct val="150000"/>
              </a:lnSpc>
            </a:pPr>
            <a:r>
              <a:rPr lang="hi-IN" sz="3200" b="1" dirty="0" smtClean="0">
                <a:ea typeface="Kalimati" panose="00000400000000000000" pitchFamily="2"/>
                <a:cs typeface="Kalimati" panose="00000400000000000000" pitchFamily="2"/>
              </a:rPr>
              <a:t>निर्णायक प्रश्‍नहरुमा प्रवेश र बिबेचना</a:t>
            </a:r>
            <a:endParaRPr lang="en-US" sz="3200" b="1" dirty="0" smtClean="0">
              <a:ea typeface="Kalimati" panose="00000400000000000000" pitchFamily="2"/>
              <a:cs typeface="Kalimati" panose="00000400000000000000" pitchFamily="2"/>
            </a:endParaRPr>
          </a:p>
          <a:p>
            <a:pPr>
              <a:lnSpc>
                <a:spcPct val="150000"/>
              </a:lnSpc>
            </a:pPr>
            <a:r>
              <a:rPr lang="ne-NP" sz="3200" b="1" dirty="0" smtClean="0">
                <a:ea typeface="Kalimati" panose="00000400000000000000" pitchFamily="2"/>
                <a:cs typeface="Kalimati" panose="00000400000000000000" pitchFamily="2"/>
              </a:rPr>
              <a:t>तथ्य र प्रमाणबाट स्थापित हुन आएको अबस्थाको चित्रण</a:t>
            </a:r>
            <a:r>
              <a:rPr lang="ne-NP" sz="3200" b="1" dirty="0" smtClean="0"/>
              <a:t>।</a:t>
            </a:r>
            <a:endParaRPr lang="en-US" sz="3200" b="1" dirty="0" smtClean="0"/>
          </a:p>
          <a:p>
            <a:endParaRPr lang="en-US" dirty="0" smtClean="0"/>
          </a:p>
        </p:txBody>
      </p:sp>
      <p:sp>
        <p:nvSpPr>
          <p:cNvPr id="23556"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omic Sans MS" panose="030F0702030302020204" pitchFamily="66" charset="0"/>
                <a:cs typeface="Arial" panose="020B0604020202020204" pitchFamily="34" charset="0"/>
              </a:defRPr>
            </a:lvl1pPr>
            <a:lvl2pPr marL="742950" indent="-285750">
              <a:defRPr>
                <a:solidFill>
                  <a:schemeClr val="tx1"/>
                </a:solidFill>
                <a:latin typeface="Comic Sans MS" panose="030F0702030302020204" pitchFamily="66" charset="0"/>
                <a:cs typeface="Arial" panose="020B0604020202020204" pitchFamily="34" charset="0"/>
              </a:defRPr>
            </a:lvl2pPr>
            <a:lvl3pPr marL="1143000" indent="-228600">
              <a:defRPr>
                <a:solidFill>
                  <a:schemeClr val="tx1"/>
                </a:solidFill>
                <a:latin typeface="Comic Sans MS" panose="030F0702030302020204" pitchFamily="66" charset="0"/>
                <a:cs typeface="Arial" panose="020B0604020202020204" pitchFamily="34" charset="0"/>
              </a:defRPr>
            </a:lvl3pPr>
            <a:lvl4pPr marL="1600200" indent="-228600">
              <a:defRPr>
                <a:solidFill>
                  <a:schemeClr val="tx1"/>
                </a:solidFill>
                <a:latin typeface="Comic Sans MS" panose="030F0702030302020204" pitchFamily="66" charset="0"/>
                <a:cs typeface="Arial" panose="020B0604020202020204" pitchFamily="34" charset="0"/>
              </a:defRPr>
            </a:lvl4pPr>
            <a:lvl5pPr marL="2057400" indent="-228600">
              <a:defRPr>
                <a:solidFill>
                  <a:schemeClr val="tx1"/>
                </a:solidFill>
                <a:latin typeface="Comic Sans MS" panose="030F0702030302020204" pitchFamily="66"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9pPr>
          </a:lstStyle>
          <a:p>
            <a:fld id="{C3E587E4-1659-4951-99A3-0E42E8C921EC}" type="slidenum">
              <a:rPr lang="en-US" smtClean="0">
                <a:solidFill>
                  <a:srgbClr val="FFFFFF"/>
                </a:solidFill>
                <a:latin typeface="Franklin Gothic Book" panose="020B0503020102020204" pitchFamily="34" charset="0"/>
              </a:rPr>
              <a:pPr/>
              <a:t>24</a:t>
            </a:fld>
            <a:endParaRPr lang="en-US" smtClean="0">
              <a:solidFill>
                <a:srgbClr val="FFFFFF"/>
              </a:solidFill>
              <a:latin typeface="Franklin Gothic Book" panose="020B0503020102020204" pitchFamily="34" charset="0"/>
            </a:endParaRPr>
          </a:p>
        </p:txBody>
      </p:sp>
    </p:spTree>
  </p:cSld>
  <p:clrMapOvr>
    <a:masterClrMapping/>
  </p:clrMapOvr>
  <p:transition>
    <p:checker dir="ver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a:spLocks noGrp="1"/>
          </p:cNvSpPr>
          <p:nvPr>
            <p:ph sz="quarter" idx="1"/>
          </p:nvPr>
        </p:nvSpPr>
        <p:spPr>
          <a:xfrm>
            <a:off x="914400" y="533400"/>
            <a:ext cx="7772400" cy="6134100"/>
          </a:xfrm>
        </p:spPr>
        <p:txBody>
          <a:bodyPr/>
          <a:lstStyle/>
          <a:p>
            <a:pPr>
              <a:lnSpc>
                <a:spcPct val="150000"/>
              </a:lnSpc>
            </a:pPr>
            <a:endParaRPr lang="ne-NP" sz="3200" b="1" smtClean="0">
              <a:ea typeface="Kalimati" panose="00000400000000000000" pitchFamily="2"/>
              <a:cs typeface="Kalimati" panose="00000400000000000000" pitchFamily="2"/>
            </a:endParaRPr>
          </a:p>
          <a:p>
            <a:pPr>
              <a:lnSpc>
                <a:spcPct val="150000"/>
              </a:lnSpc>
            </a:pPr>
            <a:r>
              <a:rPr lang="ne-NP" sz="3200" b="1" smtClean="0">
                <a:ea typeface="Kalimati" panose="00000400000000000000" pitchFamily="2"/>
                <a:cs typeface="Kalimati" panose="00000400000000000000" pitchFamily="2"/>
              </a:rPr>
              <a:t>कानूनी प्राबधान र सोको ब्याख्याबाट तथ्य प्रमाण समर्थित हुने नहुने कुरा।</a:t>
            </a:r>
            <a:endParaRPr lang="en-US" sz="3200" b="1" smtClean="0">
              <a:ea typeface="Kalimati" panose="00000400000000000000" pitchFamily="2"/>
              <a:cs typeface="Kalimati" panose="00000400000000000000" pitchFamily="2"/>
            </a:endParaRPr>
          </a:p>
          <a:p>
            <a:pPr>
              <a:lnSpc>
                <a:spcPct val="150000"/>
              </a:lnSpc>
            </a:pPr>
            <a:r>
              <a:rPr lang="ne-NP" sz="3200" b="1" smtClean="0">
                <a:ea typeface="Kalimati" panose="00000400000000000000" pitchFamily="2"/>
                <a:cs typeface="Kalimati" panose="00000400000000000000" pitchFamily="2"/>
              </a:rPr>
              <a:t>प्रतिपादित सिद्धान्त आकर्षित हुने नहुने कुराको विवेचना।</a:t>
            </a:r>
            <a:endParaRPr lang="en-US" sz="3200" b="1" smtClean="0">
              <a:ea typeface="Kalimati" panose="00000400000000000000" pitchFamily="2"/>
              <a:cs typeface="Kalimati" panose="00000400000000000000" pitchFamily="2"/>
            </a:endParaRPr>
          </a:p>
          <a:p>
            <a:pPr>
              <a:lnSpc>
                <a:spcPct val="150000"/>
              </a:lnSpc>
            </a:pPr>
            <a:r>
              <a:rPr lang="ne-NP" sz="3200" b="1" smtClean="0">
                <a:ea typeface="Kalimati" panose="00000400000000000000" pitchFamily="2"/>
                <a:cs typeface="Kalimati" panose="00000400000000000000" pitchFamily="2"/>
              </a:rPr>
              <a:t>उपरोक्त तथ्य</a:t>
            </a:r>
            <a:r>
              <a:rPr lang="en-US" sz="3200" b="1" smtClean="0">
                <a:ea typeface="Kalimati" panose="00000400000000000000" pitchFamily="2"/>
                <a:cs typeface="Kalimati" panose="00000400000000000000" pitchFamily="2"/>
              </a:rPr>
              <a:t>,</a:t>
            </a:r>
            <a:r>
              <a:rPr lang="ne-NP" sz="3200" b="1" smtClean="0">
                <a:ea typeface="Kalimati" panose="00000400000000000000" pitchFamily="2"/>
                <a:cs typeface="Kalimati" panose="00000400000000000000" pitchFamily="2"/>
              </a:rPr>
              <a:t> प्रमाण</a:t>
            </a:r>
            <a:r>
              <a:rPr lang="en-US" sz="3200" b="1" smtClean="0">
                <a:ea typeface="Kalimati" panose="00000400000000000000" pitchFamily="2"/>
                <a:cs typeface="Kalimati" panose="00000400000000000000" pitchFamily="2"/>
              </a:rPr>
              <a:t>,</a:t>
            </a:r>
            <a:r>
              <a:rPr lang="ne-NP" sz="3200" b="1" smtClean="0">
                <a:ea typeface="Kalimati" panose="00000400000000000000" pitchFamily="2"/>
                <a:cs typeface="Kalimati" panose="00000400000000000000" pitchFamily="2"/>
              </a:rPr>
              <a:t> कानून र सिद्धान्तको विवेचनाबाट निस्कने निश्कर्ष।</a:t>
            </a:r>
            <a:endParaRPr lang="en-US" sz="3200" b="1" smtClean="0">
              <a:ea typeface="Kalimati" panose="00000400000000000000" pitchFamily="2"/>
              <a:cs typeface="Kalimati" panose="00000400000000000000" pitchFamily="2"/>
            </a:endParaRPr>
          </a:p>
          <a:p>
            <a:pPr>
              <a:lnSpc>
                <a:spcPct val="150000"/>
              </a:lnSpc>
            </a:pPr>
            <a:endParaRPr lang="en-US" sz="3200" smtClean="0"/>
          </a:p>
        </p:txBody>
      </p:sp>
      <p:sp>
        <p:nvSpPr>
          <p:cNvPr id="24579"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omic Sans MS" panose="030F0702030302020204" pitchFamily="66" charset="0"/>
                <a:cs typeface="Arial" panose="020B0604020202020204" pitchFamily="34" charset="0"/>
              </a:defRPr>
            </a:lvl1pPr>
            <a:lvl2pPr marL="742950" indent="-285750">
              <a:defRPr>
                <a:solidFill>
                  <a:schemeClr val="tx1"/>
                </a:solidFill>
                <a:latin typeface="Comic Sans MS" panose="030F0702030302020204" pitchFamily="66" charset="0"/>
                <a:cs typeface="Arial" panose="020B0604020202020204" pitchFamily="34" charset="0"/>
              </a:defRPr>
            </a:lvl2pPr>
            <a:lvl3pPr marL="1143000" indent="-228600">
              <a:defRPr>
                <a:solidFill>
                  <a:schemeClr val="tx1"/>
                </a:solidFill>
                <a:latin typeface="Comic Sans MS" panose="030F0702030302020204" pitchFamily="66" charset="0"/>
                <a:cs typeface="Arial" panose="020B0604020202020204" pitchFamily="34" charset="0"/>
              </a:defRPr>
            </a:lvl3pPr>
            <a:lvl4pPr marL="1600200" indent="-228600">
              <a:defRPr>
                <a:solidFill>
                  <a:schemeClr val="tx1"/>
                </a:solidFill>
                <a:latin typeface="Comic Sans MS" panose="030F0702030302020204" pitchFamily="66" charset="0"/>
                <a:cs typeface="Arial" panose="020B0604020202020204" pitchFamily="34" charset="0"/>
              </a:defRPr>
            </a:lvl4pPr>
            <a:lvl5pPr marL="2057400" indent="-228600">
              <a:defRPr>
                <a:solidFill>
                  <a:schemeClr val="tx1"/>
                </a:solidFill>
                <a:latin typeface="Comic Sans MS" panose="030F0702030302020204" pitchFamily="66"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9pPr>
          </a:lstStyle>
          <a:p>
            <a:fld id="{8F8FFF40-5097-4D81-95EE-0516F87E8797}" type="slidenum">
              <a:rPr lang="en-US" smtClean="0">
                <a:solidFill>
                  <a:srgbClr val="FFFFFF"/>
                </a:solidFill>
                <a:latin typeface="Franklin Gothic Book" panose="020B0503020102020204" pitchFamily="34" charset="0"/>
              </a:rPr>
              <a:pPr/>
              <a:t>25</a:t>
            </a:fld>
            <a:endParaRPr lang="en-US" smtClean="0">
              <a:solidFill>
                <a:srgbClr val="FFFFFF"/>
              </a:solidFill>
              <a:latin typeface="Franklin Gothic Book" panose="020B0503020102020204" pitchFamily="34" charset="0"/>
            </a:endParaRPr>
          </a:p>
        </p:txBody>
      </p:sp>
    </p:spTree>
  </p:cSld>
  <p:clrMapOvr>
    <a:masterClrMapping/>
  </p:clrMapOvr>
  <p:transition>
    <p:checker dir="ver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ne-NP" smtClean="0"/>
              <a:t/>
            </a:r>
            <a:br>
              <a:rPr lang="ne-NP" smtClean="0"/>
            </a:br>
            <a:r>
              <a:rPr lang="ne-NP" smtClean="0"/>
              <a:t>		</a:t>
            </a:r>
            <a:r>
              <a:rPr lang="en-US" smtClean="0"/>
              <a:t/>
            </a:r>
            <a:br>
              <a:rPr lang="en-US" smtClean="0"/>
            </a:br>
            <a:r>
              <a:rPr lang="ne-NP" b="1" smtClean="0">
                <a:ea typeface="Kalimati" panose="00000400000000000000" pitchFamily="2"/>
                <a:cs typeface="Kalimati" panose="00000400000000000000" pitchFamily="2"/>
              </a:rPr>
              <a:t>देवानी मुद्दामा</a:t>
            </a:r>
            <a:endParaRPr lang="en-US" b="1" smtClean="0">
              <a:ea typeface="Kalimati" panose="00000400000000000000" pitchFamily="2"/>
              <a:cs typeface="Kalimati" panose="00000400000000000000" pitchFamily="2"/>
            </a:endParaRPr>
          </a:p>
        </p:txBody>
      </p:sp>
      <p:sp>
        <p:nvSpPr>
          <p:cNvPr id="25603" name="Content Placeholder 2"/>
          <p:cNvSpPr>
            <a:spLocks noGrp="1"/>
          </p:cNvSpPr>
          <p:nvPr>
            <p:ph sz="quarter" idx="1"/>
          </p:nvPr>
        </p:nvSpPr>
        <p:spPr/>
        <p:txBody>
          <a:bodyPr/>
          <a:lstStyle/>
          <a:p>
            <a:endParaRPr lang="ne-NP" sz="3200" b="1" smtClean="0">
              <a:ea typeface="Kalimati" panose="00000400000000000000" pitchFamily="2"/>
              <a:cs typeface="Kalimati" panose="00000400000000000000" pitchFamily="2"/>
            </a:endParaRPr>
          </a:p>
          <a:p>
            <a:r>
              <a:rPr lang="ne-NP" sz="3200" b="1" smtClean="0">
                <a:ea typeface="Kalimati" panose="00000400000000000000" pitchFamily="2"/>
                <a:cs typeface="Kalimati" panose="00000400000000000000" pitchFamily="2"/>
              </a:rPr>
              <a:t>मौखिक प्रमाणको महत्व गौण</a:t>
            </a:r>
            <a:endParaRPr lang="en-US" sz="3200" b="1" smtClean="0">
              <a:ea typeface="Kalimati" panose="00000400000000000000" pitchFamily="2"/>
              <a:cs typeface="Kalimati" panose="00000400000000000000" pitchFamily="2"/>
            </a:endParaRPr>
          </a:p>
          <a:p>
            <a:r>
              <a:rPr lang="ne-NP" sz="3200" b="1" smtClean="0">
                <a:ea typeface="Kalimati" panose="00000400000000000000" pitchFamily="2"/>
                <a:cs typeface="Kalimati" panose="00000400000000000000" pitchFamily="2"/>
              </a:rPr>
              <a:t>लिखत प्रमाण</a:t>
            </a:r>
            <a:endParaRPr lang="en-US" sz="3200" b="1" smtClean="0">
              <a:ea typeface="Kalimati" panose="00000400000000000000" pitchFamily="2"/>
              <a:cs typeface="Kalimati" panose="00000400000000000000" pitchFamily="2"/>
            </a:endParaRPr>
          </a:p>
          <a:p>
            <a:r>
              <a:rPr lang="ne-NP" sz="3200" b="1" smtClean="0">
                <a:ea typeface="Kalimati" panose="00000400000000000000" pitchFamily="2"/>
                <a:cs typeface="Kalimati" panose="00000400000000000000" pitchFamily="2"/>
              </a:rPr>
              <a:t>दर्ता श्रेस्ता</a:t>
            </a:r>
            <a:endParaRPr lang="en-US" sz="3200" b="1" smtClean="0">
              <a:ea typeface="Kalimati" panose="00000400000000000000" pitchFamily="2"/>
              <a:cs typeface="Kalimati" panose="00000400000000000000" pitchFamily="2"/>
            </a:endParaRPr>
          </a:p>
          <a:p>
            <a:r>
              <a:rPr lang="ne-NP" sz="3200" b="1" smtClean="0">
                <a:ea typeface="Kalimati" panose="00000400000000000000" pitchFamily="2"/>
                <a:cs typeface="Kalimati" panose="00000400000000000000" pitchFamily="2"/>
              </a:rPr>
              <a:t>प्रमाणपत्र</a:t>
            </a:r>
            <a:endParaRPr lang="en-US" sz="3200" b="1" smtClean="0">
              <a:ea typeface="Kalimati" panose="00000400000000000000" pitchFamily="2"/>
              <a:cs typeface="Kalimati" panose="00000400000000000000" pitchFamily="2"/>
            </a:endParaRPr>
          </a:p>
          <a:p>
            <a:r>
              <a:rPr lang="ne-NP" sz="3200" b="1" smtClean="0">
                <a:ea typeface="Kalimati" panose="00000400000000000000" pitchFamily="2"/>
                <a:cs typeface="Kalimati" panose="00000400000000000000" pitchFamily="2"/>
              </a:rPr>
              <a:t>अभिलेख</a:t>
            </a:r>
            <a:endParaRPr lang="en-US" sz="3200" b="1" smtClean="0">
              <a:ea typeface="Kalimati" panose="00000400000000000000" pitchFamily="2"/>
              <a:cs typeface="Kalimati" panose="00000400000000000000" pitchFamily="2"/>
            </a:endParaRPr>
          </a:p>
          <a:p>
            <a:r>
              <a:rPr lang="ne-NP" sz="3200" b="1" smtClean="0">
                <a:ea typeface="Kalimati" panose="00000400000000000000" pitchFamily="2"/>
                <a:cs typeface="Kalimati" panose="00000400000000000000" pitchFamily="2"/>
              </a:rPr>
              <a:t>तिरो तिरान</a:t>
            </a:r>
            <a:endParaRPr lang="en-US" sz="3200" b="1" smtClean="0">
              <a:ea typeface="Kalimati" panose="00000400000000000000" pitchFamily="2"/>
              <a:cs typeface="Kalimati" panose="00000400000000000000" pitchFamily="2"/>
            </a:endParaRPr>
          </a:p>
          <a:p>
            <a:r>
              <a:rPr lang="ne-NP" sz="3200" b="1" smtClean="0">
                <a:ea typeface="Kalimati" panose="00000400000000000000" pitchFamily="2"/>
                <a:cs typeface="Kalimati" panose="00000400000000000000" pitchFamily="2"/>
              </a:rPr>
              <a:t>नाप नक्सा आदि।</a:t>
            </a:r>
            <a:endParaRPr lang="en-US" sz="3200" b="1" smtClean="0">
              <a:ea typeface="Kalimati" panose="00000400000000000000" pitchFamily="2"/>
              <a:cs typeface="Kalimati" panose="00000400000000000000" pitchFamily="2"/>
            </a:endParaRPr>
          </a:p>
          <a:p>
            <a:endParaRPr lang="en-US" smtClean="0"/>
          </a:p>
        </p:txBody>
      </p:sp>
      <p:sp>
        <p:nvSpPr>
          <p:cNvPr id="25604"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omic Sans MS" panose="030F0702030302020204" pitchFamily="66" charset="0"/>
                <a:cs typeface="Arial" panose="020B0604020202020204" pitchFamily="34" charset="0"/>
              </a:defRPr>
            </a:lvl1pPr>
            <a:lvl2pPr marL="742950" indent="-285750">
              <a:defRPr>
                <a:solidFill>
                  <a:schemeClr val="tx1"/>
                </a:solidFill>
                <a:latin typeface="Comic Sans MS" panose="030F0702030302020204" pitchFamily="66" charset="0"/>
                <a:cs typeface="Arial" panose="020B0604020202020204" pitchFamily="34" charset="0"/>
              </a:defRPr>
            </a:lvl2pPr>
            <a:lvl3pPr marL="1143000" indent="-228600">
              <a:defRPr>
                <a:solidFill>
                  <a:schemeClr val="tx1"/>
                </a:solidFill>
                <a:latin typeface="Comic Sans MS" panose="030F0702030302020204" pitchFamily="66" charset="0"/>
                <a:cs typeface="Arial" panose="020B0604020202020204" pitchFamily="34" charset="0"/>
              </a:defRPr>
            </a:lvl3pPr>
            <a:lvl4pPr marL="1600200" indent="-228600">
              <a:defRPr>
                <a:solidFill>
                  <a:schemeClr val="tx1"/>
                </a:solidFill>
                <a:latin typeface="Comic Sans MS" panose="030F0702030302020204" pitchFamily="66" charset="0"/>
                <a:cs typeface="Arial" panose="020B0604020202020204" pitchFamily="34" charset="0"/>
              </a:defRPr>
            </a:lvl4pPr>
            <a:lvl5pPr marL="2057400" indent="-228600">
              <a:defRPr>
                <a:solidFill>
                  <a:schemeClr val="tx1"/>
                </a:solidFill>
                <a:latin typeface="Comic Sans MS" panose="030F0702030302020204" pitchFamily="66"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9pPr>
          </a:lstStyle>
          <a:p>
            <a:fld id="{23B5B0F6-0074-48C3-93BF-157113B644EE}" type="slidenum">
              <a:rPr lang="en-US" smtClean="0">
                <a:solidFill>
                  <a:srgbClr val="FFFFFF"/>
                </a:solidFill>
                <a:latin typeface="Franklin Gothic Book" panose="020B0503020102020204" pitchFamily="34" charset="0"/>
              </a:rPr>
              <a:pPr/>
              <a:t>26</a:t>
            </a:fld>
            <a:endParaRPr lang="en-US" smtClean="0">
              <a:solidFill>
                <a:srgbClr val="FFFFFF"/>
              </a:solidFill>
              <a:latin typeface="Franklin Gothic Book" panose="020B0503020102020204" pitchFamily="34" charset="0"/>
            </a:endParaRPr>
          </a:p>
        </p:txBody>
      </p:sp>
    </p:spTree>
  </p:cSld>
  <p:clrMapOvr>
    <a:masterClrMapping/>
  </p:clrMapOvr>
  <p:transition>
    <p:checker dir="ver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smtClean="0"/>
              <a:t/>
            </a:r>
            <a:br>
              <a:rPr lang="en-US" smtClean="0"/>
            </a:br>
            <a:r>
              <a:rPr lang="ne-NP" smtClean="0">
                <a:ea typeface="Kalimati" panose="00000400000000000000" pitchFamily="2"/>
                <a:cs typeface="Kalimati" panose="00000400000000000000" pitchFamily="2"/>
              </a:rPr>
              <a:t>जग्गा जमीन सम्बन्धी मुद्दाः</a:t>
            </a:r>
            <a:endParaRPr lang="en-US" smtClean="0">
              <a:ea typeface="Kalimati" panose="00000400000000000000" pitchFamily="2"/>
              <a:cs typeface="Kalimati" panose="00000400000000000000" pitchFamily="2"/>
            </a:endParaRPr>
          </a:p>
        </p:txBody>
      </p:sp>
      <p:sp>
        <p:nvSpPr>
          <p:cNvPr id="28675" name="Content Placeholder 2"/>
          <p:cNvSpPr>
            <a:spLocks noGrp="1"/>
          </p:cNvSpPr>
          <p:nvPr>
            <p:ph sz="quarter" idx="1"/>
          </p:nvPr>
        </p:nvSpPr>
        <p:spPr/>
        <p:txBody>
          <a:bodyPr/>
          <a:lstStyle/>
          <a:p>
            <a:pPr>
              <a:lnSpc>
                <a:spcPct val="150000"/>
              </a:lnSpc>
            </a:pPr>
            <a:r>
              <a:rPr lang="ne-NP" sz="3200" b="1" dirty="0" smtClean="0">
                <a:ea typeface="Kalimati" panose="00000400000000000000" pitchFamily="2"/>
                <a:cs typeface="Kalimati" panose="00000400000000000000" pitchFamily="2"/>
              </a:rPr>
              <a:t>विवादित जग्गा सार्वजनिक वा निजी के कस्तो प्रकृतिको हो?</a:t>
            </a:r>
            <a:endParaRPr lang="en-US" sz="3200" b="1" dirty="0" smtClean="0">
              <a:ea typeface="Kalimati" panose="00000400000000000000" pitchFamily="2"/>
              <a:cs typeface="Kalimati" panose="00000400000000000000" pitchFamily="2"/>
            </a:endParaRPr>
          </a:p>
          <a:p>
            <a:pPr>
              <a:lnSpc>
                <a:spcPct val="150000"/>
              </a:lnSpc>
            </a:pPr>
            <a:r>
              <a:rPr lang="ne-NP" sz="3200" b="1" dirty="0" smtClean="0">
                <a:ea typeface="Kalimati" panose="00000400000000000000" pitchFamily="2"/>
                <a:cs typeface="Kalimati" panose="00000400000000000000" pitchFamily="2"/>
              </a:rPr>
              <a:t>गुठी वा रैकर कस्तो प्रकृतिको हो?</a:t>
            </a:r>
            <a:endParaRPr lang="en-US" sz="3200" b="1" dirty="0" smtClean="0">
              <a:ea typeface="Kalimati" panose="00000400000000000000" pitchFamily="2"/>
              <a:cs typeface="Kalimati" panose="00000400000000000000" pitchFamily="2"/>
            </a:endParaRPr>
          </a:p>
          <a:p>
            <a:pPr>
              <a:lnSpc>
                <a:spcPct val="150000"/>
              </a:lnSpc>
            </a:pPr>
            <a:r>
              <a:rPr lang="ne-NP" sz="3200" b="1" dirty="0" smtClean="0">
                <a:ea typeface="Kalimati" panose="00000400000000000000" pitchFamily="2"/>
                <a:cs typeface="Kalimati" panose="00000400000000000000" pitchFamily="2"/>
              </a:rPr>
              <a:t>निजी गुठी वा राजगुठी वा अन्य प्रकार के हो?</a:t>
            </a:r>
          </a:p>
          <a:p>
            <a:pPr>
              <a:lnSpc>
                <a:spcPct val="150000"/>
              </a:lnSpc>
            </a:pPr>
            <a:r>
              <a:rPr lang="ne-NP" sz="3200" b="1" dirty="0" smtClean="0">
                <a:ea typeface="Kalimati" panose="00000400000000000000" pitchFamily="2"/>
                <a:cs typeface="Kalimati" panose="00000400000000000000" pitchFamily="2"/>
              </a:rPr>
              <a:t>बादी वा प्रतिबादीमध्ये कसको भोग र स्वामित्वमा रहेकोछ?</a:t>
            </a:r>
            <a:endParaRPr lang="en-US" sz="3200" b="1" dirty="0" smtClean="0">
              <a:ea typeface="Kalimati" panose="00000400000000000000" pitchFamily="2"/>
              <a:cs typeface="Kalimati" panose="00000400000000000000" pitchFamily="2"/>
            </a:endParaRPr>
          </a:p>
          <a:p>
            <a:endParaRPr lang="en-US" dirty="0" smtClean="0"/>
          </a:p>
        </p:txBody>
      </p:sp>
      <p:sp>
        <p:nvSpPr>
          <p:cNvPr id="28676"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omic Sans MS" panose="030F0702030302020204" pitchFamily="66" charset="0"/>
                <a:cs typeface="Arial" panose="020B0604020202020204" pitchFamily="34" charset="0"/>
              </a:defRPr>
            </a:lvl1pPr>
            <a:lvl2pPr marL="742950" indent="-285750">
              <a:defRPr>
                <a:solidFill>
                  <a:schemeClr val="tx1"/>
                </a:solidFill>
                <a:latin typeface="Comic Sans MS" panose="030F0702030302020204" pitchFamily="66" charset="0"/>
                <a:cs typeface="Arial" panose="020B0604020202020204" pitchFamily="34" charset="0"/>
              </a:defRPr>
            </a:lvl2pPr>
            <a:lvl3pPr marL="1143000" indent="-228600">
              <a:defRPr>
                <a:solidFill>
                  <a:schemeClr val="tx1"/>
                </a:solidFill>
                <a:latin typeface="Comic Sans MS" panose="030F0702030302020204" pitchFamily="66" charset="0"/>
                <a:cs typeface="Arial" panose="020B0604020202020204" pitchFamily="34" charset="0"/>
              </a:defRPr>
            </a:lvl3pPr>
            <a:lvl4pPr marL="1600200" indent="-228600">
              <a:defRPr>
                <a:solidFill>
                  <a:schemeClr val="tx1"/>
                </a:solidFill>
                <a:latin typeface="Comic Sans MS" panose="030F0702030302020204" pitchFamily="66" charset="0"/>
                <a:cs typeface="Arial" panose="020B0604020202020204" pitchFamily="34" charset="0"/>
              </a:defRPr>
            </a:lvl4pPr>
            <a:lvl5pPr marL="2057400" indent="-228600">
              <a:defRPr>
                <a:solidFill>
                  <a:schemeClr val="tx1"/>
                </a:solidFill>
                <a:latin typeface="Comic Sans MS" panose="030F0702030302020204" pitchFamily="66"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9pPr>
          </a:lstStyle>
          <a:p>
            <a:fld id="{EE1AEC65-894A-420F-A486-2D136240E926}" type="slidenum">
              <a:rPr lang="en-US" smtClean="0">
                <a:solidFill>
                  <a:srgbClr val="FFFFFF"/>
                </a:solidFill>
                <a:latin typeface="Franklin Gothic Book" panose="020B0503020102020204" pitchFamily="34" charset="0"/>
              </a:rPr>
              <a:pPr/>
              <a:t>27</a:t>
            </a:fld>
            <a:endParaRPr lang="en-US" smtClean="0">
              <a:solidFill>
                <a:srgbClr val="FFFFFF"/>
              </a:solidFill>
              <a:latin typeface="Franklin Gothic Book" panose="020B0503020102020204" pitchFamily="34" charset="0"/>
            </a:endParaRPr>
          </a:p>
        </p:txBody>
      </p:sp>
    </p:spTree>
  </p:cSld>
  <p:clrMapOvr>
    <a:masterClrMapping/>
  </p:clrMapOvr>
  <p:transition>
    <p:checker dir="ver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2"/>
          <p:cNvSpPr>
            <a:spLocks noGrp="1"/>
          </p:cNvSpPr>
          <p:nvPr>
            <p:ph sz="quarter" idx="1"/>
          </p:nvPr>
        </p:nvSpPr>
        <p:spPr>
          <a:xfrm>
            <a:off x="914400" y="533400"/>
            <a:ext cx="7772400" cy="5943600"/>
          </a:xfrm>
        </p:spPr>
        <p:txBody>
          <a:bodyPr/>
          <a:lstStyle/>
          <a:p>
            <a:r>
              <a:rPr lang="ne-NP" sz="3200" b="1" dirty="0" smtClean="0">
                <a:ea typeface="Kalimati" panose="00000400000000000000" pitchFamily="2"/>
                <a:cs typeface="Kalimati" panose="00000400000000000000" pitchFamily="2"/>
              </a:rPr>
              <a:t>बादी वा प्रतिवादीमध्ये को कसको हक कायम हुने हो? </a:t>
            </a:r>
          </a:p>
          <a:p>
            <a:r>
              <a:rPr lang="ne-NP" sz="3200" b="1" dirty="0" smtClean="0">
                <a:ea typeface="Kalimati" panose="00000400000000000000" pitchFamily="2"/>
                <a:cs typeface="Kalimati" panose="00000400000000000000" pitchFamily="2"/>
              </a:rPr>
              <a:t>नापीको क्षेत्रीय किताब (फिल्डबुक) मा के कुन ब्यहोरा जनिएको छ, साविक लगत कसको नामको छ, लगत भिडेको छ, छैन?</a:t>
            </a:r>
          </a:p>
          <a:p>
            <a:r>
              <a:rPr lang="ne-NP" sz="3200" b="1" dirty="0" smtClean="0">
                <a:ea typeface="Kalimati" panose="00000400000000000000" pitchFamily="2"/>
                <a:cs typeface="Kalimati" panose="00000400000000000000" pitchFamily="2"/>
              </a:rPr>
              <a:t>जग्गा खिचोला भएको हो होइन?</a:t>
            </a:r>
          </a:p>
          <a:p>
            <a:r>
              <a:rPr lang="ne-NP" sz="3200" b="1" dirty="0" smtClean="0">
                <a:ea typeface="Kalimati" panose="00000400000000000000" pitchFamily="2"/>
                <a:cs typeface="Kalimati" panose="00000400000000000000" pitchFamily="2"/>
              </a:rPr>
              <a:t>बादी प्रतिवादीको जग्गा श्रेस्तामा कति छ? भोग कति गरेको छ? टायल चेकबाट कति देखिन्छ?</a:t>
            </a:r>
          </a:p>
          <a:p>
            <a:r>
              <a:rPr lang="ne-NP" sz="3200" b="1" dirty="0" smtClean="0">
                <a:ea typeface="Kalimati" panose="00000400000000000000" pitchFamily="2"/>
                <a:cs typeface="Kalimati" panose="00000400000000000000" pitchFamily="2"/>
              </a:rPr>
              <a:t>नाप नक्सा मुचुल्का के कस्तो छ?</a:t>
            </a:r>
          </a:p>
          <a:p>
            <a:r>
              <a:rPr lang="ne-NP" sz="3200" b="1" dirty="0" smtClean="0">
                <a:ea typeface="Kalimati" panose="00000400000000000000" pitchFamily="2"/>
                <a:cs typeface="Kalimati" panose="00000400000000000000" pitchFamily="2"/>
              </a:rPr>
              <a:t>नरबढी र नरघटी छ, छैन?</a:t>
            </a:r>
            <a:endParaRPr lang="en-US" sz="3200" b="1" dirty="0" smtClean="0">
              <a:ea typeface="Kalimati" panose="00000400000000000000" pitchFamily="2"/>
              <a:cs typeface="Kalimati" panose="00000400000000000000" pitchFamily="2"/>
            </a:endParaRPr>
          </a:p>
          <a:p>
            <a:endParaRPr lang="en-US" b="1" dirty="0" smtClean="0"/>
          </a:p>
        </p:txBody>
      </p:sp>
      <p:sp>
        <p:nvSpPr>
          <p:cNvPr id="29699"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omic Sans MS" panose="030F0702030302020204" pitchFamily="66" charset="0"/>
                <a:cs typeface="Arial" panose="020B0604020202020204" pitchFamily="34" charset="0"/>
              </a:defRPr>
            </a:lvl1pPr>
            <a:lvl2pPr marL="742950" indent="-285750">
              <a:defRPr>
                <a:solidFill>
                  <a:schemeClr val="tx1"/>
                </a:solidFill>
                <a:latin typeface="Comic Sans MS" panose="030F0702030302020204" pitchFamily="66" charset="0"/>
                <a:cs typeface="Arial" panose="020B0604020202020204" pitchFamily="34" charset="0"/>
              </a:defRPr>
            </a:lvl2pPr>
            <a:lvl3pPr marL="1143000" indent="-228600">
              <a:defRPr>
                <a:solidFill>
                  <a:schemeClr val="tx1"/>
                </a:solidFill>
                <a:latin typeface="Comic Sans MS" panose="030F0702030302020204" pitchFamily="66" charset="0"/>
                <a:cs typeface="Arial" panose="020B0604020202020204" pitchFamily="34" charset="0"/>
              </a:defRPr>
            </a:lvl3pPr>
            <a:lvl4pPr marL="1600200" indent="-228600">
              <a:defRPr>
                <a:solidFill>
                  <a:schemeClr val="tx1"/>
                </a:solidFill>
                <a:latin typeface="Comic Sans MS" panose="030F0702030302020204" pitchFamily="66" charset="0"/>
                <a:cs typeface="Arial" panose="020B0604020202020204" pitchFamily="34" charset="0"/>
              </a:defRPr>
            </a:lvl4pPr>
            <a:lvl5pPr marL="2057400" indent="-228600">
              <a:defRPr>
                <a:solidFill>
                  <a:schemeClr val="tx1"/>
                </a:solidFill>
                <a:latin typeface="Comic Sans MS" panose="030F0702030302020204" pitchFamily="66"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9pPr>
          </a:lstStyle>
          <a:p>
            <a:fld id="{A271CDFD-5490-4167-B54A-B7DE73CC1107}" type="slidenum">
              <a:rPr lang="en-US" smtClean="0">
                <a:solidFill>
                  <a:srgbClr val="FFFFFF"/>
                </a:solidFill>
                <a:latin typeface="Franklin Gothic Book" panose="020B0503020102020204" pitchFamily="34" charset="0"/>
              </a:rPr>
              <a:pPr/>
              <a:t>28</a:t>
            </a:fld>
            <a:endParaRPr lang="en-US" smtClean="0">
              <a:solidFill>
                <a:srgbClr val="FFFFFF"/>
              </a:solidFill>
              <a:latin typeface="Franklin Gothic Book" panose="020B0503020102020204" pitchFamily="34" charset="0"/>
            </a:endParaRPr>
          </a:p>
        </p:txBody>
      </p:sp>
    </p:spTree>
  </p:cSld>
  <p:clrMapOvr>
    <a:masterClrMapping/>
  </p:clrMapOvr>
  <p:transition>
    <p:checker dir="ver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457200"/>
            <a:ext cx="7772400" cy="6096000"/>
          </a:xfrm>
        </p:spPr>
        <p:txBody>
          <a:bodyPr/>
          <a:lstStyle/>
          <a:p>
            <a:pPr marL="0" indent="0">
              <a:buFont typeface="Wingdings 2" panose="05020102010507070707" pitchFamily="18" charset="2"/>
              <a:buNone/>
              <a:defRPr/>
            </a:pPr>
            <a:r>
              <a:rPr lang="ne-NP" sz="3200" b="1" dirty="0">
                <a:solidFill>
                  <a:srgbClr val="FF0000"/>
                </a:solidFill>
                <a:cs typeface="Kalimati" panose="00000400000000000000" pitchFamily="2"/>
              </a:rPr>
              <a:t>अंश </a:t>
            </a:r>
            <a:r>
              <a:rPr lang="ne-NP" sz="3200" b="1" dirty="0" smtClean="0">
                <a:solidFill>
                  <a:srgbClr val="FF0000"/>
                </a:solidFill>
                <a:cs typeface="Kalimati" panose="00000400000000000000" pitchFamily="2"/>
              </a:rPr>
              <a:t>मुद्दाः</a:t>
            </a:r>
            <a:endParaRPr lang="en-US" sz="3200" b="1" dirty="0">
              <a:solidFill>
                <a:srgbClr val="FF0000"/>
              </a:solidFill>
              <a:cs typeface="Kalimati" panose="00000400000000000000" pitchFamily="2"/>
            </a:endParaRPr>
          </a:p>
          <a:p>
            <a:pPr>
              <a:defRPr/>
            </a:pPr>
            <a:r>
              <a:rPr lang="ne-NP" sz="3200" b="1" dirty="0">
                <a:cs typeface="Kalimati" panose="00000400000000000000" pitchFamily="2"/>
              </a:rPr>
              <a:t>बादी प्रतिवादी बीच अंशीयार नाता </a:t>
            </a:r>
            <a:r>
              <a:rPr lang="ne-NP" sz="3200" b="1" dirty="0" smtClean="0">
                <a:cs typeface="Kalimati" panose="00000400000000000000" pitchFamily="2"/>
              </a:rPr>
              <a:t>सम्बन्धमा बिवाद रहेको </a:t>
            </a:r>
            <a:r>
              <a:rPr lang="ne-NP" sz="3200" b="1" dirty="0">
                <a:cs typeface="Kalimati" panose="00000400000000000000" pitchFamily="2"/>
              </a:rPr>
              <a:t>छ छैन</a:t>
            </a:r>
            <a:r>
              <a:rPr lang="ne-NP" sz="3200" b="1" dirty="0" smtClean="0">
                <a:cs typeface="Kalimati" panose="00000400000000000000" pitchFamily="2"/>
              </a:rPr>
              <a:t>? </a:t>
            </a:r>
            <a:endParaRPr lang="ne-NP" sz="3200" b="1" dirty="0">
              <a:cs typeface="Kalimati" panose="00000400000000000000" pitchFamily="2"/>
            </a:endParaRPr>
          </a:p>
          <a:p>
            <a:pPr>
              <a:defRPr/>
            </a:pPr>
            <a:r>
              <a:rPr lang="ne-NP" sz="3200" b="1" dirty="0" smtClean="0">
                <a:cs typeface="Kalimati" panose="00000400000000000000" pitchFamily="2"/>
              </a:rPr>
              <a:t>कति अंशीयार कायम हुने हो?</a:t>
            </a:r>
            <a:endParaRPr lang="en-US" sz="3200" b="1" dirty="0">
              <a:cs typeface="Kalimati" panose="00000400000000000000" pitchFamily="2"/>
            </a:endParaRPr>
          </a:p>
          <a:p>
            <a:pPr>
              <a:defRPr/>
            </a:pPr>
            <a:r>
              <a:rPr lang="ne-NP" sz="3200" b="1" dirty="0" smtClean="0">
                <a:cs typeface="Kalimati" panose="00000400000000000000" pitchFamily="2"/>
              </a:rPr>
              <a:t>बिबाह </a:t>
            </a:r>
            <a:r>
              <a:rPr lang="ne-NP" sz="3200" b="1" dirty="0">
                <a:cs typeface="Kalimati" panose="00000400000000000000" pitchFamily="2"/>
              </a:rPr>
              <a:t>गरेकी </a:t>
            </a:r>
            <a:r>
              <a:rPr lang="ne-NP" sz="3200" b="1" dirty="0" smtClean="0">
                <a:cs typeface="Kalimati" panose="00000400000000000000" pitchFamily="2"/>
              </a:rPr>
              <a:t>छोरीले </a:t>
            </a:r>
            <a:r>
              <a:rPr lang="ne-NP" sz="3200" b="1" dirty="0">
                <a:cs typeface="Kalimati" panose="00000400000000000000" pitchFamily="2"/>
              </a:rPr>
              <a:t>माइतितर्फबाट अंश पाउने हो होइन? </a:t>
            </a:r>
            <a:endParaRPr lang="en-US" sz="3200" b="1" dirty="0">
              <a:cs typeface="Kalimati" panose="00000400000000000000" pitchFamily="2"/>
            </a:endParaRPr>
          </a:p>
          <a:p>
            <a:pPr>
              <a:defRPr/>
            </a:pPr>
            <a:r>
              <a:rPr lang="ne-NP" sz="3200" b="1" dirty="0">
                <a:cs typeface="Kalimati" panose="00000400000000000000" pitchFamily="2"/>
              </a:rPr>
              <a:t>बादी प्रतिबादीहरु ब्यवहार प्रमाणबाट छुट्टिभिन्‍न भएको अबस्था हो होइन?</a:t>
            </a:r>
            <a:endParaRPr lang="en-US" sz="3200" b="1" dirty="0">
              <a:cs typeface="Kalimati" panose="00000400000000000000" pitchFamily="2"/>
            </a:endParaRPr>
          </a:p>
          <a:p>
            <a:pPr>
              <a:defRPr/>
            </a:pPr>
            <a:r>
              <a:rPr lang="ne-NP" sz="3200" b="1" dirty="0">
                <a:cs typeface="Kalimati" panose="00000400000000000000" pitchFamily="2"/>
              </a:rPr>
              <a:t>अंश पाउने अबस्था हो भने के कुन सम्पत्तिबाट के कति भाग पाउने हो?</a:t>
            </a:r>
            <a:endParaRPr lang="en-US" sz="3200" b="1" dirty="0">
              <a:cs typeface="Kalimati" panose="00000400000000000000" pitchFamily="2"/>
            </a:endParaRPr>
          </a:p>
          <a:p>
            <a:pPr>
              <a:defRPr/>
            </a:pPr>
            <a:r>
              <a:rPr lang="ne-NP" sz="3200" b="1" dirty="0" smtClean="0">
                <a:cs typeface="Kalimati" panose="00000400000000000000" pitchFamily="2"/>
              </a:rPr>
              <a:t>निजी </a:t>
            </a:r>
            <a:r>
              <a:rPr lang="ne-NP" sz="3200" b="1" dirty="0">
                <a:cs typeface="Kalimati" panose="00000400000000000000" pitchFamily="2"/>
              </a:rPr>
              <a:t>आर्जनको जिकिर के कसो हो?</a:t>
            </a:r>
            <a:endParaRPr lang="en-US" sz="3200" b="1" dirty="0">
              <a:cs typeface="Kalimati" panose="00000400000000000000" pitchFamily="2"/>
            </a:endParaRPr>
          </a:p>
          <a:p>
            <a:pPr>
              <a:defRPr/>
            </a:pPr>
            <a:endParaRPr lang="en-US" dirty="0"/>
          </a:p>
        </p:txBody>
      </p:sp>
      <p:sp>
        <p:nvSpPr>
          <p:cNvPr id="30723"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omic Sans MS" panose="030F0702030302020204" pitchFamily="66" charset="0"/>
                <a:cs typeface="Arial" panose="020B0604020202020204" pitchFamily="34" charset="0"/>
              </a:defRPr>
            </a:lvl1pPr>
            <a:lvl2pPr marL="742950" indent="-285750">
              <a:defRPr>
                <a:solidFill>
                  <a:schemeClr val="tx1"/>
                </a:solidFill>
                <a:latin typeface="Comic Sans MS" panose="030F0702030302020204" pitchFamily="66" charset="0"/>
                <a:cs typeface="Arial" panose="020B0604020202020204" pitchFamily="34" charset="0"/>
              </a:defRPr>
            </a:lvl2pPr>
            <a:lvl3pPr marL="1143000" indent="-228600">
              <a:defRPr>
                <a:solidFill>
                  <a:schemeClr val="tx1"/>
                </a:solidFill>
                <a:latin typeface="Comic Sans MS" panose="030F0702030302020204" pitchFamily="66" charset="0"/>
                <a:cs typeface="Arial" panose="020B0604020202020204" pitchFamily="34" charset="0"/>
              </a:defRPr>
            </a:lvl3pPr>
            <a:lvl4pPr marL="1600200" indent="-228600">
              <a:defRPr>
                <a:solidFill>
                  <a:schemeClr val="tx1"/>
                </a:solidFill>
                <a:latin typeface="Comic Sans MS" panose="030F0702030302020204" pitchFamily="66" charset="0"/>
                <a:cs typeface="Arial" panose="020B0604020202020204" pitchFamily="34" charset="0"/>
              </a:defRPr>
            </a:lvl4pPr>
            <a:lvl5pPr marL="2057400" indent="-228600">
              <a:defRPr>
                <a:solidFill>
                  <a:schemeClr val="tx1"/>
                </a:solidFill>
                <a:latin typeface="Comic Sans MS" panose="030F0702030302020204" pitchFamily="66"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9pPr>
          </a:lstStyle>
          <a:p>
            <a:fld id="{37CFAC83-1752-4798-8402-F34C960C879E}" type="slidenum">
              <a:rPr lang="en-US" smtClean="0">
                <a:solidFill>
                  <a:srgbClr val="FFFFFF"/>
                </a:solidFill>
                <a:latin typeface="Franklin Gothic Book" panose="020B0503020102020204" pitchFamily="34" charset="0"/>
              </a:rPr>
              <a:pPr/>
              <a:t>29</a:t>
            </a:fld>
            <a:endParaRPr lang="en-US" smtClean="0">
              <a:solidFill>
                <a:srgbClr val="FFFFFF"/>
              </a:solidFill>
              <a:latin typeface="Franklin Gothic Book" panose="020B0503020102020204" pitchFamily="34" charset="0"/>
            </a:endParaRPr>
          </a:p>
        </p:txBody>
      </p:sp>
    </p:spTree>
  </p:cSld>
  <p:clrMapOvr>
    <a:masterClrMapping/>
  </p:clrMapOvr>
  <p:transition>
    <p:checker dir="ver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762000"/>
            <a:ext cx="7772400" cy="5791200"/>
          </a:xfrm>
        </p:spPr>
        <p:txBody>
          <a:bodyPr/>
          <a:lstStyle/>
          <a:p>
            <a:pPr marL="0" indent="0">
              <a:buFont typeface="Wingdings 2" panose="05020102010507070707" pitchFamily="18" charset="2"/>
              <a:buNone/>
              <a:defRPr/>
            </a:pPr>
            <a:r>
              <a:rPr lang="ne-NP" sz="3200" u="sng" dirty="0" smtClean="0">
                <a:solidFill>
                  <a:srgbClr val="FF0000"/>
                </a:solidFill>
                <a:cs typeface="Kalimati" panose="00000400000000000000" pitchFamily="2"/>
              </a:rPr>
              <a:t>लेनदेनः</a:t>
            </a:r>
          </a:p>
          <a:p>
            <a:pPr>
              <a:defRPr/>
            </a:pPr>
            <a:r>
              <a:rPr lang="ne-NP" sz="3200" b="1" dirty="0" smtClean="0">
                <a:cs typeface="Kalimati" panose="00000400000000000000" pitchFamily="2"/>
              </a:rPr>
              <a:t>दाबीको </a:t>
            </a:r>
            <a:r>
              <a:rPr lang="ne-NP" sz="3200" b="1" dirty="0">
                <a:cs typeface="Kalimati" panose="00000400000000000000" pitchFamily="2"/>
              </a:rPr>
              <a:t>कपाली तमसुक भनिएको लिखत रीतपूर्वकको हो होइन र त्यस्तो लिखतबाट साँवा ब्याज भराउन मिल्ने हो होइन?</a:t>
            </a:r>
            <a:endParaRPr lang="en-US" sz="3200" b="1" dirty="0">
              <a:cs typeface="Kalimati" panose="00000400000000000000" pitchFamily="2"/>
            </a:endParaRPr>
          </a:p>
          <a:p>
            <a:pPr>
              <a:defRPr/>
            </a:pPr>
            <a:r>
              <a:rPr lang="ne-NP" sz="3200" b="1" dirty="0">
                <a:cs typeface="Kalimati" panose="00000400000000000000" pitchFamily="2"/>
              </a:rPr>
              <a:t>बैनाबट्टाको लिखतबाट ब्याज भराउन मिल्ने हो होइन?</a:t>
            </a:r>
            <a:endParaRPr lang="en-US" sz="3200" b="1" dirty="0">
              <a:cs typeface="Kalimati" panose="00000400000000000000" pitchFamily="2"/>
            </a:endParaRPr>
          </a:p>
          <a:p>
            <a:pPr>
              <a:defRPr/>
            </a:pPr>
            <a:r>
              <a:rPr lang="ne-NP" sz="3200" b="1" dirty="0">
                <a:cs typeface="Kalimati" panose="00000400000000000000" pitchFamily="2"/>
              </a:rPr>
              <a:t>लिखतबमोजिमको रकम चेकबाट बुझाएको भन्‍ने प्रतिवादीको पुनरावेदन जिकिर के कसो हो? </a:t>
            </a:r>
            <a:endParaRPr lang="ne-NP" sz="3200" b="1" dirty="0" smtClean="0">
              <a:cs typeface="Kalimati" panose="00000400000000000000" pitchFamily="2"/>
            </a:endParaRPr>
          </a:p>
          <a:p>
            <a:pPr>
              <a:defRPr/>
            </a:pPr>
            <a:r>
              <a:rPr lang="ne-NP" sz="3200" b="1" dirty="0" smtClean="0">
                <a:cs typeface="Kalimati" panose="00000400000000000000" pitchFamily="2"/>
              </a:rPr>
              <a:t>खाता बही वा चिटमा लेखी गरेको लेनदेन भराउन मिल्ने नमिल्ने?</a:t>
            </a:r>
            <a:endParaRPr lang="en-US" sz="3200" b="1" dirty="0">
              <a:cs typeface="Kalimati" panose="00000400000000000000" pitchFamily="2"/>
            </a:endParaRPr>
          </a:p>
          <a:p>
            <a:pPr>
              <a:defRPr/>
            </a:pPr>
            <a:endParaRPr lang="en-US" dirty="0"/>
          </a:p>
        </p:txBody>
      </p:sp>
      <p:sp>
        <p:nvSpPr>
          <p:cNvPr id="31747"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omic Sans MS" panose="030F0702030302020204" pitchFamily="66" charset="0"/>
                <a:cs typeface="Arial" panose="020B0604020202020204" pitchFamily="34" charset="0"/>
              </a:defRPr>
            </a:lvl1pPr>
            <a:lvl2pPr marL="742950" indent="-285750">
              <a:defRPr>
                <a:solidFill>
                  <a:schemeClr val="tx1"/>
                </a:solidFill>
                <a:latin typeface="Comic Sans MS" panose="030F0702030302020204" pitchFamily="66" charset="0"/>
                <a:cs typeface="Arial" panose="020B0604020202020204" pitchFamily="34" charset="0"/>
              </a:defRPr>
            </a:lvl2pPr>
            <a:lvl3pPr marL="1143000" indent="-228600">
              <a:defRPr>
                <a:solidFill>
                  <a:schemeClr val="tx1"/>
                </a:solidFill>
                <a:latin typeface="Comic Sans MS" panose="030F0702030302020204" pitchFamily="66" charset="0"/>
                <a:cs typeface="Arial" panose="020B0604020202020204" pitchFamily="34" charset="0"/>
              </a:defRPr>
            </a:lvl3pPr>
            <a:lvl4pPr marL="1600200" indent="-228600">
              <a:defRPr>
                <a:solidFill>
                  <a:schemeClr val="tx1"/>
                </a:solidFill>
                <a:latin typeface="Comic Sans MS" panose="030F0702030302020204" pitchFamily="66" charset="0"/>
                <a:cs typeface="Arial" panose="020B0604020202020204" pitchFamily="34" charset="0"/>
              </a:defRPr>
            </a:lvl4pPr>
            <a:lvl5pPr marL="2057400" indent="-228600">
              <a:defRPr>
                <a:solidFill>
                  <a:schemeClr val="tx1"/>
                </a:solidFill>
                <a:latin typeface="Comic Sans MS" panose="030F0702030302020204" pitchFamily="66"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9pPr>
          </a:lstStyle>
          <a:p>
            <a:fld id="{8C9105EB-9456-4D34-A075-74F2EE261624}" type="slidenum">
              <a:rPr lang="en-US" smtClean="0">
                <a:solidFill>
                  <a:srgbClr val="FFFFFF"/>
                </a:solidFill>
                <a:latin typeface="Franklin Gothic Book" panose="020B0503020102020204" pitchFamily="34" charset="0"/>
              </a:rPr>
              <a:pPr/>
              <a:t>30</a:t>
            </a:fld>
            <a:endParaRPr lang="en-US" smtClean="0">
              <a:solidFill>
                <a:srgbClr val="FFFFFF"/>
              </a:solidFill>
              <a:latin typeface="Franklin Gothic Book" panose="020B0503020102020204" pitchFamily="34" charset="0"/>
            </a:endParaRPr>
          </a:p>
        </p:txBody>
      </p:sp>
    </p:spTree>
  </p:cSld>
  <p:clrMapOvr>
    <a:masterClrMapping/>
  </p:clrMapOvr>
  <p:transition>
    <p:checker dir="ver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457200"/>
            <a:ext cx="8534400" cy="6210300"/>
          </a:xfrm>
        </p:spPr>
        <p:txBody>
          <a:bodyPr/>
          <a:lstStyle/>
          <a:p>
            <a:pPr marL="0" indent="0">
              <a:buFont typeface="Wingdings 2" panose="05020102010507070707" pitchFamily="18" charset="2"/>
              <a:buNone/>
              <a:defRPr/>
            </a:pPr>
            <a:r>
              <a:rPr lang="ne-NP" sz="2800" b="1" u="sng" dirty="0">
                <a:cs typeface="Kalimati" panose="00000400000000000000" pitchFamily="2"/>
              </a:rPr>
              <a:t>सम्बन्ध </a:t>
            </a:r>
            <a:r>
              <a:rPr lang="ne-NP" sz="2800" b="1" u="sng" dirty="0" smtClean="0">
                <a:cs typeface="Kalimati" panose="00000400000000000000" pitchFamily="2"/>
              </a:rPr>
              <a:t>बिच्छेदः-</a:t>
            </a:r>
            <a:endParaRPr lang="en-US" sz="2800" b="1" u="sng" dirty="0">
              <a:cs typeface="Kalimati" panose="00000400000000000000" pitchFamily="2"/>
            </a:endParaRPr>
          </a:p>
          <a:p>
            <a:pPr>
              <a:defRPr/>
            </a:pPr>
            <a:r>
              <a:rPr lang="ne-NP" sz="3200" b="1" dirty="0" smtClean="0">
                <a:cs typeface="Kalimati" panose="00000400000000000000" pitchFamily="2"/>
              </a:rPr>
              <a:t>हेला </a:t>
            </a:r>
            <a:r>
              <a:rPr lang="ne-NP" sz="3200" b="1" dirty="0">
                <a:cs typeface="Kalimati" panose="00000400000000000000" pitchFamily="2"/>
              </a:rPr>
              <a:t>होचो र कुटपीट गरी खान लाउन नदिई घरबाट निकाला गरेको हो होइन?</a:t>
            </a:r>
            <a:endParaRPr lang="en-US" sz="3200" b="1" dirty="0">
              <a:cs typeface="Kalimati" panose="00000400000000000000" pitchFamily="2"/>
            </a:endParaRPr>
          </a:p>
          <a:p>
            <a:pPr>
              <a:defRPr/>
            </a:pPr>
            <a:r>
              <a:rPr lang="ne-NP" sz="3200" b="1" dirty="0" smtClean="0">
                <a:cs typeface="Kalimati" panose="00000400000000000000" pitchFamily="2"/>
              </a:rPr>
              <a:t>तीन </a:t>
            </a:r>
            <a:r>
              <a:rPr lang="ne-NP" sz="3200" b="1" dirty="0">
                <a:cs typeface="Kalimati" panose="00000400000000000000" pitchFamily="2"/>
              </a:rPr>
              <a:t>बर्षदेखि छोडी </a:t>
            </a:r>
            <a:r>
              <a:rPr lang="ne-NP" sz="3200" b="1" dirty="0" smtClean="0">
                <a:cs typeface="Kalimati" panose="00000400000000000000" pitchFamily="2"/>
              </a:rPr>
              <a:t>अलग बसेको </a:t>
            </a:r>
            <a:r>
              <a:rPr lang="ne-NP" sz="3200" b="1" dirty="0">
                <a:cs typeface="Kalimati" panose="00000400000000000000" pitchFamily="2"/>
              </a:rPr>
              <a:t>हो होइन</a:t>
            </a:r>
            <a:r>
              <a:rPr lang="ne-NP" sz="3200" b="1" dirty="0" smtClean="0">
                <a:cs typeface="Kalimati" panose="00000400000000000000" pitchFamily="2"/>
              </a:rPr>
              <a:t>?</a:t>
            </a:r>
          </a:p>
          <a:p>
            <a:pPr>
              <a:defRPr/>
            </a:pPr>
            <a:r>
              <a:rPr lang="ne-NP" sz="3200" b="1" dirty="0" smtClean="0">
                <a:cs typeface="Kalimati" panose="00000400000000000000" pitchFamily="2"/>
              </a:rPr>
              <a:t>मेलमिलापको सम्भावना छ छैन?</a:t>
            </a:r>
            <a:endParaRPr lang="en-US" sz="3200" b="1" dirty="0">
              <a:cs typeface="Kalimati" panose="00000400000000000000" pitchFamily="2"/>
            </a:endParaRPr>
          </a:p>
          <a:p>
            <a:pPr>
              <a:defRPr/>
            </a:pPr>
            <a:r>
              <a:rPr lang="ne-NP" sz="3200" b="1" dirty="0" smtClean="0">
                <a:cs typeface="Kalimati" panose="00000400000000000000" pitchFamily="2"/>
              </a:rPr>
              <a:t>सम्बन्ध </a:t>
            </a:r>
            <a:r>
              <a:rPr lang="ne-NP" sz="3200" b="1" dirty="0">
                <a:cs typeface="Kalimati" panose="00000400000000000000" pitchFamily="2"/>
              </a:rPr>
              <a:t>बिच्छेद हुने </a:t>
            </a:r>
            <a:r>
              <a:rPr lang="ne-NP" sz="3200" b="1" dirty="0" smtClean="0">
                <a:cs typeface="Kalimati" panose="00000400000000000000" pitchFamily="2"/>
              </a:rPr>
              <a:t>अबस्था हो होइन?</a:t>
            </a:r>
            <a:endParaRPr lang="en-US" sz="3200" b="1" dirty="0">
              <a:cs typeface="Kalimati" panose="00000400000000000000" pitchFamily="2"/>
            </a:endParaRPr>
          </a:p>
          <a:p>
            <a:pPr>
              <a:defRPr/>
            </a:pPr>
            <a:r>
              <a:rPr lang="ne-NP" sz="3200" b="1" dirty="0">
                <a:cs typeface="Kalimati" panose="00000400000000000000" pitchFamily="2"/>
              </a:rPr>
              <a:t>सम्बन्ध बिच्छेद हुने हो भने </a:t>
            </a:r>
            <a:r>
              <a:rPr lang="ne-NP" sz="3200" b="1" dirty="0" smtClean="0">
                <a:cs typeface="Kalimati" panose="00000400000000000000" pitchFamily="2"/>
              </a:rPr>
              <a:t>अंश </a:t>
            </a:r>
            <a:r>
              <a:rPr lang="ne-NP" sz="3200" b="1" dirty="0">
                <a:cs typeface="Kalimati" panose="00000400000000000000" pitchFamily="2"/>
              </a:rPr>
              <a:t>पाउने हो होइन? </a:t>
            </a:r>
            <a:endParaRPr lang="ne-NP" sz="3200" b="1" dirty="0" smtClean="0">
              <a:cs typeface="Kalimati" panose="00000400000000000000" pitchFamily="2"/>
            </a:endParaRPr>
          </a:p>
          <a:p>
            <a:pPr>
              <a:defRPr/>
            </a:pPr>
            <a:r>
              <a:rPr lang="ne-NP" sz="3200" b="1" dirty="0" smtClean="0">
                <a:cs typeface="Kalimati" panose="00000400000000000000" pitchFamily="2"/>
              </a:rPr>
              <a:t>के </a:t>
            </a:r>
            <a:r>
              <a:rPr lang="ne-NP" sz="3200" b="1" dirty="0">
                <a:cs typeface="Kalimati" panose="00000400000000000000" pitchFamily="2"/>
              </a:rPr>
              <a:t>कुन सम्पत्तिबाट के कति अंशभाग पाउने हो?</a:t>
            </a:r>
            <a:endParaRPr lang="en-US" sz="3200" b="1" dirty="0">
              <a:cs typeface="Kalimati" panose="00000400000000000000" pitchFamily="2"/>
            </a:endParaRPr>
          </a:p>
          <a:p>
            <a:pPr>
              <a:defRPr/>
            </a:pPr>
            <a:r>
              <a:rPr lang="ne-NP" sz="3200" b="1" dirty="0">
                <a:cs typeface="Kalimati" panose="00000400000000000000" pitchFamily="2"/>
              </a:rPr>
              <a:t>नाबालक छोरा छोरीहरुलाई </a:t>
            </a:r>
            <a:r>
              <a:rPr lang="ne-NP" sz="3200" b="1" dirty="0" smtClean="0">
                <a:cs typeface="Kalimati" panose="00000400000000000000" pitchFamily="2"/>
              </a:rPr>
              <a:t>कसको </a:t>
            </a:r>
            <a:r>
              <a:rPr lang="ne-NP" sz="3200" b="1" dirty="0">
                <a:cs typeface="Kalimati" panose="00000400000000000000" pitchFamily="2"/>
              </a:rPr>
              <a:t>संरक्षण वा जिम्मामा </a:t>
            </a:r>
            <a:r>
              <a:rPr lang="ne-NP" sz="3200" b="1" dirty="0" smtClean="0">
                <a:cs typeface="Kalimati" panose="00000400000000000000" pitchFamily="2"/>
              </a:rPr>
              <a:t>दिँदा बालबालिकाको सर्वोत्तम हित हुने </a:t>
            </a:r>
            <a:r>
              <a:rPr lang="ne-NP" sz="3200" b="1" dirty="0">
                <a:cs typeface="Kalimati" panose="00000400000000000000" pitchFamily="2"/>
              </a:rPr>
              <a:t>हो? </a:t>
            </a:r>
            <a:endParaRPr lang="en-US" sz="3200" b="1" dirty="0">
              <a:cs typeface="Kalimati" panose="00000400000000000000" pitchFamily="2"/>
            </a:endParaRPr>
          </a:p>
          <a:p>
            <a:pPr>
              <a:defRPr/>
            </a:pPr>
            <a:endParaRPr lang="en-US" sz="2800" b="1" dirty="0">
              <a:cs typeface="Kalimati" panose="00000400000000000000" pitchFamily="2"/>
            </a:endParaRPr>
          </a:p>
        </p:txBody>
      </p:sp>
      <p:sp>
        <p:nvSpPr>
          <p:cNvPr id="32771"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omic Sans MS" panose="030F0702030302020204" pitchFamily="66" charset="0"/>
                <a:cs typeface="Arial" panose="020B0604020202020204" pitchFamily="34" charset="0"/>
              </a:defRPr>
            </a:lvl1pPr>
            <a:lvl2pPr marL="742950" indent="-285750">
              <a:defRPr>
                <a:solidFill>
                  <a:schemeClr val="tx1"/>
                </a:solidFill>
                <a:latin typeface="Comic Sans MS" panose="030F0702030302020204" pitchFamily="66" charset="0"/>
                <a:cs typeface="Arial" panose="020B0604020202020204" pitchFamily="34" charset="0"/>
              </a:defRPr>
            </a:lvl2pPr>
            <a:lvl3pPr marL="1143000" indent="-228600">
              <a:defRPr>
                <a:solidFill>
                  <a:schemeClr val="tx1"/>
                </a:solidFill>
                <a:latin typeface="Comic Sans MS" panose="030F0702030302020204" pitchFamily="66" charset="0"/>
                <a:cs typeface="Arial" panose="020B0604020202020204" pitchFamily="34" charset="0"/>
              </a:defRPr>
            </a:lvl3pPr>
            <a:lvl4pPr marL="1600200" indent="-228600">
              <a:defRPr>
                <a:solidFill>
                  <a:schemeClr val="tx1"/>
                </a:solidFill>
                <a:latin typeface="Comic Sans MS" panose="030F0702030302020204" pitchFamily="66" charset="0"/>
                <a:cs typeface="Arial" panose="020B0604020202020204" pitchFamily="34" charset="0"/>
              </a:defRPr>
            </a:lvl4pPr>
            <a:lvl5pPr marL="2057400" indent="-228600">
              <a:defRPr>
                <a:solidFill>
                  <a:schemeClr val="tx1"/>
                </a:solidFill>
                <a:latin typeface="Comic Sans MS" panose="030F0702030302020204" pitchFamily="66"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9pPr>
          </a:lstStyle>
          <a:p>
            <a:fld id="{88949767-17FF-4FB3-8B0F-B777B09BAE56}" type="slidenum">
              <a:rPr lang="en-US" smtClean="0">
                <a:solidFill>
                  <a:srgbClr val="FFFFFF"/>
                </a:solidFill>
                <a:latin typeface="Franklin Gothic Book" panose="020B0503020102020204" pitchFamily="34" charset="0"/>
              </a:rPr>
              <a:pPr/>
              <a:t>31</a:t>
            </a:fld>
            <a:endParaRPr lang="en-US" smtClean="0">
              <a:solidFill>
                <a:srgbClr val="FFFFFF"/>
              </a:solidFill>
              <a:latin typeface="Franklin Gothic Book" panose="020B0503020102020204" pitchFamily="34" charset="0"/>
            </a:endParaRPr>
          </a:p>
        </p:txBody>
      </p:sp>
    </p:spTree>
  </p:cSld>
  <p:clrMapOvr>
    <a:masterClrMapping/>
  </p:clrMapOvr>
  <p:transition>
    <p:checker dir="vert"/>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ne-NP" b="1" dirty="0" smtClean="0">
                <a:cs typeface="Kalimati" panose="00000400000000000000" pitchFamily="2"/>
              </a:rPr>
              <a:t>मानाचामल</a:t>
            </a:r>
            <a:endParaRPr lang="en-US" b="1" dirty="0" smtClean="0">
              <a:cs typeface="Kalimati" panose="00000400000000000000" pitchFamily="2"/>
            </a:endParaRPr>
          </a:p>
        </p:txBody>
      </p:sp>
      <p:sp>
        <p:nvSpPr>
          <p:cNvPr id="33795" name="Content Placeholder 2"/>
          <p:cNvSpPr>
            <a:spLocks noGrp="1"/>
          </p:cNvSpPr>
          <p:nvPr>
            <p:ph sz="quarter" idx="1"/>
          </p:nvPr>
        </p:nvSpPr>
        <p:spPr>
          <a:xfrm>
            <a:off x="914400" y="1295400"/>
            <a:ext cx="7772400" cy="5372100"/>
          </a:xfrm>
        </p:spPr>
        <p:txBody>
          <a:bodyPr/>
          <a:lstStyle/>
          <a:p>
            <a:pPr>
              <a:lnSpc>
                <a:spcPct val="150000"/>
              </a:lnSpc>
            </a:pPr>
            <a:r>
              <a:rPr lang="ne-NP" sz="2800" b="1" dirty="0" smtClean="0">
                <a:ea typeface="Kalimati" panose="00000400000000000000" pitchFamily="2"/>
                <a:cs typeface="Kalimati" panose="00000400000000000000" pitchFamily="2"/>
              </a:rPr>
              <a:t>पालन पोषण गर्नुपर्ने दायित्व प्रतिवादीको हो, होइन?</a:t>
            </a:r>
          </a:p>
          <a:p>
            <a:pPr>
              <a:lnSpc>
                <a:spcPct val="150000"/>
              </a:lnSpc>
            </a:pPr>
            <a:r>
              <a:rPr lang="ne-NP" sz="2800" b="1" dirty="0" smtClean="0">
                <a:ea typeface="Kalimati" panose="00000400000000000000" pitchFamily="2"/>
                <a:cs typeface="Kalimati" panose="00000400000000000000" pitchFamily="2"/>
              </a:rPr>
              <a:t>खान लाउन, शिक्षादिक्षा र स्वास्थ्योपचारको प्रबन्ध गरेको छ, छैन?</a:t>
            </a:r>
          </a:p>
          <a:p>
            <a:pPr>
              <a:lnSpc>
                <a:spcPct val="150000"/>
              </a:lnSpc>
            </a:pPr>
            <a:r>
              <a:rPr lang="ne-NP" sz="2800" b="1" dirty="0" smtClean="0">
                <a:ea typeface="Kalimati" panose="00000400000000000000" pitchFamily="2"/>
                <a:cs typeface="Kalimati" panose="00000400000000000000" pitchFamily="2"/>
              </a:rPr>
              <a:t>पक्षहरुको आर्थिक अबस्था वा आयश्रोत के कस्तोछ?</a:t>
            </a:r>
          </a:p>
          <a:p>
            <a:pPr>
              <a:lnSpc>
                <a:spcPct val="150000"/>
              </a:lnSpc>
            </a:pPr>
            <a:r>
              <a:rPr lang="ne-NP" sz="2800" b="1" dirty="0" smtClean="0">
                <a:ea typeface="Kalimati" panose="00000400000000000000" pitchFamily="2"/>
                <a:cs typeface="Kalimati" panose="00000400000000000000" pitchFamily="2"/>
              </a:rPr>
              <a:t>बादीको आयश्रोत राम्रो छ की?</a:t>
            </a:r>
          </a:p>
          <a:p>
            <a:pPr>
              <a:lnSpc>
                <a:spcPct val="150000"/>
              </a:lnSpc>
            </a:pPr>
            <a:r>
              <a:rPr lang="ne-NP" sz="2800" b="1" dirty="0" smtClean="0">
                <a:ea typeface="Kalimati" panose="00000400000000000000" pitchFamily="2"/>
                <a:cs typeface="Kalimati" panose="00000400000000000000" pitchFamily="2"/>
              </a:rPr>
              <a:t>आश्रित परिवार के कति छन्?</a:t>
            </a:r>
          </a:p>
          <a:p>
            <a:pPr>
              <a:lnSpc>
                <a:spcPct val="150000"/>
              </a:lnSpc>
            </a:pPr>
            <a:r>
              <a:rPr lang="ne-NP" sz="2800" b="1" dirty="0" smtClean="0">
                <a:ea typeface="Kalimati" panose="00000400000000000000" pitchFamily="2"/>
                <a:cs typeface="Kalimati" panose="00000400000000000000" pitchFamily="2"/>
              </a:rPr>
              <a:t>के कति रकम भराउनु पर्ने हो</a:t>
            </a:r>
            <a:r>
              <a:rPr lang="ne-NP" sz="3200" dirty="0" smtClean="0">
                <a:ea typeface="Kalimati" panose="00000400000000000000" pitchFamily="2"/>
                <a:cs typeface="Kalimati" panose="00000400000000000000" pitchFamily="2"/>
              </a:rPr>
              <a:t>?</a:t>
            </a:r>
          </a:p>
          <a:p>
            <a:endParaRPr lang="ne-NP" sz="3200" dirty="0" smtClean="0">
              <a:ea typeface="Kalimati" panose="00000400000000000000" pitchFamily="2"/>
              <a:cs typeface="Kalimati" panose="00000400000000000000" pitchFamily="2"/>
            </a:endParaRPr>
          </a:p>
          <a:p>
            <a:endParaRPr lang="en-US" dirty="0" smtClean="0"/>
          </a:p>
        </p:txBody>
      </p:sp>
      <p:sp>
        <p:nvSpPr>
          <p:cNvPr id="33796"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omic Sans MS" panose="030F0702030302020204" pitchFamily="66" charset="0"/>
                <a:cs typeface="Arial" panose="020B0604020202020204" pitchFamily="34" charset="0"/>
              </a:defRPr>
            </a:lvl1pPr>
            <a:lvl2pPr marL="742950" indent="-285750">
              <a:defRPr>
                <a:solidFill>
                  <a:schemeClr val="tx1"/>
                </a:solidFill>
                <a:latin typeface="Comic Sans MS" panose="030F0702030302020204" pitchFamily="66" charset="0"/>
                <a:cs typeface="Arial" panose="020B0604020202020204" pitchFamily="34" charset="0"/>
              </a:defRPr>
            </a:lvl2pPr>
            <a:lvl3pPr marL="1143000" indent="-228600">
              <a:defRPr>
                <a:solidFill>
                  <a:schemeClr val="tx1"/>
                </a:solidFill>
                <a:latin typeface="Comic Sans MS" panose="030F0702030302020204" pitchFamily="66" charset="0"/>
                <a:cs typeface="Arial" panose="020B0604020202020204" pitchFamily="34" charset="0"/>
              </a:defRPr>
            </a:lvl3pPr>
            <a:lvl4pPr marL="1600200" indent="-228600">
              <a:defRPr>
                <a:solidFill>
                  <a:schemeClr val="tx1"/>
                </a:solidFill>
                <a:latin typeface="Comic Sans MS" panose="030F0702030302020204" pitchFamily="66" charset="0"/>
                <a:cs typeface="Arial" panose="020B0604020202020204" pitchFamily="34" charset="0"/>
              </a:defRPr>
            </a:lvl4pPr>
            <a:lvl5pPr marL="2057400" indent="-228600">
              <a:defRPr>
                <a:solidFill>
                  <a:schemeClr val="tx1"/>
                </a:solidFill>
                <a:latin typeface="Comic Sans MS" panose="030F0702030302020204" pitchFamily="66"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cs typeface="Arial" panose="020B0604020202020204" pitchFamily="34" charset="0"/>
              </a:defRPr>
            </a:lvl9pPr>
          </a:lstStyle>
          <a:p>
            <a:fld id="{6672C1EF-11C3-44F7-8C0C-2BC14BB32462}" type="slidenum">
              <a:rPr lang="en-US" smtClean="0">
                <a:solidFill>
                  <a:srgbClr val="FFFFFF"/>
                </a:solidFill>
                <a:latin typeface="Franklin Gothic Book" panose="020B0503020102020204" pitchFamily="34" charset="0"/>
              </a:rPr>
              <a:pPr/>
              <a:t>32</a:t>
            </a:fld>
            <a:endParaRPr lang="en-US" smtClean="0">
              <a:solidFill>
                <a:srgbClr val="FFFFFF"/>
              </a:solidFill>
              <a:latin typeface="Franklin Gothic Book" panose="020B0503020102020204" pitchFamily="34" charset="0"/>
            </a:endParaRPr>
          </a:p>
        </p:txBody>
      </p:sp>
    </p:spTree>
  </p:cSld>
  <p:clrMapOvr>
    <a:masterClrMapping/>
  </p:clrMapOvr>
  <p:transition>
    <p:checker dir="ver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b="1" dirty="0" smtClean="0">
                <a:cs typeface="Kalimati" panose="00000400000000000000" pitchFamily="2"/>
              </a:rPr>
              <a:t>करार सम्बन्धी मुद्दा</a:t>
            </a:r>
            <a:endParaRPr lang="en-US" b="1" dirty="0">
              <a:cs typeface="Kalimati" panose="00000400000000000000" pitchFamily="2"/>
            </a:endParaRPr>
          </a:p>
        </p:txBody>
      </p:sp>
      <p:sp>
        <p:nvSpPr>
          <p:cNvPr id="3" name="Content Placeholder 2"/>
          <p:cNvSpPr>
            <a:spLocks noGrp="1"/>
          </p:cNvSpPr>
          <p:nvPr>
            <p:ph sz="quarter" idx="1"/>
          </p:nvPr>
        </p:nvSpPr>
        <p:spPr>
          <a:xfrm>
            <a:off x="914400" y="1447800"/>
            <a:ext cx="7772400" cy="5219700"/>
          </a:xfrm>
        </p:spPr>
        <p:txBody>
          <a:bodyPr/>
          <a:lstStyle/>
          <a:p>
            <a:r>
              <a:rPr lang="ne-NP" sz="3000" b="1" dirty="0" smtClean="0">
                <a:cs typeface="Kalimati" panose="00000400000000000000" pitchFamily="2"/>
              </a:rPr>
              <a:t>करार सम्झौता कानूनबमोजिम कार्यन्वयन योग्य छ छैन?</a:t>
            </a:r>
          </a:p>
          <a:p>
            <a:r>
              <a:rPr lang="ne-NP" sz="3000" b="1" dirty="0" smtClean="0">
                <a:cs typeface="Kalimati" panose="00000400000000000000" pitchFamily="2"/>
              </a:rPr>
              <a:t>सम्झौताले करारका पक्षहरुउपर के कस्तो दायित्व श्रृजना गरेको छ?</a:t>
            </a:r>
          </a:p>
          <a:p>
            <a:r>
              <a:rPr lang="ne-NP" sz="3000" b="1" dirty="0" smtClean="0">
                <a:cs typeface="Kalimati" panose="00000400000000000000" pitchFamily="2"/>
              </a:rPr>
              <a:t>कुन पक्षबाट करारको शर्त उल्लंघन भएको हो?</a:t>
            </a:r>
          </a:p>
          <a:p>
            <a:r>
              <a:rPr lang="ne-NP" sz="3000" b="1" dirty="0" smtClean="0">
                <a:cs typeface="Kalimati" panose="00000400000000000000" pitchFamily="2"/>
              </a:rPr>
              <a:t>अर्को पक्षले करारको परिपालना गरिरहेको छ छैन?</a:t>
            </a:r>
          </a:p>
          <a:p>
            <a:r>
              <a:rPr lang="ne-NP" sz="3000" b="1" dirty="0" smtClean="0">
                <a:cs typeface="Kalimati" panose="00000400000000000000" pitchFamily="2"/>
              </a:rPr>
              <a:t>करारको यथावत परिपालना सम्भव छ छैन?</a:t>
            </a:r>
          </a:p>
          <a:p>
            <a:r>
              <a:rPr lang="ne-NP" sz="3000" b="1" dirty="0" smtClean="0">
                <a:cs typeface="Kalimati" panose="00000400000000000000" pitchFamily="2"/>
              </a:rPr>
              <a:t>करार उल्लंघन गर्ने पक्षबाट के कति क्षतिपूर्ति भराउनु पर्ने अबस्था देखिन्छ?</a:t>
            </a:r>
            <a:endParaRPr lang="en-US" sz="3000" b="1" dirty="0">
              <a:cs typeface="Kalimati" panose="00000400000000000000" pitchFamily="2"/>
            </a:endParaRPr>
          </a:p>
        </p:txBody>
      </p:sp>
      <p:sp>
        <p:nvSpPr>
          <p:cNvPr id="4" name="Slide Number Placeholder 3"/>
          <p:cNvSpPr>
            <a:spLocks noGrp="1"/>
          </p:cNvSpPr>
          <p:nvPr>
            <p:ph type="sldNum" sz="quarter" idx="12"/>
          </p:nvPr>
        </p:nvSpPr>
        <p:spPr/>
        <p:txBody>
          <a:bodyPr/>
          <a:lstStyle/>
          <a:p>
            <a:pPr>
              <a:defRPr/>
            </a:pPr>
            <a:fld id="{352CD03B-0ED2-40B1-AE21-7930EA0DE962}" type="slidenum">
              <a:rPr lang="en-US" smtClean="0"/>
              <a:pPr>
                <a:defRPr/>
              </a:pPr>
              <a:t>33</a:t>
            </a:fld>
            <a:endParaRPr lang="en-US"/>
          </a:p>
        </p:txBody>
      </p:sp>
    </p:spTree>
    <p:extLst>
      <p:ext uri="{BB962C8B-B14F-4D97-AF65-F5344CB8AC3E}">
        <p14:creationId xmlns:p14="http://schemas.microsoft.com/office/powerpoint/2010/main" val="2399695794"/>
      </p:ext>
    </p:extLst>
  </p:cSld>
  <p:clrMapOvr>
    <a:masterClrMapping/>
  </p:clrMapOvr>
  <p:transition>
    <p:checker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ne-NP" b="1" dirty="0" smtClean="0">
                <a:solidFill>
                  <a:srgbClr val="00B050"/>
                </a:solidFill>
                <a:cs typeface="Kalimati" panose="00000400000000000000" pitchFamily="2"/>
              </a:rPr>
              <a:t>समग्रमा</a:t>
            </a:r>
            <a:endParaRPr lang="en-US" dirty="0" smtClean="0">
              <a:solidFill>
                <a:srgbClr val="00B050"/>
              </a:solidFill>
              <a:cs typeface="Kalimati" panose="00000400000000000000" pitchFamily="2"/>
            </a:endParaRPr>
          </a:p>
        </p:txBody>
      </p:sp>
      <p:sp>
        <p:nvSpPr>
          <p:cNvPr id="13315" name="Content Placeholder 2"/>
          <p:cNvSpPr>
            <a:spLocks noGrp="1"/>
          </p:cNvSpPr>
          <p:nvPr>
            <p:ph idx="1"/>
          </p:nvPr>
        </p:nvSpPr>
        <p:spPr>
          <a:xfrm>
            <a:off x="914400" y="1447800"/>
            <a:ext cx="7772400" cy="5257800"/>
          </a:xfrm>
        </p:spPr>
        <p:txBody>
          <a:bodyPr/>
          <a:lstStyle/>
          <a:p>
            <a:pPr algn="just">
              <a:lnSpc>
                <a:spcPct val="150000"/>
              </a:lnSpc>
              <a:spcBef>
                <a:spcPts val="1200"/>
              </a:spcBef>
              <a:spcAft>
                <a:spcPts val="600"/>
              </a:spcAft>
            </a:pPr>
            <a:r>
              <a:rPr lang="ne-NP" sz="2800" b="1" dirty="0" smtClean="0">
                <a:ea typeface="Kalimati" panose="00000400000000000000" pitchFamily="2"/>
                <a:cs typeface="Kalimati" panose="00000400000000000000" pitchFamily="2"/>
              </a:rPr>
              <a:t>फैसलामा प्रयोग गरिने भाषा, शैली, प्रस्तुति शालीन, प्रष्ट र बोधगम्य हुन पर्दछ।</a:t>
            </a:r>
          </a:p>
          <a:p>
            <a:pPr algn="just">
              <a:lnSpc>
                <a:spcPct val="150000"/>
              </a:lnSpc>
              <a:spcBef>
                <a:spcPts val="1200"/>
              </a:spcBef>
              <a:spcAft>
                <a:spcPts val="600"/>
              </a:spcAft>
            </a:pPr>
            <a:r>
              <a:rPr lang="ne-NP" sz="2800" b="1" dirty="0" smtClean="0">
                <a:ea typeface="Kalimati" panose="00000400000000000000" pitchFamily="2"/>
                <a:cs typeface="Kalimati" panose="00000400000000000000" pitchFamily="2"/>
              </a:rPr>
              <a:t>मस्यौदाकारको स्वतन्त्रता झल्कनु पर्दछ।</a:t>
            </a:r>
            <a:endParaRPr lang="en-US" sz="2800" b="1" dirty="0" smtClean="0">
              <a:ea typeface="Kalimati" panose="00000400000000000000" pitchFamily="2"/>
              <a:cs typeface="Kalimati" panose="00000400000000000000" pitchFamily="2"/>
            </a:endParaRPr>
          </a:p>
          <a:p>
            <a:pPr algn="just">
              <a:lnSpc>
                <a:spcPct val="150000"/>
              </a:lnSpc>
              <a:spcBef>
                <a:spcPts val="1200"/>
              </a:spcBef>
              <a:spcAft>
                <a:spcPts val="600"/>
              </a:spcAft>
            </a:pPr>
            <a:r>
              <a:rPr lang="ne-NP" sz="2800" b="1" dirty="0" smtClean="0">
                <a:ea typeface="Kalimati" panose="00000400000000000000" pitchFamily="2"/>
                <a:cs typeface="Kalimati" panose="00000400000000000000" pitchFamily="2"/>
              </a:rPr>
              <a:t>फैसला लेखन विद्वता, क्षमता, विवेक र कला प्रस्तुतीको माध्यम हो। यो न्यायिक निर्णय गर्ने स्वतन्त्रताको सर्वाधिक महत्वपूर्ण पाटो पनि हो ।</a:t>
            </a:r>
          </a:p>
          <a:p>
            <a:pPr algn="just">
              <a:lnSpc>
                <a:spcPct val="150000"/>
              </a:lnSpc>
              <a:spcBef>
                <a:spcPts val="1200"/>
              </a:spcBef>
              <a:spcAft>
                <a:spcPts val="600"/>
              </a:spcAft>
            </a:pPr>
            <a:r>
              <a:rPr lang="ne-NP" sz="2800" b="1" dirty="0" smtClean="0">
                <a:ea typeface="Kalimati" panose="00000400000000000000" pitchFamily="2"/>
                <a:cs typeface="Kalimati" panose="00000400000000000000" pitchFamily="2"/>
              </a:rPr>
              <a:t>न्यायिक सिर्जनशीलता अभिव्यक्त गर्ने माध्यम हो। </a:t>
            </a:r>
            <a:endParaRPr lang="en-US" sz="2800" b="1" dirty="0" smtClean="0">
              <a:ea typeface="Kalimati" panose="00000400000000000000" pitchFamily="2"/>
              <a:cs typeface="Kalimati" panose="00000400000000000000" pitchFamily="2"/>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3314"/>
                                        </p:tgtEl>
                                        <p:attrNameLst>
                                          <p:attrName>style.visibility</p:attrName>
                                        </p:attrNameLst>
                                      </p:cBhvr>
                                      <p:to>
                                        <p:strVal val="visible"/>
                                      </p:to>
                                    </p:set>
                                    <p:anim to="" calcmode="lin" valueType="num">
                                      <p:cBhvr>
                                        <p:cTn id="7" dur="1" fill="hold"/>
                                        <p:tgtEl>
                                          <p:spTgt spid="13314"/>
                                        </p:tgtEl>
                                        <p:attrNameLst>
                                          <p:attrName/>
                                        </p:attrNameLst>
                                      </p:cBhvr>
                                    </p:anim>
                                  </p:childTnLst>
                                </p:cTn>
                              </p:par>
                            </p:childTnLst>
                          </p:cTn>
                        </p:par>
                      </p:childTnLst>
                    </p:cTn>
                  </p:par>
                  <p:par>
                    <p:cTn id="8" fill="hold" nodeType="clickPar">
                      <p:stCondLst>
                        <p:cond delay="indefinite"/>
                      </p:stCondLst>
                      <p:childTnLst>
                        <p:par>
                          <p:cTn id="9" fill="hold" nodeType="withGroup">
                            <p:stCondLst>
                              <p:cond delay="0"/>
                            </p:stCondLst>
                            <p:childTnLst>
                              <p:par>
                                <p:cTn id="10" presetID="24" presetClass="entr" presetSubtype="0" fill="hold" nodeType="clickEffect">
                                  <p:stCondLst>
                                    <p:cond delay="0"/>
                                  </p:stCondLst>
                                  <p:childTnLst>
                                    <p:set>
                                      <p:cBhvr>
                                        <p:cTn id="11" dur="1" fill="hold">
                                          <p:stCondLst>
                                            <p:cond delay="0"/>
                                          </p:stCondLst>
                                        </p:cTn>
                                        <p:tgtEl>
                                          <p:spTgt spid="13315">
                                            <p:txEl>
                                              <p:pRg st="0" end="0"/>
                                            </p:txEl>
                                          </p:spTgt>
                                        </p:tgtEl>
                                        <p:attrNameLst>
                                          <p:attrName>style.visibility</p:attrName>
                                        </p:attrNameLst>
                                      </p:cBhvr>
                                      <p:to>
                                        <p:strVal val="visible"/>
                                      </p:to>
                                    </p:set>
                                    <p:anim to="" calcmode="lin" valueType="num">
                                      <p:cBhvr>
                                        <p:cTn id="12" dur="1" fill="hold"/>
                                        <p:tgtEl>
                                          <p:spTgt spid="13315">
                                            <p:txEl>
                                              <p:pRg st="0" end="0"/>
                                            </p:tx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13315">
                                            <p:txEl>
                                              <p:pRg st="1" end="1"/>
                                            </p:txEl>
                                          </p:spTgt>
                                        </p:tgtEl>
                                        <p:attrNameLst>
                                          <p:attrName>style.visibility</p:attrName>
                                        </p:attrNameLst>
                                      </p:cBhvr>
                                      <p:to>
                                        <p:strVal val="visible"/>
                                      </p:to>
                                    </p:set>
                                    <p:anim to="" calcmode="lin" valueType="num">
                                      <p:cBhvr>
                                        <p:cTn id="17" dur="1" fill="hold"/>
                                        <p:tgtEl>
                                          <p:spTgt spid="13315">
                                            <p:txEl>
                                              <p:pRg st="1" end="1"/>
                                            </p:txEl>
                                          </p:spTgt>
                                        </p:tgtEl>
                                        <p:attrNameLst>
                                          <p:attrName/>
                                        </p:attrNameLst>
                                      </p:cBhvr>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4" presetClass="entr" presetSubtype="0" fill="hold" nodeType="clickEffect">
                                  <p:stCondLst>
                                    <p:cond delay="0"/>
                                  </p:stCondLst>
                                  <p:childTnLst>
                                    <p:set>
                                      <p:cBhvr>
                                        <p:cTn id="21" dur="1" fill="hold">
                                          <p:stCondLst>
                                            <p:cond delay="0"/>
                                          </p:stCondLst>
                                        </p:cTn>
                                        <p:tgtEl>
                                          <p:spTgt spid="13315">
                                            <p:txEl>
                                              <p:pRg st="2" end="2"/>
                                            </p:txEl>
                                          </p:spTgt>
                                        </p:tgtEl>
                                        <p:attrNameLst>
                                          <p:attrName>style.visibility</p:attrName>
                                        </p:attrNameLst>
                                      </p:cBhvr>
                                      <p:to>
                                        <p:strVal val="visible"/>
                                      </p:to>
                                    </p:set>
                                    <p:anim to="" calcmode="lin" valueType="num">
                                      <p:cBhvr>
                                        <p:cTn id="22" dur="1" fill="hold"/>
                                        <p:tgtEl>
                                          <p:spTgt spid="13315">
                                            <p:txEl>
                                              <p:pRg st="2" end="2"/>
                                            </p:txEl>
                                          </p:spTgt>
                                        </p:tgtEl>
                                        <p:attrNameLst>
                                          <p:attrName/>
                                        </p:attrNameLst>
                                      </p:cBhvr>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4" presetClass="entr" presetSubtype="0" fill="hold" nodeType="clickEffect">
                                  <p:stCondLst>
                                    <p:cond delay="0"/>
                                  </p:stCondLst>
                                  <p:childTnLst>
                                    <p:set>
                                      <p:cBhvr>
                                        <p:cTn id="26" dur="1" fill="hold">
                                          <p:stCondLst>
                                            <p:cond delay="0"/>
                                          </p:stCondLst>
                                        </p:cTn>
                                        <p:tgtEl>
                                          <p:spTgt spid="13315">
                                            <p:txEl>
                                              <p:pRg st="3" end="3"/>
                                            </p:txEl>
                                          </p:spTgt>
                                        </p:tgtEl>
                                        <p:attrNameLst>
                                          <p:attrName>style.visibility</p:attrName>
                                        </p:attrNameLst>
                                      </p:cBhvr>
                                      <p:to>
                                        <p:strVal val="visible"/>
                                      </p:to>
                                    </p:set>
                                    <p:anim to="" calcmode="lin" valueType="num">
                                      <p:cBhvr>
                                        <p:cTn id="27" dur="1" fill="hold"/>
                                        <p:tgtEl>
                                          <p:spTgt spid="13315">
                                            <p:txEl>
                                              <p:pRg st="3" end="3"/>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p:cNvSpPr>
            <a:spLocks noGrp="1"/>
          </p:cNvSpPr>
          <p:nvPr>
            <p:ph idx="1"/>
          </p:nvPr>
        </p:nvSpPr>
        <p:spPr>
          <a:xfrm>
            <a:off x="914400" y="838200"/>
            <a:ext cx="7772400" cy="5867400"/>
          </a:xfrm>
        </p:spPr>
        <p:txBody>
          <a:bodyPr/>
          <a:lstStyle/>
          <a:p>
            <a:pPr algn="just">
              <a:lnSpc>
                <a:spcPct val="150000"/>
              </a:lnSpc>
              <a:spcBef>
                <a:spcPts val="1200"/>
              </a:spcBef>
              <a:spcAft>
                <a:spcPts val="600"/>
              </a:spcAft>
            </a:pPr>
            <a:r>
              <a:rPr lang="ne-NP" sz="2800" b="1" dirty="0" smtClean="0">
                <a:cs typeface="Kalimati" panose="00000400000000000000" pitchFamily="2"/>
              </a:rPr>
              <a:t>फैसला लेखनका आफ्ना विशिष्ट मर्यादा र सीमाहरु छन्।फैसलाको माध्यमवाट शुरु निर्णय गर्ने पदाधिकारीप्रति कडा नकारात्मक टिप्पणी गर्नु वा आक्षेप लगाउनु उचित होइन।</a:t>
            </a:r>
          </a:p>
          <a:p>
            <a:pPr algn="just">
              <a:lnSpc>
                <a:spcPct val="150000"/>
              </a:lnSpc>
              <a:spcBef>
                <a:spcPts val="1200"/>
              </a:spcBef>
              <a:spcAft>
                <a:spcPts val="600"/>
              </a:spcAft>
            </a:pPr>
            <a:r>
              <a:rPr lang="ne-NP" altLang="en-US" sz="2800" dirty="0">
                <a:ea typeface="Kalimati" panose="00000400000000000000" pitchFamily="2"/>
                <a:cs typeface="Kalimati" panose="00000400000000000000" pitchFamily="2"/>
              </a:rPr>
              <a:t>सूचना प्रविधि र कम्प्यूटरको प्रयोगले फैसला लेखनलाई सहज बनाएको छ।</a:t>
            </a:r>
          </a:p>
          <a:p>
            <a:pPr algn="just">
              <a:lnSpc>
                <a:spcPct val="150000"/>
              </a:lnSpc>
              <a:spcBef>
                <a:spcPts val="1200"/>
              </a:spcBef>
              <a:spcAft>
                <a:spcPts val="600"/>
              </a:spcAft>
            </a:pPr>
            <a:endParaRPr lang="en-US" sz="2800" b="1" dirty="0" smtClean="0">
              <a:cs typeface="Kalimati" panose="00000400000000000000" pitchFamily="2"/>
            </a:endParaRPr>
          </a:p>
          <a:p>
            <a:pPr algn="just">
              <a:lnSpc>
                <a:spcPct val="150000"/>
              </a:lnSpc>
              <a:spcBef>
                <a:spcPts val="1200"/>
              </a:spcBef>
              <a:spcAft>
                <a:spcPts val="600"/>
              </a:spcAft>
            </a:pPr>
            <a:endParaRPr lang="en-US" sz="2400" dirty="0" smtClean="0"/>
          </a:p>
          <a:p>
            <a:endParaRPr lang="en-US" dirty="0" smtClean="0"/>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nodeType="clickEffect">
                                  <p:stCondLst>
                                    <p:cond delay="0"/>
                                  </p:stCondLst>
                                  <p:childTnLst>
                                    <p:set>
                                      <p:cBhvr>
                                        <p:cTn id="6" dur="1" fill="hold">
                                          <p:stCondLst>
                                            <p:cond delay="0"/>
                                          </p:stCondLst>
                                        </p:cTn>
                                        <p:tgtEl>
                                          <p:spTgt spid="14338">
                                            <p:txEl>
                                              <p:pRg st="0" end="0"/>
                                            </p:txEl>
                                          </p:spTgt>
                                        </p:tgtEl>
                                        <p:attrNameLst>
                                          <p:attrName>style.visibility</p:attrName>
                                        </p:attrNameLst>
                                      </p:cBhvr>
                                      <p:to>
                                        <p:strVal val="visible"/>
                                      </p:to>
                                    </p:set>
                                    <p:anim to="" calcmode="lin" valueType="num">
                                      <p:cBhvr>
                                        <p:cTn id="7" dur="1" fill="hold"/>
                                        <p:tgtEl>
                                          <p:spTgt spid="14338">
                                            <p:txEl>
                                              <p:pRg st="0" end="0"/>
                                            </p:txEl>
                                          </p:spTgt>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14338">
                                            <p:txEl>
                                              <p:pRg st="1" end="1"/>
                                            </p:txEl>
                                          </p:spTgt>
                                        </p:tgtEl>
                                        <p:attrNameLst>
                                          <p:attrName>style.visibility</p:attrName>
                                        </p:attrNameLst>
                                      </p:cBhvr>
                                      <p:to>
                                        <p:strVal val="visible"/>
                                      </p:to>
                                    </p:set>
                                    <p:anim to="" calcmode="lin" valueType="num">
                                      <p:cBhvr>
                                        <p:cTn id="12" dur="1" fill="hold"/>
                                        <p:tgtEl>
                                          <p:spTgt spid="14338">
                                            <p:txEl>
                                              <p:pRg st="1" end="1"/>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2"/>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2A53B947-7CC2-4797-BEA8-6208BE0D7EBE}" type="slidenum">
              <a:rPr lang="en-US" sz="1400" smtClean="0">
                <a:solidFill>
                  <a:srgbClr val="FFFFFF"/>
                </a:solidFill>
                <a:latin typeface="Franklin Gothic Book" panose="020B0503020102020204" pitchFamily="34" charset="0"/>
              </a:rPr>
              <a:pPr>
                <a:spcBef>
                  <a:spcPct val="0"/>
                </a:spcBef>
                <a:buClrTx/>
                <a:buSzTx/>
                <a:buFontTx/>
                <a:buNone/>
              </a:pPr>
              <a:t>36</a:t>
            </a:fld>
            <a:endParaRPr lang="en-US" sz="1400" smtClean="0">
              <a:solidFill>
                <a:srgbClr val="FFFFFF"/>
              </a:solidFill>
              <a:latin typeface="Franklin Gothic Book" panose="020B0503020102020204" pitchFamily="34" charset="0"/>
            </a:endParaRPr>
          </a:p>
        </p:txBody>
      </p:sp>
      <p:sp>
        <p:nvSpPr>
          <p:cNvPr id="47107" name="Content Placeholder 3"/>
          <p:cNvSpPr>
            <a:spLocks noGrp="1"/>
          </p:cNvSpPr>
          <p:nvPr>
            <p:ph sz="quarter" idx="1"/>
          </p:nvPr>
        </p:nvSpPr>
        <p:spPr>
          <a:xfrm>
            <a:off x="914400" y="152400"/>
            <a:ext cx="7772400" cy="6515100"/>
          </a:xfrm>
        </p:spPr>
        <p:txBody>
          <a:bodyPr/>
          <a:lstStyle/>
          <a:p>
            <a:pPr marL="0" indent="0" eaLnBrk="1" hangingPunct="1">
              <a:lnSpc>
                <a:spcPct val="90000"/>
              </a:lnSpc>
              <a:buNone/>
            </a:pPr>
            <a:endParaRPr lang="ne-NP" altLang="en-US" sz="3200" dirty="0">
              <a:ea typeface="Kalimati" panose="00000400000000000000" pitchFamily="2"/>
              <a:cs typeface="Kalimati" panose="00000400000000000000" pitchFamily="2"/>
            </a:endParaRPr>
          </a:p>
          <a:p>
            <a:pPr eaLnBrk="1" hangingPunct="1">
              <a:lnSpc>
                <a:spcPct val="90000"/>
              </a:lnSpc>
            </a:pPr>
            <a:r>
              <a:rPr lang="ne-NP" altLang="en-US" sz="3200" dirty="0">
                <a:ea typeface="Kalimati" panose="00000400000000000000" pitchFamily="2"/>
                <a:cs typeface="Kalimati" panose="00000400000000000000" pitchFamily="2"/>
              </a:rPr>
              <a:t>रुचि भएको खण्डमा जस्तोसुकै चुनौतिपूर्ण र नवीन विषयमा पनि अध्ययन गरेर लेख्‍न सकिन्छ</a:t>
            </a:r>
            <a:r>
              <a:rPr lang="ne-NP" altLang="en-US" sz="3200" dirty="0" smtClean="0">
                <a:ea typeface="Kalimati" panose="00000400000000000000" pitchFamily="2"/>
                <a:cs typeface="Kalimati" panose="00000400000000000000" pitchFamily="2"/>
              </a:rPr>
              <a:t>।</a:t>
            </a:r>
          </a:p>
          <a:p>
            <a:pPr marL="0" indent="0" eaLnBrk="1" hangingPunct="1">
              <a:lnSpc>
                <a:spcPct val="90000"/>
              </a:lnSpc>
              <a:buNone/>
            </a:pPr>
            <a:endParaRPr lang="ne-NP" altLang="en-US" sz="3200" dirty="0" smtClean="0">
              <a:ea typeface="Kalimati" panose="00000400000000000000" pitchFamily="2"/>
              <a:cs typeface="Kalimati" panose="00000400000000000000" pitchFamily="2"/>
            </a:endParaRPr>
          </a:p>
          <a:p>
            <a:pPr eaLnBrk="1" hangingPunct="1">
              <a:lnSpc>
                <a:spcPct val="90000"/>
              </a:lnSpc>
            </a:pPr>
            <a:r>
              <a:rPr lang="ne-NP" altLang="en-US" sz="3200" dirty="0" smtClean="0">
                <a:ea typeface="Kalimati" panose="00000400000000000000" pitchFamily="2"/>
                <a:cs typeface="Kalimati" panose="00000400000000000000" pitchFamily="2"/>
              </a:rPr>
              <a:t>भाषिक शुद्धता चुनौतिपूर्ण विषय बनेको छ।</a:t>
            </a:r>
            <a:endParaRPr lang="ne-NP" altLang="en-US" sz="3200" dirty="0">
              <a:ea typeface="Kalimati" panose="00000400000000000000" pitchFamily="2"/>
              <a:cs typeface="Kalimati" panose="00000400000000000000" pitchFamily="2"/>
            </a:endParaRPr>
          </a:p>
          <a:p>
            <a:pPr marL="0" indent="0" eaLnBrk="1" hangingPunct="1">
              <a:lnSpc>
                <a:spcPct val="90000"/>
              </a:lnSpc>
              <a:buNone/>
            </a:pPr>
            <a:endParaRPr lang="ne-NP" altLang="en-US" sz="3200" dirty="0">
              <a:ea typeface="Kalimati" panose="00000400000000000000" pitchFamily="2"/>
              <a:cs typeface="Kalimati" panose="00000400000000000000" pitchFamily="2"/>
            </a:endParaRPr>
          </a:p>
          <a:p>
            <a:pPr eaLnBrk="1" hangingPunct="1">
              <a:lnSpc>
                <a:spcPct val="90000"/>
              </a:lnSpc>
            </a:pPr>
            <a:r>
              <a:rPr lang="ne-NP" altLang="en-US" sz="3200" dirty="0">
                <a:ea typeface="Kalimati" panose="00000400000000000000" pitchFamily="2"/>
                <a:cs typeface="Kalimati" panose="00000400000000000000" pitchFamily="2"/>
              </a:rPr>
              <a:t>कपि पेष्ट गर्ने प्रवृत्तिले फैसलामा ज्यादै गम्भीर त्रुटिहरु देखापर्न थालेका छन्।(अदालत र न्यायाधीशको नाम</a:t>
            </a:r>
            <a:r>
              <a:rPr lang="en-AU" altLang="en-US" sz="3200" dirty="0">
                <a:ea typeface="Kalimati" panose="00000400000000000000" pitchFamily="2"/>
                <a:cs typeface="Kalimati" panose="00000400000000000000" pitchFamily="2"/>
              </a:rPr>
              <a:t>,</a:t>
            </a:r>
            <a:r>
              <a:rPr lang="ne-NP" altLang="en-US" sz="3200" dirty="0">
                <a:ea typeface="Kalimati" panose="00000400000000000000" pitchFamily="2"/>
                <a:cs typeface="Kalimati" panose="00000400000000000000" pitchFamily="2"/>
              </a:rPr>
              <a:t> मुद्दाको नाम र नम्बर</a:t>
            </a:r>
            <a:r>
              <a:rPr lang="en-AU" altLang="en-US" sz="3200" dirty="0">
                <a:ea typeface="Kalimati" panose="00000400000000000000" pitchFamily="2"/>
                <a:cs typeface="Kalimati" panose="00000400000000000000" pitchFamily="2"/>
              </a:rPr>
              <a:t>,</a:t>
            </a:r>
            <a:r>
              <a:rPr lang="ne-NP" altLang="en-US" sz="3200" dirty="0">
                <a:ea typeface="Kalimati" panose="00000400000000000000" pitchFamily="2"/>
                <a:cs typeface="Kalimati" panose="00000400000000000000" pitchFamily="2"/>
              </a:rPr>
              <a:t> पक्ष विपक्षको नाम थर वतन</a:t>
            </a:r>
            <a:r>
              <a:rPr lang="en-AU" altLang="en-US" sz="3200" dirty="0">
                <a:ea typeface="Kalimati" panose="00000400000000000000" pitchFamily="2"/>
                <a:cs typeface="Kalimati" panose="00000400000000000000" pitchFamily="2"/>
              </a:rPr>
              <a:t>,</a:t>
            </a:r>
            <a:r>
              <a:rPr lang="ne-NP" altLang="en-US" sz="3200" dirty="0">
                <a:ea typeface="Kalimati" panose="00000400000000000000" pitchFamily="2"/>
                <a:cs typeface="Kalimati" panose="00000400000000000000" pitchFamily="2"/>
              </a:rPr>
              <a:t> मिति</a:t>
            </a:r>
            <a:r>
              <a:rPr lang="en-AU" altLang="en-US" sz="3200" dirty="0">
                <a:ea typeface="Kalimati" panose="00000400000000000000" pitchFamily="2"/>
                <a:cs typeface="Kalimati" panose="00000400000000000000" pitchFamily="2"/>
              </a:rPr>
              <a:t>,</a:t>
            </a:r>
            <a:r>
              <a:rPr lang="ne-NP" altLang="en-US" sz="3200" dirty="0">
                <a:ea typeface="Kalimati" panose="00000400000000000000" pitchFamily="2"/>
                <a:cs typeface="Kalimati" panose="00000400000000000000" pitchFamily="2"/>
              </a:rPr>
              <a:t> कित्ता नं</a:t>
            </a:r>
            <a:r>
              <a:rPr lang="en-AU" altLang="en-US" sz="3200" dirty="0">
                <a:ea typeface="Kalimati" panose="00000400000000000000" pitchFamily="2"/>
                <a:cs typeface="Kalimati" panose="00000400000000000000" pitchFamily="2"/>
              </a:rPr>
              <a:t>.</a:t>
            </a:r>
            <a:r>
              <a:rPr lang="ne-NP" altLang="en-US" sz="3200" dirty="0">
                <a:ea typeface="Kalimati" panose="00000400000000000000" pitchFamily="2"/>
                <a:cs typeface="Kalimati" panose="00000400000000000000" pitchFamily="2"/>
              </a:rPr>
              <a:t> क्षेत्रफल आदि)।</a:t>
            </a:r>
            <a:endParaRPr lang="en-US" altLang="en-US" sz="3200" dirty="0">
              <a:ea typeface="Kalimati" panose="00000400000000000000" pitchFamily="2"/>
              <a:cs typeface="Kalimati" panose="00000400000000000000" pitchFamily="2"/>
            </a:endParaRPr>
          </a:p>
          <a:p>
            <a:pPr eaLnBrk="1" hangingPunct="1">
              <a:lnSpc>
                <a:spcPct val="90000"/>
              </a:lnSpc>
              <a:buFont typeface="Wingdings 2" panose="05020102010507070707" pitchFamily="18" charset="2"/>
              <a:buNone/>
            </a:pPr>
            <a:endParaRPr lang="en-US" sz="2400" dirty="0" smtClean="0">
              <a:ea typeface="Kalimati" panose="00000400000000000000" pitchFamily="2"/>
              <a:cs typeface="Mangal" panose="02040503050203030202" pitchFamily="18" charset="0"/>
            </a:endParaRPr>
          </a:p>
        </p:txBody>
      </p:sp>
    </p:spTree>
  </p:cSld>
  <p:clrMapOvr>
    <a:masterClrMapping/>
  </p:clrMapOvr>
  <p:transition>
    <p:checker dir="vert"/>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15962"/>
          </a:xfrm>
        </p:spPr>
        <p:txBody>
          <a:bodyPr/>
          <a:lstStyle/>
          <a:p>
            <a:r>
              <a:rPr lang="ne-NP" sz="3600" dirty="0" smtClean="0">
                <a:cs typeface="Kalimati" panose="00000400000000000000" pitchFamily="2"/>
              </a:rPr>
              <a:t>तपसिल खण्डसम्बन्धी अवधारणा</a:t>
            </a:r>
            <a:endParaRPr lang="en-US" sz="3600" dirty="0">
              <a:cs typeface="Kalimati" panose="00000400000000000000" pitchFamily="2"/>
            </a:endParaRPr>
          </a:p>
        </p:txBody>
      </p:sp>
      <p:sp>
        <p:nvSpPr>
          <p:cNvPr id="3" name="Content Placeholder 2"/>
          <p:cNvSpPr>
            <a:spLocks noGrp="1"/>
          </p:cNvSpPr>
          <p:nvPr>
            <p:ph sz="quarter" idx="1"/>
          </p:nvPr>
        </p:nvSpPr>
        <p:spPr>
          <a:xfrm>
            <a:off x="914400" y="990600"/>
            <a:ext cx="7772400" cy="5676900"/>
          </a:xfrm>
        </p:spPr>
        <p:txBody>
          <a:bodyPr/>
          <a:lstStyle/>
          <a:p>
            <a:r>
              <a:rPr lang="ne-NP" sz="2800" dirty="0" smtClean="0">
                <a:cs typeface="Kalimati" panose="00000400000000000000" pitchFamily="2"/>
              </a:rPr>
              <a:t>तपसिलको शाब्दिक अर्थ तल भन्‍ने लाग्छ।</a:t>
            </a:r>
          </a:p>
          <a:p>
            <a:r>
              <a:rPr lang="ne-NP" sz="2800" dirty="0" smtClean="0">
                <a:cs typeface="Kalimati" panose="00000400000000000000" pitchFamily="2"/>
              </a:rPr>
              <a:t>फैसलाको ठहर खण्डभन्दा तल रहेको खण्डलाई तपसिल खण्ड भनी बुझ्ने गरिएको छ। </a:t>
            </a:r>
          </a:p>
          <a:p>
            <a:r>
              <a:rPr lang="ne-NP" sz="2800" dirty="0" smtClean="0">
                <a:cs typeface="Kalimati" panose="00000400000000000000" pitchFamily="2"/>
              </a:rPr>
              <a:t>खासमा कार्यान्वयन खण्ड </a:t>
            </a:r>
            <a:r>
              <a:rPr lang="en-US" sz="3200" dirty="0" smtClean="0">
                <a:cs typeface="Kalimati" panose="00000400000000000000" pitchFamily="2"/>
              </a:rPr>
              <a:t>(Operative Part)</a:t>
            </a:r>
            <a:r>
              <a:rPr lang="ne-NP" sz="3200" dirty="0" smtClean="0">
                <a:cs typeface="Kalimati" panose="00000400000000000000" pitchFamily="2"/>
              </a:rPr>
              <a:t> </a:t>
            </a:r>
            <a:r>
              <a:rPr lang="ne-NP" sz="2800" dirty="0" smtClean="0">
                <a:cs typeface="Kalimati" panose="00000400000000000000" pitchFamily="2"/>
              </a:rPr>
              <a:t>भन्‍नुपर्ने हो। </a:t>
            </a:r>
          </a:p>
          <a:p>
            <a:r>
              <a:rPr lang="ne-NP" sz="2800" dirty="0" smtClean="0">
                <a:cs typeface="Kalimati" panose="00000400000000000000" pitchFamily="2"/>
              </a:rPr>
              <a:t>फैसला हुँदैमा पक्षले न्याय प्राप्‍त गर्दैन। </a:t>
            </a:r>
          </a:p>
          <a:p>
            <a:r>
              <a:rPr lang="ne-NP" sz="2800" dirty="0" smtClean="0">
                <a:cs typeface="Kalimati" panose="00000400000000000000" pitchFamily="2"/>
              </a:rPr>
              <a:t>न्यायको वास्तविक अनुभूति कार्यान्वयनबाट मात्र हुन्छ।</a:t>
            </a:r>
          </a:p>
          <a:p>
            <a:r>
              <a:rPr lang="ne-NP" sz="2800" dirty="0" smtClean="0">
                <a:cs typeface="Kalimati" panose="00000400000000000000" pitchFamily="2"/>
              </a:rPr>
              <a:t>कार्यान्वयन हुन नसक्ने फैसलाको अर्थ हुँदैन।</a:t>
            </a:r>
          </a:p>
          <a:p>
            <a:r>
              <a:rPr lang="ne-NP" sz="2800" dirty="0" smtClean="0">
                <a:cs typeface="Kalimati" panose="00000400000000000000" pitchFamily="2"/>
              </a:rPr>
              <a:t>ठहर </a:t>
            </a:r>
            <a:r>
              <a:rPr lang="ne-NP" sz="2800" dirty="0">
                <a:cs typeface="Kalimati" panose="00000400000000000000" pitchFamily="2"/>
              </a:rPr>
              <a:t>खण्डलाई कार्यान्वयन गर्ने तरिका वा विधि तपसिल खण्डमा उल्लेख गरिन्छ।</a:t>
            </a:r>
          </a:p>
          <a:p>
            <a:endParaRPr lang="en-US" sz="2800" dirty="0">
              <a:cs typeface="Kalimati" panose="00000400000000000000" pitchFamily="2"/>
            </a:endParaRPr>
          </a:p>
        </p:txBody>
      </p:sp>
      <p:sp>
        <p:nvSpPr>
          <p:cNvPr id="4" name="Slide Number Placeholder 3"/>
          <p:cNvSpPr>
            <a:spLocks noGrp="1"/>
          </p:cNvSpPr>
          <p:nvPr>
            <p:ph type="sldNum" sz="quarter" idx="12"/>
          </p:nvPr>
        </p:nvSpPr>
        <p:spPr/>
        <p:txBody>
          <a:bodyPr/>
          <a:lstStyle/>
          <a:p>
            <a:pPr>
              <a:defRPr/>
            </a:pPr>
            <a:fld id="{352CD03B-0ED2-40B1-AE21-7930EA0DE962}" type="slidenum">
              <a:rPr lang="en-US" smtClean="0"/>
              <a:pPr>
                <a:defRPr/>
              </a:pPr>
              <a:t>37</a:t>
            </a:fld>
            <a:endParaRPr lang="en-US"/>
          </a:p>
        </p:txBody>
      </p:sp>
    </p:spTree>
    <p:extLst>
      <p:ext uri="{BB962C8B-B14F-4D97-AF65-F5344CB8AC3E}">
        <p14:creationId xmlns:p14="http://schemas.microsoft.com/office/powerpoint/2010/main" val="4204683167"/>
      </p:ext>
    </p:extLst>
  </p:cSld>
  <p:clrMapOvr>
    <a:masterClrMapping/>
  </p:clrMapOvr>
  <p:transition>
    <p:checker dir="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46050" y="76200"/>
            <a:ext cx="8769350" cy="6591300"/>
          </a:xfrm>
        </p:spPr>
        <p:txBody>
          <a:bodyPr/>
          <a:lstStyle/>
          <a:p>
            <a:endParaRPr lang="ne-NP" sz="2800" dirty="0" smtClean="0">
              <a:cs typeface="Kalimati" panose="00000400000000000000" pitchFamily="2"/>
            </a:endParaRPr>
          </a:p>
          <a:p>
            <a:r>
              <a:rPr lang="ne-NP" sz="2800" dirty="0" smtClean="0">
                <a:cs typeface="Kalimati" panose="00000400000000000000" pitchFamily="2"/>
              </a:rPr>
              <a:t>तपसिल खण्ड ठहर खण्डबमोजिम हुनुपर्छ।</a:t>
            </a:r>
          </a:p>
          <a:p>
            <a:r>
              <a:rPr lang="ne-NP" sz="2800" dirty="0" smtClean="0">
                <a:cs typeface="Kalimati" panose="00000400000000000000" pitchFamily="2"/>
              </a:rPr>
              <a:t>ठहर र तपसिल खण्ड बाझिएमा ठहर खण्ड कायम हुन्छ।</a:t>
            </a:r>
          </a:p>
          <a:p>
            <a:r>
              <a:rPr lang="ne-NP" sz="2800" dirty="0" smtClean="0">
                <a:cs typeface="Kalimati" panose="00000400000000000000" pitchFamily="2"/>
              </a:rPr>
              <a:t>फैसला कार्यान्वयनकोलागि साबिकमा मुद्दा अन्तिम भएपछि पक्षले निवेदन दिने ब्यवस्था थियो।</a:t>
            </a:r>
          </a:p>
          <a:p>
            <a:r>
              <a:rPr lang="ne-NP" sz="2800" dirty="0" smtClean="0">
                <a:cs typeface="Kalimati" panose="00000400000000000000" pitchFamily="2"/>
              </a:rPr>
              <a:t>हाल प्रचलित संहिताले अदालत आफैंले लगत राखी फैसला कार्यान्वयन गर्नुपर्ने ब्यवस्था गरेको छ। </a:t>
            </a:r>
          </a:p>
          <a:p>
            <a:r>
              <a:rPr lang="ne-NP" sz="2800" dirty="0" smtClean="0">
                <a:cs typeface="Kalimati" panose="00000400000000000000" pitchFamily="2"/>
              </a:rPr>
              <a:t>पक्षलाई फैसला हुँदाकै दिन तहसिलको तारेख तोक्नु पर्ने नयाँ ब्यवस्था भएको छ।</a:t>
            </a:r>
          </a:p>
          <a:p>
            <a:r>
              <a:rPr lang="ne-NP" sz="2800" dirty="0" smtClean="0">
                <a:cs typeface="Kalimati" panose="00000400000000000000" pitchFamily="2"/>
              </a:rPr>
              <a:t>अदालतको फैसला कसले कार्यान्वयन गर्ने भन्‍ने विषयमा मतमतान्तर रहेको छ। </a:t>
            </a:r>
          </a:p>
          <a:p>
            <a:r>
              <a:rPr lang="ne-NP" sz="2800" dirty="0" smtClean="0">
                <a:cs typeface="Kalimati" panose="00000400000000000000" pitchFamily="2"/>
              </a:rPr>
              <a:t>फैसला कार्यान्वयनकालागि निर्देशनालय स्थापना भएको छ।</a:t>
            </a:r>
          </a:p>
          <a:p>
            <a:r>
              <a:rPr lang="ne-NP" sz="2800" dirty="0" smtClean="0">
                <a:cs typeface="Kalimati" panose="00000400000000000000" pitchFamily="2"/>
              </a:rPr>
              <a:t>रणनीतिक योजनाले सम्बोधन गरेकोछ। </a:t>
            </a:r>
          </a:p>
          <a:p>
            <a:endParaRPr lang="en-US" dirty="0"/>
          </a:p>
        </p:txBody>
      </p:sp>
      <p:sp>
        <p:nvSpPr>
          <p:cNvPr id="4" name="Slide Number Placeholder 3"/>
          <p:cNvSpPr>
            <a:spLocks noGrp="1"/>
          </p:cNvSpPr>
          <p:nvPr>
            <p:ph type="sldNum" sz="quarter" idx="12"/>
          </p:nvPr>
        </p:nvSpPr>
        <p:spPr/>
        <p:txBody>
          <a:bodyPr/>
          <a:lstStyle/>
          <a:p>
            <a:pPr>
              <a:defRPr/>
            </a:pPr>
            <a:fld id="{352CD03B-0ED2-40B1-AE21-7930EA0DE962}" type="slidenum">
              <a:rPr lang="en-US" smtClean="0"/>
              <a:pPr>
                <a:defRPr/>
              </a:pPr>
              <a:t>38</a:t>
            </a:fld>
            <a:endParaRPr lang="en-US"/>
          </a:p>
        </p:txBody>
      </p:sp>
    </p:spTree>
    <p:extLst>
      <p:ext uri="{BB962C8B-B14F-4D97-AF65-F5344CB8AC3E}">
        <p14:creationId xmlns:p14="http://schemas.microsoft.com/office/powerpoint/2010/main" val="2316032378"/>
      </p:ext>
    </p:extLst>
  </p:cSld>
  <p:clrMapOvr>
    <a:masterClrMapping/>
  </p:clrMapOvr>
  <p:transition>
    <p:checker dir="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28600"/>
            <a:ext cx="7772400" cy="1189038"/>
          </a:xfrm>
        </p:spPr>
        <p:txBody>
          <a:bodyPr/>
          <a:lstStyle/>
          <a:p>
            <a:r>
              <a:rPr lang="ne-NP" sz="3600" dirty="0" smtClean="0">
                <a:cs typeface="Kalimati" pitchFamily="2"/>
              </a:rPr>
              <a:t>कानूनी व्यवस्था</a:t>
            </a:r>
            <a:endParaRPr lang="en-US" sz="3600" dirty="0">
              <a:cs typeface="Kalimati" pitchFamily="2"/>
            </a:endParaRPr>
          </a:p>
        </p:txBody>
      </p:sp>
      <p:sp>
        <p:nvSpPr>
          <p:cNvPr id="3" name="Content Placeholder 2"/>
          <p:cNvSpPr>
            <a:spLocks noGrp="1"/>
          </p:cNvSpPr>
          <p:nvPr>
            <p:ph idx="1"/>
          </p:nvPr>
        </p:nvSpPr>
        <p:spPr>
          <a:xfrm>
            <a:off x="228600" y="1447800"/>
            <a:ext cx="8686800" cy="5029200"/>
          </a:xfrm>
        </p:spPr>
        <p:txBody>
          <a:bodyPr/>
          <a:lstStyle/>
          <a:p>
            <a:pPr algn="ctr">
              <a:buNone/>
            </a:pPr>
            <a:r>
              <a:rPr lang="ne-NP" sz="2800" b="1" dirty="0" smtClean="0">
                <a:solidFill>
                  <a:srgbClr val="00B050"/>
                </a:solidFill>
                <a:cs typeface="Kalimati" pitchFamily="2"/>
              </a:rPr>
              <a:t>मुलुकी देवानी कार्यविधि संहिता,२०७४ को परिच्छेद-२२ </a:t>
            </a:r>
            <a:r>
              <a:rPr lang="ne-NP" sz="2800" b="1" u="sng" dirty="0" smtClean="0">
                <a:solidFill>
                  <a:srgbClr val="00B050"/>
                </a:solidFill>
                <a:cs typeface="Kalimati" pitchFamily="2"/>
              </a:rPr>
              <a:t>दफा २२९ देखि २५३</a:t>
            </a:r>
          </a:p>
          <a:p>
            <a:pPr>
              <a:buNone/>
            </a:pPr>
            <a:r>
              <a:rPr lang="ne-NP" sz="3200" b="1" dirty="0" smtClean="0">
                <a:cs typeface="Kalimati" pitchFamily="2"/>
              </a:rPr>
              <a:t>दफा २२९- लगत तयार गर्ने</a:t>
            </a:r>
          </a:p>
          <a:p>
            <a:pPr>
              <a:buNone/>
            </a:pPr>
            <a:r>
              <a:rPr lang="ne-NP" sz="3200" b="1" dirty="0" smtClean="0">
                <a:cs typeface="Kalimati" pitchFamily="2"/>
              </a:rPr>
              <a:t>२३०- सम्बन्धित जिल्ला अदालतले गर्ने</a:t>
            </a:r>
          </a:p>
          <a:p>
            <a:pPr>
              <a:buNone/>
            </a:pPr>
            <a:r>
              <a:rPr lang="ne-NP" sz="3200" b="1" dirty="0" smtClean="0">
                <a:cs typeface="Kalimati" pitchFamily="2"/>
              </a:rPr>
              <a:t>२३१- फैसला कार्यान्वयन स्थगित गर्ने</a:t>
            </a:r>
          </a:p>
          <a:p>
            <a:pPr>
              <a:buNone/>
            </a:pPr>
            <a:r>
              <a:rPr lang="ne-NP" sz="3200" b="1" dirty="0" smtClean="0">
                <a:cs typeface="Kalimati" pitchFamily="2"/>
              </a:rPr>
              <a:t>२३२-फैसला वा मिलापत्र कार्यान्वयन गर्न बाधा नपर्ने</a:t>
            </a:r>
          </a:p>
          <a:p>
            <a:pPr>
              <a:buNone/>
            </a:pPr>
            <a:r>
              <a:rPr lang="ne-NP" sz="3200" b="1" dirty="0" smtClean="0">
                <a:cs typeface="Kalimati" pitchFamily="2"/>
              </a:rPr>
              <a:t>२३३- वारिस राख्‍न सक्‍ने</a:t>
            </a:r>
          </a:p>
          <a:p>
            <a:pPr>
              <a:buNone/>
            </a:pPr>
            <a:r>
              <a:rPr lang="ne-NP" sz="3200" b="1" dirty="0" smtClean="0">
                <a:cs typeface="Kalimati" pitchFamily="2"/>
              </a:rPr>
              <a:t>२३४- मिलापत्र वा मेलमिलापलाई मौका दिनुपर्ने</a:t>
            </a:r>
          </a:p>
          <a:p>
            <a:pPr>
              <a:buNone/>
            </a:pPr>
            <a:r>
              <a:rPr lang="ne-NP" sz="3200" b="1" dirty="0" smtClean="0">
                <a:cs typeface="Kalimati" pitchFamily="2"/>
              </a:rPr>
              <a:t>२३५- पक्षहरुलाई तारेखमा राख्‍नुपर्ने</a:t>
            </a:r>
            <a:endParaRPr lang="en-US" sz="3200" dirty="0" smtClean="0">
              <a:cs typeface="Kalimati" pitchFamily="2"/>
            </a:endParaRPr>
          </a:p>
          <a:p>
            <a:pPr marL="0" lvl="0" indent="0">
              <a:buNone/>
            </a:pPr>
            <a:endParaRPr lang="en-US" dirty="0" smtClean="0">
              <a:latin typeface="Preeti" pitchFamily="2" charset="0"/>
            </a:endParaRPr>
          </a:p>
          <a:p>
            <a:pPr>
              <a:buNone/>
            </a:pPr>
            <a:endParaRPr lang="en-US" dirty="0" smtClean="0">
              <a:latin typeface="Preeti" pitchFamily="2" charset="0"/>
            </a:endParaRPr>
          </a:p>
          <a:p>
            <a:pPr>
              <a:buNone/>
            </a:pPr>
            <a:endParaRPr lang="en-US" dirty="0">
              <a:latin typeface="Preeti" pitchFamily="2" charset="0"/>
            </a:endParaRPr>
          </a:p>
        </p:txBody>
      </p:sp>
    </p:spTree>
    <p:extLst>
      <p:ext uri="{BB962C8B-B14F-4D97-AF65-F5344CB8AC3E}">
        <p14:creationId xmlns:p14="http://schemas.microsoft.com/office/powerpoint/2010/main" val="236145700"/>
      </p:ext>
    </p:extLst>
  </p:cSld>
  <p:clrMapOvr>
    <a:masterClrMapping/>
  </p:clrMapOvr>
  <p:transition>
    <p:checker dir="vert"/>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228600"/>
            <a:ext cx="8382000" cy="6324600"/>
          </a:xfrm>
        </p:spPr>
        <p:txBody>
          <a:bodyPr/>
          <a:lstStyle/>
          <a:p>
            <a:pPr marL="0" indent="0">
              <a:buNone/>
            </a:pPr>
            <a:r>
              <a:rPr lang="ne-NP" sz="3200" dirty="0" smtClean="0">
                <a:cs typeface="Kalimati" panose="00000400000000000000" pitchFamily="2"/>
              </a:rPr>
              <a:t>२३६- थप दस्तुर लिई फैसला कार्यान्वयन गर्ने</a:t>
            </a:r>
          </a:p>
          <a:p>
            <a:pPr marL="0" indent="0">
              <a:buNone/>
            </a:pPr>
            <a:r>
              <a:rPr lang="ne-NP" sz="3200" dirty="0" smtClean="0">
                <a:cs typeface="Kalimati" panose="00000400000000000000" pitchFamily="2"/>
              </a:rPr>
              <a:t>२३७- मुद्दा सकार वा गुज्रेको तारेख थमाउने</a:t>
            </a:r>
          </a:p>
          <a:p>
            <a:pPr marL="0" indent="0">
              <a:buNone/>
            </a:pPr>
            <a:r>
              <a:rPr lang="ne-NP" sz="3200" dirty="0" smtClean="0">
                <a:cs typeface="Kalimati" panose="00000400000000000000" pitchFamily="2"/>
              </a:rPr>
              <a:t>२३८- चलन चलाउने कार्यविधि</a:t>
            </a:r>
          </a:p>
          <a:p>
            <a:pPr marL="0" indent="0">
              <a:buNone/>
            </a:pPr>
            <a:r>
              <a:rPr lang="ne-NP" sz="3200" dirty="0" smtClean="0">
                <a:cs typeface="Kalimati" panose="00000400000000000000" pitchFamily="2"/>
              </a:rPr>
              <a:t>२३९- दाखिल, खारेज, नामसारी गर्ने कार्यविधि </a:t>
            </a:r>
          </a:p>
          <a:p>
            <a:pPr marL="0" indent="0">
              <a:buNone/>
            </a:pPr>
            <a:r>
              <a:rPr lang="ne-NP" sz="3200" dirty="0" smtClean="0">
                <a:cs typeface="Kalimati" panose="00000400000000000000" pitchFamily="2"/>
              </a:rPr>
              <a:t>२४०- निखन्‍ने सम्बन्धी कार्यविध</a:t>
            </a:r>
          </a:p>
          <a:p>
            <a:pPr marL="0" indent="0">
              <a:buNone/>
            </a:pPr>
            <a:r>
              <a:rPr lang="ne-NP" sz="3200" dirty="0" smtClean="0">
                <a:cs typeface="Kalimati" panose="00000400000000000000" pitchFamily="2"/>
              </a:rPr>
              <a:t>२४१- अंश छुट्याउने कार्यविधि</a:t>
            </a:r>
          </a:p>
          <a:p>
            <a:pPr marL="0" indent="0">
              <a:buNone/>
            </a:pPr>
            <a:r>
              <a:rPr lang="ne-NP" sz="3200" dirty="0" smtClean="0">
                <a:cs typeface="Kalimati" panose="00000400000000000000" pitchFamily="2"/>
              </a:rPr>
              <a:t>२४२- विगो भराउने कार्यविधि</a:t>
            </a:r>
          </a:p>
          <a:p>
            <a:pPr marL="0" indent="0">
              <a:buNone/>
            </a:pPr>
            <a:r>
              <a:rPr lang="ne-NP" sz="3200" dirty="0" smtClean="0">
                <a:cs typeface="Kalimati" panose="00000400000000000000" pitchFamily="2"/>
              </a:rPr>
              <a:t>२४३- जायजात हुने सम्पत्ति</a:t>
            </a:r>
          </a:p>
          <a:p>
            <a:pPr marL="0" indent="0">
              <a:buNone/>
            </a:pPr>
            <a:r>
              <a:rPr lang="ne-NP" sz="3200" dirty="0" smtClean="0">
                <a:cs typeface="Kalimati" panose="00000400000000000000" pitchFamily="2"/>
              </a:rPr>
              <a:t>२४४- विगो वा जरिवाना वापत कैद गर्ने</a:t>
            </a:r>
          </a:p>
          <a:p>
            <a:pPr marL="0" indent="0">
              <a:buNone/>
            </a:pPr>
            <a:r>
              <a:rPr lang="ne-NP" sz="3200" dirty="0" smtClean="0">
                <a:cs typeface="Kalimati" panose="00000400000000000000" pitchFamily="2"/>
              </a:rPr>
              <a:t>२४५- विगो असूल गर्ने ब्यक्तिको मृत्यु भएमा</a:t>
            </a:r>
          </a:p>
          <a:p>
            <a:pPr marL="0" indent="0">
              <a:buNone/>
            </a:pPr>
            <a:r>
              <a:rPr lang="ne-NP" sz="3200" dirty="0" smtClean="0">
                <a:cs typeface="Kalimati" panose="00000400000000000000" pitchFamily="2"/>
              </a:rPr>
              <a:t>२४६- जरिवाना छुट हुने</a:t>
            </a:r>
          </a:p>
          <a:p>
            <a:pPr marL="0" indent="0">
              <a:buNone/>
            </a:pPr>
            <a:endParaRPr lang="en-US" sz="3200" dirty="0">
              <a:cs typeface="Kalimati" panose="00000400000000000000" pitchFamily="2"/>
            </a:endParaRPr>
          </a:p>
        </p:txBody>
      </p:sp>
      <p:sp>
        <p:nvSpPr>
          <p:cNvPr id="4" name="Slide Number Placeholder 3"/>
          <p:cNvSpPr>
            <a:spLocks noGrp="1"/>
          </p:cNvSpPr>
          <p:nvPr>
            <p:ph type="sldNum" sz="quarter" idx="12"/>
          </p:nvPr>
        </p:nvSpPr>
        <p:spPr/>
        <p:txBody>
          <a:bodyPr/>
          <a:lstStyle/>
          <a:p>
            <a:pPr>
              <a:defRPr/>
            </a:pPr>
            <a:fld id="{352CD03B-0ED2-40B1-AE21-7930EA0DE962}" type="slidenum">
              <a:rPr lang="en-US" smtClean="0"/>
              <a:pPr>
                <a:defRPr/>
              </a:pPr>
              <a:t>40</a:t>
            </a:fld>
            <a:endParaRPr lang="en-US"/>
          </a:p>
        </p:txBody>
      </p:sp>
    </p:spTree>
    <p:extLst>
      <p:ext uri="{BB962C8B-B14F-4D97-AF65-F5344CB8AC3E}">
        <p14:creationId xmlns:p14="http://schemas.microsoft.com/office/powerpoint/2010/main" val="1690475535"/>
      </p:ext>
    </p:extLst>
  </p:cSld>
  <p:clrMapOvr>
    <a:masterClrMapping/>
  </p:clrMapOvr>
  <p:transition>
    <p:checker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304800"/>
            <a:ext cx="8382000" cy="6248400"/>
          </a:xfrm>
        </p:spPr>
        <p:txBody>
          <a:bodyPr/>
          <a:lstStyle/>
          <a:p>
            <a:r>
              <a:rPr lang="ne-NP" sz="3200" dirty="0" smtClean="0">
                <a:cs typeface="Kalimati" panose="00000400000000000000" pitchFamily="2"/>
              </a:rPr>
              <a:t>२४७- मिलापत्रको कार्यान्वयन</a:t>
            </a:r>
          </a:p>
          <a:p>
            <a:r>
              <a:rPr lang="ne-NP" sz="3200" dirty="0" smtClean="0">
                <a:cs typeface="Kalimati" panose="00000400000000000000" pitchFamily="2"/>
              </a:rPr>
              <a:t>२४८- अदालती शुल्कसमेत फिर्ता लिने अवधि</a:t>
            </a:r>
          </a:p>
          <a:p>
            <a:r>
              <a:rPr lang="ne-NP" sz="3200" dirty="0" smtClean="0">
                <a:cs typeface="Kalimati" panose="00000400000000000000" pitchFamily="2"/>
              </a:rPr>
              <a:t>२४९- फैसला कार्यान्वयन वापतको दस्तुर</a:t>
            </a:r>
          </a:p>
          <a:p>
            <a:r>
              <a:rPr lang="ne-NP" sz="3200" dirty="0" smtClean="0">
                <a:cs typeface="Kalimati" panose="00000400000000000000" pitchFamily="2"/>
              </a:rPr>
              <a:t>२५०- उजूर गर्न सक्ने</a:t>
            </a:r>
          </a:p>
          <a:p>
            <a:r>
              <a:rPr lang="ne-NP" sz="3200" dirty="0" smtClean="0">
                <a:cs typeface="Kalimati" panose="00000400000000000000" pitchFamily="2"/>
              </a:rPr>
              <a:t>२५१- प्रतिनिधि नभएको कारणले काम कारवाही 	   बदर नहुने</a:t>
            </a:r>
          </a:p>
          <a:p>
            <a:r>
              <a:rPr lang="ne-NP" sz="3200" dirty="0" smtClean="0">
                <a:cs typeface="Kalimati" panose="00000400000000000000" pitchFamily="2"/>
              </a:rPr>
              <a:t>२५२- अवहेलनामा कारवाही चलाउन वा सजाय  	   गर्न सक्ने</a:t>
            </a:r>
            <a:endParaRPr lang="ne-NP" sz="3200" dirty="0">
              <a:cs typeface="Kalimati" panose="00000400000000000000" pitchFamily="2"/>
            </a:endParaRPr>
          </a:p>
          <a:p>
            <a:r>
              <a:rPr lang="ne-NP" sz="3200" dirty="0" smtClean="0">
                <a:cs typeface="Kalimati" panose="00000400000000000000" pitchFamily="2"/>
              </a:rPr>
              <a:t>२५३- कर्मचारीले प्रोत्‍साहन रकम पाउने।</a:t>
            </a:r>
            <a:endParaRPr lang="en-US" sz="3200" dirty="0">
              <a:cs typeface="Kalimati" panose="00000400000000000000" pitchFamily="2"/>
            </a:endParaRPr>
          </a:p>
        </p:txBody>
      </p:sp>
      <p:sp>
        <p:nvSpPr>
          <p:cNvPr id="4" name="Slide Number Placeholder 3"/>
          <p:cNvSpPr>
            <a:spLocks noGrp="1"/>
          </p:cNvSpPr>
          <p:nvPr>
            <p:ph type="sldNum" sz="quarter" idx="12"/>
          </p:nvPr>
        </p:nvSpPr>
        <p:spPr/>
        <p:txBody>
          <a:bodyPr/>
          <a:lstStyle/>
          <a:p>
            <a:pPr>
              <a:defRPr/>
            </a:pPr>
            <a:fld id="{352CD03B-0ED2-40B1-AE21-7930EA0DE962}" type="slidenum">
              <a:rPr lang="en-US" smtClean="0"/>
              <a:pPr>
                <a:defRPr/>
              </a:pPr>
              <a:t>41</a:t>
            </a:fld>
            <a:endParaRPr lang="en-US"/>
          </a:p>
        </p:txBody>
      </p:sp>
    </p:spTree>
    <p:extLst>
      <p:ext uri="{BB962C8B-B14F-4D97-AF65-F5344CB8AC3E}">
        <p14:creationId xmlns:p14="http://schemas.microsoft.com/office/powerpoint/2010/main" val="204955924"/>
      </p:ext>
    </p:extLst>
  </p:cSld>
  <p:clrMapOvr>
    <a:masterClrMapping/>
  </p:clrMapOvr>
  <p:transition>
    <p:checker dir="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1096962"/>
          </a:xfrm>
        </p:spPr>
        <p:txBody>
          <a:bodyPr/>
          <a:lstStyle/>
          <a:p>
            <a:r>
              <a:rPr lang="ne-NP" sz="3200" dirty="0" smtClean="0">
                <a:cs typeface="Kalimati" panose="00000400000000000000" pitchFamily="2"/>
              </a:rPr>
              <a:t>देवानी मुद्दाको कार्यान्वयनका मुख्य क्षेत्रहरु</a:t>
            </a:r>
            <a:endParaRPr lang="en-US" sz="3200" dirty="0">
              <a:cs typeface="Kalimati" panose="00000400000000000000" pitchFamily="2"/>
            </a:endParaRPr>
          </a:p>
        </p:txBody>
      </p:sp>
      <p:sp>
        <p:nvSpPr>
          <p:cNvPr id="3" name="Content Placeholder 2"/>
          <p:cNvSpPr>
            <a:spLocks noGrp="1"/>
          </p:cNvSpPr>
          <p:nvPr>
            <p:ph sz="quarter" idx="1"/>
          </p:nvPr>
        </p:nvSpPr>
        <p:spPr>
          <a:xfrm>
            <a:off x="914400" y="1524000"/>
            <a:ext cx="7772400" cy="4876800"/>
          </a:xfrm>
        </p:spPr>
        <p:txBody>
          <a:bodyPr/>
          <a:lstStyle/>
          <a:p>
            <a:endParaRPr lang="ne-NP" sz="3200" dirty="0" smtClean="0">
              <a:cs typeface="Kalimati" panose="00000400000000000000" pitchFamily="2"/>
            </a:endParaRPr>
          </a:p>
          <a:p>
            <a:r>
              <a:rPr lang="ne-NP" sz="3200" dirty="0" smtClean="0">
                <a:cs typeface="Kalimati" panose="00000400000000000000" pitchFamily="2"/>
              </a:rPr>
              <a:t>विगो </a:t>
            </a:r>
            <a:r>
              <a:rPr lang="ne-NP" sz="3200" dirty="0">
                <a:cs typeface="Kalimati" panose="00000400000000000000" pitchFamily="2"/>
              </a:rPr>
              <a:t>भराउने</a:t>
            </a:r>
          </a:p>
          <a:p>
            <a:r>
              <a:rPr lang="ne-NP" sz="3200" dirty="0" smtClean="0">
                <a:cs typeface="Kalimati" panose="00000400000000000000" pitchFamily="2"/>
              </a:rPr>
              <a:t>चलन चलाउने</a:t>
            </a:r>
          </a:p>
          <a:p>
            <a:r>
              <a:rPr lang="ne-NP" sz="3200" dirty="0" smtClean="0">
                <a:cs typeface="Kalimati" panose="00000400000000000000" pitchFamily="2"/>
              </a:rPr>
              <a:t>दाखिल, खारेज र नामसारी गराउने</a:t>
            </a:r>
            <a:endParaRPr lang="ne-NP" sz="3200" dirty="0">
              <a:cs typeface="Kalimati" panose="00000400000000000000" pitchFamily="2"/>
            </a:endParaRPr>
          </a:p>
          <a:p>
            <a:r>
              <a:rPr lang="ne-NP" sz="3200" dirty="0" smtClean="0">
                <a:cs typeface="Kalimati" panose="00000400000000000000" pitchFamily="2"/>
              </a:rPr>
              <a:t>निखनाई दिने</a:t>
            </a:r>
          </a:p>
          <a:p>
            <a:r>
              <a:rPr lang="ne-NP" sz="3200" dirty="0" smtClean="0">
                <a:cs typeface="Kalimati" panose="00000400000000000000" pitchFamily="2"/>
              </a:rPr>
              <a:t>अंशबण्डा गरी दिने</a:t>
            </a:r>
          </a:p>
          <a:p>
            <a:r>
              <a:rPr lang="ne-NP" sz="3200" dirty="0" smtClean="0">
                <a:cs typeface="Kalimati" panose="00000400000000000000" pitchFamily="2"/>
              </a:rPr>
              <a:t>जरिवाना असूल गर्ने</a:t>
            </a:r>
          </a:p>
          <a:p>
            <a:r>
              <a:rPr lang="ne-NP" sz="3200" dirty="0" smtClean="0">
                <a:cs typeface="Kalimati" panose="00000400000000000000" pitchFamily="2"/>
              </a:rPr>
              <a:t>अदालती शुल्क भराई दिने</a:t>
            </a:r>
          </a:p>
          <a:p>
            <a:endParaRPr lang="en-US" sz="3200" dirty="0">
              <a:cs typeface="Kalimati" panose="00000400000000000000" pitchFamily="2"/>
            </a:endParaRPr>
          </a:p>
        </p:txBody>
      </p:sp>
      <p:sp>
        <p:nvSpPr>
          <p:cNvPr id="4" name="Slide Number Placeholder 3"/>
          <p:cNvSpPr>
            <a:spLocks noGrp="1"/>
          </p:cNvSpPr>
          <p:nvPr>
            <p:ph type="sldNum" sz="quarter" idx="12"/>
          </p:nvPr>
        </p:nvSpPr>
        <p:spPr/>
        <p:txBody>
          <a:bodyPr/>
          <a:lstStyle/>
          <a:p>
            <a:pPr>
              <a:defRPr/>
            </a:pPr>
            <a:fld id="{352CD03B-0ED2-40B1-AE21-7930EA0DE962}" type="slidenum">
              <a:rPr lang="en-US" smtClean="0"/>
              <a:pPr>
                <a:defRPr/>
              </a:pPr>
              <a:t>42</a:t>
            </a:fld>
            <a:endParaRPr lang="en-US"/>
          </a:p>
        </p:txBody>
      </p:sp>
    </p:spTree>
    <p:extLst>
      <p:ext uri="{BB962C8B-B14F-4D97-AF65-F5344CB8AC3E}">
        <p14:creationId xmlns:p14="http://schemas.microsoft.com/office/powerpoint/2010/main" val="4049966156"/>
      </p:ext>
    </p:extLst>
  </p:cSld>
  <p:clrMapOvr>
    <a:masterClrMapping/>
  </p:clrMapOvr>
  <p:transition>
    <p:checker dir="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Slide Number Placeholder 3"/>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BE36A6F-D377-423F-AEDF-CF68D5B15171}" type="slidenum">
              <a:rPr lang="en-US" sz="1400" smtClean="0">
                <a:solidFill>
                  <a:srgbClr val="FFFFFF"/>
                </a:solidFill>
                <a:latin typeface="Franklin Gothic Book" panose="020B0503020102020204" pitchFamily="34" charset="0"/>
              </a:rPr>
              <a:pPr>
                <a:spcBef>
                  <a:spcPct val="0"/>
                </a:spcBef>
                <a:buClrTx/>
                <a:buSzTx/>
                <a:buFontTx/>
                <a:buNone/>
              </a:pPr>
              <a:t>43</a:t>
            </a:fld>
            <a:endParaRPr lang="en-US" sz="1400" smtClean="0">
              <a:solidFill>
                <a:srgbClr val="FFFFFF"/>
              </a:solidFill>
              <a:latin typeface="Franklin Gothic Book" panose="020B0503020102020204" pitchFamily="34" charset="0"/>
            </a:endParaRPr>
          </a:p>
        </p:txBody>
      </p:sp>
      <p:sp>
        <p:nvSpPr>
          <p:cNvPr id="2" name="Rectangle 3"/>
          <p:cNvSpPr>
            <a:spLocks noGrp="1" noChangeArrowheads="1"/>
          </p:cNvSpPr>
          <p:nvPr>
            <p:ph sz="quarter" idx="1"/>
          </p:nvPr>
        </p:nvSpPr>
        <p:spPr>
          <a:xfrm>
            <a:off x="146050" y="228600"/>
            <a:ext cx="8845550" cy="6248400"/>
          </a:xfrm>
        </p:spPr>
        <p:txBody>
          <a:bodyPr>
            <a:normAutofit/>
          </a:bodyPr>
          <a:lstStyle/>
          <a:p>
            <a:pPr marL="0" indent="0" eaLnBrk="1" fontAlgn="auto" hangingPunct="1">
              <a:spcBef>
                <a:spcPts val="580"/>
              </a:spcBef>
              <a:spcAft>
                <a:spcPts val="0"/>
              </a:spcAft>
              <a:buClr>
                <a:schemeClr val="accent3"/>
              </a:buClr>
              <a:buNone/>
              <a:defRPr/>
            </a:pPr>
            <a:r>
              <a:rPr lang="ne-NP" sz="3500" u="sng" dirty="0" smtClean="0">
                <a:cs typeface="Kalimati" panose="00000400000000000000" pitchFamily="2"/>
              </a:rPr>
              <a:t>लेनदेन</a:t>
            </a:r>
          </a:p>
          <a:p>
            <a:pPr marL="0" indent="0" algn="just" eaLnBrk="1" fontAlgn="auto" hangingPunct="1">
              <a:spcBef>
                <a:spcPts val="580"/>
              </a:spcBef>
              <a:spcAft>
                <a:spcPts val="0"/>
              </a:spcAft>
              <a:buClr>
                <a:schemeClr val="accent3"/>
              </a:buClr>
              <a:buNone/>
              <a:defRPr/>
            </a:pPr>
            <a:r>
              <a:rPr lang="ne-NP" sz="3500" dirty="0" smtClean="0">
                <a:cs typeface="Kalimati" panose="00000400000000000000" pitchFamily="2"/>
              </a:rPr>
              <a:t>माथि </a:t>
            </a:r>
            <a:r>
              <a:rPr lang="ne-NP" sz="3500" dirty="0">
                <a:cs typeface="Kalimati" panose="00000400000000000000" pitchFamily="2"/>
              </a:rPr>
              <a:t>ठहर खण्डमा लेखिए बमोजिम वादीले प्रतिवादीबाट साँवा रु.13,00,०००</a:t>
            </a:r>
            <a:r>
              <a:rPr lang="ne-NP" sz="3500" dirty="0" smtClean="0">
                <a:cs typeface="Kalimati" panose="00000400000000000000" pitchFamily="2"/>
              </a:rPr>
              <a:t>।- (</a:t>
            </a:r>
            <a:r>
              <a:rPr lang="ne-NP" sz="3500" dirty="0">
                <a:cs typeface="Kalimati" panose="00000400000000000000" pitchFamily="2"/>
              </a:rPr>
              <a:t>तेह्र लाख रुपैयाँ) र सोको लिखत भएको मितिदेखि भरी भराउ हुँदासम्मको कानूनबमोजिमको १०% व्याजसमेत भरी पाउने ठहर भएकोले प्रतिवादीको यसै सरहदको जेथा </a:t>
            </a:r>
            <a:r>
              <a:rPr lang="ne-NP" sz="3500" dirty="0" smtClean="0">
                <a:cs typeface="Kalimati" panose="00000400000000000000" pitchFamily="2"/>
              </a:rPr>
              <a:t>देखाई विगो भराई पाऊँ भनी दरखास्त दिएमा </a:t>
            </a:r>
            <a:r>
              <a:rPr lang="ne-NP" sz="3500" dirty="0">
                <a:cs typeface="Kalimati" panose="00000400000000000000" pitchFamily="2"/>
              </a:rPr>
              <a:t>फिराद मितिदेखिको हुने ब्याजको नपुग अदालती शुल्क लिई प्रतिवादीबाट वादीलाई उक्त साँवा व्याज रकम भराई दिनू भनी बादीलाई तहसिल शाखामा लेखी </a:t>
            </a:r>
            <a:r>
              <a:rPr lang="ne-NP" sz="3500" dirty="0" smtClean="0">
                <a:cs typeface="Kalimati" panose="00000400000000000000" pitchFamily="2"/>
              </a:rPr>
              <a:t>पठाउनू....................</a:t>
            </a:r>
            <a:r>
              <a:rPr lang="ne-NP" sz="3500" dirty="0">
                <a:cs typeface="Kalimati" panose="00000400000000000000" pitchFamily="2"/>
              </a:rPr>
              <a:t>१</a:t>
            </a:r>
            <a:endParaRPr lang="en-US" sz="3500" dirty="0">
              <a:cs typeface="Kalimati" panose="00000400000000000000" pitchFamily="2"/>
            </a:endParaRPr>
          </a:p>
          <a:p>
            <a:pPr marL="274320" indent="-274320" eaLnBrk="1" fontAlgn="auto" hangingPunct="1">
              <a:spcBef>
                <a:spcPts val="580"/>
              </a:spcBef>
              <a:spcAft>
                <a:spcPts val="0"/>
              </a:spcAft>
              <a:buClr>
                <a:schemeClr val="accent3"/>
              </a:buClr>
              <a:buFont typeface="Wingdings" pitchFamily="2" charset="2"/>
              <a:buChar char="Ø"/>
              <a:defRPr/>
            </a:pPr>
            <a:endParaRPr lang="en-US" sz="4000" b="1" u="sng" dirty="0" smtClean="0"/>
          </a:p>
          <a:p>
            <a:pPr marL="274320" indent="-274320" eaLnBrk="1" fontAlgn="auto" hangingPunct="1">
              <a:spcBef>
                <a:spcPts val="580"/>
              </a:spcBef>
              <a:spcAft>
                <a:spcPts val="0"/>
              </a:spcAft>
              <a:buClr>
                <a:schemeClr val="accent3"/>
              </a:buClr>
              <a:buFont typeface="Wingdings 2"/>
              <a:buChar char=""/>
              <a:defRPr/>
            </a:pPr>
            <a:endParaRPr lang="en-US" sz="3000" dirty="0" smtClean="0"/>
          </a:p>
          <a:p>
            <a:pPr marL="274320" indent="-274320" eaLnBrk="1" fontAlgn="auto" hangingPunct="1">
              <a:spcBef>
                <a:spcPts val="580"/>
              </a:spcBef>
              <a:spcAft>
                <a:spcPts val="0"/>
              </a:spcAft>
              <a:buClr>
                <a:schemeClr val="accent3"/>
              </a:buClr>
              <a:buFont typeface="Wingdings 2"/>
              <a:buChar char=""/>
              <a:defRPr/>
            </a:pPr>
            <a:endParaRPr lang="en-US" sz="3000" dirty="0" smtClean="0"/>
          </a:p>
        </p:txBody>
      </p:sp>
    </p:spTree>
    <p:extLst>
      <p:ext uri="{BB962C8B-B14F-4D97-AF65-F5344CB8AC3E}">
        <p14:creationId xmlns:p14="http://schemas.microsoft.com/office/powerpoint/2010/main" val="2302743035"/>
      </p:ext>
    </p:extLst>
  </p:cSld>
  <p:clrMapOvr>
    <a:masterClrMapping/>
  </p:clrMapOvr>
  <p:transition>
    <p:checker dir="vert"/>
  </p:transition>
  <p:timing>
    <p:tnLst>
      <p:par>
        <p:cTn id="1" dur="indefinite" restart="never" nodeType="tmRoot"/>
      </p:par>
    </p:tnLst>
    <p:bldLst>
      <p:bldP spid="2" grpId="0" build="p">
        <p:tmplLst>
          <p:tmpl lvl="1">
            <p:tnLst>
              <p:par>
                <p:cTn presetID="22" presetClass="entr" presetSubtype="8" fill="hold" nodeType="click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2">
            <p:tnLst>
              <p:par>
                <p:cTn presetID="22" presetClass="entr" presetSubtype="8"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3">
            <p:tnLst>
              <p:par>
                <p:cTn presetID="22" presetClass="entr" presetSubtype="8"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4">
            <p:tnLst>
              <p:par>
                <p:cTn presetID="22" presetClass="entr" presetSubtype="8"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Lst>
      </p:b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228600"/>
            <a:ext cx="8610600" cy="6438900"/>
          </a:xfrm>
        </p:spPr>
        <p:txBody>
          <a:bodyPr/>
          <a:lstStyle/>
          <a:p>
            <a:pPr algn="just"/>
            <a:r>
              <a:rPr lang="ne-NP" sz="2700" b="1" dirty="0">
                <a:latin typeface="२६"/>
                <a:cs typeface="Kalimati" panose="00000400000000000000" pitchFamily="2"/>
              </a:rPr>
              <a:t>वादीले फिराद दायर गर्दा राखेको अदालती शुल्क रु.27,931।- र नपुग अदालती शुल्क </a:t>
            </a:r>
            <a:r>
              <a:rPr lang="hi-IN" sz="2700" b="1" dirty="0">
                <a:latin typeface="२६"/>
                <a:cs typeface="Kalimati" panose="00000400000000000000" pitchFamily="2"/>
              </a:rPr>
              <a:t>भराई पाउँ भनी प्रतिवादीको यसै सरहद भित्रको जेथा देखाई</a:t>
            </a:r>
            <a:r>
              <a:rPr lang="ne-NP" sz="2700" b="1" dirty="0">
                <a:latin typeface="२६"/>
                <a:cs typeface="Kalimati" panose="00000400000000000000" pitchFamily="2"/>
              </a:rPr>
              <a:t> कानूनका</a:t>
            </a:r>
            <a:r>
              <a:rPr lang="hi-IN" sz="2700" b="1" dirty="0">
                <a:latin typeface="२६"/>
                <a:cs typeface="Kalimati" panose="00000400000000000000" pitchFamily="2"/>
              </a:rPr>
              <a:t> म्यादभित्र दरखास्त दिए केही दस्तुर नलिई प्रतिवादीबाट वादीलाई भराई दिन</a:t>
            </a:r>
            <a:r>
              <a:rPr lang="ne-NP" sz="2700" b="1" dirty="0">
                <a:latin typeface="२६"/>
                <a:cs typeface="Kalimati" panose="00000400000000000000" pitchFamily="2"/>
              </a:rPr>
              <a:t>ू</a:t>
            </a:r>
            <a:r>
              <a:rPr lang="ne-NP" sz="2700" b="1" dirty="0" smtClean="0">
                <a:latin typeface="२६"/>
                <a:cs typeface="Kalimati" panose="00000400000000000000" pitchFamily="2"/>
              </a:rPr>
              <a:t>...............................................२</a:t>
            </a:r>
          </a:p>
          <a:p>
            <a:pPr algn="just"/>
            <a:r>
              <a:rPr lang="ne-NP" sz="2700" b="1" dirty="0" smtClean="0">
                <a:latin typeface="२६"/>
                <a:cs typeface="Kalimati" panose="00000400000000000000" pitchFamily="2"/>
              </a:rPr>
              <a:t>प्रतिवादीले </a:t>
            </a:r>
            <a:r>
              <a:rPr lang="ne-NP" sz="2700" b="1" dirty="0">
                <a:latin typeface="२६"/>
                <a:cs typeface="Kalimati" panose="00000400000000000000" pitchFamily="2"/>
              </a:rPr>
              <a:t>शुरु म्यादै गुजारी बसेको देखिँदा मुलुकी देवानी कार्यविधि संहिता</a:t>
            </a:r>
            <a:r>
              <a:rPr lang="en-AU" sz="2700" b="1" dirty="0" smtClean="0">
                <a:latin typeface="२६"/>
                <a:cs typeface="Kalimati" panose="00000400000000000000" pitchFamily="2"/>
              </a:rPr>
              <a:t>,</a:t>
            </a:r>
            <a:r>
              <a:rPr lang="ne-NP" sz="2700" b="1" dirty="0" smtClean="0">
                <a:latin typeface="२६"/>
                <a:cs typeface="Kalimati" panose="00000400000000000000" pitchFamily="2"/>
              </a:rPr>
              <a:t> २०७४ को </a:t>
            </a:r>
            <a:r>
              <a:rPr lang="ne-NP" sz="2700" b="1" dirty="0">
                <a:latin typeface="२६"/>
                <a:cs typeface="Kalimati" panose="00000400000000000000" pitchFamily="2"/>
              </a:rPr>
              <a:t>दफा २०६ बमोजिम पुनरावेदनको </a:t>
            </a:r>
            <a:r>
              <a:rPr lang="ne-NP" sz="2700" b="1" dirty="0" smtClean="0">
                <a:latin typeface="२६"/>
                <a:cs typeface="Kalimati" panose="00000400000000000000" pitchFamily="2"/>
              </a:rPr>
              <a:t>म्याद दिनु परेन ऐजन दफा  १९७(५) बमोजिम फैसला भएको सूचना दिनू......३</a:t>
            </a:r>
            <a:endParaRPr lang="en-US" sz="2700" b="1" dirty="0">
              <a:latin typeface="२६"/>
              <a:cs typeface="Kalimati" panose="00000400000000000000" pitchFamily="2"/>
            </a:endParaRPr>
          </a:p>
          <a:p>
            <a:pPr algn="just"/>
            <a:r>
              <a:rPr lang="ne-NP" sz="2700" b="1" dirty="0">
                <a:latin typeface="२६"/>
                <a:cs typeface="Kalimati" panose="00000400000000000000" pitchFamily="2"/>
              </a:rPr>
              <a:t>सरोकारवाला पक्षले फैसलाको नक्‍कल मागे कानूनबमोजिम लाग्ने दस्तुर लिई नक्‍कल </a:t>
            </a:r>
            <a:r>
              <a:rPr lang="ne-NP" sz="2700" b="1" dirty="0" smtClean="0">
                <a:latin typeface="२६"/>
                <a:cs typeface="Kalimati" panose="00000400000000000000" pitchFamily="2"/>
              </a:rPr>
              <a:t>दिनू....................................</a:t>
            </a:r>
            <a:r>
              <a:rPr lang="ne-NP" sz="2700" b="1" dirty="0">
                <a:latin typeface="२६"/>
                <a:cs typeface="Kalimati" panose="00000400000000000000" pitchFamily="2"/>
              </a:rPr>
              <a:t>४</a:t>
            </a:r>
          </a:p>
          <a:p>
            <a:pPr algn="just"/>
            <a:r>
              <a:rPr lang="ne-NP" sz="2700" b="1" dirty="0">
                <a:latin typeface="२६"/>
                <a:cs typeface="Kalimati" panose="00000400000000000000" pitchFamily="2"/>
              </a:rPr>
              <a:t>प्रस्तुत मुद्दाको दायरीको लगत कट्टा गरी फैसला प्रमाणीकरण भएको सूचना अदालतको सूचना पाटीमा टाँस गरी वेवसाइटमा प्रकाशन गरी फैसला अपलोड गरी मिसिल अभिलेख शाखामा बुझाई दिनू</a:t>
            </a:r>
            <a:r>
              <a:rPr lang="ne-NP" sz="2700" b="1" dirty="0" smtClean="0">
                <a:latin typeface="२६"/>
                <a:cs typeface="Kalimati" panose="00000400000000000000" pitchFamily="2"/>
              </a:rPr>
              <a:t>...........................................................</a:t>
            </a:r>
            <a:r>
              <a:rPr lang="ne-NP" sz="2700" b="1" dirty="0">
                <a:latin typeface="२६"/>
                <a:cs typeface="Kalimati" panose="00000400000000000000" pitchFamily="2"/>
              </a:rPr>
              <a:t>५</a:t>
            </a:r>
          </a:p>
          <a:p>
            <a:endParaRPr lang="en-US" dirty="0"/>
          </a:p>
        </p:txBody>
      </p:sp>
      <p:sp>
        <p:nvSpPr>
          <p:cNvPr id="4" name="Slide Number Placeholder 3"/>
          <p:cNvSpPr>
            <a:spLocks noGrp="1"/>
          </p:cNvSpPr>
          <p:nvPr>
            <p:ph type="sldNum" sz="quarter" idx="12"/>
          </p:nvPr>
        </p:nvSpPr>
        <p:spPr/>
        <p:txBody>
          <a:bodyPr/>
          <a:lstStyle/>
          <a:p>
            <a:pPr>
              <a:defRPr/>
            </a:pPr>
            <a:fld id="{352CD03B-0ED2-40B1-AE21-7930EA0DE962}" type="slidenum">
              <a:rPr lang="en-US" smtClean="0"/>
              <a:pPr>
                <a:defRPr/>
              </a:pPr>
              <a:t>44</a:t>
            </a:fld>
            <a:endParaRPr lang="en-US"/>
          </a:p>
        </p:txBody>
      </p:sp>
    </p:spTree>
    <p:extLst>
      <p:ext uri="{BB962C8B-B14F-4D97-AF65-F5344CB8AC3E}">
        <p14:creationId xmlns:p14="http://schemas.microsoft.com/office/powerpoint/2010/main" val="755290405"/>
      </p:ext>
    </p:extLst>
  </p:cSld>
  <p:clrMapOvr>
    <a:masterClrMapping/>
  </p:clrMapOvr>
  <p:transition>
    <p:checker dir="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46050" y="228600"/>
            <a:ext cx="8540750" cy="6248400"/>
          </a:xfrm>
        </p:spPr>
        <p:txBody>
          <a:bodyPr/>
          <a:lstStyle/>
          <a:p>
            <a:pPr marL="0" marR="0" indent="0" algn="just">
              <a:spcBef>
                <a:spcPts val="0"/>
              </a:spcBef>
              <a:spcAft>
                <a:spcPts val="0"/>
              </a:spcAft>
              <a:buNone/>
              <a:tabLst>
                <a:tab pos="-2800350" algn="l"/>
              </a:tabLst>
            </a:pPr>
            <a:r>
              <a:rPr lang="ne-NP" sz="2800" b="1" u="sng" dirty="0" smtClean="0">
                <a:latin typeface="Mangal" panose="02040503050203030202" pitchFamily="18" charset="0"/>
                <a:ea typeface="Calibri" panose="020F0502020204030204" pitchFamily="34" charset="0"/>
                <a:cs typeface="Kalimati" panose="00000400000000000000" pitchFamily="2"/>
              </a:rPr>
              <a:t>अंश मुद्दाः</a:t>
            </a:r>
          </a:p>
          <a:p>
            <a:pPr marL="0" marR="0" algn="just">
              <a:spcBef>
                <a:spcPts val="0"/>
              </a:spcBef>
              <a:spcAft>
                <a:spcPts val="0"/>
              </a:spcAft>
              <a:tabLst>
                <a:tab pos="-2800350" algn="l"/>
              </a:tabLst>
            </a:pPr>
            <a:endParaRPr lang="ne-NP" sz="2800" dirty="0">
              <a:latin typeface="Mangal" panose="02040503050203030202" pitchFamily="18" charset="0"/>
              <a:ea typeface="Calibri" panose="020F0502020204030204" pitchFamily="34" charset="0"/>
              <a:cs typeface="Kalimati" panose="00000400000000000000" pitchFamily="2"/>
            </a:endParaRPr>
          </a:p>
          <a:p>
            <a:pPr marL="0" marR="0" indent="0" algn="just">
              <a:spcBef>
                <a:spcPts val="0"/>
              </a:spcBef>
              <a:spcAft>
                <a:spcPts val="0"/>
              </a:spcAft>
              <a:buNone/>
              <a:tabLst>
                <a:tab pos="-2800350" algn="l"/>
              </a:tabLst>
            </a:pPr>
            <a:r>
              <a:rPr lang="ne-NP" sz="2800" dirty="0" smtClean="0">
                <a:latin typeface="Mangal" panose="02040503050203030202" pitchFamily="18" charset="0"/>
                <a:ea typeface="Calibri" panose="020F0502020204030204" pitchFamily="34" charset="0"/>
                <a:cs typeface="Kalimati" panose="00000400000000000000" pitchFamily="2"/>
              </a:rPr>
              <a:t>माथि </a:t>
            </a:r>
            <a:r>
              <a:rPr lang="ne-NP" sz="2800" dirty="0">
                <a:latin typeface="Mangal" panose="02040503050203030202" pitchFamily="18" charset="0"/>
                <a:ea typeface="Calibri" panose="020F0502020204030204" pitchFamily="34" charset="0"/>
                <a:cs typeface="Kalimati" panose="00000400000000000000" pitchFamily="2"/>
              </a:rPr>
              <a:t>ठहर खण्डमा लेखिएबमोजिम वादीले </a:t>
            </a:r>
            <a:r>
              <a:rPr lang="ne-NP" sz="2800" dirty="0">
                <a:latin typeface="Preeti" pitchFamily="2" charset="0"/>
                <a:ea typeface="Calibri" panose="020F0502020204030204" pitchFamily="34" charset="0"/>
                <a:cs typeface="Kalimati" panose="00000400000000000000" pitchFamily="2"/>
              </a:rPr>
              <a:t>तायादाती फाँटवारीमा उल्लिखित श्रेस्ता भिडेको सम्पत्तिबाट ८ भागको 1 भाग अंश पाउने </a:t>
            </a:r>
            <a:r>
              <a:rPr lang="ne-NP" sz="2800" dirty="0">
                <a:latin typeface="Mangal" panose="02040503050203030202" pitchFamily="18" charset="0"/>
                <a:ea typeface="Calibri" panose="020F0502020204030204" pitchFamily="34" charset="0"/>
                <a:cs typeface="Kalimati" panose="00000400000000000000" pitchFamily="2"/>
              </a:rPr>
              <a:t>ठहरी फैसला भएकोले प्रस्तुत मुद्दा अन्तिम भएपछि वण्डा छुट्याई दिए बापत लाग्ने अदालती शुल्क दाखिल गरी कानूनका म्यादभित्र वादीको दरखास्त परे आइतबहादुर नगरकोटीका नामको देहायको सम्पत्तिबाट वादीको अंश छुट्याई दिनू------------------------------१</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12"/>
          </p:nvPr>
        </p:nvSpPr>
        <p:spPr/>
        <p:txBody>
          <a:bodyPr/>
          <a:lstStyle/>
          <a:p>
            <a:pPr>
              <a:defRPr/>
            </a:pPr>
            <a:fld id="{352CD03B-0ED2-40B1-AE21-7930EA0DE962}" type="slidenum">
              <a:rPr lang="en-US" smtClean="0"/>
              <a:pPr>
                <a:defRPr/>
              </a:pPr>
              <a:t>45</a:t>
            </a:fld>
            <a:endParaRPr lang="en-US"/>
          </a:p>
        </p:txBody>
      </p:sp>
      <p:pic>
        <p:nvPicPr>
          <p:cNvPr id="5" name="Picture 4"/>
          <p:cNvPicPr>
            <a:picLocks noChangeAspect="1"/>
          </p:cNvPicPr>
          <p:nvPr/>
        </p:nvPicPr>
        <p:blipFill>
          <a:blip r:embed="rId2"/>
          <a:stretch>
            <a:fillRect/>
          </a:stretch>
        </p:blipFill>
        <p:spPr>
          <a:xfrm>
            <a:off x="228600" y="4114800"/>
            <a:ext cx="8458200" cy="3048000"/>
          </a:xfrm>
          <a:prstGeom prst="rect">
            <a:avLst/>
          </a:prstGeom>
        </p:spPr>
      </p:pic>
    </p:spTree>
    <p:extLst>
      <p:ext uri="{BB962C8B-B14F-4D97-AF65-F5344CB8AC3E}">
        <p14:creationId xmlns:p14="http://schemas.microsoft.com/office/powerpoint/2010/main" val="2623964218"/>
      </p:ext>
    </p:extLst>
  </p:cSld>
  <p:clrMapOvr>
    <a:masterClrMapping/>
  </p:clrMapOvr>
  <p:transition>
    <p:checker dir="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381000"/>
            <a:ext cx="8382000" cy="5638800"/>
          </a:xfrm>
        </p:spPr>
        <p:txBody>
          <a:bodyPr/>
          <a:lstStyle/>
          <a:p>
            <a:pPr marL="0" marR="0" algn="just">
              <a:spcBef>
                <a:spcPts val="0"/>
              </a:spcBef>
              <a:spcAft>
                <a:spcPts val="0"/>
              </a:spcAft>
              <a:tabLst>
                <a:tab pos="-2800350" algn="l"/>
              </a:tabLst>
            </a:pPr>
            <a:r>
              <a:rPr lang="ne-NP" sz="2800" dirty="0">
                <a:latin typeface="Calibri" panose="020F0502020204030204" pitchFamily="34" charset="0"/>
                <a:ea typeface="Calibri" panose="020F0502020204030204" pitchFamily="34" charset="0"/>
                <a:cs typeface="Kalimati" panose="00000400000000000000" pitchFamily="2"/>
              </a:rPr>
              <a:t>प्रस्तुत मुद्दा अन्तिम भएपछि वादीले राखेको </a:t>
            </a:r>
            <a:r>
              <a:rPr lang="ne-NP" sz="2800" dirty="0" smtClean="0">
                <a:latin typeface="Calibri" panose="020F0502020204030204" pitchFamily="34" charset="0"/>
                <a:ea typeface="Calibri" panose="020F0502020204030204" pitchFamily="34" charset="0"/>
                <a:cs typeface="Kalimati" panose="00000400000000000000" pitchFamily="2"/>
              </a:rPr>
              <a:t>अदालती </a:t>
            </a:r>
            <a:r>
              <a:rPr lang="ne-NP" sz="2800" dirty="0">
                <a:latin typeface="Calibri" panose="020F0502020204030204" pitchFamily="34" charset="0"/>
                <a:ea typeface="Calibri" panose="020F0502020204030204" pitchFamily="34" charset="0"/>
                <a:cs typeface="Kalimati" panose="00000400000000000000" pitchFamily="2"/>
              </a:rPr>
              <a:t>शुल्क रु.२३,807।– भराई पाऊँ भनी प्रतिवादीहरुको यसै सरहदको जेथा देखाई दरखास्त दिएमा कुनै दस्तुर नलिई प्रतिवादीबाट वादीलाई भराई दिनू-</a:t>
            </a:r>
            <a:r>
              <a:rPr lang="ne-NP" sz="2800" dirty="0" smtClean="0">
                <a:latin typeface="Calibri" panose="020F0502020204030204" pitchFamily="34" charset="0"/>
                <a:ea typeface="Calibri" panose="020F0502020204030204" pitchFamily="34" charset="0"/>
                <a:cs typeface="Kalimati" panose="00000400000000000000" pitchFamily="2"/>
              </a:rPr>
              <a:t>---------------२</a:t>
            </a:r>
          </a:p>
          <a:p>
            <a:pPr marL="0" marR="0" indent="0" algn="just">
              <a:spcBef>
                <a:spcPts val="0"/>
              </a:spcBef>
              <a:spcAft>
                <a:spcPts val="0"/>
              </a:spcAft>
              <a:buNone/>
              <a:tabLst>
                <a:tab pos="-2800350" algn="l"/>
              </a:tabLst>
            </a:pP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marL="0" marR="0" algn="just">
              <a:spcBef>
                <a:spcPts val="0"/>
              </a:spcBef>
              <a:spcAft>
                <a:spcPts val="0"/>
              </a:spcAft>
              <a:tabLst>
                <a:tab pos="-2800350" algn="l"/>
              </a:tabLst>
            </a:pPr>
            <a:r>
              <a:rPr lang="ne-NP" sz="2800" dirty="0">
                <a:latin typeface="Calibri" panose="020F0502020204030204" pitchFamily="34" charset="0"/>
                <a:ea typeface="Calibri" panose="020F0502020204030204" pitchFamily="34" charset="0"/>
                <a:cs typeface="Kalimati" panose="00000400000000000000" pitchFamily="2"/>
              </a:rPr>
              <a:t>प्रस्तुत फैसलामा चित्त नबुझे</a:t>
            </a:r>
            <a:r>
              <a:rPr lang="hi-IN" sz="2800" dirty="0">
                <a:latin typeface="Calibri" panose="020F0502020204030204" pitchFamily="34" charset="0"/>
                <a:ea typeface="Calibri" panose="020F0502020204030204" pitchFamily="34" charset="0"/>
                <a:cs typeface="Kalimati" panose="00000400000000000000" pitchFamily="2"/>
              </a:rPr>
              <a:t> मुलुकी </a:t>
            </a:r>
            <a:r>
              <a:rPr lang="ne-NP" sz="2800" dirty="0">
                <a:latin typeface="Calibri" panose="020F0502020204030204" pitchFamily="34" charset="0"/>
                <a:ea typeface="Calibri" panose="020F0502020204030204" pitchFamily="34" charset="0"/>
                <a:cs typeface="Kalimati" panose="00000400000000000000" pitchFamily="2"/>
              </a:rPr>
              <a:t>देवानी</a:t>
            </a:r>
            <a:r>
              <a:rPr lang="hi-IN" sz="2800" dirty="0">
                <a:latin typeface="Calibri" panose="020F0502020204030204" pitchFamily="34" charset="0"/>
                <a:ea typeface="Calibri" panose="020F0502020204030204" pitchFamily="34" charset="0"/>
                <a:cs typeface="Kalimati" panose="00000400000000000000" pitchFamily="2"/>
              </a:rPr>
              <a:t> कार्यविधि</a:t>
            </a:r>
            <a:r>
              <a:rPr lang="ne-NP" sz="2800" dirty="0">
                <a:latin typeface="Calibri" panose="020F0502020204030204" pitchFamily="34" charset="0"/>
                <a:ea typeface="Calibri" panose="020F0502020204030204" pitchFamily="34" charset="0"/>
                <a:cs typeface="Kalimati" panose="00000400000000000000" pitchFamily="2"/>
              </a:rPr>
              <a:t> संहिता</a:t>
            </a:r>
            <a:r>
              <a:rPr lang="en-US" sz="2800" dirty="0">
                <a:latin typeface="Calibri" panose="020F0502020204030204" pitchFamily="34" charset="0"/>
                <a:ea typeface="Calibri" panose="020F0502020204030204" pitchFamily="34" charset="0"/>
                <a:cs typeface="Kalimati" panose="00000400000000000000" pitchFamily="2"/>
              </a:rPr>
              <a:t>,</a:t>
            </a:r>
            <a:r>
              <a:rPr lang="ne-NP" sz="2800" dirty="0">
                <a:latin typeface="Calibri" panose="020F0502020204030204" pitchFamily="34" charset="0"/>
                <a:ea typeface="Calibri" panose="020F0502020204030204" pitchFamily="34" charset="0"/>
                <a:cs typeface="Kalimati" panose="00000400000000000000" pitchFamily="2"/>
              </a:rPr>
              <a:t> 2074 को दफा 205 बमोजिम फैसला प्रमाणीकरण भएको मितिले 30 दिनभित्र श्री उच्च अदालत पाटन</a:t>
            </a:r>
            <a:r>
              <a:rPr lang="en-US" sz="2800" dirty="0">
                <a:latin typeface="Calibri" panose="020F0502020204030204" pitchFamily="34" charset="0"/>
                <a:ea typeface="Calibri" panose="020F0502020204030204" pitchFamily="34" charset="0"/>
                <a:cs typeface="Kalimati" panose="00000400000000000000" pitchFamily="2"/>
              </a:rPr>
              <a:t>,</a:t>
            </a:r>
            <a:r>
              <a:rPr lang="ne-NP" sz="2800" dirty="0">
                <a:latin typeface="Calibri" panose="020F0502020204030204" pitchFamily="34" charset="0"/>
                <a:ea typeface="Calibri" panose="020F0502020204030204" pitchFamily="34" charset="0"/>
                <a:cs typeface="Kalimati" panose="00000400000000000000" pitchFamily="2"/>
              </a:rPr>
              <a:t> ललितपुरमा पुनरावेदन लाग्ने हुँदा तारेख गुजारी बस्ने प्रतिवादीहरुलाई ऐजन दफा २०० को उपदफा (३) बमोजिम फैसलाको </a:t>
            </a:r>
            <a:r>
              <a:rPr lang="ne-NP" sz="2800" dirty="0" smtClean="0">
                <a:latin typeface="Calibri" panose="020F0502020204030204" pitchFamily="34" charset="0"/>
                <a:ea typeface="Calibri" panose="020F0502020204030204" pitchFamily="34" charset="0"/>
                <a:cs typeface="Kalimati" panose="00000400000000000000" pitchFamily="2"/>
              </a:rPr>
              <a:t>सूचना सहितको पुनरावेदनको म्याद दिनू-------------------------------------------------३</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12"/>
          </p:nvPr>
        </p:nvSpPr>
        <p:spPr/>
        <p:txBody>
          <a:bodyPr/>
          <a:lstStyle/>
          <a:p>
            <a:pPr>
              <a:defRPr/>
            </a:pPr>
            <a:fld id="{352CD03B-0ED2-40B1-AE21-7930EA0DE962}" type="slidenum">
              <a:rPr lang="en-US" smtClean="0"/>
              <a:pPr>
                <a:defRPr/>
              </a:pPr>
              <a:t>46</a:t>
            </a:fld>
            <a:endParaRPr lang="en-US"/>
          </a:p>
        </p:txBody>
      </p:sp>
    </p:spTree>
    <p:extLst>
      <p:ext uri="{BB962C8B-B14F-4D97-AF65-F5344CB8AC3E}">
        <p14:creationId xmlns:p14="http://schemas.microsoft.com/office/powerpoint/2010/main" val="3322057237"/>
      </p:ext>
    </p:extLst>
  </p:cSld>
  <p:clrMapOvr>
    <a:masterClrMapping/>
  </p:clrMapOvr>
  <p:transition>
    <p:checker dir="ver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86800" cy="6324600"/>
          </a:xfrm>
        </p:spPr>
        <p:txBody>
          <a:bodyPr/>
          <a:lstStyle/>
          <a:p>
            <a:pPr marL="0" indent="0" algn="just">
              <a:buNone/>
            </a:pPr>
            <a:r>
              <a:rPr lang="ne-NP" u="sng" dirty="0" smtClean="0">
                <a:cs typeface="Kalimati" panose="00000400000000000000" pitchFamily="2"/>
              </a:rPr>
              <a:t>मानाचामलः</a:t>
            </a:r>
          </a:p>
          <a:p>
            <a:pPr marL="0" indent="0" algn="just">
              <a:buNone/>
            </a:pPr>
            <a:endParaRPr lang="ne-NP" u="sng" dirty="0" smtClean="0">
              <a:cs typeface="Kalimati" panose="00000400000000000000" pitchFamily="2"/>
            </a:endParaRPr>
          </a:p>
          <a:p>
            <a:pPr algn="just"/>
            <a:r>
              <a:rPr lang="ne-NP" dirty="0" smtClean="0">
                <a:cs typeface="Kalimati" panose="00000400000000000000" pitchFamily="2"/>
              </a:rPr>
              <a:t>माथि </a:t>
            </a:r>
            <a:r>
              <a:rPr lang="ne-NP" dirty="0">
                <a:cs typeface="Kalimati" panose="00000400000000000000" pitchFamily="2"/>
              </a:rPr>
              <a:t>ठहर खण्डमा लेखिएबमोजिम वादी मध्येका सान्वी कोइराला र स्वभान कोइरालाले प्रतिवादीबाट फिराद परेको मितिदेखि लगाउको वादीहरुले अंश चलन मुद्दाबाचट कानूनका म्यादभित्र अंश नछुट्टिएसम्म प्रतिवादीबाट मासिक रु. १०,०००।-(दश हजार) भराई लिन पाउने ठहरेकोले सो भराई पाऊँ भनी प्रस्तुत मुद्दा अन्तिम भएपछि वादीहरुको दरखास्त परे भराएको विगोको कानूनबमोजिम लाग्ने अदालती शुल्क लिई प्रतिवादीबाट भराई दिनू</a:t>
            </a:r>
            <a:r>
              <a:rPr lang="ne-NP" dirty="0" smtClean="0">
                <a:cs typeface="Kalimati" panose="00000400000000000000" pitchFamily="2"/>
              </a:rPr>
              <a:t>................................................१</a:t>
            </a:r>
            <a:endParaRPr lang="ne-NP" dirty="0">
              <a:cs typeface="Kalimati" panose="00000400000000000000" pitchFamily="2"/>
            </a:endParaRPr>
          </a:p>
          <a:p>
            <a:pPr algn="just"/>
            <a:r>
              <a:rPr lang="ne-NP" dirty="0" smtClean="0">
                <a:cs typeface="Kalimati" panose="00000400000000000000" pitchFamily="2"/>
              </a:rPr>
              <a:t>वादीहरुले </a:t>
            </a:r>
            <a:r>
              <a:rPr lang="ne-NP" dirty="0">
                <a:cs typeface="Kalimati" panose="00000400000000000000" pitchFamily="2"/>
              </a:rPr>
              <a:t>फिराद गर्दा राखेको अदालती शुल्क रु.15,770।- प्रस्तुत मुद्दा अन्तिम भएपछि प्रतिवादीबाट भराई पाऊँ भनी निजको जेथा देखाई कानूनका म्यादभित्र दरखास्त </a:t>
            </a:r>
            <a:r>
              <a:rPr lang="ne-NP" dirty="0" smtClean="0">
                <a:cs typeface="Kalimati" panose="00000400000000000000" pitchFamily="2"/>
              </a:rPr>
              <a:t>दिए </a:t>
            </a:r>
            <a:r>
              <a:rPr lang="ne-NP" dirty="0">
                <a:cs typeface="Kalimati" panose="00000400000000000000" pitchFamily="2"/>
              </a:rPr>
              <a:t>केही दस्तुर नलिई भराई </a:t>
            </a:r>
            <a:r>
              <a:rPr lang="ne-NP" dirty="0" smtClean="0">
                <a:cs typeface="Kalimati" panose="00000400000000000000" pitchFamily="2"/>
              </a:rPr>
              <a:t>दिनू...............................................</a:t>
            </a:r>
            <a:r>
              <a:rPr lang="ne-NP" dirty="0">
                <a:cs typeface="Kalimati" panose="00000400000000000000" pitchFamily="2"/>
              </a:rPr>
              <a:t>२</a:t>
            </a:r>
          </a:p>
          <a:p>
            <a:endParaRPr lang="en-US" dirty="0"/>
          </a:p>
        </p:txBody>
      </p:sp>
      <p:sp>
        <p:nvSpPr>
          <p:cNvPr id="4" name="Slide Number Placeholder 3"/>
          <p:cNvSpPr>
            <a:spLocks noGrp="1"/>
          </p:cNvSpPr>
          <p:nvPr>
            <p:ph type="sldNum" sz="quarter" idx="12"/>
          </p:nvPr>
        </p:nvSpPr>
        <p:spPr/>
        <p:txBody>
          <a:bodyPr/>
          <a:lstStyle/>
          <a:p>
            <a:pPr>
              <a:defRPr/>
            </a:pPr>
            <a:fld id="{352CD03B-0ED2-40B1-AE21-7930EA0DE962}" type="slidenum">
              <a:rPr lang="en-US" smtClean="0"/>
              <a:pPr>
                <a:defRPr/>
              </a:pPr>
              <a:t>47</a:t>
            </a:fld>
            <a:endParaRPr lang="en-US"/>
          </a:p>
        </p:txBody>
      </p:sp>
    </p:spTree>
    <p:extLst>
      <p:ext uri="{BB962C8B-B14F-4D97-AF65-F5344CB8AC3E}">
        <p14:creationId xmlns:p14="http://schemas.microsoft.com/office/powerpoint/2010/main" val="1247230052"/>
      </p:ext>
    </p:extLst>
  </p:cSld>
  <p:clrMapOvr>
    <a:masterClrMapping/>
  </p:clrMapOvr>
  <p:transition>
    <p:checker dir="ver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40531" y="495300"/>
            <a:ext cx="8540750" cy="5943600"/>
          </a:xfrm>
        </p:spPr>
        <p:txBody>
          <a:bodyPr/>
          <a:lstStyle/>
          <a:p>
            <a:pPr algn="just"/>
            <a:endParaRPr lang="ne-NP" dirty="0" smtClean="0">
              <a:cs typeface="Kalimati" panose="00000400000000000000" pitchFamily="2"/>
            </a:endParaRPr>
          </a:p>
          <a:p>
            <a:pPr algn="just"/>
            <a:r>
              <a:rPr lang="ne-NP" dirty="0" smtClean="0">
                <a:cs typeface="Kalimati" panose="00000400000000000000" pitchFamily="2"/>
              </a:rPr>
              <a:t>प्रस्तुत </a:t>
            </a:r>
            <a:r>
              <a:rPr lang="ne-NP" dirty="0">
                <a:cs typeface="Kalimati" panose="00000400000000000000" pitchFamily="2"/>
              </a:rPr>
              <a:t>फैसलामा चित्त नबुझे</a:t>
            </a:r>
            <a:r>
              <a:rPr lang="hi-IN" dirty="0">
                <a:cs typeface="Kalimati" panose="00000400000000000000" pitchFamily="2"/>
              </a:rPr>
              <a:t> मुलुकी </a:t>
            </a:r>
            <a:r>
              <a:rPr lang="ne-NP" dirty="0">
                <a:cs typeface="Kalimati" panose="00000400000000000000" pitchFamily="2"/>
              </a:rPr>
              <a:t>देवानी</a:t>
            </a:r>
            <a:r>
              <a:rPr lang="hi-IN" dirty="0">
                <a:cs typeface="Kalimati" panose="00000400000000000000" pitchFamily="2"/>
              </a:rPr>
              <a:t> कार्यविधि</a:t>
            </a:r>
            <a:r>
              <a:rPr lang="ne-NP" dirty="0">
                <a:cs typeface="Kalimati" panose="00000400000000000000" pitchFamily="2"/>
              </a:rPr>
              <a:t> संहिता</a:t>
            </a:r>
            <a:r>
              <a:rPr lang="en-GB" dirty="0">
                <a:cs typeface="Kalimati" panose="00000400000000000000" pitchFamily="2"/>
              </a:rPr>
              <a:t>,</a:t>
            </a:r>
            <a:r>
              <a:rPr lang="ne-NP" dirty="0">
                <a:cs typeface="Kalimati" panose="00000400000000000000" pitchFamily="2"/>
              </a:rPr>
              <a:t> 2074 को दफा 205 बमोजिम फैसला प्रमाणीकरण भएको मितिले 30 दिनभित्र श्री उच्च अदालत पाटन</a:t>
            </a:r>
            <a:r>
              <a:rPr lang="en-GB" dirty="0">
                <a:cs typeface="Kalimati" panose="00000400000000000000" pitchFamily="2"/>
              </a:rPr>
              <a:t>,</a:t>
            </a:r>
            <a:r>
              <a:rPr lang="ne-NP" dirty="0">
                <a:cs typeface="Kalimati" panose="00000400000000000000" pitchFamily="2"/>
              </a:rPr>
              <a:t> ललितपुरमा पुनरावेदन लाग्ने भए पनि ऐजन दफा २०० को उपदफा (४) को अवस्था हुँदा उपदफा (३) बमोजिम वादी प्रतिवादीलाई फैसलाको सूचनासहितको पुनरावेदनको म्याद दिनु </a:t>
            </a:r>
            <a:r>
              <a:rPr lang="ne-NP" dirty="0" smtClean="0">
                <a:cs typeface="Kalimati" panose="00000400000000000000" pitchFamily="2"/>
              </a:rPr>
              <a:t>परेन.......</a:t>
            </a:r>
            <a:r>
              <a:rPr lang="ne-NP" dirty="0">
                <a:cs typeface="Kalimati" panose="00000400000000000000" pitchFamily="2"/>
              </a:rPr>
              <a:t>३</a:t>
            </a:r>
            <a:endParaRPr lang="en-US" dirty="0">
              <a:cs typeface="Kalimati" panose="00000400000000000000" pitchFamily="2"/>
            </a:endParaRPr>
          </a:p>
          <a:p>
            <a:endParaRPr lang="en-US" dirty="0"/>
          </a:p>
        </p:txBody>
      </p:sp>
      <p:sp>
        <p:nvSpPr>
          <p:cNvPr id="4" name="Slide Number Placeholder 3"/>
          <p:cNvSpPr>
            <a:spLocks noGrp="1"/>
          </p:cNvSpPr>
          <p:nvPr>
            <p:ph type="sldNum" sz="quarter" idx="12"/>
          </p:nvPr>
        </p:nvSpPr>
        <p:spPr/>
        <p:txBody>
          <a:bodyPr/>
          <a:lstStyle/>
          <a:p>
            <a:pPr>
              <a:defRPr/>
            </a:pPr>
            <a:fld id="{352CD03B-0ED2-40B1-AE21-7930EA0DE962}" type="slidenum">
              <a:rPr lang="en-US" smtClean="0"/>
              <a:pPr>
                <a:defRPr/>
              </a:pPr>
              <a:t>48</a:t>
            </a:fld>
            <a:endParaRPr lang="en-US"/>
          </a:p>
        </p:txBody>
      </p:sp>
    </p:spTree>
    <p:extLst>
      <p:ext uri="{BB962C8B-B14F-4D97-AF65-F5344CB8AC3E}">
        <p14:creationId xmlns:p14="http://schemas.microsoft.com/office/powerpoint/2010/main" val="2194532623"/>
      </p:ext>
    </p:extLst>
  </p:cSld>
  <p:clrMapOvr>
    <a:masterClrMapping/>
  </p:clrMapOvr>
  <p:transition>
    <p:checker dir="ver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46050" y="228600"/>
            <a:ext cx="8693150" cy="6438900"/>
          </a:xfrm>
        </p:spPr>
        <p:txBody>
          <a:bodyPr/>
          <a:lstStyle/>
          <a:p>
            <a:pPr marL="0" indent="0">
              <a:buNone/>
            </a:pPr>
            <a:r>
              <a:rPr lang="ne-NP" u="sng" dirty="0" smtClean="0">
                <a:cs typeface="Kalimati" panose="00000400000000000000" pitchFamily="2"/>
              </a:rPr>
              <a:t>दर्ताफारीः</a:t>
            </a:r>
          </a:p>
          <a:p>
            <a:pPr algn="just"/>
            <a:r>
              <a:rPr lang="ne-NP" dirty="0" smtClean="0">
                <a:cs typeface="Kalimati" panose="00000400000000000000" pitchFamily="2"/>
              </a:rPr>
              <a:t>माथि </a:t>
            </a:r>
            <a:r>
              <a:rPr lang="ne-NP" dirty="0">
                <a:cs typeface="Kalimati" panose="00000400000000000000" pitchFamily="2"/>
              </a:rPr>
              <a:t>ठहर खण्डमा लेखिएबमोजिम काठमाडौ जिल्ला, मनमैजु गा.वि.स.वडा नं. 5 </a:t>
            </a:r>
            <a:r>
              <a:rPr lang="ne-NP" dirty="0" smtClean="0">
                <a:cs typeface="Kalimati" panose="00000400000000000000" pitchFamily="2"/>
              </a:rPr>
              <a:t>कि. नं</a:t>
            </a:r>
            <a:r>
              <a:rPr lang="ne-NP" dirty="0">
                <a:cs typeface="Kalimati" panose="00000400000000000000" pitchFamily="2"/>
              </a:rPr>
              <a:t>. 185 को क्षेत्रफल 127.16 व.मि. जग्गाबाट आफ्नो हक जति अर्थात 2 भागको 1 भाग (63.58 व.मि.) जग्गा नरम गरम मिलाई वादीले दर्ता फारी गरी लिन पाउने ठहरी फैसला भएकोले प्रस्तुत मुद्दा अन्तिम भएपछि कानूनका म्यादभित्र फैसला बमोजिम गरी पाऊँ भनी बादीको निवेदन परे फैसला बमोजिम गरी दिनू भनी सम्बन्धित मालपोत कार्यालयमा लेखिपठाई दिनू</a:t>
            </a:r>
            <a:r>
              <a:rPr lang="ne-NP" dirty="0" smtClean="0">
                <a:cs typeface="Kalimati" panose="00000400000000000000" pitchFamily="2"/>
              </a:rPr>
              <a:t>................................</a:t>
            </a:r>
            <a:r>
              <a:rPr lang="ne-NP" dirty="0">
                <a:cs typeface="Kalimati" panose="00000400000000000000" pitchFamily="2"/>
              </a:rPr>
              <a:t>1</a:t>
            </a:r>
          </a:p>
          <a:p>
            <a:pPr algn="just"/>
            <a:r>
              <a:rPr lang="ne-NP" dirty="0">
                <a:cs typeface="Kalimati" panose="00000400000000000000" pitchFamily="2"/>
              </a:rPr>
              <a:t>प्रस्तुत फैसलामा चित्त नबुझे मुलुकी देवानी कार्यविधि संहिता, २०७४ को दफा २०5 बमोजिम फैसला प्रमाणीकरण भएको मितिले ३० दिनभित्र श्री उच्च अदालत पाटनमा पुनरावेदन लाग्ने भए पनि ऐजन उपदफा (३) को अवस्था हुँदा दफा २०० को उपदफा (३) बमोजिम वादी प्रतिवादीलाई फैसलाको सूचना दिई रहनु परेन</a:t>
            </a:r>
            <a:r>
              <a:rPr lang="ne-NP" dirty="0" smtClean="0">
                <a:cs typeface="Kalimati" panose="00000400000000000000" pitchFamily="2"/>
              </a:rPr>
              <a:t>..................................................२</a:t>
            </a:r>
            <a:endParaRPr lang="ne-NP" dirty="0"/>
          </a:p>
          <a:p>
            <a:endParaRPr lang="en-US" dirty="0"/>
          </a:p>
        </p:txBody>
      </p:sp>
      <p:sp>
        <p:nvSpPr>
          <p:cNvPr id="4" name="Slide Number Placeholder 3"/>
          <p:cNvSpPr>
            <a:spLocks noGrp="1"/>
          </p:cNvSpPr>
          <p:nvPr>
            <p:ph type="sldNum" sz="quarter" idx="12"/>
          </p:nvPr>
        </p:nvSpPr>
        <p:spPr/>
        <p:txBody>
          <a:bodyPr/>
          <a:lstStyle/>
          <a:p>
            <a:pPr>
              <a:defRPr/>
            </a:pPr>
            <a:fld id="{352CD03B-0ED2-40B1-AE21-7930EA0DE962}" type="slidenum">
              <a:rPr lang="en-US" smtClean="0"/>
              <a:pPr>
                <a:defRPr/>
              </a:pPr>
              <a:t>49</a:t>
            </a:fld>
            <a:endParaRPr lang="en-US"/>
          </a:p>
        </p:txBody>
      </p:sp>
    </p:spTree>
    <p:extLst>
      <p:ext uri="{BB962C8B-B14F-4D97-AF65-F5344CB8AC3E}">
        <p14:creationId xmlns:p14="http://schemas.microsoft.com/office/powerpoint/2010/main" val="1801396151"/>
      </p:ext>
    </p:extLst>
  </p:cSld>
  <p:clrMapOvr>
    <a:masterClrMapping/>
  </p:clrMapOvr>
  <p:transition>
    <p:checker dir="ver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670446"/>
            <a:ext cx="7772400" cy="5882754"/>
          </a:xfrm>
        </p:spPr>
        <p:txBody>
          <a:bodyPr/>
          <a:lstStyle/>
          <a:p>
            <a:pPr marL="0" indent="0">
              <a:buNone/>
            </a:pPr>
            <a:r>
              <a:rPr lang="ne-NP" dirty="0" smtClean="0">
                <a:cs typeface="Kalimati" panose="00000400000000000000" pitchFamily="2"/>
              </a:rPr>
              <a:t>                          (....................)</a:t>
            </a:r>
            <a:endParaRPr lang="ne-NP" dirty="0">
              <a:cs typeface="Kalimati" panose="00000400000000000000" pitchFamily="2"/>
            </a:endParaRPr>
          </a:p>
          <a:p>
            <a:pPr marL="0" indent="0">
              <a:buNone/>
            </a:pPr>
            <a:r>
              <a:rPr lang="ne-NP" dirty="0">
                <a:cs typeface="Kalimati" panose="00000400000000000000" pitchFamily="2"/>
              </a:rPr>
              <a:t>                              </a:t>
            </a:r>
            <a:r>
              <a:rPr lang="ne-NP" dirty="0" smtClean="0">
                <a:cs typeface="Kalimati" panose="00000400000000000000" pitchFamily="2"/>
              </a:rPr>
              <a:t>                       					जिल्ला </a:t>
            </a:r>
            <a:r>
              <a:rPr lang="ne-NP" dirty="0">
                <a:cs typeface="Kalimati" panose="00000400000000000000" pitchFamily="2"/>
              </a:rPr>
              <a:t>न्यायाधीश</a:t>
            </a:r>
          </a:p>
          <a:p>
            <a:pPr marL="0" indent="0">
              <a:buNone/>
            </a:pPr>
            <a:r>
              <a:rPr lang="ne-NP" dirty="0">
                <a:cs typeface="Kalimati" panose="00000400000000000000" pitchFamily="2"/>
              </a:rPr>
              <a:t>	</a:t>
            </a:r>
            <a:endParaRPr lang="ne-NP" dirty="0" smtClean="0">
              <a:cs typeface="Kalimati" panose="00000400000000000000" pitchFamily="2"/>
            </a:endParaRPr>
          </a:p>
          <a:p>
            <a:pPr marL="0" indent="0">
              <a:buNone/>
            </a:pPr>
            <a:r>
              <a:rPr lang="ne-NP" dirty="0" smtClean="0">
                <a:cs typeface="Kalimati" panose="00000400000000000000" pitchFamily="2"/>
              </a:rPr>
              <a:t>फैसला तयार पार्न सहयोग पुर्‍याउने</a:t>
            </a:r>
          </a:p>
          <a:p>
            <a:pPr marL="0" indent="0">
              <a:buNone/>
            </a:pPr>
            <a:r>
              <a:rPr lang="ne-NP" dirty="0" smtClean="0">
                <a:cs typeface="Kalimati" panose="00000400000000000000" pitchFamily="2"/>
              </a:rPr>
              <a:t>कर्मचारीको नामः- </a:t>
            </a:r>
            <a:endParaRPr lang="ne-NP" dirty="0">
              <a:cs typeface="Kalimati" panose="00000400000000000000" pitchFamily="2"/>
            </a:endParaRPr>
          </a:p>
          <a:p>
            <a:pPr marL="0" indent="0">
              <a:buNone/>
            </a:pPr>
            <a:r>
              <a:rPr lang="ne-NP" dirty="0" smtClean="0">
                <a:cs typeface="Kalimati" panose="00000400000000000000" pitchFamily="2"/>
              </a:rPr>
              <a:t>इजलास अधिकृतः</a:t>
            </a:r>
          </a:p>
          <a:p>
            <a:pPr marL="0" indent="0">
              <a:buNone/>
            </a:pPr>
            <a:r>
              <a:rPr lang="ne-NP" dirty="0" smtClean="0">
                <a:cs typeface="Kalimati" panose="00000400000000000000" pitchFamily="2"/>
              </a:rPr>
              <a:t>कम्प्युटर अपरेटरः </a:t>
            </a:r>
          </a:p>
          <a:p>
            <a:pPr marL="0" indent="0">
              <a:buNone/>
            </a:pPr>
            <a:r>
              <a:rPr lang="ne-NP" dirty="0" smtClean="0">
                <a:cs typeface="Kalimati" panose="00000400000000000000" pitchFamily="2"/>
              </a:rPr>
              <a:t>फाँट नम्बरः </a:t>
            </a:r>
          </a:p>
          <a:p>
            <a:pPr marL="0" indent="0">
              <a:buNone/>
            </a:pPr>
            <a:r>
              <a:rPr lang="ne-NP" dirty="0" smtClean="0">
                <a:cs typeface="Kalimati" panose="00000400000000000000" pitchFamily="2"/>
              </a:rPr>
              <a:t>फैसला </a:t>
            </a:r>
            <a:r>
              <a:rPr lang="ne-NP" dirty="0">
                <a:cs typeface="Kalimati" panose="00000400000000000000" pitchFamily="2"/>
              </a:rPr>
              <a:t>मितिः </a:t>
            </a:r>
            <a:r>
              <a:rPr lang="ne-NP" dirty="0" smtClean="0">
                <a:cs typeface="Kalimati" panose="00000400000000000000" pitchFamily="2"/>
              </a:rPr>
              <a:t>                  </a:t>
            </a:r>
          </a:p>
          <a:p>
            <a:pPr marL="0" indent="0">
              <a:buNone/>
            </a:pPr>
            <a:r>
              <a:rPr lang="ne-NP" dirty="0" smtClean="0">
                <a:cs typeface="Kalimati" panose="00000400000000000000" pitchFamily="2"/>
              </a:rPr>
              <a:t>प्रमाणीकरण </a:t>
            </a:r>
            <a:r>
              <a:rPr lang="ne-NP" dirty="0">
                <a:cs typeface="Kalimati" panose="00000400000000000000" pitchFamily="2"/>
              </a:rPr>
              <a:t>मितिः- </a:t>
            </a:r>
            <a:r>
              <a:rPr lang="ne-NP" dirty="0" smtClean="0">
                <a:cs typeface="Kalimati" panose="00000400000000000000" pitchFamily="2"/>
              </a:rPr>
              <a:t>                </a:t>
            </a:r>
            <a:r>
              <a:rPr lang="ne-NP" dirty="0">
                <a:cs typeface="Kalimati" panose="00000400000000000000" pitchFamily="2"/>
              </a:rPr>
              <a:t>अदालतको छाप</a:t>
            </a:r>
          </a:p>
          <a:p>
            <a:pPr marL="0" indent="0">
              <a:buNone/>
            </a:pPr>
            <a:r>
              <a:rPr lang="ne-NP" dirty="0">
                <a:cs typeface="Kalimati" panose="00000400000000000000" pitchFamily="2"/>
              </a:rPr>
              <a:t>                                                      </a:t>
            </a:r>
            <a:r>
              <a:rPr lang="ne-NP" dirty="0" smtClean="0">
                <a:cs typeface="Kalimati" panose="00000400000000000000" pitchFamily="2"/>
              </a:rPr>
              <a:t>     </a:t>
            </a:r>
            <a:endParaRPr lang="ne-NP" dirty="0">
              <a:cs typeface="Kalimati" panose="00000400000000000000" pitchFamily="2"/>
            </a:endParaRPr>
          </a:p>
          <a:p>
            <a:endParaRPr lang="en-US" dirty="0"/>
          </a:p>
        </p:txBody>
      </p:sp>
      <p:sp>
        <p:nvSpPr>
          <p:cNvPr id="4" name="Slide Number Placeholder 3"/>
          <p:cNvSpPr>
            <a:spLocks noGrp="1"/>
          </p:cNvSpPr>
          <p:nvPr>
            <p:ph type="sldNum" sz="quarter" idx="12"/>
          </p:nvPr>
        </p:nvSpPr>
        <p:spPr/>
        <p:txBody>
          <a:bodyPr/>
          <a:lstStyle/>
          <a:p>
            <a:pPr>
              <a:defRPr/>
            </a:pPr>
            <a:fld id="{352CD03B-0ED2-40B1-AE21-7930EA0DE962}" type="slidenum">
              <a:rPr lang="en-US" smtClean="0"/>
              <a:pPr>
                <a:defRPr/>
              </a:pPr>
              <a:t>50</a:t>
            </a:fld>
            <a:endParaRPr lang="en-US"/>
          </a:p>
        </p:txBody>
      </p:sp>
    </p:spTree>
    <p:extLst>
      <p:ext uri="{BB962C8B-B14F-4D97-AF65-F5344CB8AC3E}">
        <p14:creationId xmlns:p14="http://schemas.microsoft.com/office/powerpoint/2010/main" val="220982733"/>
      </p:ext>
    </p:extLst>
  </p:cSld>
  <p:clrMapOvr>
    <a:masterClrMapping/>
  </p:clrMapOvr>
  <p:transition>
    <p:checker dir="ver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WordArt 2" descr="Woven mat"/>
          <p:cNvSpPr>
            <a:spLocks noChangeArrowheads="1" noChangeShapeType="1" noTextEdit="1"/>
          </p:cNvSpPr>
          <p:nvPr/>
        </p:nvSpPr>
        <p:spPr bwMode="auto">
          <a:xfrm>
            <a:off x="685800" y="2514600"/>
            <a:ext cx="8077200" cy="1600200"/>
          </a:xfrm>
          <a:prstGeom prst="rect">
            <a:avLst/>
          </a:prstGeom>
        </p:spPr>
        <p:txBody>
          <a:bodyPr wrap="none" fromWordArt="1">
            <a:prstTxWarp prst="textPlain">
              <a:avLst>
                <a:gd name="adj" fmla="val 50000"/>
              </a:avLst>
            </a:prstTxWarp>
          </a:bodyPr>
          <a:lstStyle/>
          <a:p>
            <a:pPr algn="ctr" eaLnBrk="1" hangingPunct="1">
              <a:defRPr/>
            </a:pPr>
            <a:r>
              <a:rPr lang="en-US" sz="3600" b="1" dirty="0" err="1">
                <a:effectLst>
                  <a:outerShdw blurRad="38100" dist="38100" dir="2700000" algn="tl">
                    <a:srgbClr val="000000">
                      <a:alpha val="43137"/>
                    </a:srgbClr>
                  </a:outerShdw>
                </a:effectLst>
                <a:latin typeface="Preeti" pitchFamily="2" charset="0"/>
                <a:cs typeface="Arial" charset="0"/>
              </a:rPr>
              <a:t>wGojfb</a:t>
            </a:r>
            <a:r>
              <a:rPr lang="en-US" sz="3600" kern="10" dirty="0">
                <a:ln w="12700">
                  <a:solidFill>
                    <a:srgbClr val="3333CC"/>
                  </a:solidFill>
                  <a:round/>
                  <a:headEnd/>
                  <a:tailEnd/>
                </a:ln>
                <a:blipFill dpi="0" rotWithShape="1">
                  <a:blip r:embed="rId2">
                    <a:alphaModFix amt="50000"/>
                  </a:blip>
                  <a:srcRect/>
                  <a:tile tx="0" ty="0" sx="100000" sy="100000" flip="none" algn="tl"/>
                </a:blipFill>
                <a:effectLst>
                  <a:outerShdw dist="45791" dir="2021404" algn="ctr" rotWithShape="0">
                    <a:srgbClr val="9999FF"/>
                  </a:outerShdw>
                </a:effectLst>
                <a:latin typeface="Arial Black"/>
                <a:cs typeface="Arial" charset="0"/>
              </a:rPr>
              <a:t> </a:t>
            </a:r>
          </a:p>
        </p:txBody>
      </p:sp>
      <p:sp>
        <p:nvSpPr>
          <p:cNvPr id="48131" name="Slide Number Placeholder 2"/>
          <p:cNvSpPr>
            <a:spLocks noGrp="1"/>
          </p:cNvSpPr>
          <p:nvPr>
            <p:ph type="sldNum" sz="quarter" idx="12"/>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CB93DB1-8237-47DA-A945-C2D680799B4C}" type="slidenum">
              <a:rPr lang="en-US" sz="1400" smtClean="0">
                <a:solidFill>
                  <a:srgbClr val="FFFFFF"/>
                </a:solidFill>
                <a:latin typeface="Franklin Gothic Book" panose="020B0503020102020204" pitchFamily="34" charset="0"/>
              </a:rPr>
              <a:pPr>
                <a:spcBef>
                  <a:spcPct val="0"/>
                </a:spcBef>
                <a:buClrTx/>
                <a:buSzTx/>
                <a:buFontTx/>
                <a:buNone/>
              </a:pPr>
              <a:t>51</a:t>
            </a:fld>
            <a:endParaRPr lang="en-US" sz="1400" smtClean="0">
              <a:solidFill>
                <a:srgbClr val="FFFFFF"/>
              </a:solidFill>
              <a:latin typeface="Franklin Gothic Book" panose="020B0503020102020204" pitchFamily="34" charset="0"/>
            </a:endParaRPr>
          </a:p>
        </p:txBody>
      </p:sp>
    </p:spTree>
    <p:extLst>
      <p:ext uri="{BB962C8B-B14F-4D97-AF65-F5344CB8AC3E}">
        <p14:creationId xmlns:p14="http://schemas.microsoft.com/office/powerpoint/2010/main" val="2872654125"/>
      </p:ext>
    </p:extLst>
  </p:cSld>
  <p:clrMapOvr>
    <a:masterClrMapping/>
  </p:clrMapOvr>
  <p:transition>
    <p:checker dir="vert"/>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pPr marL="0" indent="0" algn="ctr">
              <a:buNone/>
            </a:pPr>
            <a:endParaRPr lang="ne-NP" sz="4800" dirty="0" smtClean="0"/>
          </a:p>
          <a:p>
            <a:pPr marL="0" indent="0" algn="ctr">
              <a:buNone/>
            </a:pPr>
            <a:endParaRPr lang="ne-NP" sz="4800" dirty="0"/>
          </a:p>
          <a:p>
            <a:pPr marL="0" indent="0" algn="ctr">
              <a:buNone/>
            </a:pPr>
            <a:r>
              <a:rPr lang="ne-NP" sz="4800" dirty="0" smtClean="0">
                <a:cs typeface="Kalimati" panose="00000400000000000000" pitchFamily="2"/>
              </a:rPr>
              <a:t>छलफल ???</a:t>
            </a:r>
            <a:endParaRPr lang="en-US" sz="4800" dirty="0">
              <a:cs typeface="Kalimati" panose="00000400000000000000" pitchFamily="2"/>
            </a:endParaRPr>
          </a:p>
        </p:txBody>
      </p:sp>
      <p:sp>
        <p:nvSpPr>
          <p:cNvPr id="4" name="Slide Number Placeholder 3"/>
          <p:cNvSpPr>
            <a:spLocks noGrp="1"/>
          </p:cNvSpPr>
          <p:nvPr>
            <p:ph type="sldNum" sz="quarter" idx="12"/>
          </p:nvPr>
        </p:nvSpPr>
        <p:spPr/>
        <p:txBody>
          <a:bodyPr/>
          <a:lstStyle/>
          <a:p>
            <a:pPr>
              <a:defRPr/>
            </a:pPr>
            <a:fld id="{352CD03B-0ED2-40B1-AE21-7930EA0DE962}" type="slidenum">
              <a:rPr lang="en-US" smtClean="0"/>
              <a:pPr>
                <a:defRPr/>
              </a:pPr>
              <a:t>52</a:t>
            </a:fld>
            <a:endParaRPr lang="en-US"/>
          </a:p>
        </p:txBody>
      </p:sp>
    </p:spTree>
    <p:extLst>
      <p:ext uri="{BB962C8B-B14F-4D97-AF65-F5344CB8AC3E}">
        <p14:creationId xmlns:p14="http://schemas.microsoft.com/office/powerpoint/2010/main" val="4294326400"/>
      </p:ext>
    </p:extLst>
  </p:cSld>
  <p:clrMapOvr>
    <a:masterClrMapping/>
  </p:clrMapOvr>
  <p:transition>
    <p:checker dir="ver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WordArt 2" descr="Woven mat"/>
          <p:cNvSpPr>
            <a:spLocks noChangeArrowheads="1" noChangeShapeType="1" noTextEdit="1"/>
          </p:cNvSpPr>
          <p:nvPr/>
        </p:nvSpPr>
        <p:spPr bwMode="auto">
          <a:xfrm>
            <a:off x="685800" y="2514600"/>
            <a:ext cx="8077200" cy="1600200"/>
          </a:xfrm>
          <a:prstGeom prst="rect">
            <a:avLst/>
          </a:prstGeom>
        </p:spPr>
        <p:txBody>
          <a:bodyPr wrap="none" fromWordArt="1">
            <a:prstTxWarp prst="textPlain">
              <a:avLst>
                <a:gd name="adj" fmla="val 50000"/>
              </a:avLst>
            </a:prstTxWarp>
          </a:bodyPr>
          <a:lstStyle/>
          <a:p>
            <a:pPr algn="ctr" eaLnBrk="1" hangingPunct="1">
              <a:defRPr/>
            </a:pPr>
            <a:r>
              <a:rPr lang="en-US" sz="3600" b="1" dirty="0" err="1">
                <a:effectLst>
                  <a:outerShdw blurRad="38100" dist="38100" dir="2700000" algn="tl">
                    <a:srgbClr val="000000">
                      <a:alpha val="43137"/>
                    </a:srgbClr>
                  </a:outerShdw>
                </a:effectLst>
                <a:latin typeface="Preeti" pitchFamily="2" charset="0"/>
                <a:cs typeface="Arial" charset="0"/>
              </a:rPr>
              <a:t>wGojfb</a:t>
            </a:r>
            <a:r>
              <a:rPr lang="en-US" sz="3600" kern="10" dirty="0">
                <a:ln w="12700">
                  <a:solidFill>
                    <a:srgbClr val="3333CC"/>
                  </a:solidFill>
                  <a:round/>
                  <a:headEnd/>
                  <a:tailEnd/>
                </a:ln>
                <a:blipFill dpi="0" rotWithShape="1">
                  <a:blip r:embed="rId2">
                    <a:alphaModFix amt="50000"/>
                  </a:blip>
                  <a:srcRect/>
                  <a:tile tx="0" ty="0" sx="100000" sy="100000" flip="none" algn="tl"/>
                </a:blipFill>
                <a:effectLst>
                  <a:outerShdw dist="45791" dir="2021404" algn="ctr" rotWithShape="0">
                    <a:srgbClr val="9999FF"/>
                  </a:outerShdw>
                </a:effectLst>
                <a:latin typeface="Arial Black"/>
                <a:cs typeface="Arial" charset="0"/>
              </a:rPr>
              <a:t> </a:t>
            </a:r>
          </a:p>
        </p:txBody>
      </p:sp>
      <p:sp>
        <p:nvSpPr>
          <p:cNvPr id="48131" name="Slide Number Placeholder 2"/>
          <p:cNvSpPr>
            <a:spLocks noGrp="1"/>
          </p:cNvSpPr>
          <p:nvPr>
            <p:ph type="sldNum" sz="quarter" idx="12"/>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CB93DB1-8237-47DA-A945-C2D680799B4C}" type="slidenum">
              <a:rPr lang="en-US" sz="1400" smtClean="0">
                <a:solidFill>
                  <a:srgbClr val="FFFFFF"/>
                </a:solidFill>
                <a:latin typeface="Franklin Gothic Book" panose="020B0503020102020204" pitchFamily="34" charset="0"/>
              </a:rPr>
              <a:pPr>
                <a:spcBef>
                  <a:spcPct val="0"/>
                </a:spcBef>
                <a:buClrTx/>
                <a:buSzTx/>
                <a:buFontTx/>
                <a:buNone/>
              </a:pPr>
              <a:t>53</a:t>
            </a:fld>
            <a:endParaRPr lang="en-US" sz="1400" smtClean="0">
              <a:solidFill>
                <a:srgbClr val="FFFFFF"/>
              </a:solidFill>
              <a:latin typeface="Franklin Gothic Book" panose="020B0503020102020204" pitchFamily="34" charset="0"/>
            </a:endParaRPr>
          </a:p>
        </p:txBody>
      </p:sp>
    </p:spTree>
  </p:cSld>
  <p:clrMapOvr>
    <a:masterClrMapping/>
  </p:clrMapOvr>
  <p:transition>
    <p:checker dir="vert"/>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1943</TotalTime>
  <Words>2611</Words>
  <Application>Microsoft Office PowerPoint</Application>
  <PresentationFormat>On-screen Show (4:3)</PresentationFormat>
  <Paragraphs>366</Paragraphs>
  <Slides>53</Slides>
  <Notes>2</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Equity</vt:lpstr>
      <vt:lpstr>PowerPoint Presentation</vt:lpstr>
      <vt:lpstr>यस भित्र</vt:lpstr>
      <vt:lpstr>PowerPoint Presentation</vt:lpstr>
      <vt:lpstr>km};nf s] xf] &lt; …</vt:lpstr>
      <vt:lpstr>km};nf s] xf] &lt; …</vt:lpstr>
      <vt:lpstr>km};nf s] xf] &lt; …</vt:lpstr>
      <vt:lpstr>km};nf s] xf] &lt; …</vt:lpstr>
      <vt:lpstr>cjwf/0ffTds kIf…</vt:lpstr>
      <vt:lpstr> cjwf/0ffTds kIf  </vt:lpstr>
      <vt:lpstr>              km};nfsf k|sf/ </vt:lpstr>
      <vt:lpstr>क्रमशः</vt:lpstr>
      <vt:lpstr>    फैसला हुने प्रकृया</vt:lpstr>
      <vt:lpstr>PowerPoint Presentation</vt:lpstr>
      <vt:lpstr>PowerPoint Presentation</vt:lpstr>
      <vt:lpstr>km};nfdf v'nfpg' kg]{ s'/fx? </vt:lpstr>
      <vt:lpstr>km};nfdf===</vt:lpstr>
      <vt:lpstr>km};nfdf v'nfpg' kg]{ s'/fx? </vt:lpstr>
      <vt:lpstr>km};nfdf v'nfpg' kg]{ s'/fx? </vt:lpstr>
      <vt:lpstr>km};nfdf v'nfpg' kg]{ s'/fx?===</vt:lpstr>
      <vt:lpstr>PowerPoint Presentation</vt:lpstr>
      <vt:lpstr>PowerPoint Presentation</vt:lpstr>
      <vt:lpstr>PowerPoint Presentation</vt:lpstr>
      <vt:lpstr>ठहर खण्डको मस्यौदा</vt:lpstr>
      <vt:lpstr>ठहर खण्डको मस्यौदा</vt:lpstr>
      <vt:lpstr>PowerPoint Presentation</vt:lpstr>
      <vt:lpstr>    देवानी मुद्दामा</vt:lpstr>
      <vt:lpstr> जग्गा जमीन सम्बन्धी मुद्दाः</vt:lpstr>
      <vt:lpstr>PowerPoint Presentation</vt:lpstr>
      <vt:lpstr>PowerPoint Presentation</vt:lpstr>
      <vt:lpstr>PowerPoint Presentation</vt:lpstr>
      <vt:lpstr>PowerPoint Presentation</vt:lpstr>
      <vt:lpstr>मानाचामल</vt:lpstr>
      <vt:lpstr>करार सम्बन्धी मुद्दा</vt:lpstr>
      <vt:lpstr>समग्रमा</vt:lpstr>
      <vt:lpstr>PowerPoint Presentation</vt:lpstr>
      <vt:lpstr>PowerPoint Presentation</vt:lpstr>
      <vt:lpstr>तपसिल खण्डसम्बन्धी अवधारणा</vt:lpstr>
      <vt:lpstr>PowerPoint Presentation</vt:lpstr>
      <vt:lpstr>कानूनी व्यवस्था</vt:lpstr>
      <vt:lpstr>PowerPoint Presentation</vt:lpstr>
      <vt:lpstr>PowerPoint Presentation</vt:lpstr>
      <vt:lpstr>देवानी मुद्दाको कार्यान्वयनका मुख्य क्षेत्रहरु</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uniquest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Administrator</dc:creator>
  <cp:lastModifiedBy>npsub</cp:lastModifiedBy>
  <cp:revision>474</cp:revision>
  <dcterms:created xsi:type="dcterms:W3CDTF">2008-02-13T04:11:17Z</dcterms:created>
  <dcterms:modified xsi:type="dcterms:W3CDTF">2026-01-25T14:47:56Z</dcterms:modified>
</cp:coreProperties>
</file>