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3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3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7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0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18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6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2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7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00342-F4B4-4328-9A46-4B2054FF1F8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C70F7-D521-410F-A111-97D410B83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136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EEA5-4E0F-F52E-72D8-8089AD9FB9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Juvenile justice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5EE94-E4B3-A6FF-85EC-6A97C6317E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Rajendra </a:t>
            </a:r>
            <a:r>
              <a:rPr lang="en-US" dirty="0" err="1"/>
              <a:t>Kharel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79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A19B-8146-62C3-3C9F-8881E6DE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experiences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7F34-32D4-227C-E7C0-26EA7345B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Rape case (involved of 13 yrs school boy) </a:t>
            </a:r>
            <a:r>
              <a:rPr lang="en-US" dirty="0" err="1"/>
              <a:t>Nawalparasi</a:t>
            </a:r>
            <a:r>
              <a:rPr lang="en-US" dirty="0"/>
              <a:t>  DC</a:t>
            </a:r>
          </a:p>
          <a:p>
            <a:r>
              <a:rPr lang="en-US" dirty="0"/>
              <a:t>Rape case ( involved of 12 yrs boy) Lalitpur DC</a:t>
            </a:r>
          </a:p>
          <a:p>
            <a:r>
              <a:rPr lang="en-US" dirty="0"/>
              <a:t>Rape and murder case( very brutal, involved of 16 yrs boys) Lalitpur District Court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3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FD49-BDA1-194F-A3E1-F5067754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juvenile justice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A0EC-CB6F-395D-6C74-32014E61C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Reform</a:t>
            </a:r>
          </a:p>
          <a:p>
            <a:r>
              <a:rPr lang="en-US" dirty="0"/>
              <a:t>Child – centric approach </a:t>
            </a:r>
          </a:p>
          <a:p>
            <a:r>
              <a:rPr lang="en-US" dirty="0"/>
              <a:t>Focus on social reintegration </a:t>
            </a:r>
          </a:p>
          <a:p>
            <a:r>
              <a:rPr lang="en-US" dirty="0"/>
              <a:t>Protection of dignity and right of the child</a:t>
            </a:r>
          </a:p>
        </p:txBody>
      </p:sp>
    </p:spTree>
    <p:extLst>
      <p:ext uri="{BB962C8B-B14F-4D97-AF65-F5344CB8AC3E}">
        <p14:creationId xmlns:p14="http://schemas.microsoft.com/office/powerpoint/2010/main" val="132912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D167-CAE1-5EF5-8DFE-59EDD7BDE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juvenile justice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3E57-2215-0CD7-DA97-631DB6051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Best interest of the child</a:t>
            </a:r>
          </a:p>
          <a:p>
            <a:r>
              <a:rPr lang="en-US" dirty="0"/>
              <a:t>Presumption of innocence</a:t>
            </a:r>
          </a:p>
          <a:p>
            <a:r>
              <a:rPr lang="en-US" dirty="0"/>
              <a:t>Privacy and confidentiality</a:t>
            </a:r>
          </a:p>
          <a:p>
            <a:r>
              <a:rPr lang="en-US" dirty="0"/>
              <a:t>Principle of participation </a:t>
            </a:r>
          </a:p>
          <a:p>
            <a:r>
              <a:rPr lang="en-US" dirty="0"/>
              <a:t>Family responsibility</a:t>
            </a:r>
          </a:p>
          <a:p>
            <a:r>
              <a:rPr lang="en-US" dirty="0"/>
              <a:t>Restoration </a:t>
            </a:r>
          </a:p>
          <a:p>
            <a:r>
              <a:rPr lang="en-US" dirty="0"/>
              <a:t>Diversion</a:t>
            </a:r>
          </a:p>
          <a:p>
            <a:r>
              <a:rPr lang="en-US"/>
              <a:t>Restorative justice</a:t>
            </a:r>
            <a:endParaRPr lang="en-US" dirty="0"/>
          </a:p>
          <a:p>
            <a:r>
              <a:rPr lang="en-US" dirty="0"/>
              <a:t>Principle of non- stigmatizing,language,decision and action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26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A0AB-8D86-DF13-9E9C-5C2A85D7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friendly court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CA02-12F1-F665-4182-70FFDBAF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Informal atmosphere</a:t>
            </a:r>
          </a:p>
          <a:p>
            <a:r>
              <a:rPr lang="en-US" dirty="0"/>
              <a:t>Simple language</a:t>
            </a:r>
          </a:p>
          <a:p>
            <a:r>
              <a:rPr lang="en-US" dirty="0"/>
              <a:t>In-camera proceeding</a:t>
            </a:r>
          </a:p>
          <a:p>
            <a:r>
              <a:rPr lang="en-US" dirty="0"/>
              <a:t>Presence of parent and guardian</a:t>
            </a:r>
          </a:p>
          <a:p>
            <a:r>
              <a:rPr lang="en-US" dirty="0"/>
              <a:t>Avoid intimidating practice</a:t>
            </a:r>
          </a:p>
        </p:txBody>
      </p:sp>
    </p:spTree>
    <p:extLst>
      <p:ext uri="{BB962C8B-B14F-4D97-AF65-F5344CB8AC3E}">
        <p14:creationId xmlns:p14="http://schemas.microsoft.com/office/powerpoint/2010/main" val="983792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95D6-CDF2-9749-ECB0-F67DCD5B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International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DDB8-6263-A711-F1AD-9FDCB977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convention on the Rights of the Child</a:t>
            </a:r>
          </a:p>
          <a:p>
            <a:r>
              <a:rPr lang="en-US" dirty="0"/>
              <a:t>Beijing Rules (</a:t>
            </a:r>
            <a:r>
              <a:rPr lang="en-US" sz="2000" dirty="0"/>
              <a:t> how children in conflict with the law should be treated)</a:t>
            </a:r>
            <a:endParaRPr lang="en-US" dirty="0"/>
          </a:p>
          <a:p>
            <a:r>
              <a:rPr lang="en-US" dirty="0"/>
              <a:t>Riyadh guidelines ( </a:t>
            </a:r>
            <a:r>
              <a:rPr lang="en-US" sz="2000" dirty="0"/>
              <a:t>preventing and responding to juvenile delinquency )</a:t>
            </a:r>
            <a:endParaRPr lang="en-US" dirty="0"/>
          </a:p>
          <a:p>
            <a:r>
              <a:rPr lang="en-US" dirty="0"/>
              <a:t>Havana Rules</a:t>
            </a:r>
            <a:r>
              <a:rPr lang="en-US" sz="2000" dirty="0"/>
              <a:t> ( how children ( under 18) should </a:t>
            </a:r>
            <a:r>
              <a:rPr lang="en-US" sz="2000"/>
              <a:t>be  </a:t>
            </a:r>
            <a:r>
              <a:rPr lang="en-US" sz="2000" dirty="0"/>
              <a:t>treated when they are detain </a:t>
            </a:r>
            <a:r>
              <a:rPr lang="en-US" sz="2000"/>
              <a:t>or imprisoned 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77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DD9F-9BDC-5889-1E25-FA7A43B8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C558E-5B2D-5BC7-740D-CC939393C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Birth certificate given by hospital</a:t>
            </a:r>
          </a:p>
          <a:p>
            <a:r>
              <a:rPr lang="en-US" dirty="0"/>
              <a:t>Birth registration</a:t>
            </a:r>
          </a:p>
          <a:p>
            <a:r>
              <a:rPr lang="en-US" dirty="0"/>
              <a:t>Character certificate or date of school  </a:t>
            </a:r>
            <a:r>
              <a:rPr lang="en-US" dirty="0" err="1"/>
              <a:t>admitation</a:t>
            </a:r>
            <a:r>
              <a:rPr lang="en-US"/>
              <a:t> </a:t>
            </a:r>
            <a:endParaRPr lang="en-US" dirty="0"/>
          </a:p>
          <a:p>
            <a:r>
              <a:rPr lang="en-US" dirty="0"/>
              <a:t>Age certified by hospital </a:t>
            </a:r>
          </a:p>
          <a:p>
            <a:r>
              <a:rPr lang="en-US" dirty="0" err="1"/>
              <a:t>Janmakundali</a:t>
            </a:r>
            <a:r>
              <a:rPr lang="en-US" dirty="0"/>
              <a:t>, </a:t>
            </a:r>
            <a:r>
              <a:rPr lang="en-US" dirty="0" err="1"/>
              <a:t>china</a:t>
            </a:r>
            <a:r>
              <a:rPr lang="en-US" dirty="0"/>
              <a:t>, </a:t>
            </a:r>
            <a:r>
              <a:rPr lang="en-US" dirty="0" err="1"/>
              <a:t>tipot</a:t>
            </a:r>
            <a:r>
              <a:rPr lang="en-US" dirty="0"/>
              <a:t> or age mentation by parents or family member</a:t>
            </a:r>
          </a:p>
        </p:txBody>
      </p:sp>
    </p:spTree>
    <p:extLst>
      <p:ext uri="{BB962C8B-B14F-4D97-AF65-F5344CB8AC3E}">
        <p14:creationId xmlns:p14="http://schemas.microsoft.com/office/powerpoint/2010/main" val="26779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ACAB-C449-BFDB-DD99-3000CB07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 judges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2803C-1878-EFC4-8FA5-98BD7A0D1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Guardian of child right</a:t>
            </a:r>
          </a:p>
          <a:p>
            <a:r>
              <a:rPr lang="en-US" dirty="0"/>
              <a:t>Ensure due process</a:t>
            </a:r>
          </a:p>
          <a:p>
            <a:r>
              <a:rPr lang="en-US" dirty="0"/>
              <a:t>Prevent secondary victimization</a:t>
            </a:r>
          </a:p>
          <a:p>
            <a:r>
              <a:rPr lang="en-US" dirty="0"/>
              <a:t>Apply judicial discretion</a:t>
            </a:r>
          </a:p>
          <a:p>
            <a:r>
              <a:rPr lang="en-US" dirty="0"/>
              <a:t>Individualized assessment</a:t>
            </a:r>
          </a:p>
          <a:p>
            <a:r>
              <a:rPr lang="en-US" dirty="0"/>
              <a:t>Co – ordination with social service</a:t>
            </a:r>
          </a:p>
        </p:txBody>
      </p:sp>
    </p:spTree>
    <p:extLst>
      <p:ext uri="{BB962C8B-B14F-4D97-AF65-F5344CB8AC3E}">
        <p14:creationId xmlns:p14="http://schemas.microsoft.com/office/powerpoint/2010/main" val="928179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D35A-B1C8-A474-DE15-3FF3076C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F5ED-361A-BA10-4527-F8EA05E56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09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</TotalTime>
  <Words>231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2013 - 2022 Theme</vt:lpstr>
      <vt:lpstr>Juvenile justice</vt:lpstr>
      <vt:lpstr>My experiences</vt:lpstr>
      <vt:lpstr>Philosophy of juvenile justice</vt:lpstr>
      <vt:lpstr>Core principles of juvenile justice</vt:lpstr>
      <vt:lpstr>Child friendly court procedure</vt:lpstr>
      <vt:lpstr>International framework</vt:lpstr>
      <vt:lpstr>Age determination</vt:lpstr>
      <vt:lpstr>Role of the  judges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14</cp:revision>
  <dcterms:created xsi:type="dcterms:W3CDTF">2026-01-24T14:22:00Z</dcterms:created>
  <dcterms:modified xsi:type="dcterms:W3CDTF">2026-01-25T15:26:25Z</dcterms:modified>
</cp:coreProperties>
</file>