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2" r:id="rId4"/>
    <p:sldId id="268" r:id="rId5"/>
    <p:sldId id="263" r:id="rId6"/>
    <p:sldId id="264" r:id="rId7"/>
    <p:sldId id="265" r:id="rId8"/>
    <p:sldId id="266" r:id="rId9"/>
    <p:sldId id="257" r:id="rId10"/>
    <p:sldId id="258" r:id="rId11"/>
    <p:sldId id="259" r:id="rId12"/>
    <p:sldId id="260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A4025-BD02-4D8D-98F7-91159B2DA7E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9327EC-260C-453E-B43A-E2AC77A6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9327EC-260C-453E-B43A-E2AC77A64E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7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1"/>
            <a:ext cx="7772400" cy="1904999"/>
          </a:xfrm>
        </p:spPr>
        <p:txBody>
          <a:bodyPr>
            <a:normAutofit/>
          </a:bodyPr>
          <a:lstStyle/>
          <a:p>
            <a:r>
              <a:rPr lang="ne-NP" sz="3200" dirty="0" smtClean="0">
                <a:cs typeface="Kalimati" pitchFamily="2"/>
              </a:rPr>
              <a:t>आदेश लेखनका आधारभूत पक्ष</a:t>
            </a:r>
            <a:endParaRPr lang="en-US" sz="3200" dirty="0">
              <a:cs typeface="Kalimati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886200"/>
            <a:ext cx="5867400" cy="1752600"/>
          </a:xfrm>
        </p:spPr>
        <p:txBody>
          <a:bodyPr>
            <a:normAutofit/>
          </a:bodyPr>
          <a:lstStyle/>
          <a:p>
            <a:pPr algn="r"/>
            <a:r>
              <a:rPr lang="ne-NP" sz="2600" dirty="0" smtClean="0">
                <a:solidFill>
                  <a:schemeClr val="tx1"/>
                </a:solidFill>
                <a:latin typeface="+mj-lt"/>
                <a:ea typeface="+mj-ea"/>
                <a:cs typeface="Kalimati" pitchFamily="2"/>
              </a:rPr>
              <a:t>आत्मदेव जोशी</a:t>
            </a:r>
          </a:p>
          <a:p>
            <a:pPr algn="r"/>
            <a:r>
              <a:rPr lang="ne-NP" sz="2600" dirty="0" smtClean="0">
                <a:solidFill>
                  <a:schemeClr val="tx1"/>
                </a:solidFill>
                <a:latin typeface="+mj-lt"/>
                <a:ea typeface="+mj-ea"/>
                <a:cs typeface="Kalimati" pitchFamily="2"/>
              </a:rPr>
              <a:t>जिल्ला न्यायाधीश</a:t>
            </a:r>
          </a:p>
          <a:p>
            <a:pPr algn="r"/>
            <a:r>
              <a:rPr lang="ne-NP" sz="2400" dirty="0" smtClean="0">
                <a:solidFill>
                  <a:schemeClr val="tx1"/>
                </a:solidFill>
                <a:latin typeface="+mj-lt"/>
                <a:ea typeface="+mj-ea"/>
                <a:cs typeface="Kalimati" pitchFamily="2"/>
              </a:rPr>
              <a:t>काठमाडौँ जिल्ला अदालत</a:t>
            </a:r>
            <a:endParaRPr lang="en-US" sz="2400" dirty="0" smtClean="0">
              <a:solidFill>
                <a:schemeClr val="tx1"/>
              </a:solidFill>
              <a:latin typeface="+mj-lt"/>
              <a:ea typeface="+mj-ea"/>
              <a:cs typeface="Kalimati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आदेश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अन्तिम निर्णय (</a:t>
            </a:r>
            <a:r>
              <a:rPr lang="en-US" dirty="0" smtClean="0"/>
              <a:t>Judgment) </a:t>
            </a:r>
            <a:r>
              <a:rPr lang="ne-NP" dirty="0" smtClean="0"/>
              <a:t>मा पुग्नुअघि गरिने सम्पूर्ण आदेशहरू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71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कसले गर्छ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तहसिलदार ‌‌‌</a:t>
            </a:r>
          </a:p>
          <a:p>
            <a:r>
              <a:rPr lang="ne-NP" dirty="0" smtClean="0"/>
              <a:t>स्रेस्तेदार</a:t>
            </a:r>
          </a:p>
          <a:p>
            <a:r>
              <a:rPr lang="ne-NP" dirty="0" smtClean="0"/>
              <a:t>न्यायाधीश</a:t>
            </a:r>
          </a:p>
        </p:txBody>
      </p:sp>
      <p:sp>
        <p:nvSpPr>
          <p:cNvPr id="4" name="Right Brace 3"/>
          <p:cNvSpPr/>
          <p:nvPr/>
        </p:nvSpPr>
        <p:spPr>
          <a:xfrm>
            <a:off x="2895600" y="1676400"/>
            <a:ext cx="381000" cy="990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ध्यान दिनुपर्ने कुराहरू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e-NP" dirty="0" smtClean="0"/>
              <a:t>पेशीसूचीमा चढेको छ छैन?</a:t>
            </a:r>
          </a:p>
          <a:p>
            <a:r>
              <a:rPr lang="ne-NP" smtClean="0"/>
              <a:t>पक्षहरू तारेखमा छन् छैनन् र पेशीको सूचना वा जानकारी दिइएको छ छैन?</a:t>
            </a:r>
          </a:p>
          <a:p>
            <a:r>
              <a:rPr lang="ne-NP" dirty="0" smtClean="0"/>
              <a:t>मुद्दामा विवादको विषय के के छन्?</a:t>
            </a:r>
          </a:p>
          <a:p>
            <a:r>
              <a:rPr lang="ne-NP" dirty="0" smtClean="0"/>
              <a:t>प्रमाणहरू वादी प्रतिवादीले के के राखेको छ?</a:t>
            </a:r>
          </a:p>
          <a:p>
            <a:r>
              <a:rPr lang="en-US" dirty="0" smtClean="0"/>
              <a:t>Verify </a:t>
            </a:r>
            <a:r>
              <a:rPr lang="ne-NP" dirty="0" smtClean="0"/>
              <a:t>गर्नुपर्ने कागजात, प्रमाण के छन्?</a:t>
            </a:r>
          </a:p>
          <a:p>
            <a:r>
              <a:rPr lang="ne-NP" dirty="0" smtClean="0"/>
              <a:t>सम्बद्ध प्रमाणहरू के हुन सक्छन्?</a:t>
            </a:r>
          </a:p>
          <a:p>
            <a:r>
              <a:rPr lang="ne-NP" dirty="0" smtClean="0"/>
              <a:t>पूर्व आदेश र तिनको कार्यान्वयनको अवस्था?</a:t>
            </a:r>
          </a:p>
          <a:p>
            <a:endParaRPr lang="ne-NP" dirty="0" smtClean="0"/>
          </a:p>
          <a:p>
            <a:endParaRPr lang="ne-NP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08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बर्गिकरण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प्रक्रियागत आदेश</a:t>
            </a:r>
          </a:p>
          <a:p>
            <a:r>
              <a:rPr lang="ne-NP" dirty="0" smtClean="0"/>
              <a:t>अन्तरिम आदेश</a:t>
            </a:r>
          </a:p>
          <a:p>
            <a:r>
              <a:rPr lang="ne-NP" dirty="0" smtClean="0"/>
              <a:t>प्रमाणसम्बन्धी आदेश</a:t>
            </a:r>
          </a:p>
          <a:p>
            <a:r>
              <a:rPr lang="ne-NP" dirty="0" smtClean="0"/>
              <a:t>उपस्थित गराउने आदेश</a:t>
            </a:r>
          </a:p>
          <a:p>
            <a:r>
              <a:rPr lang="ne-NP" dirty="0" smtClean="0"/>
              <a:t>बहस सम्बन्धी आदेश</a:t>
            </a:r>
          </a:p>
          <a:p>
            <a:r>
              <a:rPr lang="ne-NP" dirty="0" smtClean="0"/>
              <a:t>सजाय निर्धारण सम्बन्धी आदेश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46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dirty="0" smtClean="0"/>
              <a:t>प्रक्रियागत आदेशहरूः </a:t>
            </a:r>
            <a:r>
              <a:rPr lang="ne-NP" dirty="0"/>
              <a:t>स्रेस्तेदार, तहसिलदारबाट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मुद्दा दर्ता, दरपिठ, म्याद, पूर्जी, तामेली, तारेख तोक्ने, थाम्ने, फैसला कार्यान्यवनका क्रममा हुने कामकारवाही आदिः- यी सबै आदेश उपर चित्त नबुझ्नेले बदरका लागि निवेदन दिएमा इजलासमा पेश हुने।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95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प्रक्रियागत आदेशहरूः इजलासबाट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प्रारम्भिक सुनुवाईको आदेश</a:t>
            </a:r>
          </a:p>
          <a:p>
            <a:r>
              <a:rPr lang="ne-NP" dirty="0" smtClean="0"/>
              <a:t>अन्तरिम, अन्तरिम संरक्षणात्मक आदेश, अन्तरकालीन आदेश</a:t>
            </a:r>
          </a:p>
          <a:p>
            <a:r>
              <a:rPr lang="ne-NP" dirty="0" smtClean="0"/>
              <a:t>थुनछेक आदेश</a:t>
            </a:r>
          </a:p>
          <a:p>
            <a:r>
              <a:rPr lang="ne-NP" dirty="0" smtClean="0"/>
              <a:t>अन्तरिम,अन्तरकालीन आदेशले निरन्तरता पाउने नपाउने वा सदर बदर</a:t>
            </a:r>
          </a:p>
          <a:p>
            <a:r>
              <a:rPr lang="ne-NP" dirty="0" smtClean="0"/>
              <a:t>म्याद बदर गरी पुनः म्याद दिने आदेश</a:t>
            </a:r>
          </a:p>
          <a:p>
            <a:r>
              <a:rPr lang="ne-NP" dirty="0" smtClean="0"/>
              <a:t>स्थगित, हेर्न नभ्याउने, हेर्न नमिल्ने आदि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87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प्रमाण बुझ्ने सम्बन्धी आदेश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देवानी</a:t>
            </a:r>
          </a:p>
          <a:p>
            <a:r>
              <a:rPr lang="ne-NP" dirty="0" smtClean="0"/>
              <a:t>फौजदारी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25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e-NP" sz="3200" dirty="0" smtClean="0">
                <a:cs typeface="Kalimati" pitchFamily="2"/>
              </a:rPr>
              <a:t>फौजदारी मुद्दामा गरिने केही आदेशहरु</a:t>
            </a:r>
            <a:endParaRPr lang="en-US" sz="3200" dirty="0" smtClean="0">
              <a:cs typeface="Kalimati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पक्राउ अनुमति, जरूरी समर्थन, म्याद थप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थुनछेक आदेशः दफा- ६७, ६८, ६९, ७०, ७१, ७९</a:t>
            </a:r>
            <a:endParaRPr lang="ne-NP" sz="2800" dirty="0" smtClean="0">
              <a:latin typeface="+mj-lt"/>
              <a:ea typeface="+mj-ea"/>
              <a:cs typeface="Kalimati" pitchFamily="2"/>
            </a:endParaRP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शारीरिक परिक्षण </a:t>
            </a:r>
            <a:r>
              <a:rPr lang="ne-NP" sz="2800" dirty="0" smtClean="0">
                <a:latin typeface="+mj-lt"/>
                <a:ea typeface="+mj-ea"/>
                <a:cs typeface="Kalimati" pitchFamily="2"/>
              </a:rPr>
              <a:t>आदेशः दफा १४(५)</a:t>
            </a:r>
            <a:endParaRPr lang="ne-NP" sz="2800" dirty="0" smtClean="0">
              <a:latin typeface="+mj-lt"/>
              <a:ea typeface="+mj-ea"/>
              <a:cs typeface="Kalimati" pitchFamily="2"/>
            </a:endParaRP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सम्पति रोक्का राख्न लगाउने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उमेर निर्धारण गर्न गरिने आदेश 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साक्षी बुझ्ने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नबुझी नहुने </a:t>
            </a:r>
            <a:r>
              <a:rPr lang="ne-NP" sz="2800" dirty="0" smtClean="0">
                <a:cs typeface="Kalimati" pitchFamily="2"/>
              </a:rPr>
              <a:t>साक्षी बुझ्ने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चिजवस्तु परिक्षण गर्न लगाउने आदेश 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प्रतिवेदन पेश गर्न लगाउने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विशेषज्ञ </a:t>
            </a:r>
            <a:r>
              <a:rPr lang="ne-NP" sz="2800" dirty="0" smtClean="0">
                <a:cs typeface="Kalimati" pitchFamily="2"/>
              </a:rPr>
              <a:t>बुझ्ने आदेश 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प्रतिवेदन झिकाउने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अन्तरिम संरक्षण र </a:t>
            </a:r>
            <a:r>
              <a:rPr lang="ne-NP" sz="2800" dirty="0" smtClean="0">
                <a:cs typeface="Kalimati" pitchFamily="2"/>
              </a:rPr>
              <a:t>अन्तरिम क्षतिपूर्ति आदेश आदि</a:t>
            </a:r>
            <a:r>
              <a:rPr lang="ne-NP" sz="2800" dirty="0" smtClean="0">
                <a:cs typeface="Kalimati" pitchFamily="2"/>
              </a:rPr>
              <a:t>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e-NP" sz="3200" dirty="0" smtClean="0">
                <a:cs typeface="Kalimati" pitchFamily="2"/>
              </a:rPr>
              <a:t>देवानी मुद्दामा गरिने केहि आदेशहरु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मुद्दा गर्न अनुमति दिने आदेश 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कोर्ट फि सुविधाको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सम्पति रोक्का तथा फुकुवा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यथास्थितिमा राख्ने आदेश</a:t>
            </a:r>
          </a:p>
          <a:p>
            <a:r>
              <a:rPr lang="ne-NP" sz="2800" dirty="0" smtClean="0">
                <a:cs typeface="Kalimati" pitchFamily="2"/>
              </a:rPr>
              <a:t>आर्थिक हैसियत खुलाउने आदेश</a:t>
            </a:r>
            <a:endParaRPr lang="ne-NP" sz="2800" dirty="0" smtClean="0">
              <a:latin typeface="+mj-lt"/>
              <a:ea typeface="+mj-ea"/>
              <a:cs typeface="Kalimati" pitchFamily="2"/>
            </a:endParaRP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मानाचामलको आदेश (अन्तरिम भरण पोषण)  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बालवालिका पाल्न वा राख्न दिने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साक्षी बुझ्ने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अंशियारा बुझ्ने आदेश र सो को बयान पश्चात गर्ने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नक्शा गर्ने तथा नक्शा बदर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दर्ता, श्रेष्ता, फिल्डबुक, नक्शा, ट्रेश, टायल चेक आदि झिकाउने आदेश</a:t>
            </a:r>
          </a:p>
          <a:p>
            <a:r>
              <a:rPr lang="ne-NP" sz="2800" dirty="0" smtClean="0">
                <a:latin typeface="+mj-lt"/>
                <a:ea typeface="+mj-ea"/>
                <a:cs typeface="Kalimati" pitchFamily="2"/>
              </a:rPr>
              <a:t>लिखत उपर बयान गराउने आदेश </a:t>
            </a:r>
            <a:endParaRPr lang="ne-NP" sz="2800" dirty="0" smtClean="0">
              <a:cs typeface="Kalimati" pitchFamily="2"/>
            </a:endParaRPr>
          </a:p>
          <a:p>
            <a:endParaRPr lang="ne-NP" dirty="0" smtClean="0">
              <a:latin typeface="+mj-lt"/>
              <a:ea typeface="+mj-ea"/>
              <a:cs typeface="Kalimati" pitchFamily="2"/>
            </a:endParaRPr>
          </a:p>
          <a:p>
            <a:endParaRPr lang="en-US" dirty="0" smtClean="0">
              <a:latin typeface="+mj-lt"/>
              <a:ea typeface="+mj-ea"/>
              <a:cs typeface="Kalimati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e-NP" sz="3200" dirty="0" smtClean="0">
                <a:cs typeface="Kalimati" pitchFamily="2"/>
              </a:rPr>
              <a:t>देवानी मुद्दामा गरिने केही आदेशहरु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e-NP" sz="2400" dirty="0" smtClean="0">
                <a:cs typeface="Kalimati" pitchFamily="2"/>
              </a:rPr>
              <a:t>नातामा बयान तथा कुनै किसिमको सर्जमिन गराउने आदेश (नाता, उब्जनी, भोग चलन, निर्माण, चलन, निकास आदि)</a:t>
            </a:r>
          </a:p>
          <a:p>
            <a:r>
              <a:rPr lang="ne-NP" sz="2400" dirty="0" smtClean="0">
                <a:cs typeface="Kalimati" pitchFamily="2"/>
              </a:rPr>
              <a:t>वतन ठेगाना वा अन्य केहि कुरा खुलाउन लगाउने आदेश आदि।</a:t>
            </a:r>
          </a:p>
          <a:p>
            <a:r>
              <a:rPr lang="ne-NP" sz="2400" dirty="0" smtClean="0">
                <a:cs typeface="Kalimati" pitchFamily="2"/>
              </a:rPr>
              <a:t>दरपिठ उपरको आदेश</a:t>
            </a:r>
            <a:endParaRPr lang="en-US" sz="2400" dirty="0" smtClean="0">
              <a:cs typeface="Kalimati" pitchFamily="2"/>
            </a:endParaRPr>
          </a:p>
          <a:p>
            <a:r>
              <a:rPr lang="ne-NP" sz="2400" dirty="0" smtClean="0">
                <a:cs typeface="Kalimati" pitchFamily="2"/>
              </a:rPr>
              <a:t>सम्पत्तिको फाँटवारी आदेश </a:t>
            </a:r>
          </a:p>
          <a:p>
            <a:r>
              <a:rPr lang="ne-NP" sz="2400" dirty="0" smtClean="0">
                <a:cs typeface="Kalimati" pitchFamily="2"/>
              </a:rPr>
              <a:t>मेलमिलापमा पठाउने आदेश</a:t>
            </a:r>
          </a:p>
          <a:p>
            <a:r>
              <a:rPr lang="ne-NP" sz="2400" dirty="0" smtClean="0">
                <a:cs typeface="Kalimati" pitchFamily="2"/>
              </a:rPr>
              <a:t>श्रेष्तेदार तहसिलदारले गरेका आदेश उपरको आदेश आदि</a:t>
            </a:r>
            <a:r>
              <a:rPr lang="ne-NP" sz="2400" dirty="0" smtClean="0">
                <a:cs typeface="Kalimati" pitchFamily="2"/>
              </a:rPr>
              <a:t>।</a:t>
            </a:r>
          </a:p>
          <a:p>
            <a:r>
              <a:rPr lang="ne-NP" sz="2400" dirty="0" smtClean="0">
                <a:cs typeface="Kalimati" pitchFamily="2"/>
              </a:rPr>
              <a:t>बिगो वापत कैदको आदेश</a:t>
            </a:r>
            <a:endParaRPr lang="ne-NP" sz="2400" dirty="0" smtClean="0">
              <a:cs typeface="Kalimati" pitchFamily="2"/>
            </a:endParaRPr>
          </a:p>
          <a:p>
            <a:endParaRPr lang="en-US" sz="2400" dirty="0" smtClean="0">
              <a:cs typeface="Kalimati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e-NP" sz="3200" dirty="0" smtClean="0">
                <a:cs typeface="Kalimati" pitchFamily="2"/>
              </a:rPr>
              <a:t>अभ्यासका लागि</a:t>
            </a:r>
            <a:endParaRPr lang="en-US" sz="3200" dirty="0" smtClean="0">
              <a:cs typeface="Kalimati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e-NP" sz="2700" dirty="0" smtClean="0">
                <a:cs typeface="Kalimati" pitchFamily="2"/>
              </a:rPr>
              <a:t>जग्गा रोक्का आदेश</a:t>
            </a:r>
          </a:p>
          <a:p>
            <a:r>
              <a:rPr lang="ne-NP" sz="2700" dirty="0" smtClean="0">
                <a:cs typeface="Kalimati" pitchFamily="2"/>
              </a:rPr>
              <a:t>रोक्का फुकुवा आदेश</a:t>
            </a:r>
          </a:p>
          <a:p>
            <a:r>
              <a:rPr lang="ne-NP" sz="2700" dirty="0" smtClean="0">
                <a:cs typeface="Kalimati" pitchFamily="2"/>
              </a:rPr>
              <a:t>नक्शा आदेश</a:t>
            </a:r>
          </a:p>
          <a:p>
            <a:r>
              <a:rPr lang="ne-NP" sz="2700" dirty="0" smtClean="0">
                <a:cs typeface="Kalimati" pitchFamily="2"/>
              </a:rPr>
              <a:t>नक्शा बदर आदेश</a:t>
            </a:r>
          </a:p>
          <a:p>
            <a:r>
              <a:rPr lang="ne-NP" sz="2700" dirty="0" smtClean="0">
                <a:cs typeface="Kalimati" pitchFamily="2"/>
              </a:rPr>
              <a:t>लिखतको नामाकरण गर्ने आदेश </a:t>
            </a:r>
          </a:p>
          <a:p>
            <a:r>
              <a:rPr lang="ne-NP" sz="2700" dirty="0" smtClean="0">
                <a:cs typeface="Kalimati" pitchFamily="2"/>
              </a:rPr>
              <a:t>अंशियारा बुझ्ने आदेश र सो को बयान पश्चातको आदेश</a:t>
            </a:r>
          </a:p>
          <a:p>
            <a:r>
              <a:rPr lang="ne-NP" sz="2700" dirty="0" smtClean="0">
                <a:cs typeface="Kalimati" pitchFamily="2"/>
              </a:rPr>
              <a:t>मेलमिलापको लागि पठाउने आदेश</a:t>
            </a:r>
          </a:p>
          <a:p>
            <a:r>
              <a:rPr lang="ne-NP" sz="2700" dirty="0" smtClean="0">
                <a:cs typeface="Kalimati" pitchFamily="2"/>
              </a:rPr>
              <a:t>नबुझी नहुने साक्षी बुझ्ने आदेश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ne-NP" sz="8000" dirty="0" smtClean="0">
                <a:solidFill>
                  <a:srgbClr val="7030A0"/>
                </a:solidFill>
              </a:rPr>
              <a:t>धन्यवाद</a:t>
            </a:r>
            <a:endParaRPr lang="en-US" sz="8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56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438</Words>
  <Application>Microsoft Office PowerPoint</Application>
  <PresentationFormat>On-screen Show (4:3)</PresentationFormat>
  <Paragraphs>83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आदेश लेखनका आधारभूत पक्ष</vt:lpstr>
      <vt:lpstr>आदेश</vt:lpstr>
      <vt:lpstr>कसले गर्छ</vt:lpstr>
      <vt:lpstr>ध्यान दिनुपर्ने कुराहरू</vt:lpstr>
      <vt:lpstr>बर्गिकरण</vt:lpstr>
      <vt:lpstr>प्रक्रियागत आदेशहरूः स्रेस्तेदार, तहसिलदारबाट </vt:lpstr>
      <vt:lpstr>प्रक्रियागत आदेशहरूः इजलासबाट</vt:lpstr>
      <vt:lpstr>प्रमाण बुझ्ने सम्बन्धी आदेश</vt:lpstr>
      <vt:lpstr>फौजदारी मुद्दामा गरिने केही आदेशहरु</vt:lpstr>
      <vt:lpstr>देवानी मुद्दामा गरिने केहि आदेशहरु</vt:lpstr>
      <vt:lpstr>देवानी मुद्दामा गरिने केही आदेशहरु</vt:lpstr>
      <vt:lpstr>अभ्यासका लागि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आदेश लेखन अभ्यास</dc:title>
  <dc:creator>Upendra</dc:creator>
  <cp:lastModifiedBy>Windows User</cp:lastModifiedBy>
  <cp:revision>82</cp:revision>
  <dcterms:created xsi:type="dcterms:W3CDTF">2006-08-16T00:00:00Z</dcterms:created>
  <dcterms:modified xsi:type="dcterms:W3CDTF">2026-01-24T15:17:35Z</dcterms:modified>
</cp:coreProperties>
</file>