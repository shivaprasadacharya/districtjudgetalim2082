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ti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4.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5.xml" ContentType="application/vnd.openxmlformats-officedocument.theme+xml"/>
  <Override PartName="/ppt/slideLayouts/slideLayout10.xml" ContentType="application/vnd.openxmlformats-officedocument.presentationml.slideLayout+xml"/>
  <Override PartName="/ppt/theme/theme6.xml" ContentType="application/vnd.openxmlformats-officedocument.theme+xml"/>
  <Override PartName="/ppt/slideLayouts/slideLayout11.xml" ContentType="application/vnd.openxmlformats-officedocument.presentationml.slideLayout+xml"/>
  <Override PartName="/ppt/theme/theme7.xml" ContentType="application/vnd.openxmlformats-officedocument.theme+xml"/>
  <Override PartName="/ppt/slideLayouts/slideLayout12.xml" ContentType="application/vnd.openxmlformats-officedocument.presentationml.slideLayout+xml"/>
  <Override PartName="/ppt/theme/theme8.xml" ContentType="application/vnd.openxmlformats-officedocument.theme+xml"/>
  <Override PartName="/ppt/slideLayouts/slideLayout13.xml" ContentType="application/vnd.openxmlformats-officedocument.presentationml.slideLayout+xml"/>
  <Override PartName="/ppt/theme/theme9.xml" ContentType="application/vnd.openxmlformats-officedocument.theme+xml"/>
  <Override PartName="/ppt/slideLayouts/slideLayout14.xml" ContentType="application/vnd.openxmlformats-officedocument.presentationml.slideLayout+xml"/>
  <Override PartName="/ppt/theme/theme10.xml" ContentType="application/vnd.openxmlformats-officedocument.theme+xml"/>
  <Override PartName="/ppt/slideLayouts/slideLayout15.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60" r:id="rId6"/>
    <p:sldMasterId id="2147483662" r:id="rId7"/>
    <p:sldMasterId id="2147483664" r:id="rId8"/>
    <p:sldMasterId id="2147483666" r:id="rId9"/>
    <p:sldMasterId id="2147483668" r:id="rId10"/>
    <p:sldMasterId id="2147483670" r:id="rId11"/>
  </p:sldMasterIdLst>
  <p:notesMasterIdLst>
    <p:notesMasterId r:id="rId61"/>
  </p:notesMasterIdLst>
  <p:sldIdLst>
    <p:sldId id="256" r:id="rId12"/>
    <p:sldId id="257" r:id="rId13"/>
    <p:sldId id="258" r:id="rId14"/>
    <p:sldId id="259" r:id="rId15"/>
    <p:sldId id="260" r:id="rId16"/>
    <p:sldId id="261" r:id="rId17"/>
    <p:sldId id="262" r:id="rId18"/>
    <p:sldId id="263" r:id="rId19"/>
    <p:sldId id="264" r:id="rId20"/>
    <p:sldId id="278" r:id="rId21"/>
    <p:sldId id="280" r:id="rId22"/>
    <p:sldId id="281" r:id="rId23"/>
    <p:sldId id="283" r:id="rId24"/>
    <p:sldId id="329" r:id="rId25"/>
    <p:sldId id="330" r:id="rId26"/>
    <p:sldId id="328" r:id="rId27"/>
    <p:sldId id="284" r:id="rId28"/>
    <p:sldId id="285" r:id="rId29"/>
    <p:sldId id="286" r:id="rId30"/>
    <p:sldId id="287" r:id="rId31"/>
    <p:sldId id="288" r:id="rId32"/>
    <p:sldId id="494" r:id="rId33"/>
    <p:sldId id="333" r:id="rId34"/>
    <p:sldId id="466" r:id="rId35"/>
    <p:sldId id="467" r:id="rId36"/>
    <p:sldId id="468" r:id="rId37"/>
    <p:sldId id="469" r:id="rId38"/>
    <p:sldId id="334" r:id="rId39"/>
    <p:sldId id="335" r:id="rId40"/>
    <p:sldId id="336" r:id="rId41"/>
    <p:sldId id="337" r:id="rId42"/>
    <p:sldId id="338" r:id="rId43"/>
    <p:sldId id="339" r:id="rId44"/>
    <p:sldId id="340" r:id="rId45"/>
    <p:sldId id="341" r:id="rId46"/>
    <p:sldId id="342" r:id="rId47"/>
    <p:sldId id="343" r:id="rId48"/>
    <p:sldId id="344" r:id="rId49"/>
    <p:sldId id="347" r:id="rId50"/>
    <p:sldId id="277" r:id="rId51"/>
    <p:sldId id="348" r:id="rId52"/>
    <p:sldId id="279" r:id="rId53"/>
    <p:sldId id="349" r:id="rId54"/>
    <p:sldId id="350" r:id="rId55"/>
    <p:sldId id="282" r:id="rId56"/>
    <p:sldId id="351" r:id="rId57"/>
    <p:sldId id="353" r:id="rId58"/>
    <p:sldId id="354" r:id="rId59"/>
    <p:sldId id="327" r:id="rId60"/>
  </p:sldIdLst>
  <p:sldSz cx="12192000" cy="6858000"/>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5.xml"/><Relationship Id="rId21" Type="http://schemas.openxmlformats.org/officeDocument/2006/relationships/slide" Target="slides/slide10.xml"/><Relationship Id="rId34" Type="http://schemas.openxmlformats.org/officeDocument/2006/relationships/slide" Target="slides/slide23.xml"/><Relationship Id="rId42" Type="http://schemas.openxmlformats.org/officeDocument/2006/relationships/slide" Target="slides/slide31.xml"/><Relationship Id="rId47" Type="http://schemas.openxmlformats.org/officeDocument/2006/relationships/slide" Target="slides/slide36.xml"/><Relationship Id="rId50" Type="http://schemas.openxmlformats.org/officeDocument/2006/relationships/slide" Target="slides/slide39.xml"/><Relationship Id="rId55" Type="http://schemas.openxmlformats.org/officeDocument/2006/relationships/slide" Target="slides/slide44.xml"/><Relationship Id="rId63" Type="http://schemas.openxmlformats.org/officeDocument/2006/relationships/viewProps" Target="view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5.xml"/><Relationship Id="rId29" Type="http://schemas.openxmlformats.org/officeDocument/2006/relationships/slide" Target="slides/slide18.xml"/><Relationship Id="rId11" Type="http://schemas.openxmlformats.org/officeDocument/2006/relationships/slideMaster" Target="slideMasters/slideMaster11.xml"/><Relationship Id="rId24" Type="http://schemas.openxmlformats.org/officeDocument/2006/relationships/slide" Target="slides/slide13.xml"/><Relationship Id="rId32" Type="http://schemas.openxmlformats.org/officeDocument/2006/relationships/slide" Target="slides/slide21.xml"/><Relationship Id="rId37" Type="http://schemas.openxmlformats.org/officeDocument/2006/relationships/slide" Target="slides/slide26.xml"/><Relationship Id="rId40" Type="http://schemas.openxmlformats.org/officeDocument/2006/relationships/slide" Target="slides/slide29.xml"/><Relationship Id="rId45" Type="http://schemas.openxmlformats.org/officeDocument/2006/relationships/slide" Target="slides/slide34.xml"/><Relationship Id="rId53" Type="http://schemas.openxmlformats.org/officeDocument/2006/relationships/slide" Target="slides/slide42.xml"/><Relationship Id="rId58" Type="http://schemas.openxmlformats.org/officeDocument/2006/relationships/slide" Target="slides/slide47.xml"/><Relationship Id="rId5" Type="http://schemas.openxmlformats.org/officeDocument/2006/relationships/slideMaster" Target="slideMasters/slideMaster5.xml"/><Relationship Id="rId61" Type="http://schemas.openxmlformats.org/officeDocument/2006/relationships/notesMaster" Target="notesMasters/notesMaster1.xml"/><Relationship Id="rId19" Type="http://schemas.openxmlformats.org/officeDocument/2006/relationships/slide" Target="slides/slide8.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slide" Target="slides/slide24.xml"/><Relationship Id="rId43" Type="http://schemas.openxmlformats.org/officeDocument/2006/relationships/slide" Target="slides/slide32.xml"/><Relationship Id="rId48" Type="http://schemas.openxmlformats.org/officeDocument/2006/relationships/slide" Target="slides/slide37.xml"/><Relationship Id="rId56" Type="http://schemas.openxmlformats.org/officeDocument/2006/relationships/slide" Target="slides/slide45.xml"/><Relationship Id="rId64" Type="http://schemas.openxmlformats.org/officeDocument/2006/relationships/theme" Target="theme/theme1.xml"/><Relationship Id="rId8" Type="http://schemas.openxmlformats.org/officeDocument/2006/relationships/slideMaster" Target="slideMasters/slideMaster8.xml"/><Relationship Id="rId51" Type="http://schemas.openxmlformats.org/officeDocument/2006/relationships/slide" Target="slides/slide40.xml"/><Relationship Id="rId3" Type="http://schemas.openxmlformats.org/officeDocument/2006/relationships/slideMaster" Target="slideMasters/slideMaster3.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slide" Target="slides/slide27.xml"/><Relationship Id="rId46" Type="http://schemas.openxmlformats.org/officeDocument/2006/relationships/slide" Target="slides/slide35.xml"/><Relationship Id="rId59" Type="http://schemas.openxmlformats.org/officeDocument/2006/relationships/slide" Target="slides/slide48.xml"/><Relationship Id="rId20" Type="http://schemas.openxmlformats.org/officeDocument/2006/relationships/slide" Target="slides/slide9.xml"/><Relationship Id="rId41" Type="http://schemas.openxmlformats.org/officeDocument/2006/relationships/slide" Target="slides/slide30.xml"/><Relationship Id="rId54" Type="http://schemas.openxmlformats.org/officeDocument/2006/relationships/slide" Target="slides/slide4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slide" Target="slides/slide25.xml"/><Relationship Id="rId49" Type="http://schemas.openxmlformats.org/officeDocument/2006/relationships/slide" Target="slides/slide38.xml"/><Relationship Id="rId57" Type="http://schemas.openxmlformats.org/officeDocument/2006/relationships/slide" Target="slides/slide46.xml"/><Relationship Id="rId10" Type="http://schemas.openxmlformats.org/officeDocument/2006/relationships/slideMaster" Target="slideMasters/slideMaster10.xml"/><Relationship Id="rId31" Type="http://schemas.openxmlformats.org/officeDocument/2006/relationships/slide" Target="slides/slide20.xml"/><Relationship Id="rId44" Type="http://schemas.openxmlformats.org/officeDocument/2006/relationships/slide" Target="slides/slide33.xml"/><Relationship Id="rId52" Type="http://schemas.openxmlformats.org/officeDocument/2006/relationships/slide" Target="slides/slide41.xml"/><Relationship Id="rId60" Type="http://schemas.openxmlformats.org/officeDocument/2006/relationships/slide" Target="slides/slide49.xml"/><Relationship Id="rId65"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 Target="slides/slide2.xml"/><Relationship Id="rId18" Type="http://schemas.openxmlformats.org/officeDocument/2006/relationships/slide" Target="slides/slide7.xml"/><Relationship Id="rId3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675" cy="5048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402138" y="0"/>
            <a:ext cx="3368675" cy="504825"/>
          </a:xfrm>
          <a:prstGeom prst="rect">
            <a:avLst/>
          </a:prstGeom>
        </p:spPr>
        <p:txBody>
          <a:bodyPr vert="horz" lIns="91440" tIns="45720" rIns="91440" bIns="45720" rtlCol="0"/>
          <a:lstStyle>
            <a:lvl1pPr algn="r">
              <a:defRPr sz="1200"/>
            </a:lvl1pPr>
          </a:lstStyle>
          <a:p>
            <a:fld id="{325CE572-6651-4D82-9029-8CC6855AF82E}" type="datetimeFigureOut">
              <a:rPr lang="en-US" smtClean="0"/>
              <a:t>1/17/2026</a:t>
            </a:fld>
            <a:endParaRPr lang="en-US"/>
          </a:p>
        </p:txBody>
      </p:sp>
      <p:sp>
        <p:nvSpPr>
          <p:cNvPr id="4" name="Slide Image Placeholder 3"/>
          <p:cNvSpPr>
            <a:spLocks noGrp="1" noRot="1" noChangeAspect="1"/>
          </p:cNvSpPr>
          <p:nvPr>
            <p:ph type="sldImg" idx="2"/>
          </p:nvPr>
        </p:nvSpPr>
        <p:spPr>
          <a:xfrm>
            <a:off x="869950" y="1257300"/>
            <a:ext cx="6032500" cy="33940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77875" y="4840288"/>
            <a:ext cx="6216650" cy="39608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553575"/>
            <a:ext cx="3368675" cy="5048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402138" y="9553575"/>
            <a:ext cx="3368675" cy="504825"/>
          </a:xfrm>
          <a:prstGeom prst="rect">
            <a:avLst/>
          </a:prstGeom>
        </p:spPr>
        <p:txBody>
          <a:bodyPr vert="horz" lIns="91440" tIns="45720" rIns="91440" bIns="45720" rtlCol="0" anchor="b"/>
          <a:lstStyle>
            <a:lvl1pPr algn="r">
              <a:defRPr sz="1200"/>
            </a:lvl1pPr>
          </a:lstStyle>
          <a:p>
            <a:fld id="{256F06BC-3889-4F20-A930-9B305C2CD9B1}" type="slidenum">
              <a:rPr lang="en-US" smtClean="0"/>
              <a:t>‹#›</a:t>
            </a:fld>
            <a:endParaRPr lang="en-US"/>
          </a:p>
        </p:txBody>
      </p:sp>
    </p:spTree>
    <p:extLst>
      <p:ext uri="{BB962C8B-B14F-4D97-AF65-F5344CB8AC3E}">
        <p14:creationId xmlns:p14="http://schemas.microsoft.com/office/powerpoint/2010/main" val="36213999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 name="PlaceHolder 1"/>
          <p:cNvSpPr>
            <a:spLocks noGrp="1" noRot="1" noChangeAspect="1"/>
          </p:cNvSpPr>
          <p:nvPr>
            <p:ph type="sldImg"/>
          </p:nvPr>
        </p:nvSpPr>
        <p:spPr>
          <a:xfrm>
            <a:off x="685800" y="1143000"/>
            <a:ext cx="5484813" cy="3084513"/>
          </a:xfrm>
          <a:prstGeom prst="rect">
            <a:avLst/>
          </a:prstGeom>
          <a:ln w="0">
            <a:noFill/>
          </a:ln>
        </p:spPr>
      </p:sp>
      <p:sp>
        <p:nvSpPr>
          <p:cNvPr id="240"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marL="216000" indent="-216000">
              <a:buNone/>
            </a:pPr>
            <a:endParaRPr lang="en-US" sz="1800" b="0" u="none" strike="noStrike">
              <a:solidFill>
                <a:srgbClr val="000000"/>
              </a:solidFill>
              <a:uFillTx/>
              <a:latin typeface="Arial"/>
            </a:endParaRPr>
          </a:p>
        </p:txBody>
      </p:sp>
      <p:sp>
        <p:nvSpPr>
          <p:cNvPr id="241" name="PlaceHolder 3"/>
          <p:cNvSpPr>
            <a:spLocks noGrp="1"/>
          </p:cNvSpPr>
          <p:nvPr>
            <p:ph type="sldNum" idx="66"/>
          </p:nvPr>
        </p:nvSpPr>
        <p:spPr>
          <a:xfrm>
            <a:off x="3884760" y="8685360"/>
            <a:ext cx="2970720" cy="45756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uFillTx/>
                <a:latin typeface="Times New Roman"/>
              </a:defRPr>
            </a:lvl1pPr>
          </a:lstStyle>
          <a:p>
            <a:pPr indent="0" algn="r">
              <a:lnSpc>
                <a:spcPct val="100000"/>
              </a:lnSpc>
              <a:buNone/>
              <a:tabLst>
                <a:tab pos="0" algn="l"/>
              </a:tabLst>
            </a:pPr>
            <a:fld id="{4DC2BC45-40B8-4389-A25F-C7993BB0618F}" type="slidenum">
              <a:rPr lang="en-US" sz="1200" b="0" u="none" strike="noStrike">
                <a:solidFill>
                  <a:srgbClr val="000000"/>
                </a:solidFill>
                <a:uFillTx/>
                <a:latin typeface="Times New Roman"/>
              </a:rPr>
              <a:t>47</a:t>
            </a:fld>
            <a:endParaRPr lang="en-US" sz="1200" b="0" u="none" strike="noStrike">
              <a:solidFill>
                <a:srgbClr val="000000"/>
              </a:solidFill>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a:endParaRPr>
          </a:p>
        </p:txBody>
      </p:sp>
      <p:sp>
        <p:nvSpPr>
          <p:cNvPr id="8"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indent="0" algn="ctr">
              <a:buNone/>
            </a:pPr>
            <a:endParaRPr lang="en-US" sz="3200" b="0" u="none" strike="noStrike">
              <a:solidFill>
                <a:srgbClr val="000000"/>
              </a:solidFill>
              <a:uFillTx/>
              <a:latin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Default">
    <p:spTree>
      <p:nvGrpSpPr>
        <p:cNvPr id="1" name=""/>
        <p:cNvGrpSpPr/>
        <p:nvPr/>
      </p:nvGrpSpPr>
      <p:grpSpPr>
        <a:xfrm>
          <a:off x="0" y="0"/>
          <a:ext cx="0" cy="0"/>
          <a:chOff x="0" y="0"/>
          <a:chExt cx="0" cy="0"/>
        </a:xfrm>
      </p:grpSpPr>
      <p:sp>
        <p:nvSpPr>
          <p:cNvPr id="1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a:endParaRPr>
          </a:p>
        </p:txBody>
      </p:sp>
      <p:sp>
        <p:nvSpPr>
          <p:cNvPr id="17"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uFillTx/>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a:endParaRPr>
          </a:p>
        </p:txBody>
      </p:sp>
      <p:sp>
        <p:nvSpPr>
          <p:cNvPr id="30"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uFillTx/>
              <a:latin typeface="Arial"/>
            </a:endParaRPr>
          </a:p>
        </p:txBody>
      </p:sp>
      <p:sp>
        <p:nvSpPr>
          <p:cNvPr id="4" name="PlaceHolder 3"/>
          <p:cNvSpPr>
            <a:spLocks noGrp="1"/>
          </p:cNvSpPr>
          <p:nvPr>
            <p:ph type="ftr" idx="1"/>
          </p:nvPr>
        </p:nvSpPr>
        <p:spPr/>
        <p:txBody>
          <a:bodyPr/>
          <a:lstStyle/>
          <a:p>
            <a:r>
              <a:t>Footer</a:t>
            </a:r>
          </a:p>
        </p:txBody>
      </p:sp>
      <p:sp>
        <p:nvSpPr>
          <p:cNvPr id="5" name="PlaceHolder 4"/>
          <p:cNvSpPr>
            <a:spLocks noGrp="1"/>
          </p:cNvSpPr>
          <p:nvPr>
            <p:ph type="sldNum" idx="2"/>
          </p:nvPr>
        </p:nvSpPr>
        <p:spPr/>
        <p:txBody>
          <a:bodyPr/>
          <a:lstStyle/>
          <a:p>
            <a:fld id="{381FCEE0-8F31-4409-B26A-367A6F5D3FD0}"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_">
    <p:spTree>
      <p:nvGrpSpPr>
        <p:cNvPr id="1" name=""/>
        <p:cNvGrpSpPr/>
        <p:nvPr/>
      </p:nvGrpSpPr>
      <p:grpSpPr>
        <a:xfrm>
          <a:off x="0" y="0"/>
          <a:ext cx="0" cy="0"/>
          <a:chOff x="0" y="0"/>
          <a:chExt cx="0" cy="0"/>
        </a:xfrm>
      </p:grpSpPr>
      <p:sp>
        <p:nvSpPr>
          <p:cNvPr id="3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a:endParaRPr>
          </a:p>
        </p:txBody>
      </p:sp>
      <p:sp>
        <p:nvSpPr>
          <p:cNvPr id="37"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uFillTx/>
              <a:latin typeface="Arial"/>
            </a:endParaRPr>
          </a:p>
        </p:txBody>
      </p:sp>
      <p:sp>
        <p:nvSpPr>
          <p:cNvPr id="4" name="PlaceHolder 3"/>
          <p:cNvSpPr>
            <a:spLocks noGrp="1"/>
          </p:cNvSpPr>
          <p:nvPr>
            <p:ph type="ftr" idx="3"/>
          </p:nvPr>
        </p:nvSpPr>
        <p:spPr/>
        <p:txBody>
          <a:bodyPr/>
          <a:lstStyle/>
          <a:p>
            <a:r>
              <a:t>Footer</a:t>
            </a:r>
          </a:p>
        </p:txBody>
      </p:sp>
      <p:sp>
        <p:nvSpPr>
          <p:cNvPr id="5" name="PlaceHolder 4"/>
          <p:cNvSpPr>
            <a:spLocks noGrp="1"/>
          </p:cNvSpPr>
          <p:nvPr>
            <p:ph type="sldNum" idx="4"/>
          </p:nvPr>
        </p:nvSpPr>
        <p:spPr/>
        <p:txBody>
          <a:bodyPr/>
          <a:lstStyle/>
          <a:p>
            <a:fld id="{2DC66C3F-BB81-4135-AFC4-DE8AF1A876EB}" type="slidenum">
              <a:t>‹#›</a:t>
            </a:fld>
            <a:endParaRPr/>
          </a:p>
        </p:txBody>
      </p:sp>
      <p:sp>
        <p:nvSpPr>
          <p:cNvPr id="6" name="PlaceHolder 5"/>
          <p:cNvSpPr>
            <a:spLocks noGrp="1"/>
          </p:cNvSpPr>
          <p:nvPr>
            <p:ph type="dt" idx="5"/>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Title2">
    <p:spTree>
      <p:nvGrpSpPr>
        <p:cNvPr id="1" name=""/>
        <p:cNvGrpSpPr/>
        <p:nvPr/>
      </p:nvGrpSpPr>
      <p:grpSpPr>
        <a:xfrm>
          <a:off x="0" y="0"/>
          <a:ext cx="0" cy="0"/>
          <a:chOff x="0" y="0"/>
          <a:chExt cx="0" cy="0"/>
        </a:xfrm>
      </p:grpSpPr>
      <p:sp>
        <p:nvSpPr>
          <p:cNvPr id="2" name="PlaceHolder 1"/>
          <p:cNvSpPr>
            <a:spLocks noGrp="1"/>
          </p:cNvSpPr>
          <p:nvPr>
            <p:ph type="ftr" idx="56"/>
          </p:nvPr>
        </p:nvSpPr>
        <p:spPr/>
        <p:txBody>
          <a:bodyPr/>
          <a:lstStyle/>
          <a:p>
            <a:r>
              <a:t>Footer</a:t>
            </a:r>
          </a:p>
        </p:txBody>
      </p:sp>
      <p:sp>
        <p:nvSpPr>
          <p:cNvPr id="3" name="PlaceHolder 2"/>
          <p:cNvSpPr>
            <a:spLocks noGrp="1"/>
          </p:cNvSpPr>
          <p:nvPr>
            <p:ph type="sldNum" idx="57"/>
          </p:nvPr>
        </p:nvSpPr>
        <p:spPr/>
        <p:txBody>
          <a:bodyPr/>
          <a:lstStyle/>
          <a:p>
            <a:fld id="{5C0397DC-D8C8-489D-AA08-AC2164F8F3FC}" type="slidenum">
              <a:t>‹#›</a:t>
            </a:fld>
            <a:endParaRPr/>
          </a:p>
        </p:txBody>
      </p:sp>
      <p:sp>
        <p:nvSpPr>
          <p:cNvPr id="4" name="PlaceHolder 3"/>
          <p:cNvSpPr>
            <a:spLocks noGrp="1"/>
          </p:cNvSpPr>
          <p:nvPr>
            <p:ph type="dt" idx="58"/>
          </p:nvPr>
        </p:nvSpPr>
        <p:spPr/>
        <p:txBody>
          <a:bodyPr/>
          <a:lstStyle/>
          <a:p>
            <a:endParaRPr/>
          </a:p>
        </p:txBody>
      </p:sp>
    </p:spTree>
    <p:extLst>
      <p:ext uri="{BB962C8B-B14F-4D97-AF65-F5344CB8AC3E}">
        <p14:creationId xmlns:p14="http://schemas.microsoft.com/office/powerpoint/2010/main" val="21911422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5F1CBA-DE0E-8485-A2BD-49FB05BFE153}"/>
              </a:ext>
            </a:extLst>
          </p:cNvPr>
          <p:cNvSpPr>
            <a:spLocks noGrp="1"/>
          </p:cNvSpPr>
          <p:nvPr>
            <p:ph type="dt" sz="half" idx="10"/>
          </p:nvPr>
        </p:nvSpPr>
        <p:spPr/>
        <p:txBody>
          <a:bodyPr/>
          <a:lstStyle>
            <a:lvl1pPr>
              <a:defRPr/>
            </a:lvl1pPr>
          </a:lstStyle>
          <a:p>
            <a:pPr>
              <a:defRPr/>
            </a:pPr>
            <a:fld id="{9BBB1ADD-BE58-480B-A1A6-B1DA37931FB2}" type="datetimeFigureOut">
              <a:rPr lang="en-US"/>
              <a:pPr>
                <a:defRPr/>
              </a:pPr>
              <a:t>1/17/2026</a:t>
            </a:fld>
            <a:endParaRPr lang="en-US"/>
          </a:p>
        </p:txBody>
      </p:sp>
      <p:sp>
        <p:nvSpPr>
          <p:cNvPr id="5" name="Footer Placeholder 4">
            <a:extLst>
              <a:ext uri="{FF2B5EF4-FFF2-40B4-BE49-F238E27FC236}">
                <a16:creationId xmlns:a16="http://schemas.microsoft.com/office/drawing/2014/main" id="{F876FA4C-12F5-655A-6E81-7B826F109C2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92052E2-9BCC-CC73-E04E-1145A2923932}"/>
              </a:ext>
            </a:extLst>
          </p:cNvPr>
          <p:cNvSpPr>
            <a:spLocks noGrp="1"/>
          </p:cNvSpPr>
          <p:nvPr>
            <p:ph type="sldNum" sz="quarter" idx="12"/>
          </p:nvPr>
        </p:nvSpPr>
        <p:spPr/>
        <p:txBody>
          <a:bodyPr/>
          <a:lstStyle>
            <a:lvl1pPr>
              <a:defRPr/>
            </a:lvl1pPr>
          </a:lstStyle>
          <a:p>
            <a:fld id="{3FE42EBA-F6D1-4C84-9C39-9ACC0FF3D728}" type="slidenum">
              <a:rPr lang="en-US" altLang="en-US"/>
              <a:pPr/>
              <a:t>‹#›</a:t>
            </a:fld>
            <a:endParaRPr lang="en-US" altLang="en-US"/>
          </a:p>
        </p:txBody>
      </p:sp>
    </p:spTree>
    <p:extLst>
      <p:ext uri="{BB962C8B-B14F-4D97-AF65-F5344CB8AC3E}">
        <p14:creationId xmlns:p14="http://schemas.microsoft.com/office/powerpoint/2010/main" val="31511682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1_Blank_">
    <p:spTree>
      <p:nvGrpSpPr>
        <p:cNvPr id="1" name=""/>
        <p:cNvGrpSpPr/>
        <p:nvPr/>
      </p:nvGrpSpPr>
      <p:grpSpPr>
        <a:xfrm>
          <a:off x="0" y="0"/>
          <a:ext cx="0" cy="0"/>
          <a:chOff x="0" y="0"/>
          <a:chExt cx="0" cy="0"/>
        </a:xfrm>
      </p:grpSpPr>
      <p:sp>
        <p:nvSpPr>
          <p:cNvPr id="2" name="PlaceHolder 1"/>
          <p:cNvSpPr>
            <a:spLocks noGrp="1"/>
          </p:cNvSpPr>
          <p:nvPr>
            <p:ph type="ftr" idx="6"/>
          </p:nvPr>
        </p:nvSpPr>
        <p:spPr/>
        <p:txBody>
          <a:bodyPr/>
          <a:lstStyle/>
          <a:p>
            <a:r>
              <a:t>Footer</a:t>
            </a:r>
          </a:p>
        </p:txBody>
      </p:sp>
      <p:sp>
        <p:nvSpPr>
          <p:cNvPr id="3" name="PlaceHolder 2"/>
          <p:cNvSpPr>
            <a:spLocks noGrp="1"/>
          </p:cNvSpPr>
          <p:nvPr>
            <p:ph type="sldNum" idx="7"/>
          </p:nvPr>
        </p:nvSpPr>
        <p:spPr/>
        <p:txBody>
          <a:bodyPr/>
          <a:lstStyle/>
          <a:p>
            <a:fld id="{CFDDBFF5-101E-49E2-9485-2228642EC090}"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1_Blank_">
    <p:spTree>
      <p:nvGrpSpPr>
        <p:cNvPr id="1" name=""/>
        <p:cNvGrpSpPr/>
        <p:nvPr/>
      </p:nvGrpSpPr>
      <p:grpSpPr>
        <a:xfrm>
          <a:off x="0" y="0"/>
          <a:ext cx="0" cy="0"/>
          <a:chOff x="0" y="0"/>
          <a:chExt cx="0" cy="0"/>
        </a:xfrm>
      </p:grpSpPr>
      <p:sp>
        <p:nvSpPr>
          <p:cNvPr id="48"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a:endParaRPr>
          </a:p>
        </p:txBody>
      </p:sp>
      <p:sp>
        <p:nvSpPr>
          <p:cNvPr id="49"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indent="0" algn="ctr">
              <a:buNone/>
            </a:pPr>
            <a:endParaRPr lang="en-US" sz="3200" b="0" u="none" strike="noStrike">
              <a:solidFill>
                <a:srgbClr val="000000"/>
              </a:solidFill>
              <a:uFillTx/>
              <a:latin typeface="Arial"/>
            </a:endParaRPr>
          </a:p>
        </p:txBody>
      </p:sp>
      <p:sp>
        <p:nvSpPr>
          <p:cNvPr id="4" name="PlaceHolder 3"/>
          <p:cNvSpPr>
            <a:spLocks noGrp="1"/>
          </p:cNvSpPr>
          <p:nvPr>
            <p:ph type="ftr" idx="6"/>
          </p:nvPr>
        </p:nvSpPr>
        <p:spPr/>
        <p:txBody>
          <a:bodyPr/>
          <a:lstStyle/>
          <a:p>
            <a:r>
              <a:t>Footer</a:t>
            </a:r>
          </a:p>
        </p:txBody>
      </p:sp>
      <p:sp>
        <p:nvSpPr>
          <p:cNvPr id="5" name="PlaceHolder 4"/>
          <p:cNvSpPr>
            <a:spLocks noGrp="1"/>
          </p:cNvSpPr>
          <p:nvPr>
            <p:ph type="sldNum" idx="7"/>
          </p:nvPr>
        </p:nvSpPr>
        <p:spPr/>
        <p:txBody>
          <a:bodyPr/>
          <a:lstStyle/>
          <a:p>
            <a:fld id="{AA780CD5-0581-43F1-802A-534DA3F33617}"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1_Blank_">
    <p:spTree>
      <p:nvGrpSpPr>
        <p:cNvPr id="1" name=""/>
        <p:cNvGrpSpPr/>
        <p:nvPr/>
      </p:nvGrpSpPr>
      <p:grpSpPr>
        <a:xfrm>
          <a:off x="0" y="0"/>
          <a:ext cx="0" cy="0"/>
          <a:chOff x="0" y="0"/>
          <a:chExt cx="0" cy="0"/>
        </a:xfrm>
      </p:grpSpPr>
      <p:sp>
        <p:nvSpPr>
          <p:cNvPr id="5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a:endParaRPr>
          </a:p>
        </p:txBody>
      </p:sp>
      <p:sp>
        <p:nvSpPr>
          <p:cNvPr id="51"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uFillTx/>
              <a:latin typeface="Arial"/>
            </a:endParaRPr>
          </a:p>
        </p:txBody>
      </p:sp>
      <p:sp>
        <p:nvSpPr>
          <p:cNvPr id="4" name="PlaceHolder 3"/>
          <p:cNvSpPr>
            <a:spLocks noGrp="1"/>
          </p:cNvSpPr>
          <p:nvPr>
            <p:ph type="ftr" idx="6"/>
          </p:nvPr>
        </p:nvSpPr>
        <p:spPr/>
        <p:txBody>
          <a:bodyPr/>
          <a:lstStyle/>
          <a:p>
            <a:r>
              <a:t>Footer</a:t>
            </a:r>
          </a:p>
        </p:txBody>
      </p:sp>
      <p:sp>
        <p:nvSpPr>
          <p:cNvPr id="5" name="PlaceHolder 4"/>
          <p:cNvSpPr>
            <a:spLocks noGrp="1"/>
          </p:cNvSpPr>
          <p:nvPr>
            <p:ph type="sldNum" idx="7"/>
          </p:nvPr>
        </p:nvSpPr>
        <p:spPr/>
        <p:txBody>
          <a:bodyPr/>
          <a:lstStyle/>
          <a:p>
            <a:fld id="{F8772255-5CC6-42AA-860A-162E8683CA41}"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Default 1">
    <p:spTree>
      <p:nvGrpSpPr>
        <p:cNvPr id="1" name=""/>
        <p:cNvGrpSpPr/>
        <p:nvPr/>
      </p:nvGrpSpPr>
      <p:grpSpPr>
        <a:xfrm>
          <a:off x="0" y="0"/>
          <a:ext cx="0" cy="0"/>
          <a:chOff x="0" y="0"/>
          <a:chExt cx="0" cy="0"/>
        </a:xfrm>
      </p:grpSpPr>
      <p:sp>
        <p:nvSpPr>
          <p:cNvPr id="6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a:endParaRPr>
          </a:p>
        </p:txBody>
      </p:sp>
      <p:sp>
        <p:nvSpPr>
          <p:cNvPr id="62"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indent="0" algn="ctr">
              <a:buNone/>
            </a:pPr>
            <a:endParaRPr lang="en-US" sz="3200" b="0" u="none" strike="noStrike">
              <a:solidFill>
                <a:srgbClr val="000000"/>
              </a:solidFill>
              <a:uFillTx/>
              <a:latin typeface="Arial"/>
            </a:endParaRPr>
          </a:p>
        </p:txBody>
      </p:sp>
      <p:sp>
        <p:nvSpPr>
          <p:cNvPr id="4" name="PlaceHolder 3"/>
          <p:cNvSpPr>
            <a:spLocks noGrp="1"/>
          </p:cNvSpPr>
          <p:nvPr>
            <p:ph type="ftr" idx="8"/>
          </p:nvPr>
        </p:nvSpPr>
        <p:spPr/>
        <p:txBody>
          <a:bodyPr/>
          <a:lstStyle/>
          <a:p>
            <a:r>
              <a:t>Footer</a:t>
            </a:r>
          </a:p>
        </p:txBody>
      </p:sp>
      <p:sp>
        <p:nvSpPr>
          <p:cNvPr id="5" name="PlaceHolder 4"/>
          <p:cNvSpPr>
            <a:spLocks noGrp="1"/>
          </p:cNvSpPr>
          <p:nvPr>
            <p:ph type="sldNum" idx="9"/>
          </p:nvPr>
        </p:nvSpPr>
        <p:spPr/>
        <p:txBody>
          <a:bodyPr/>
          <a:lstStyle/>
          <a:p>
            <a:fld id="{27FC0D74-D258-450B-AE6A-C324CEDEED19}"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x" preserve="1">
  <p:cSld name="Default 2">
    <p:spTree>
      <p:nvGrpSpPr>
        <p:cNvPr id="1" name=""/>
        <p:cNvGrpSpPr/>
        <p:nvPr/>
      </p:nvGrpSpPr>
      <p:grpSpPr>
        <a:xfrm>
          <a:off x="0" y="0"/>
          <a:ext cx="0" cy="0"/>
          <a:chOff x="0" y="0"/>
          <a:chExt cx="0" cy="0"/>
        </a:xfrm>
      </p:grpSpPr>
      <p:sp>
        <p:nvSpPr>
          <p:cNvPr id="7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a:endParaRPr>
          </a:p>
        </p:txBody>
      </p:sp>
      <p:sp>
        <p:nvSpPr>
          <p:cNvPr id="74"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uFillTx/>
              <a:latin typeface="Arial"/>
            </a:endParaRPr>
          </a:p>
        </p:txBody>
      </p:sp>
      <p:sp>
        <p:nvSpPr>
          <p:cNvPr id="4" name="PlaceHolder 3"/>
          <p:cNvSpPr>
            <a:spLocks noGrp="1"/>
          </p:cNvSpPr>
          <p:nvPr>
            <p:ph type="ftr" idx="10"/>
          </p:nvPr>
        </p:nvSpPr>
        <p:spPr/>
        <p:txBody>
          <a:bodyPr/>
          <a:lstStyle/>
          <a:p>
            <a:r>
              <a:t>Footer</a:t>
            </a:r>
          </a:p>
        </p:txBody>
      </p:sp>
      <p:sp>
        <p:nvSpPr>
          <p:cNvPr id="5" name="PlaceHolder 4"/>
          <p:cNvSpPr>
            <a:spLocks noGrp="1"/>
          </p:cNvSpPr>
          <p:nvPr>
            <p:ph type="sldNum" idx="11"/>
          </p:nvPr>
        </p:nvSpPr>
        <p:spPr/>
        <p:txBody>
          <a:bodyPr/>
          <a:lstStyle/>
          <a:p>
            <a:fld id="{5B9C287E-469F-45CF-881F-B8CCCF04B420}"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efault 3">
    <p:spTree>
      <p:nvGrpSpPr>
        <p:cNvPr id="1" name=""/>
        <p:cNvGrpSpPr/>
        <p:nvPr/>
      </p:nvGrpSpPr>
      <p:grpSpPr>
        <a:xfrm>
          <a:off x="0" y="0"/>
          <a:ext cx="0" cy="0"/>
          <a:chOff x="0" y="0"/>
          <a:chExt cx="0" cy="0"/>
        </a:xfrm>
      </p:grpSpPr>
      <p:sp>
        <p:nvSpPr>
          <p:cNvPr id="8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a:endParaRPr>
          </a:p>
        </p:txBody>
      </p:sp>
      <p:sp>
        <p:nvSpPr>
          <p:cNvPr id="85"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indent="0" algn="ctr">
              <a:buNone/>
            </a:pPr>
            <a:endParaRPr lang="en-US" sz="3200" b="0" u="none" strike="noStrike">
              <a:solidFill>
                <a:srgbClr val="000000"/>
              </a:solidFill>
              <a:uFillTx/>
              <a:latin typeface="Arial"/>
            </a:endParaRPr>
          </a:p>
        </p:txBody>
      </p:sp>
      <p:sp>
        <p:nvSpPr>
          <p:cNvPr id="4" name="PlaceHolder 3"/>
          <p:cNvSpPr>
            <a:spLocks noGrp="1"/>
          </p:cNvSpPr>
          <p:nvPr>
            <p:ph type="ftr" idx="12"/>
          </p:nvPr>
        </p:nvSpPr>
        <p:spPr/>
        <p:txBody>
          <a:bodyPr/>
          <a:lstStyle/>
          <a:p>
            <a:r>
              <a:t>Footer</a:t>
            </a:r>
          </a:p>
        </p:txBody>
      </p:sp>
      <p:sp>
        <p:nvSpPr>
          <p:cNvPr id="5" name="PlaceHolder 4"/>
          <p:cNvSpPr>
            <a:spLocks noGrp="1"/>
          </p:cNvSpPr>
          <p:nvPr>
            <p:ph type="sldNum" idx="13"/>
          </p:nvPr>
        </p:nvSpPr>
        <p:spPr/>
        <p:txBody>
          <a:bodyPr/>
          <a:lstStyle/>
          <a:p>
            <a:fld id="{0FA9D21A-BB18-40B7-9D16-A32E6D254891}" type="slidenum">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reserve="1">
  <p:cSld name="Default 4">
    <p:spTree>
      <p:nvGrpSpPr>
        <p:cNvPr id="1" name=""/>
        <p:cNvGrpSpPr/>
        <p:nvPr/>
      </p:nvGrpSpPr>
      <p:grpSpPr>
        <a:xfrm>
          <a:off x="0" y="0"/>
          <a:ext cx="0" cy="0"/>
          <a:chOff x="0" y="0"/>
          <a:chExt cx="0" cy="0"/>
        </a:xfrm>
      </p:grpSpPr>
      <p:sp>
        <p:nvSpPr>
          <p:cNvPr id="9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a:endParaRPr>
          </a:p>
        </p:txBody>
      </p:sp>
      <p:sp>
        <p:nvSpPr>
          <p:cNvPr id="97"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uFillTx/>
              <a:latin typeface="Arial"/>
            </a:endParaRPr>
          </a:p>
        </p:txBody>
      </p:sp>
      <p:sp>
        <p:nvSpPr>
          <p:cNvPr id="4" name="PlaceHolder 3"/>
          <p:cNvSpPr>
            <a:spLocks noGrp="1"/>
          </p:cNvSpPr>
          <p:nvPr>
            <p:ph type="ftr" idx="14"/>
          </p:nvPr>
        </p:nvSpPr>
        <p:spPr/>
        <p:txBody>
          <a:bodyPr/>
          <a:lstStyle/>
          <a:p>
            <a:r>
              <a:t>Footer</a:t>
            </a:r>
          </a:p>
        </p:txBody>
      </p:sp>
      <p:sp>
        <p:nvSpPr>
          <p:cNvPr id="5" name="PlaceHolder 4"/>
          <p:cNvSpPr>
            <a:spLocks noGrp="1"/>
          </p:cNvSpPr>
          <p:nvPr>
            <p:ph type="sldNum" idx="15"/>
          </p:nvPr>
        </p:nvSpPr>
        <p:spPr/>
        <p:txBody>
          <a:bodyPr/>
          <a:lstStyle/>
          <a:p>
            <a:fld id="{80C6579F-EA27-4F89-B533-7AC9ABC37D07}" type="slidenum">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Default 5">
    <p:spTree>
      <p:nvGrpSpPr>
        <p:cNvPr id="1" name=""/>
        <p:cNvGrpSpPr/>
        <p:nvPr/>
      </p:nvGrpSpPr>
      <p:grpSpPr>
        <a:xfrm>
          <a:off x="0" y="0"/>
          <a:ext cx="0" cy="0"/>
          <a:chOff x="0" y="0"/>
          <a:chExt cx="0" cy="0"/>
        </a:xfrm>
      </p:grpSpPr>
      <p:sp>
        <p:nvSpPr>
          <p:cNvPr id="10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a:endParaRPr>
          </a:p>
        </p:txBody>
      </p:sp>
      <p:sp>
        <p:nvSpPr>
          <p:cNvPr id="108"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indent="0" algn="ctr">
              <a:buNone/>
            </a:pPr>
            <a:endParaRPr lang="en-US" sz="3200" b="0" u="none" strike="noStrike">
              <a:solidFill>
                <a:srgbClr val="000000"/>
              </a:solidFill>
              <a:uFillTx/>
              <a:latin typeface="Arial"/>
            </a:endParaRPr>
          </a:p>
        </p:txBody>
      </p:sp>
      <p:sp>
        <p:nvSpPr>
          <p:cNvPr id="4" name="PlaceHolder 3"/>
          <p:cNvSpPr>
            <a:spLocks noGrp="1"/>
          </p:cNvSpPr>
          <p:nvPr>
            <p:ph type="ftr" idx="16"/>
          </p:nvPr>
        </p:nvSpPr>
        <p:spPr/>
        <p:txBody>
          <a:bodyPr/>
          <a:lstStyle/>
          <a:p>
            <a:r>
              <a:t>Footer</a:t>
            </a:r>
          </a:p>
        </p:txBody>
      </p:sp>
      <p:sp>
        <p:nvSpPr>
          <p:cNvPr id="5" name="PlaceHolder 4"/>
          <p:cNvSpPr>
            <a:spLocks noGrp="1"/>
          </p:cNvSpPr>
          <p:nvPr>
            <p:ph type="sldNum" idx="17"/>
          </p:nvPr>
        </p:nvSpPr>
        <p:spPr/>
        <p:txBody>
          <a:bodyPr/>
          <a:lstStyle/>
          <a:p>
            <a:fld id="{57AFC968-FA40-487E-ABAE-46D770682FAA}" type="slidenum">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reserve="1">
  <p:cSld name="Default 6">
    <p:spTree>
      <p:nvGrpSpPr>
        <p:cNvPr id="1" name=""/>
        <p:cNvGrpSpPr/>
        <p:nvPr/>
      </p:nvGrpSpPr>
      <p:grpSpPr>
        <a:xfrm>
          <a:off x="0" y="0"/>
          <a:ext cx="0" cy="0"/>
          <a:chOff x="0" y="0"/>
          <a:chExt cx="0" cy="0"/>
        </a:xfrm>
      </p:grpSpPr>
      <p:sp>
        <p:nvSpPr>
          <p:cNvPr id="11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a:endParaRPr>
          </a:p>
        </p:txBody>
      </p:sp>
      <p:sp>
        <p:nvSpPr>
          <p:cNvPr id="120"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uFillTx/>
              <a:latin typeface="Arial"/>
            </a:endParaRPr>
          </a:p>
        </p:txBody>
      </p:sp>
      <p:sp>
        <p:nvSpPr>
          <p:cNvPr id="4" name="PlaceHolder 3"/>
          <p:cNvSpPr>
            <a:spLocks noGrp="1"/>
          </p:cNvSpPr>
          <p:nvPr>
            <p:ph type="ftr" idx="18"/>
          </p:nvPr>
        </p:nvSpPr>
        <p:spPr/>
        <p:txBody>
          <a:bodyPr/>
          <a:lstStyle/>
          <a:p>
            <a:r>
              <a:t>Footer</a:t>
            </a:r>
          </a:p>
        </p:txBody>
      </p:sp>
      <p:sp>
        <p:nvSpPr>
          <p:cNvPr id="5" name="PlaceHolder 4"/>
          <p:cNvSpPr>
            <a:spLocks noGrp="1"/>
          </p:cNvSpPr>
          <p:nvPr>
            <p:ph type="sldNum" idx="19"/>
          </p:nvPr>
        </p:nvSpPr>
        <p:spPr/>
        <p:txBody>
          <a:bodyPr/>
          <a:lstStyle/>
          <a:p>
            <a:fld id="{48F5CAEF-D9EC-41EB-BB0E-041901D515C6}"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tif"/><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tif"/><Relationship Id="rId2" Type="http://schemas.openxmlformats.org/officeDocument/2006/relationships/theme" Target="../theme/theme2.xml"/><Relationship Id="rId1" Type="http://schemas.openxmlformats.org/officeDocument/2006/relationships/slideLayout" Target="../slideLayouts/slideLayout2.xml"/><Relationship Id="rId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3.tif"/><Relationship Id="rId2" Type="http://schemas.openxmlformats.org/officeDocument/2006/relationships/theme" Target="../theme/theme3.xml"/><Relationship Id="rId1" Type="http://schemas.openxmlformats.org/officeDocument/2006/relationships/slideLayout" Target="../slideLayouts/slideLayout3.xml"/><Relationship Id="rId4" Type="http://schemas.openxmlformats.org/officeDocument/2006/relationships/image" Target="../media/image4.jpeg"/></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9.xml"/><Relationship Id="rId7" Type="http://schemas.openxmlformats.org/officeDocument/2006/relationships/image" Target="../media/image3.tif"/><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theme" Target="../theme/theme6.xml"/><Relationship Id="rId1" Type="http://schemas.openxmlformats.org/officeDocument/2006/relationships/slideLayout" Target="../slideLayouts/slideLayout10.xml"/><Relationship Id="rId5" Type="http://schemas.openxmlformats.org/officeDocument/2006/relationships/image" Target="../media/image3.tif"/><Relationship Id="rId4" Type="http://schemas.openxmlformats.org/officeDocument/2006/relationships/image" Target="../media/image5.png"/></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theme" Target="../theme/theme7.xml"/><Relationship Id="rId1" Type="http://schemas.openxmlformats.org/officeDocument/2006/relationships/slideLayout" Target="../slideLayouts/slideLayout11.xml"/><Relationship Id="rId5" Type="http://schemas.openxmlformats.org/officeDocument/2006/relationships/image" Target="../media/image3.tif"/><Relationship Id="rId4" Type="http://schemas.openxmlformats.org/officeDocument/2006/relationships/image" Target="../media/image5.png"/></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theme" Target="../theme/theme8.xml"/><Relationship Id="rId1" Type="http://schemas.openxmlformats.org/officeDocument/2006/relationships/slideLayout" Target="../slideLayouts/slideLayout12.xml"/><Relationship Id="rId5" Type="http://schemas.openxmlformats.org/officeDocument/2006/relationships/image" Target="../media/image3.tif"/><Relationship Id="rId4" Type="http://schemas.openxmlformats.org/officeDocument/2006/relationships/image" Target="../media/image5.png"/></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theme" Target="../theme/theme9.xml"/><Relationship Id="rId1" Type="http://schemas.openxmlformats.org/officeDocument/2006/relationships/slideLayout" Target="../slideLayouts/slideLayout13.xml"/><Relationship Id="rId5" Type="http://schemas.openxmlformats.org/officeDocument/2006/relationships/image" Target="../media/image3.tif"/><Relationship Id="rId4" Type="http://schemas.openxmlformats.org/officeDocument/2006/relationships/image" Target="../media/image5.png"/></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theme" Target="../theme/theme10.xml"/><Relationship Id="rId1" Type="http://schemas.openxmlformats.org/officeDocument/2006/relationships/slideLayout" Target="../slideLayouts/slideLayout14.xml"/><Relationship Id="rId5" Type="http://schemas.openxmlformats.org/officeDocument/2006/relationships/image" Target="../media/image3.tif"/><Relationship Id="rId4" Type="http://schemas.openxmlformats.org/officeDocument/2006/relationships/image" Target="../media/image5.png"/></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theme" Target="../theme/theme11.xml"/><Relationship Id="rId1" Type="http://schemas.openxmlformats.org/officeDocument/2006/relationships/slideLayout" Target="../slideLayouts/slideLayout15.xml"/><Relationship Id="rId5" Type="http://schemas.openxmlformats.org/officeDocument/2006/relationships/image" Target="../media/image3.tif"/><Relationship Id="rId4"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Footer Placeholder 4"/>
          <p:cNvSpPr/>
          <p:nvPr/>
        </p:nvSpPr>
        <p:spPr>
          <a:xfrm>
            <a:off x="3361680" y="4442040"/>
            <a:ext cx="5641920" cy="363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endParaRPr lang="x-none" sz="1200" b="0" u="none" strike="noStrike">
              <a:solidFill>
                <a:schemeClr val="dk1">
                  <a:tint val="75000"/>
                </a:schemeClr>
              </a:solidFill>
              <a:uFillTx/>
              <a:latin typeface="Calibri"/>
              <a:ea typeface="DejaVu Sans"/>
            </a:endParaRPr>
          </a:p>
        </p:txBody>
      </p:sp>
      <p:sp>
        <p:nvSpPr>
          <p:cNvPr id="8" name="TextBox 6"/>
          <p:cNvSpPr/>
          <p:nvPr/>
        </p:nvSpPr>
        <p:spPr>
          <a:xfrm>
            <a:off x="0" y="1255320"/>
            <a:ext cx="1890000" cy="5594400"/>
          </a:xfrm>
          <a:prstGeom prst="rect">
            <a:avLst/>
          </a:prstGeom>
          <a:solidFill>
            <a:schemeClr val="accent5">
              <a:lumMod val="75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endParaRPr lang="en-US" sz="1800" b="0" u="none" strike="noStrike">
              <a:solidFill>
                <a:schemeClr val="dk1"/>
              </a:solidFill>
              <a:uFillTx/>
              <a:latin typeface="Calibri"/>
              <a:ea typeface="DejaVu Sans"/>
            </a:endParaRPr>
          </a:p>
        </p:txBody>
      </p:sp>
      <p:pic>
        <p:nvPicPr>
          <p:cNvPr id="2" name="Picture 7"/>
          <p:cNvPicPr/>
          <p:nvPr/>
        </p:nvPicPr>
        <p:blipFill>
          <a:blip r:embed="rId3"/>
          <a:stretch/>
        </p:blipFill>
        <p:spPr>
          <a:xfrm>
            <a:off x="0" y="2668680"/>
            <a:ext cx="1840320" cy="2662200"/>
          </a:xfrm>
          <a:prstGeom prst="rect">
            <a:avLst/>
          </a:prstGeom>
          <a:noFill/>
          <a:ln w="0">
            <a:noFill/>
          </a:ln>
        </p:spPr>
      </p:pic>
      <p:pic>
        <p:nvPicPr>
          <p:cNvPr id="3" name="Picture 8"/>
          <p:cNvPicPr/>
          <p:nvPr/>
        </p:nvPicPr>
        <p:blipFill>
          <a:blip r:embed="rId4"/>
          <a:stretch/>
        </p:blipFill>
        <p:spPr>
          <a:xfrm>
            <a:off x="368280" y="87840"/>
            <a:ext cx="1153080" cy="1078200"/>
          </a:xfrm>
          <a:prstGeom prst="rect">
            <a:avLst/>
          </a:prstGeom>
          <a:noFill/>
          <a:ln w="0">
            <a:noFill/>
          </a:ln>
        </p:spPr>
      </p:pic>
      <p:sp>
        <p:nvSpPr>
          <p:cNvPr id="4" name="Title 1"/>
          <p:cNvSpPr/>
          <p:nvPr/>
        </p:nvSpPr>
        <p:spPr>
          <a:xfrm>
            <a:off x="1891800" y="0"/>
            <a:ext cx="10284120" cy="125352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ne-NP" sz="1800" b="0" u="none" strike="noStrike">
                <a:solidFill>
                  <a:schemeClr val="dk1"/>
                </a:solidFill>
                <a:uFillTx/>
                <a:latin typeface="Kokila"/>
                <a:cs typeface="Kalimati"/>
              </a:rPr>
              <a:t>नेपाल सरकार</a:t>
            </a:r>
            <a:br>
              <a:rPr sz="1800"/>
            </a:br>
            <a:r>
              <a:rPr lang="ne-NP" sz="1800" b="0" u="none" strike="noStrike">
                <a:solidFill>
                  <a:schemeClr val="dk1"/>
                </a:solidFill>
                <a:uFillTx/>
                <a:latin typeface="Kokila"/>
                <a:cs typeface="Kalimati"/>
              </a:rPr>
              <a:t>भूमि व्यवस्था सहकारी तथा गरिवी निवारण मन्त्रालय</a:t>
            </a:r>
            <a:br>
              <a:rPr sz="1800"/>
            </a:br>
            <a:r>
              <a:rPr lang="ne-NP" sz="2800" b="0" u="none" strike="noStrike">
                <a:solidFill>
                  <a:schemeClr val="dk1"/>
                </a:solidFill>
                <a:uFillTx/>
                <a:latin typeface="Kokila"/>
                <a:cs typeface="Kalimati"/>
              </a:rPr>
              <a:t>भूमि व्यवस्थापन प्रशिक्षण केन्द्र</a:t>
            </a:r>
            <a:endParaRPr lang="en-US" sz="2800" b="0" u="none" strike="noStrike">
              <a:solidFill>
                <a:srgbClr val="000000"/>
              </a:solidFill>
              <a:uFillTx/>
              <a:latin typeface="Arial"/>
            </a:endParaRPr>
          </a:p>
        </p:txBody>
      </p:sp>
      <p:sp>
        <p:nvSpPr>
          <p:cNvPr id="5" name="PlaceHolder 1"/>
          <p:cNvSpPr>
            <a:spLocks noGrp="1"/>
          </p:cNvSpPr>
          <p:nvPr>
            <p:ph type="title"/>
          </p:nvPr>
        </p:nvSpPr>
        <p:spPr>
          <a:xfrm>
            <a:off x="609480" y="273600"/>
            <a:ext cx="10972080" cy="11444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a:rPr>
              <a:t>Click to edit the title text format</a:t>
            </a:r>
          </a:p>
        </p:txBody>
      </p:sp>
      <p:sp>
        <p:nvSpPr>
          <p:cNvPr id="6"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rgbClr val="000000"/>
                </a:solidFill>
                <a:uFillTx/>
                <a:latin typeface="Arial"/>
              </a:rPr>
              <a:t>Click to edit the outline text format</a:t>
            </a:r>
          </a:p>
          <a:p>
            <a:pPr marL="864000" lvl="1" indent="-324000">
              <a:spcBef>
                <a:spcPts val="1134"/>
              </a:spcBef>
              <a:buClr>
                <a:srgbClr val="000000"/>
              </a:buClr>
              <a:buSzPct val="75000"/>
              <a:buFont typeface="Symbol" charset="2"/>
              <a:buChar char=""/>
            </a:pPr>
            <a:r>
              <a:rPr lang="en-US" sz="2800" b="0" u="none" strike="noStrike">
                <a:solidFill>
                  <a:srgbClr val="000000"/>
                </a:solidFill>
                <a:uFillTx/>
                <a:latin typeface="Arial"/>
              </a:rPr>
              <a:t>Second Outline Level</a:t>
            </a:r>
          </a:p>
          <a:p>
            <a:pPr marL="1296000" lvl="2" indent="-288000">
              <a:spcBef>
                <a:spcPts val="850"/>
              </a:spcBef>
              <a:buClr>
                <a:srgbClr val="000000"/>
              </a:buClr>
              <a:buSzPct val="45000"/>
              <a:buFont typeface="Wingdings" charset="2"/>
              <a:buChar char=""/>
            </a:pPr>
            <a:r>
              <a:rPr lang="en-US" sz="2400" b="0" u="none" strike="noStrike">
                <a:solidFill>
                  <a:srgbClr val="000000"/>
                </a:solidFill>
                <a:uFillTx/>
                <a:latin typeface="Arial"/>
              </a:rPr>
              <a:t>Third Outline Level</a:t>
            </a:r>
          </a:p>
          <a:p>
            <a:pPr marL="1728000" lvl="3" indent="-216000">
              <a:spcBef>
                <a:spcPts val="567"/>
              </a:spcBef>
              <a:buClr>
                <a:srgbClr val="000000"/>
              </a:buClr>
              <a:buSzPct val="75000"/>
              <a:buFont typeface="Symbol" charset="2"/>
              <a:buChar char=""/>
            </a:pPr>
            <a:r>
              <a:rPr lang="en-US" sz="2000" b="0" u="none" strike="noStrike">
                <a:solidFill>
                  <a:srgbClr val="000000"/>
                </a:solidFill>
                <a:uFillTx/>
                <a:latin typeface="Arial"/>
              </a:rPr>
              <a:t>Fourth Outline Level</a:t>
            </a:r>
          </a:p>
          <a:p>
            <a:pPr marL="2160000" lvl="4" indent="-216000">
              <a:spcBef>
                <a:spcPts val="283"/>
              </a:spcBef>
              <a:buClr>
                <a:srgbClr val="000000"/>
              </a:buClr>
              <a:buSzPct val="45000"/>
              <a:buFont typeface="Wingdings" charset="2"/>
              <a:buChar char=""/>
            </a:pPr>
            <a:r>
              <a:rPr lang="en-US" sz="2000" b="0" u="none" strike="noStrike">
                <a:solidFill>
                  <a:srgbClr val="000000"/>
                </a:solidFill>
                <a:uFillTx/>
                <a:latin typeface="Arial"/>
              </a:rPr>
              <a:t>Fifth Outline Level</a:t>
            </a:r>
          </a:p>
          <a:p>
            <a:pPr marL="2592000" lvl="5" indent="-216000">
              <a:spcBef>
                <a:spcPts val="283"/>
              </a:spcBef>
              <a:buClr>
                <a:srgbClr val="000000"/>
              </a:buClr>
              <a:buSzPct val="45000"/>
              <a:buFont typeface="Wingdings" charset="2"/>
              <a:buChar char=""/>
            </a:pPr>
            <a:r>
              <a:rPr lang="en-US" sz="2000" b="0" u="none" strike="noStrike">
                <a:solidFill>
                  <a:srgbClr val="000000"/>
                </a:solidFill>
                <a:uFillTx/>
                <a:latin typeface="Arial"/>
              </a:rPr>
              <a:t>Sixth Outline Level</a:t>
            </a:r>
          </a:p>
          <a:p>
            <a:pPr marL="3024000" lvl="6" indent="-216000">
              <a:spcBef>
                <a:spcPts val="283"/>
              </a:spcBef>
              <a:buClr>
                <a:srgbClr val="000000"/>
              </a:buClr>
              <a:buSzPct val="45000"/>
              <a:buFont typeface="Wingdings" charset="2"/>
              <a:buChar char=""/>
            </a:pPr>
            <a:r>
              <a:rPr lang="en-US" sz="2000" b="0" u="none" strike="noStrike">
                <a:solidFill>
                  <a:srgbClr val="000000"/>
                </a:solidFill>
                <a:uFillTx/>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Footer Placeholder 4"/>
          <p:cNvSpPr/>
          <p:nvPr/>
        </p:nvSpPr>
        <p:spPr>
          <a:xfrm>
            <a:off x="3361680" y="4442040"/>
            <a:ext cx="5641920" cy="363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endParaRPr lang="x-none" sz="1200" b="0" u="none" strike="noStrike">
              <a:solidFill>
                <a:schemeClr val="dk1">
                  <a:tint val="75000"/>
                </a:schemeClr>
              </a:solidFill>
              <a:uFillTx/>
              <a:latin typeface="Calibri"/>
              <a:ea typeface="DejaVu Sans"/>
            </a:endParaRPr>
          </a:p>
        </p:txBody>
      </p:sp>
      <p:sp>
        <p:nvSpPr>
          <p:cNvPr id="10" name="TextBox 6"/>
          <p:cNvSpPr/>
          <p:nvPr/>
        </p:nvSpPr>
        <p:spPr>
          <a:xfrm>
            <a:off x="0" y="1255320"/>
            <a:ext cx="1890000" cy="5594400"/>
          </a:xfrm>
          <a:prstGeom prst="rect">
            <a:avLst/>
          </a:prstGeom>
          <a:solidFill>
            <a:schemeClr val="accent5">
              <a:lumMod val="75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endParaRPr lang="en-US" sz="1800" b="0" u="none" strike="noStrike">
              <a:solidFill>
                <a:schemeClr val="dk1"/>
              </a:solidFill>
              <a:uFillTx/>
              <a:latin typeface="Calibri"/>
              <a:ea typeface="DejaVu Sans"/>
            </a:endParaRPr>
          </a:p>
        </p:txBody>
      </p:sp>
      <p:pic>
        <p:nvPicPr>
          <p:cNvPr id="11" name="Picture 7"/>
          <p:cNvPicPr/>
          <p:nvPr/>
        </p:nvPicPr>
        <p:blipFill>
          <a:blip r:embed="rId3"/>
          <a:stretch/>
        </p:blipFill>
        <p:spPr>
          <a:xfrm>
            <a:off x="0" y="2668680"/>
            <a:ext cx="1840320" cy="2662200"/>
          </a:xfrm>
          <a:prstGeom prst="rect">
            <a:avLst/>
          </a:prstGeom>
          <a:noFill/>
          <a:ln w="0">
            <a:noFill/>
          </a:ln>
        </p:spPr>
      </p:pic>
      <p:pic>
        <p:nvPicPr>
          <p:cNvPr id="12" name="Picture 8"/>
          <p:cNvPicPr/>
          <p:nvPr/>
        </p:nvPicPr>
        <p:blipFill>
          <a:blip r:embed="rId4"/>
          <a:stretch/>
        </p:blipFill>
        <p:spPr>
          <a:xfrm>
            <a:off x="368280" y="87840"/>
            <a:ext cx="1153080" cy="1078200"/>
          </a:xfrm>
          <a:prstGeom prst="rect">
            <a:avLst/>
          </a:prstGeom>
          <a:noFill/>
          <a:ln w="0">
            <a:noFill/>
          </a:ln>
        </p:spPr>
      </p:pic>
      <p:sp>
        <p:nvSpPr>
          <p:cNvPr id="13" name="Title 1"/>
          <p:cNvSpPr/>
          <p:nvPr/>
        </p:nvSpPr>
        <p:spPr>
          <a:xfrm>
            <a:off x="1891800" y="0"/>
            <a:ext cx="10284120" cy="125352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ne-NP" sz="1800" b="0" u="none" strike="noStrike">
                <a:solidFill>
                  <a:schemeClr val="dk1"/>
                </a:solidFill>
                <a:uFillTx/>
                <a:latin typeface="Kokila"/>
                <a:cs typeface="Kalimati"/>
              </a:rPr>
              <a:t>नेपाल सरकार</a:t>
            </a:r>
            <a:br>
              <a:rPr sz="1800"/>
            </a:br>
            <a:r>
              <a:rPr lang="ne-NP" sz="1800" b="0" u="none" strike="noStrike">
                <a:solidFill>
                  <a:schemeClr val="dk1"/>
                </a:solidFill>
                <a:uFillTx/>
                <a:latin typeface="Kokila"/>
                <a:cs typeface="Kalimati"/>
              </a:rPr>
              <a:t>भूमि व्यवस्था सहकारी तथा गरिवी निवारण मन्त्रालय</a:t>
            </a:r>
            <a:br>
              <a:rPr sz="1800"/>
            </a:br>
            <a:r>
              <a:rPr lang="ne-NP" sz="2800" b="0" u="none" strike="noStrike">
                <a:solidFill>
                  <a:schemeClr val="dk1"/>
                </a:solidFill>
                <a:uFillTx/>
                <a:latin typeface="Kokila"/>
                <a:cs typeface="Kalimati"/>
              </a:rPr>
              <a:t>भूमि व्यवस्थापन प्रशिक्षण केन्द्र</a:t>
            </a:r>
            <a:endParaRPr lang="en-US" sz="2800" b="0" u="none" strike="noStrike">
              <a:solidFill>
                <a:srgbClr val="000000"/>
              </a:solidFill>
              <a:uFillTx/>
              <a:latin typeface="Arial"/>
            </a:endParaRPr>
          </a:p>
        </p:txBody>
      </p:sp>
      <p:sp>
        <p:nvSpPr>
          <p:cNvPr id="14" name="PlaceHolder 1"/>
          <p:cNvSpPr>
            <a:spLocks noGrp="1"/>
          </p:cNvSpPr>
          <p:nvPr>
            <p:ph type="title"/>
          </p:nvPr>
        </p:nvSpPr>
        <p:spPr>
          <a:xfrm>
            <a:off x="609480" y="273600"/>
            <a:ext cx="10972080" cy="11444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a:rPr>
              <a:t>Click to edit the title text format</a:t>
            </a:r>
          </a:p>
        </p:txBody>
      </p:sp>
      <p:sp>
        <p:nvSpPr>
          <p:cNvPr id="15" name="PlaceHolder 2"/>
          <p:cNvSpPr>
            <a:spLocks noGrp="1"/>
          </p:cNvSpPr>
          <p:nvPr>
            <p:ph type="body"/>
          </p:nvPr>
        </p:nvSpPr>
        <p:spPr>
          <a:xfrm>
            <a:off x="609480" y="1604520"/>
            <a:ext cx="10972080" cy="397692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800" b="0" u="none" strike="noStrike">
                <a:solidFill>
                  <a:srgbClr val="000000"/>
                </a:solidFill>
                <a:uFillTx/>
                <a:latin typeface="Arial"/>
              </a:rPr>
              <a:t>Click to edit the outline text format</a:t>
            </a:r>
          </a:p>
          <a:p>
            <a:pPr marL="864000" lvl="1" indent="-324000">
              <a:spcBef>
                <a:spcPts val="1134"/>
              </a:spcBef>
              <a:buClr>
                <a:srgbClr val="000000"/>
              </a:buClr>
              <a:buSzPct val="75000"/>
              <a:buFont typeface="Symbol" charset="2"/>
              <a:buChar char=""/>
            </a:pPr>
            <a:r>
              <a:rPr lang="en-US" sz="1800" b="0" u="none" strike="noStrike">
                <a:solidFill>
                  <a:srgbClr val="000000"/>
                </a:solidFill>
                <a:uFillTx/>
                <a:latin typeface="Arial"/>
              </a:rPr>
              <a:t>Second Outline Level</a:t>
            </a:r>
          </a:p>
          <a:p>
            <a:pPr marL="1296000" lvl="2" indent="-288000">
              <a:spcBef>
                <a:spcPts val="850"/>
              </a:spcBef>
              <a:buClr>
                <a:srgbClr val="000000"/>
              </a:buClr>
              <a:buSzPct val="45000"/>
              <a:buFont typeface="Wingdings" charset="2"/>
              <a:buChar char=""/>
            </a:pPr>
            <a:r>
              <a:rPr lang="en-US" sz="1800" b="0" u="none" strike="noStrike">
                <a:solidFill>
                  <a:srgbClr val="000000"/>
                </a:solidFill>
                <a:uFillTx/>
                <a:latin typeface="Arial"/>
              </a:rPr>
              <a:t>Third Outline Level</a:t>
            </a:r>
          </a:p>
          <a:p>
            <a:pPr marL="1728000" lvl="3" indent="-216000">
              <a:spcBef>
                <a:spcPts val="567"/>
              </a:spcBef>
              <a:buClr>
                <a:srgbClr val="000000"/>
              </a:buClr>
              <a:buSzPct val="75000"/>
              <a:buFont typeface="Symbol" charset="2"/>
              <a:buChar char=""/>
            </a:pPr>
            <a:r>
              <a:rPr lang="en-US" sz="1800" b="0" u="none" strike="noStrike">
                <a:solidFill>
                  <a:srgbClr val="000000"/>
                </a:solidFill>
                <a:uFillTx/>
                <a:latin typeface="Arial"/>
              </a:rPr>
              <a:t>Fourth Outline Level</a:t>
            </a:r>
          </a:p>
          <a:p>
            <a:pPr marL="2160000" lvl="4" indent="-216000">
              <a:spcBef>
                <a:spcPts val="283"/>
              </a:spcBef>
              <a:buClr>
                <a:srgbClr val="000000"/>
              </a:buClr>
              <a:buSzPct val="45000"/>
              <a:buFont typeface="Wingdings" charset="2"/>
              <a:buChar char=""/>
            </a:pPr>
            <a:r>
              <a:rPr lang="en-US" sz="1800" b="0" u="none" strike="noStrike">
                <a:solidFill>
                  <a:srgbClr val="000000"/>
                </a:solidFill>
                <a:uFillTx/>
                <a:latin typeface="Arial"/>
              </a:rPr>
              <a:t>Fifth Outline Level</a:t>
            </a:r>
          </a:p>
          <a:p>
            <a:pPr marL="2592000" lvl="5" indent="-216000">
              <a:spcBef>
                <a:spcPts val="283"/>
              </a:spcBef>
              <a:buClr>
                <a:srgbClr val="000000"/>
              </a:buClr>
              <a:buSzPct val="45000"/>
              <a:buFont typeface="Wingdings" charset="2"/>
              <a:buChar char=""/>
            </a:pPr>
            <a:r>
              <a:rPr lang="en-US" sz="1800" b="0" u="none" strike="noStrike">
                <a:solidFill>
                  <a:srgbClr val="000000"/>
                </a:solidFill>
                <a:uFillTx/>
                <a:latin typeface="Arial"/>
              </a:rPr>
              <a:t>Sixth Outline Level</a:t>
            </a:r>
          </a:p>
          <a:p>
            <a:pPr marL="3024000" lvl="6" indent="-216000">
              <a:spcBef>
                <a:spcPts val="283"/>
              </a:spcBef>
              <a:buClr>
                <a:srgbClr val="000000"/>
              </a:buClr>
              <a:buSzPct val="45000"/>
              <a:buFont typeface="Wingdings" charset="2"/>
              <a:buChar char=""/>
            </a:pPr>
            <a:r>
              <a:rPr lang="en-US" sz="1800" b="0" u="none" strike="noStrike">
                <a:solidFill>
                  <a:srgbClr val="000000"/>
                </a:solidFill>
                <a:uFillTx/>
                <a:latin typeface="Arial"/>
              </a:rPr>
              <a:t>Seventh Outline Level</a:t>
            </a: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Footer Placeholder 4"/>
          <p:cNvSpPr/>
          <p:nvPr/>
        </p:nvSpPr>
        <p:spPr>
          <a:xfrm>
            <a:off x="3361680" y="4442040"/>
            <a:ext cx="5641920" cy="363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endParaRPr lang="x-none" sz="1200" b="0" u="none" strike="noStrike">
              <a:solidFill>
                <a:schemeClr val="dk1">
                  <a:tint val="75000"/>
                </a:schemeClr>
              </a:solidFill>
              <a:uFillTx/>
              <a:latin typeface="Calibri"/>
              <a:ea typeface="DejaVu Sans"/>
            </a:endParaRPr>
          </a:p>
        </p:txBody>
      </p:sp>
      <p:cxnSp>
        <p:nvCxnSpPr>
          <p:cNvPr id="19" name="Straight Connector 3"/>
          <p:cNvCxnSpPr/>
          <p:nvPr/>
        </p:nvCxnSpPr>
        <p:spPr>
          <a:xfrm>
            <a:off x="837360" y="1292040"/>
            <a:ext cx="10518120" cy="1800"/>
          </a:xfrm>
          <a:prstGeom prst="straightConnector1">
            <a:avLst/>
          </a:prstGeom>
          <a:ln w="38160">
            <a:solidFill>
              <a:srgbClr val="4472C4"/>
            </a:solidFill>
            <a:miter/>
          </a:ln>
        </p:spPr>
      </p:cxnSp>
      <p:sp>
        <p:nvSpPr>
          <p:cNvPr id="20" name="Slide Number Placeholder 5"/>
          <p:cNvSpPr/>
          <p:nvPr/>
        </p:nvSpPr>
        <p:spPr>
          <a:xfrm>
            <a:off x="10607040" y="6356520"/>
            <a:ext cx="744840" cy="363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pPr>
            <a:fld id="{F1558B48-26B3-40B7-960C-4EBADE3817CF}" type="slidenum">
              <a:rPr lang="x-none" sz="1200" b="0" u="none" strike="noStrike">
                <a:solidFill>
                  <a:schemeClr val="dk1">
                    <a:lumMod val="75000"/>
                    <a:lumOff val="25000"/>
                  </a:schemeClr>
                </a:solidFill>
                <a:uFillTx/>
                <a:latin typeface="Calibri"/>
                <a:ea typeface="DejaVu Sans"/>
              </a:rPr>
              <a:t>‹#›</a:t>
            </a:fld>
            <a:endParaRPr lang="en-US" sz="1200" b="0" u="none" strike="noStrike">
              <a:solidFill>
                <a:srgbClr val="000000"/>
              </a:solidFill>
              <a:uFillTx/>
              <a:latin typeface="Arial"/>
            </a:endParaRPr>
          </a:p>
        </p:txBody>
      </p:sp>
      <p:cxnSp>
        <p:nvCxnSpPr>
          <p:cNvPr id="21" name="Straight Connector 8"/>
          <p:cNvCxnSpPr/>
          <p:nvPr/>
        </p:nvCxnSpPr>
        <p:spPr>
          <a:xfrm flipV="1">
            <a:off x="837360" y="6188760"/>
            <a:ext cx="10483560" cy="11520"/>
          </a:xfrm>
          <a:prstGeom prst="straightConnector1">
            <a:avLst/>
          </a:prstGeom>
          <a:ln w="38160">
            <a:solidFill>
              <a:srgbClr val="4472C4"/>
            </a:solidFill>
            <a:miter/>
          </a:ln>
        </p:spPr>
      </p:cxnSp>
      <p:pic>
        <p:nvPicPr>
          <p:cNvPr id="22" name="Picture 9"/>
          <p:cNvPicPr/>
          <p:nvPr/>
        </p:nvPicPr>
        <p:blipFill>
          <a:blip r:embed="rId3"/>
          <a:stretch/>
        </p:blipFill>
        <p:spPr>
          <a:xfrm>
            <a:off x="11458080" y="5778000"/>
            <a:ext cx="744840" cy="1078200"/>
          </a:xfrm>
          <a:prstGeom prst="rect">
            <a:avLst/>
          </a:prstGeom>
          <a:noFill/>
          <a:ln w="0">
            <a:noFill/>
          </a:ln>
        </p:spPr>
      </p:pic>
      <p:sp>
        <p:nvSpPr>
          <p:cNvPr id="23" name="TextBox 10"/>
          <p:cNvSpPr/>
          <p:nvPr/>
        </p:nvSpPr>
        <p:spPr>
          <a:xfrm>
            <a:off x="837360" y="6391800"/>
            <a:ext cx="295308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ne-NP" sz="900" b="1" u="none" strike="noStrike">
                <a:solidFill>
                  <a:srgbClr val="FF0000"/>
                </a:solidFill>
                <a:uFillTx/>
                <a:latin typeface="Kokila"/>
                <a:cs typeface="Kalimati"/>
              </a:rPr>
              <a:t>भूमि व्यवस्थापन प्रशिक्षण केन्द्र</a:t>
            </a:r>
            <a:endParaRPr lang="en-US" sz="900" b="0" u="none" strike="noStrike">
              <a:solidFill>
                <a:srgbClr val="000000"/>
              </a:solidFill>
              <a:uFillTx/>
              <a:latin typeface="Arial"/>
            </a:endParaRPr>
          </a:p>
          <a:p>
            <a:pPr defTabSz="914400">
              <a:lnSpc>
                <a:spcPct val="100000"/>
              </a:lnSpc>
            </a:pPr>
            <a:r>
              <a:rPr lang="en-US" sz="900" b="1" u="none" strike="noStrike">
                <a:solidFill>
                  <a:srgbClr val="FF0000"/>
                </a:solidFill>
                <a:uFillTx/>
                <a:latin typeface="Kokila"/>
                <a:ea typeface="DejaVu Sans"/>
              </a:rPr>
              <a:t>Land Management Training Center </a:t>
            </a:r>
            <a:endParaRPr lang="en-US" sz="900" b="0" u="none" strike="noStrike">
              <a:solidFill>
                <a:srgbClr val="000000"/>
              </a:solidFill>
              <a:uFillTx/>
              <a:latin typeface="Arial"/>
            </a:endParaRPr>
          </a:p>
        </p:txBody>
      </p:sp>
      <p:pic>
        <p:nvPicPr>
          <p:cNvPr id="24" name="Picture 2" descr="Logo"/>
          <p:cNvPicPr/>
          <p:nvPr/>
        </p:nvPicPr>
        <p:blipFill>
          <a:blip r:embed="rId4"/>
          <a:stretch/>
        </p:blipFill>
        <p:spPr>
          <a:xfrm>
            <a:off x="55080" y="6174360"/>
            <a:ext cx="697320" cy="680400"/>
          </a:xfrm>
          <a:prstGeom prst="rect">
            <a:avLst/>
          </a:prstGeom>
          <a:noFill/>
          <a:ln w="0">
            <a:noFill/>
          </a:ln>
        </p:spPr>
      </p:pic>
      <p:sp>
        <p:nvSpPr>
          <p:cNvPr id="25" name="PlaceHolder 1"/>
          <p:cNvSpPr>
            <a:spLocks noGrp="1"/>
          </p:cNvSpPr>
          <p:nvPr>
            <p:ph type="title"/>
          </p:nvPr>
        </p:nvSpPr>
        <p:spPr>
          <a:xfrm>
            <a:off x="609480" y="273600"/>
            <a:ext cx="10972080" cy="11444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a:rPr>
              <a:t>Click to edit the title text format</a:t>
            </a:r>
          </a:p>
        </p:txBody>
      </p:sp>
      <p:sp>
        <p:nvSpPr>
          <p:cNvPr id="26" name="PlaceHolder 2"/>
          <p:cNvSpPr>
            <a:spLocks noGrp="1"/>
          </p:cNvSpPr>
          <p:nvPr>
            <p:ph type="body"/>
          </p:nvPr>
        </p:nvSpPr>
        <p:spPr>
          <a:xfrm>
            <a:off x="609480" y="1604520"/>
            <a:ext cx="10972080" cy="397692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800" b="0" u="none" strike="noStrike">
                <a:solidFill>
                  <a:srgbClr val="000000"/>
                </a:solidFill>
                <a:uFillTx/>
                <a:latin typeface="Arial"/>
              </a:rPr>
              <a:t>Click to edit the outline text format</a:t>
            </a:r>
          </a:p>
          <a:p>
            <a:pPr marL="864000" lvl="1" indent="-324000">
              <a:spcBef>
                <a:spcPts val="1134"/>
              </a:spcBef>
              <a:buClr>
                <a:srgbClr val="000000"/>
              </a:buClr>
              <a:buSzPct val="75000"/>
              <a:buFont typeface="Symbol" charset="2"/>
              <a:buChar char=""/>
            </a:pPr>
            <a:r>
              <a:rPr lang="en-US" sz="1800" b="0" u="none" strike="noStrike">
                <a:solidFill>
                  <a:srgbClr val="000000"/>
                </a:solidFill>
                <a:uFillTx/>
                <a:latin typeface="Arial"/>
              </a:rPr>
              <a:t>Second Outline Level</a:t>
            </a:r>
          </a:p>
          <a:p>
            <a:pPr marL="1296000" lvl="2" indent="-288000">
              <a:spcBef>
                <a:spcPts val="850"/>
              </a:spcBef>
              <a:buClr>
                <a:srgbClr val="000000"/>
              </a:buClr>
              <a:buSzPct val="45000"/>
              <a:buFont typeface="Wingdings" charset="2"/>
              <a:buChar char=""/>
            </a:pPr>
            <a:r>
              <a:rPr lang="en-US" sz="1800" b="0" u="none" strike="noStrike">
                <a:solidFill>
                  <a:srgbClr val="000000"/>
                </a:solidFill>
                <a:uFillTx/>
                <a:latin typeface="Arial"/>
              </a:rPr>
              <a:t>Third Outline Level</a:t>
            </a:r>
          </a:p>
          <a:p>
            <a:pPr marL="1728000" lvl="3" indent="-216000">
              <a:spcBef>
                <a:spcPts val="567"/>
              </a:spcBef>
              <a:buClr>
                <a:srgbClr val="000000"/>
              </a:buClr>
              <a:buSzPct val="75000"/>
              <a:buFont typeface="Symbol" charset="2"/>
              <a:buChar char=""/>
            </a:pPr>
            <a:r>
              <a:rPr lang="en-US" sz="1800" b="0" u="none" strike="noStrike">
                <a:solidFill>
                  <a:srgbClr val="000000"/>
                </a:solidFill>
                <a:uFillTx/>
                <a:latin typeface="Arial"/>
              </a:rPr>
              <a:t>Fourth Outline Level</a:t>
            </a:r>
          </a:p>
          <a:p>
            <a:pPr marL="2160000" lvl="4" indent="-216000">
              <a:spcBef>
                <a:spcPts val="283"/>
              </a:spcBef>
              <a:buClr>
                <a:srgbClr val="000000"/>
              </a:buClr>
              <a:buSzPct val="45000"/>
              <a:buFont typeface="Wingdings" charset="2"/>
              <a:buChar char=""/>
            </a:pPr>
            <a:r>
              <a:rPr lang="en-US" sz="1800" b="0" u="none" strike="noStrike">
                <a:solidFill>
                  <a:srgbClr val="000000"/>
                </a:solidFill>
                <a:uFillTx/>
                <a:latin typeface="Arial"/>
              </a:rPr>
              <a:t>Fifth Outline Level</a:t>
            </a:r>
          </a:p>
          <a:p>
            <a:pPr marL="2592000" lvl="5" indent="-216000">
              <a:spcBef>
                <a:spcPts val="283"/>
              </a:spcBef>
              <a:buClr>
                <a:srgbClr val="000000"/>
              </a:buClr>
              <a:buSzPct val="45000"/>
              <a:buFont typeface="Wingdings" charset="2"/>
              <a:buChar char=""/>
            </a:pPr>
            <a:r>
              <a:rPr lang="en-US" sz="1800" b="0" u="none" strike="noStrike">
                <a:solidFill>
                  <a:srgbClr val="000000"/>
                </a:solidFill>
                <a:uFillTx/>
                <a:latin typeface="Arial"/>
              </a:rPr>
              <a:t>Sixth Outline Level</a:t>
            </a:r>
          </a:p>
          <a:p>
            <a:pPr marL="3024000" lvl="6" indent="-216000">
              <a:spcBef>
                <a:spcPts val="283"/>
              </a:spcBef>
              <a:buClr>
                <a:srgbClr val="000000"/>
              </a:buClr>
              <a:buSzPct val="45000"/>
              <a:buFont typeface="Wingdings" charset="2"/>
              <a:buChar char=""/>
            </a:pPr>
            <a:r>
              <a:rPr lang="en-US" sz="1800" b="0" u="none" strike="noStrike">
                <a:solidFill>
                  <a:srgbClr val="000000"/>
                </a:solidFill>
                <a:uFillTx/>
                <a:latin typeface="Arial"/>
              </a:rPr>
              <a:t>Seventh Outline Level</a:t>
            </a:r>
          </a:p>
        </p:txBody>
      </p:sp>
      <p:sp>
        <p:nvSpPr>
          <p:cNvPr id="27" name="PlaceHolder 3"/>
          <p:cNvSpPr>
            <a:spLocks noGrp="1"/>
          </p:cNvSpPr>
          <p:nvPr>
            <p:ph type="ftr" idx="1"/>
          </p:nvPr>
        </p:nvSpPr>
        <p:spPr>
          <a:xfrm>
            <a:off x="4020120" y="6356520"/>
            <a:ext cx="5657760" cy="3632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000" b="0" u="none" strike="noStrike">
                <a:solidFill>
                  <a:schemeClr val="dk1">
                    <a:tint val="75000"/>
                  </a:schemeClr>
                </a:solidFill>
                <a:uFillTx/>
                <a:latin typeface="Times New Roman"/>
              </a:defRPr>
            </a:lvl1pPr>
          </a:lstStyle>
          <a:p>
            <a:pPr indent="0" algn="ctr" defTabSz="914400">
              <a:lnSpc>
                <a:spcPct val="100000"/>
              </a:lnSpc>
              <a:buNone/>
              <a:tabLst>
                <a:tab pos="0" algn="l"/>
              </a:tabLst>
            </a:pPr>
            <a:r>
              <a:rPr lang="en-US" sz="1000" b="0" u="none" strike="noStrike">
                <a:solidFill>
                  <a:schemeClr val="dk1">
                    <a:tint val="75000"/>
                  </a:schemeClr>
                </a:solidFill>
                <a:uFillTx/>
                <a:latin typeface="Times New Roman"/>
              </a:rPr>
              <a:t>&lt;footer&gt;</a:t>
            </a:r>
            <a:endParaRPr lang="en-US" sz="1000" b="0" u="none" strike="noStrike">
              <a:solidFill>
                <a:srgbClr val="000000"/>
              </a:solidFill>
              <a:uFillTx/>
              <a:latin typeface="Times New Roman"/>
            </a:endParaRPr>
          </a:p>
        </p:txBody>
      </p:sp>
      <p:sp>
        <p:nvSpPr>
          <p:cNvPr id="28" name="PlaceHolder 4"/>
          <p:cNvSpPr>
            <a:spLocks noGrp="1"/>
          </p:cNvSpPr>
          <p:nvPr>
            <p:ph type="sldNum" idx="2"/>
          </p:nvPr>
        </p:nvSpPr>
        <p:spPr>
          <a:xfrm>
            <a:off x="10607040" y="6356520"/>
            <a:ext cx="744840" cy="3632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x-none" sz="1200" b="0" u="none" strike="noStrike">
                <a:solidFill>
                  <a:schemeClr val="dk1">
                    <a:tint val="75000"/>
                  </a:schemeClr>
                </a:solidFill>
                <a:uFillTx/>
                <a:latin typeface="Calibri"/>
              </a:defRPr>
            </a:lvl1pPr>
          </a:lstStyle>
          <a:p>
            <a:pPr indent="0" algn="r" defTabSz="914400">
              <a:lnSpc>
                <a:spcPct val="100000"/>
              </a:lnSpc>
              <a:buNone/>
              <a:tabLst>
                <a:tab pos="0" algn="l"/>
              </a:tabLst>
            </a:pPr>
            <a:fld id="{5AD7F6F2-5DBA-4518-82EE-4B67FB559EB5}" type="slidenum">
              <a:rPr lang="x-none" sz="1200" b="0" u="none" strike="noStrike">
                <a:solidFill>
                  <a:schemeClr val="dk1">
                    <a:tint val="75000"/>
                  </a:schemeClr>
                </a:solidFill>
                <a:uFillTx/>
                <a:latin typeface="Calibri"/>
              </a:rPr>
              <a:t>‹#›</a:t>
            </a:fld>
            <a:endParaRPr lang="en-US" sz="1200" b="0" u="none" strike="noStrik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080" cy="11444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a:rPr>
              <a:t>Click to edit the title text format</a:t>
            </a:r>
          </a:p>
        </p:txBody>
      </p:sp>
      <p:sp>
        <p:nvSpPr>
          <p:cNvPr id="32" name="PlaceHolder 2"/>
          <p:cNvSpPr>
            <a:spLocks noGrp="1"/>
          </p:cNvSpPr>
          <p:nvPr>
            <p:ph type="body"/>
          </p:nvPr>
        </p:nvSpPr>
        <p:spPr>
          <a:xfrm>
            <a:off x="609480" y="1604520"/>
            <a:ext cx="10972080" cy="397692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800" b="0" u="none" strike="noStrike">
                <a:solidFill>
                  <a:srgbClr val="000000"/>
                </a:solidFill>
                <a:uFillTx/>
                <a:latin typeface="Arial"/>
              </a:rPr>
              <a:t>Click to edit the outline text format</a:t>
            </a:r>
          </a:p>
          <a:p>
            <a:pPr marL="864000" lvl="1" indent="-324000">
              <a:spcBef>
                <a:spcPts val="1134"/>
              </a:spcBef>
              <a:buClr>
                <a:srgbClr val="000000"/>
              </a:buClr>
              <a:buSzPct val="75000"/>
              <a:buFont typeface="Symbol" charset="2"/>
              <a:buChar char=""/>
            </a:pPr>
            <a:r>
              <a:rPr lang="en-US" sz="1800" b="0" u="none" strike="noStrike">
                <a:solidFill>
                  <a:srgbClr val="000000"/>
                </a:solidFill>
                <a:uFillTx/>
                <a:latin typeface="Arial"/>
              </a:rPr>
              <a:t>Second Outline Level</a:t>
            </a:r>
          </a:p>
          <a:p>
            <a:pPr marL="1296000" lvl="2" indent="-288000">
              <a:spcBef>
                <a:spcPts val="850"/>
              </a:spcBef>
              <a:buClr>
                <a:srgbClr val="000000"/>
              </a:buClr>
              <a:buSzPct val="45000"/>
              <a:buFont typeface="Wingdings" charset="2"/>
              <a:buChar char=""/>
            </a:pPr>
            <a:r>
              <a:rPr lang="en-US" sz="1800" b="0" u="none" strike="noStrike">
                <a:solidFill>
                  <a:srgbClr val="000000"/>
                </a:solidFill>
                <a:uFillTx/>
                <a:latin typeface="Arial"/>
              </a:rPr>
              <a:t>Third Outline Level</a:t>
            </a:r>
          </a:p>
          <a:p>
            <a:pPr marL="1728000" lvl="3" indent="-216000">
              <a:spcBef>
                <a:spcPts val="567"/>
              </a:spcBef>
              <a:buClr>
                <a:srgbClr val="000000"/>
              </a:buClr>
              <a:buSzPct val="75000"/>
              <a:buFont typeface="Symbol" charset="2"/>
              <a:buChar char=""/>
            </a:pPr>
            <a:r>
              <a:rPr lang="en-US" sz="1800" b="0" u="none" strike="noStrike">
                <a:solidFill>
                  <a:srgbClr val="000000"/>
                </a:solidFill>
                <a:uFillTx/>
                <a:latin typeface="Arial"/>
              </a:rPr>
              <a:t>Fourth Outline Level</a:t>
            </a:r>
          </a:p>
          <a:p>
            <a:pPr marL="2160000" lvl="4" indent="-216000">
              <a:spcBef>
                <a:spcPts val="283"/>
              </a:spcBef>
              <a:buClr>
                <a:srgbClr val="000000"/>
              </a:buClr>
              <a:buSzPct val="45000"/>
              <a:buFont typeface="Wingdings" charset="2"/>
              <a:buChar char=""/>
            </a:pPr>
            <a:r>
              <a:rPr lang="en-US" sz="1800" b="0" u="none" strike="noStrike">
                <a:solidFill>
                  <a:srgbClr val="000000"/>
                </a:solidFill>
                <a:uFillTx/>
                <a:latin typeface="Arial"/>
              </a:rPr>
              <a:t>Fifth Outline Level</a:t>
            </a:r>
          </a:p>
          <a:p>
            <a:pPr marL="2592000" lvl="5" indent="-216000">
              <a:spcBef>
                <a:spcPts val="283"/>
              </a:spcBef>
              <a:buClr>
                <a:srgbClr val="000000"/>
              </a:buClr>
              <a:buSzPct val="45000"/>
              <a:buFont typeface="Wingdings" charset="2"/>
              <a:buChar char=""/>
            </a:pPr>
            <a:r>
              <a:rPr lang="en-US" sz="1800" b="0" u="none" strike="noStrike">
                <a:solidFill>
                  <a:srgbClr val="000000"/>
                </a:solidFill>
                <a:uFillTx/>
                <a:latin typeface="Arial"/>
              </a:rPr>
              <a:t>Sixth Outline Level</a:t>
            </a:r>
          </a:p>
          <a:p>
            <a:pPr marL="3024000" lvl="6" indent="-216000">
              <a:spcBef>
                <a:spcPts val="283"/>
              </a:spcBef>
              <a:buClr>
                <a:srgbClr val="000000"/>
              </a:buClr>
              <a:buSzPct val="45000"/>
              <a:buFont typeface="Wingdings" charset="2"/>
              <a:buChar char=""/>
            </a:pPr>
            <a:r>
              <a:rPr lang="en-US" sz="1800" b="0" u="none" strike="noStrike">
                <a:solidFill>
                  <a:srgbClr val="000000"/>
                </a:solidFill>
                <a:uFillTx/>
                <a:latin typeface="Arial"/>
              </a:rPr>
              <a:t>Seventh Outline Level</a:t>
            </a:r>
          </a:p>
        </p:txBody>
      </p:sp>
      <p:sp>
        <p:nvSpPr>
          <p:cNvPr id="33" name="PlaceHolder 3"/>
          <p:cNvSpPr>
            <a:spLocks noGrp="1"/>
          </p:cNvSpPr>
          <p:nvPr>
            <p:ph type="ftr" idx="3"/>
          </p:nvPr>
        </p:nvSpPr>
        <p:spPr>
          <a:xfrm>
            <a:off x="4038480" y="6356520"/>
            <a:ext cx="4113000" cy="3632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a:defRPr>
            </a:lvl1pPr>
          </a:lstStyle>
          <a:p>
            <a:pPr indent="0" algn="ctr">
              <a:lnSpc>
                <a:spcPct val="100000"/>
              </a:lnSpc>
              <a:buNone/>
              <a:tabLst>
                <a:tab pos="0" algn="l"/>
              </a:tabLst>
            </a:pPr>
            <a:r>
              <a:rPr lang="en-US" sz="1400" b="0" u="none" strike="noStrike">
                <a:solidFill>
                  <a:srgbClr val="000000"/>
                </a:solidFill>
                <a:uFillTx/>
                <a:latin typeface="Times New Roman"/>
              </a:rPr>
              <a:t>&lt;footer&gt;</a:t>
            </a:r>
          </a:p>
        </p:txBody>
      </p:sp>
      <p:sp>
        <p:nvSpPr>
          <p:cNvPr id="34" name="PlaceHolder 4"/>
          <p:cNvSpPr>
            <a:spLocks noGrp="1"/>
          </p:cNvSpPr>
          <p:nvPr>
            <p:ph type="sldNum" idx="4"/>
          </p:nvPr>
        </p:nvSpPr>
        <p:spPr>
          <a:xfrm>
            <a:off x="8610480" y="6356520"/>
            <a:ext cx="2741400" cy="3632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uFillTx/>
                <a:latin typeface="Calibri"/>
              </a:defRPr>
            </a:lvl1pPr>
          </a:lstStyle>
          <a:p>
            <a:pPr indent="0" algn="r" defTabSz="914400">
              <a:lnSpc>
                <a:spcPct val="100000"/>
              </a:lnSpc>
              <a:buNone/>
              <a:tabLst>
                <a:tab pos="0" algn="l"/>
              </a:tabLst>
            </a:pPr>
            <a:fld id="{9E139577-E045-4405-B4FA-FD5D7F68A00E}" type="slidenum">
              <a:rPr lang="en-US" sz="1200" b="0" u="none" strike="noStrike">
                <a:solidFill>
                  <a:schemeClr val="dk1">
                    <a:tint val="75000"/>
                  </a:schemeClr>
                </a:solidFill>
                <a:uFillTx/>
                <a:latin typeface="Calibri"/>
              </a:rPr>
              <a:t>‹#›</a:t>
            </a:fld>
            <a:endParaRPr lang="en-US" sz="1200" b="0" u="none" strike="noStrike">
              <a:solidFill>
                <a:srgbClr val="000000"/>
              </a:solidFill>
              <a:uFillTx/>
              <a:latin typeface="Times New Roman"/>
            </a:endParaRPr>
          </a:p>
        </p:txBody>
      </p:sp>
      <p:sp>
        <p:nvSpPr>
          <p:cNvPr id="35" name="PlaceHolder 5"/>
          <p:cNvSpPr>
            <a:spLocks noGrp="1"/>
          </p:cNvSpPr>
          <p:nvPr>
            <p:ph type="dt" idx="5"/>
          </p:nvPr>
        </p:nvSpPr>
        <p:spPr>
          <a:xfrm>
            <a:off x="838080" y="6356520"/>
            <a:ext cx="2741400" cy="36324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a:defRPr>
            </a:lvl1pPr>
          </a:lstStyle>
          <a:p>
            <a:pPr indent="0">
              <a:buNone/>
            </a:pPr>
            <a:r>
              <a:rPr lang="en-US" sz="1400" b="0" u="none" strike="noStrike">
                <a:solidFill>
                  <a:srgbClr val="000000"/>
                </a:solidFill>
                <a:uFillTx/>
                <a:latin typeface="Times New Roman"/>
              </a:rPr>
              <a:t>&lt;date/time&gt;</a:t>
            </a:r>
          </a:p>
        </p:txBody>
      </p:sp>
    </p:spTree>
  </p:cSld>
  <p:clrMap bg1="lt1" tx1="dk1" bg2="lt2" tx2="dk2" accent1="accent1" accent2="accent2" accent3="accent3" accent4="accent4" accent5="accent5" accent6="accent6" hlink="hlink" folHlink="folHlink"/>
  <p:sldLayoutIdLst>
    <p:sldLayoutId id="2147483655" r:id="rId1"/>
    <p:sldLayoutId id="2147483672" r:id="rId2"/>
    <p:sldLayoutId id="2147483673"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Footer Placeholder 4"/>
          <p:cNvSpPr/>
          <p:nvPr/>
        </p:nvSpPr>
        <p:spPr>
          <a:xfrm>
            <a:off x="3361680" y="4442040"/>
            <a:ext cx="5641920" cy="363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endParaRPr lang="x-none" sz="1200" b="0" u="none" strike="noStrike">
              <a:solidFill>
                <a:schemeClr val="dk1">
                  <a:tint val="75000"/>
                </a:schemeClr>
              </a:solidFill>
              <a:uFillTx/>
              <a:latin typeface="Calibri"/>
              <a:ea typeface="DejaVu Sans"/>
            </a:endParaRPr>
          </a:p>
        </p:txBody>
      </p:sp>
      <p:cxnSp>
        <p:nvCxnSpPr>
          <p:cNvPr id="39" name="Straight Connector 7"/>
          <p:cNvCxnSpPr/>
          <p:nvPr/>
        </p:nvCxnSpPr>
        <p:spPr>
          <a:xfrm flipV="1">
            <a:off x="837360" y="6188760"/>
            <a:ext cx="10483560" cy="11520"/>
          </a:xfrm>
          <a:prstGeom prst="straightConnector1">
            <a:avLst/>
          </a:prstGeom>
          <a:ln w="38160">
            <a:solidFill>
              <a:srgbClr val="4472C4"/>
            </a:solidFill>
            <a:miter/>
          </a:ln>
        </p:spPr>
      </p:cxnSp>
      <p:sp>
        <p:nvSpPr>
          <p:cNvPr id="40" name="TextBox 8"/>
          <p:cNvSpPr/>
          <p:nvPr/>
        </p:nvSpPr>
        <p:spPr>
          <a:xfrm>
            <a:off x="837360" y="6273360"/>
            <a:ext cx="270648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ne-NP" sz="900" b="1" u="none" strike="noStrike">
                <a:solidFill>
                  <a:srgbClr val="FF0000"/>
                </a:solidFill>
                <a:uFillTx/>
                <a:latin typeface="Kokila"/>
                <a:cs typeface="Kalimati"/>
              </a:rPr>
              <a:t>भूमि व्यवस्थापन प्रशिक्षण केन्द्र</a:t>
            </a:r>
            <a:endParaRPr lang="en-US" sz="900" b="0" u="none" strike="noStrike">
              <a:solidFill>
                <a:srgbClr val="000000"/>
              </a:solidFill>
              <a:uFillTx/>
              <a:latin typeface="Arial"/>
            </a:endParaRPr>
          </a:p>
          <a:p>
            <a:pPr defTabSz="914400">
              <a:lnSpc>
                <a:spcPct val="100000"/>
              </a:lnSpc>
            </a:pPr>
            <a:r>
              <a:rPr lang="en-US" sz="900" b="1" u="none" strike="noStrike">
                <a:solidFill>
                  <a:srgbClr val="FF0000"/>
                </a:solidFill>
                <a:uFillTx/>
                <a:latin typeface="Kokila"/>
                <a:ea typeface="DejaVu Sans"/>
              </a:rPr>
              <a:t>Land Management Training Center </a:t>
            </a:r>
            <a:endParaRPr lang="en-US" sz="900" b="0" u="none" strike="noStrike">
              <a:solidFill>
                <a:srgbClr val="000000"/>
              </a:solidFill>
              <a:uFillTx/>
              <a:latin typeface="Arial"/>
            </a:endParaRPr>
          </a:p>
        </p:txBody>
      </p:sp>
      <p:pic>
        <p:nvPicPr>
          <p:cNvPr id="41" name="Picture 2" descr="Logo"/>
          <p:cNvPicPr/>
          <p:nvPr/>
        </p:nvPicPr>
        <p:blipFill>
          <a:blip r:embed="rId5"/>
          <a:stretch/>
        </p:blipFill>
        <p:spPr>
          <a:xfrm>
            <a:off x="55080" y="6174360"/>
            <a:ext cx="697320" cy="680400"/>
          </a:xfrm>
          <a:prstGeom prst="rect">
            <a:avLst/>
          </a:prstGeom>
          <a:noFill/>
          <a:ln w="0">
            <a:noFill/>
          </a:ln>
        </p:spPr>
      </p:pic>
      <p:pic>
        <p:nvPicPr>
          <p:cNvPr id="42" name="Picture 7" descr="LMTC Workshop Nepal 2019 - Apps on Google Play"/>
          <p:cNvPicPr/>
          <p:nvPr/>
        </p:nvPicPr>
        <p:blipFill>
          <a:blip r:embed="rId6">
            <a:lum bright="70000" contrast="-70000"/>
          </a:blip>
          <a:srcRect l="26105" r="21131"/>
          <a:stretch/>
        </p:blipFill>
        <p:spPr>
          <a:xfrm>
            <a:off x="754200" y="448200"/>
            <a:ext cx="3616560" cy="5360760"/>
          </a:xfrm>
          <a:prstGeom prst="rect">
            <a:avLst/>
          </a:prstGeom>
          <a:noFill/>
          <a:ln w="0">
            <a:noFill/>
          </a:ln>
        </p:spPr>
      </p:pic>
      <p:pic>
        <p:nvPicPr>
          <p:cNvPr id="43" name="Picture 10"/>
          <p:cNvPicPr/>
          <p:nvPr/>
        </p:nvPicPr>
        <p:blipFill>
          <a:blip r:embed="rId7"/>
          <a:stretch/>
        </p:blipFill>
        <p:spPr>
          <a:xfrm>
            <a:off x="11458080" y="5778000"/>
            <a:ext cx="744840" cy="1078200"/>
          </a:xfrm>
          <a:prstGeom prst="rect">
            <a:avLst/>
          </a:prstGeom>
          <a:noFill/>
          <a:ln w="0">
            <a:noFill/>
          </a:ln>
        </p:spPr>
      </p:pic>
      <p:sp>
        <p:nvSpPr>
          <p:cNvPr id="44" name="PlaceHolder 1"/>
          <p:cNvSpPr>
            <a:spLocks noGrp="1"/>
          </p:cNvSpPr>
          <p:nvPr>
            <p:ph type="ftr" idx="6"/>
          </p:nvPr>
        </p:nvSpPr>
        <p:spPr>
          <a:xfrm>
            <a:off x="4020120" y="6356520"/>
            <a:ext cx="5657760" cy="3632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000" b="0" u="none" strike="noStrike">
                <a:solidFill>
                  <a:schemeClr val="dk1">
                    <a:tint val="75000"/>
                  </a:schemeClr>
                </a:solidFill>
                <a:uFillTx/>
                <a:latin typeface="Times New Roman"/>
              </a:defRPr>
            </a:lvl1pPr>
          </a:lstStyle>
          <a:p>
            <a:pPr indent="0" algn="ctr" defTabSz="914400">
              <a:lnSpc>
                <a:spcPct val="100000"/>
              </a:lnSpc>
              <a:buNone/>
              <a:tabLst>
                <a:tab pos="0" algn="l"/>
              </a:tabLst>
            </a:pPr>
            <a:r>
              <a:rPr lang="en-US" sz="1000" b="0" u="none" strike="noStrike">
                <a:solidFill>
                  <a:schemeClr val="dk1">
                    <a:tint val="75000"/>
                  </a:schemeClr>
                </a:solidFill>
                <a:uFillTx/>
                <a:latin typeface="Times New Roman"/>
              </a:rPr>
              <a:t> </a:t>
            </a:r>
            <a:endParaRPr lang="en-US" sz="1000" b="0" u="none" strike="noStrike">
              <a:solidFill>
                <a:srgbClr val="000000"/>
              </a:solidFill>
              <a:uFillTx/>
              <a:latin typeface="Times New Roman"/>
            </a:endParaRPr>
          </a:p>
        </p:txBody>
      </p:sp>
      <p:sp>
        <p:nvSpPr>
          <p:cNvPr id="45" name="PlaceHolder 2"/>
          <p:cNvSpPr>
            <a:spLocks noGrp="1"/>
          </p:cNvSpPr>
          <p:nvPr>
            <p:ph type="sldNum" idx="7"/>
          </p:nvPr>
        </p:nvSpPr>
        <p:spPr>
          <a:xfrm>
            <a:off x="10607040" y="6356520"/>
            <a:ext cx="744840" cy="3632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x-none" sz="1200" b="0" u="none" strike="noStrike">
                <a:solidFill>
                  <a:schemeClr val="dk1">
                    <a:tint val="75000"/>
                  </a:schemeClr>
                </a:solidFill>
                <a:uFillTx/>
                <a:latin typeface="Calibri"/>
              </a:defRPr>
            </a:lvl1pPr>
          </a:lstStyle>
          <a:p>
            <a:pPr indent="0" algn="r" defTabSz="914400">
              <a:lnSpc>
                <a:spcPct val="100000"/>
              </a:lnSpc>
              <a:buNone/>
              <a:tabLst>
                <a:tab pos="0" algn="l"/>
              </a:tabLst>
            </a:pPr>
            <a:fld id="{0FDBC4D8-5F48-41AC-B106-22DA753447A3}" type="slidenum">
              <a:rPr lang="x-none" sz="1200" b="0" u="none" strike="noStrike">
                <a:solidFill>
                  <a:schemeClr val="dk1">
                    <a:tint val="75000"/>
                  </a:schemeClr>
                </a:solidFill>
                <a:uFillTx/>
                <a:latin typeface="Calibri"/>
              </a:rPr>
              <a:t>‹#›</a:t>
            </a:fld>
            <a:endParaRPr lang="en-US" sz="1200" b="0" u="none" strike="noStrike">
              <a:solidFill>
                <a:srgbClr val="000000"/>
              </a:solidFill>
              <a:uFillTx/>
              <a:latin typeface="Times New Roman"/>
            </a:endParaRPr>
          </a:p>
        </p:txBody>
      </p:sp>
      <p:sp>
        <p:nvSpPr>
          <p:cNvPr id="46" name="PlaceHolder 3"/>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r>
              <a:rPr lang="en-US" sz="4400" b="0" u="none" strike="noStrike">
                <a:solidFill>
                  <a:srgbClr val="000000"/>
                </a:solidFill>
                <a:uFillTx/>
                <a:latin typeface="Arial"/>
              </a:rPr>
              <a:t>Click to edit the title text format</a:t>
            </a:r>
          </a:p>
        </p:txBody>
      </p:sp>
      <p:sp>
        <p:nvSpPr>
          <p:cNvPr id="47" name="PlaceHolder 4"/>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rgbClr val="000000"/>
                </a:solidFill>
                <a:uFillTx/>
                <a:latin typeface="Arial"/>
              </a:rPr>
              <a:t>Click to edit the outline text format</a:t>
            </a:r>
          </a:p>
          <a:p>
            <a:pPr marL="864000" lvl="1" indent="-324000">
              <a:spcBef>
                <a:spcPts val="1134"/>
              </a:spcBef>
              <a:buClr>
                <a:srgbClr val="000000"/>
              </a:buClr>
              <a:buSzPct val="75000"/>
              <a:buFont typeface="Symbol" charset="2"/>
              <a:buChar char=""/>
            </a:pPr>
            <a:r>
              <a:rPr lang="en-US" sz="2800" b="0" u="none" strike="noStrike">
                <a:solidFill>
                  <a:srgbClr val="000000"/>
                </a:solidFill>
                <a:uFillTx/>
                <a:latin typeface="Arial"/>
              </a:rPr>
              <a:t>Second Outline Level</a:t>
            </a:r>
          </a:p>
          <a:p>
            <a:pPr marL="1296000" lvl="2" indent="-288000">
              <a:spcBef>
                <a:spcPts val="850"/>
              </a:spcBef>
              <a:buClr>
                <a:srgbClr val="000000"/>
              </a:buClr>
              <a:buSzPct val="45000"/>
              <a:buFont typeface="Wingdings" charset="2"/>
              <a:buChar char=""/>
            </a:pPr>
            <a:r>
              <a:rPr lang="en-US" sz="2400" b="0" u="none" strike="noStrike">
                <a:solidFill>
                  <a:srgbClr val="000000"/>
                </a:solidFill>
                <a:uFillTx/>
                <a:latin typeface="Arial"/>
              </a:rPr>
              <a:t>Third Outline Level</a:t>
            </a:r>
          </a:p>
          <a:p>
            <a:pPr marL="1728000" lvl="3" indent="-216000">
              <a:spcBef>
                <a:spcPts val="567"/>
              </a:spcBef>
              <a:buClr>
                <a:srgbClr val="000000"/>
              </a:buClr>
              <a:buSzPct val="75000"/>
              <a:buFont typeface="Symbol" charset="2"/>
              <a:buChar char=""/>
            </a:pPr>
            <a:r>
              <a:rPr lang="en-US" sz="2000" b="0" u="none" strike="noStrike">
                <a:solidFill>
                  <a:srgbClr val="000000"/>
                </a:solidFill>
                <a:uFillTx/>
                <a:latin typeface="Arial"/>
              </a:rPr>
              <a:t>Fourth Outline Level</a:t>
            </a:r>
          </a:p>
          <a:p>
            <a:pPr marL="2160000" lvl="4" indent="-216000">
              <a:spcBef>
                <a:spcPts val="283"/>
              </a:spcBef>
              <a:buClr>
                <a:srgbClr val="000000"/>
              </a:buClr>
              <a:buSzPct val="45000"/>
              <a:buFont typeface="Wingdings" charset="2"/>
              <a:buChar char=""/>
            </a:pPr>
            <a:r>
              <a:rPr lang="en-US" sz="2000" b="0" u="none" strike="noStrike">
                <a:solidFill>
                  <a:srgbClr val="000000"/>
                </a:solidFill>
                <a:uFillTx/>
                <a:latin typeface="Arial"/>
              </a:rPr>
              <a:t>Fifth Outline Level</a:t>
            </a:r>
          </a:p>
          <a:p>
            <a:pPr marL="2592000" lvl="5" indent="-216000">
              <a:spcBef>
                <a:spcPts val="283"/>
              </a:spcBef>
              <a:buClr>
                <a:srgbClr val="000000"/>
              </a:buClr>
              <a:buSzPct val="45000"/>
              <a:buFont typeface="Wingdings" charset="2"/>
              <a:buChar char=""/>
            </a:pPr>
            <a:r>
              <a:rPr lang="en-US" sz="2000" b="0" u="none" strike="noStrike">
                <a:solidFill>
                  <a:srgbClr val="000000"/>
                </a:solidFill>
                <a:uFillTx/>
                <a:latin typeface="Arial"/>
              </a:rPr>
              <a:t>Sixth Outline Level</a:t>
            </a:r>
          </a:p>
          <a:p>
            <a:pPr marL="3024000" lvl="6" indent="-216000">
              <a:spcBef>
                <a:spcPts val="283"/>
              </a:spcBef>
              <a:buClr>
                <a:srgbClr val="000000"/>
              </a:buClr>
              <a:buSzPct val="45000"/>
              <a:buFont typeface="Wingdings" charset="2"/>
              <a:buChar char=""/>
            </a:pPr>
            <a:r>
              <a:rPr lang="en-US" sz="2000" b="0" u="none" strike="noStrike">
                <a:solidFill>
                  <a:srgbClr val="000000"/>
                </a:solidFill>
                <a:uFillTx/>
                <a:latin typeface="Arial"/>
              </a:rPr>
              <a:t>Seventh Outline Level</a:t>
            </a:r>
          </a:p>
        </p:txBody>
      </p:sp>
    </p:spTree>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2" name="Footer Placeholder 4"/>
          <p:cNvSpPr/>
          <p:nvPr/>
        </p:nvSpPr>
        <p:spPr>
          <a:xfrm>
            <a:off x="3361680" y="4442040"/>
            <a:ext cx="5641920" cy="363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endParaRPr lang="x-none" sz="1200" b="0" u="none" strike="noStrike">
              <a:solidFill>
                <a:schemeClr val="dk1">
                  <a:tint val="75000"/>
                </a:schemeClr>
              </a:solidFill>
              <a:uFillTx/>
              <a:latin typeface="Calibri"/>
              <a:ea typeface="DejaVu Sans"/>
            </a:endParaRPr>
          </a:p>
        </p:txBody>
      </p:sp>
      <p:cxnSp>
        <p:nvCxnSpPr>
          <p:cNvPr id="53" name="Straight Connector 7"/>
          <p:cNvCxnSpPr/>
          <p:nvPr/>
        </p:nvCxnSpPr>
        <p:spPr>
          <a:xfrm flipV="1">
            <a:off x="837360" y="6188760"/>
            <a:ext cx="10483560" cy="11520"/>
          </a:xfrm>
          <a:prstGeom prst="straightConnector1">
            <a:avLst/>
          </a:prstGeom>
          <a:ln w="38160">
            <a:solidFill>
              <a:srgbClr val="4472C4"/>
            </a:solidFill>
            <a:miter/>
          </a:ln>
        </p:spPr>
      </p:cxnSp>
      <p:sp>
        <p:nvSpPr>
          <p:cNvPr id="54" name="TextBox 8"/>
          <p:cNvSpPr/>
          <p:nvPr/>
        </p:nvSpPr>
        <p:spPr>
          <a:xfrm>
            <a:off x="837360" y="6273360"/>
            <a:ext cx="270648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ne-NP" sz="900" b="1" u="none" strike="noStrike">
                <a:solidFill>
                  <a:srgbClr val="FF0000"/>
                </a:solidFill>
                <a:uFillTx/>
                <a:latin typeface="Kokila"/>
                <a:cs typeface="Kalimati"/>
              </a:rPr>
              <a:t>भूमि व्यवस्थापन प्रशिक्षण केन्द्र</a:t>
            </a:r>
            <a:endParaRPr lang="en-US" sz="900" b="0" u="none" strike="noStrike">
              <a:solidFill>
                <a:srgbClr val="000000"/>
              </a:solidFill>
              <a:uFillTx/>
              <a:latin typeface="Arial"/>
            </a:endParaRPr>
          </a:p>
          <a:p>
            <a:pPr defTabSz="914400">
              <a:lnSpc>
                <a:spcPct val="100000"/>
              </a:lnSpc>
            </a:pPr>
            <a:r>
              <a:rPr lang="en-US" sz="900" b="1" u="none" strike="noStrike">
                <a:solidFill>
                  <a:srgbClr val="FF0000"/>
                </a:solidFill>
                <a:uFillTx/>
                <a:latin typeface="Kokila"/>
                <a:ea typeface="DejaVu Sans"/>
              </a:rPr>
              <a:t>Land Management Training Center </a:t>
            </a:r>
            <a:endParaRPr lang="en-US" sz="900" b="0" u="none" strike="noStrike">
              <a:solidFill>
                <a:srgbClr val="000000"/>
              </a:solidFill>
              <a:uFillTx/>
              <a:latin typeface="Arial"/>
            </a:endParaRPr>
          </a:p>
        </p:txBody>
      </p:sp>
      <p:pic>
        <p:nvPicPr>
          <p:cNvPr id="55" name="Picture 2" descr="Logo"/>
          <p:cNvPicPr/>
          <p:nvPr/>
        </p:nvPicPr>
        <p:blipFill>
          <a:blip r:embed="rId3"/>
          <a:stretch/>
        </p:blipFill>
        <p:spPr>
          <a:xfrm>
            <a:off x="55080" y="6174360"/>
            <a:ext cx="697320" cy="680400"/>
          </a:xfrm>
          <a:prstGeom prst="rect">
            <a:avLst/>
          </a:prstGeom>
          <a:noFill/>
          <a:ln w="0">
            <a:noFill/>
          </a:ln>
        </p:spPr>
      </p:pic>
      <p:pic>
        <p:nvPicPr>
          <p:cNvPr id="56" name="Picture 7" descr="LMTC Workshop Nepal 2019 - Apps on Google Play"/>
          <p:cNvPicPr/>
          <p:nvPr/>
        </p:nvPicPr>
        <p:blipFill>
          <a:blip r:embed="rId4">
            <a:lum bright="70000" contrast="-70000"/>
          </a:blip>
          <a:srcRect l="26105" r="21131"/>
          <a:stretch/>
        </p:blipFill>
        <p:spPr>
          <a:xfrm>
            <a:off x="754200" y="448200"/>
            <a:ext cx="3616560" cy="5360760"/>
          </a:xfrm>
          <a:prstGeom prst="rect">
            <a:avLst/>
          </a:prstGeom>
          <a:noFill/>
          <a:ln w="0">
            <a:noFill/>
          </a:ln>
        </p:spPr>
      </p:pic>
      <p:pic>
        <p:nvPicPr>
          <p:cNvPr id="57" name="Picture 10"/>
          <p:cNvPicPr/>
          <p:nvPr/>
        </p:nvPicPr>
        <p:blipFill>
          <a:blip r:embed="rId5"/>
          <a:stretch/>
        </p:blipFill>
        <p:spPr>
          <a:xfrm>
            <a:off x="11458080" y="5778000"/>
            <a:ext cx="744840" cy="1078200"/>
          </a:xfrm>
          <a:prstGeom prst="rect">
            <a:avLst/>
          </a:prstGeom>
          <a:noFill/>
          <a:ln w="0">
            <a:noFill/>
          </a:ln>
        </p:spPr>
      </p:pic>
      <p:sp>
        <p:nvSpPr>
          <p:cNvPr id="58" name="PlaceHolder 1"/>
          <p:cNvSpPr>
            <a:spLocks noGrp="1"/>
          </p:cNvSpPr>
          <p:nvPr>
            <p:ph type="title"/>
          </p:nvPr>
        </p:nvSpPr>
        <p:spPr>
          <a:xfrm>
            <a:off x="609480" y="273600"/>
            <a:ext cx="10972080" cy="11444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a:rPr>
              <a:t>Click to edit the title text format</a:t>
            </a:r>
          </a:p>
        </p:txBody>
      </p:sp>
      <p:sp>
        <p:nvSpPr>
          <p:cNvPr id="59" name="PlaceHolder 2"/>
          <p:cNvSpPr>
            <a:spLocks noGrp="1"/>
          </p:cNvSpPr>
          <p:nvPr>
            <p:ph type="ftr" idx="8"/>
          </p:nvPr>
        </p:nvSpPr>
        <p:spPr>
          <a:xfrm>
            <a:off x="4020120" y="6356520"/>
            <a:ext cx="5657760" cy="3632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000" b="0" u="none" strike="noStrike">
                <a:solidFill>
                  <a:schemeClr val="dk1">
                    <a:tint val="75000"/>
                  </a:schemeClr>
                </a:solidFill>
                <a:uFillTx/>
                <a:latin typeface="Times New Roman"/>
              </a:defRPr>
            </a:lvl1pPr>
          </a:lstStyle>
          <a:p>
            <a:pPr indent="0" algn="ctr" defTabSz="914400">
              <a:lnSpc>
                <a:spcPct val="100000"/>
              </a:lnSpc>
              <a:buNone/>
              <a:tabLst>
                <a:tab pos="0" algn="l"/>
              </a:tabLst>
            </a:pPr>
            <a:r>
              <a:rPr lang="en-US" sz="1000" b="0" u="none" strike="noStrike">
                <a:solidFill>
                  <a:schemeClr val="dk1">
                    <a:tint val="75000"/>
                  </a:schemeClr>
                </a:solidFill>
                <a:uFillTx/>
                <a:latin typeface="Times New Roman"/>
              </a:rPr>
              <a:t> </a:t>
            </a:r>
            <a:endParaRPr lang="en-US" sz="1000" b="0" u="none" strike="noStrike">
              <a:solidFill>
                <a:srgbClr val="000000"/>
              </a:solidFill>
              <a:uFillTx/>
              <a:latin typeface="Times New Roman"/>
            </a:endParaRPr>
          </a:p>
        </p:txBody>
      </p:sp>
      <p:sp>
        <p:nvSpPr>
          <p:cNvPr id="60" name="PlaceHolder 3"/>
          <p:cNvSpPr>
            <a:spLocks noGrp="1"/>
          </p:cNvSpPr>
          <p:nvPr>
            <p:ph type="sldNum" idx="9"/>
          </p:nvPr>
        </p:nvSpPr>
        <p:spPr>
          <a:xfrm>
            <a:off x="10607040" y="6356520"/>
            <a:ext cx="744840" cy="3632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x-none" sz="1200" b="0" u="none" strike="noStrike">
                <a:solidFill>
                  <a:schemeClr val="dk1">
                    <a:tint val="75000"/>
                  </a:schemeClr>
                </a:solidFill>
                <a:uFillTx/>
                <a:latin typeface="Calibri"/>
              </a:defRPr>
            </a:lvl1pPr>
          </a:lstStyle>
          <a:p>
            <a:pPr indent="0" algn="r" defTabSz="914400">
              <a:lnSpc>
                <a:spcPct val="100000"/>
              </a:lnSpc>
              <a:buNone/>
              <a:tabLst>
                <a:tab pos="0" algn="l"/>
              </a:tabLst>
            </a:pPr>
            <a:fld id="{0A5497AA-B026-449C-9D90-88535476B123}" type="slidenum">
              <a:rPr lang="x-none" sz="1200" b="0" u="none" strike="noStrike">
                <a:solidFill>
                  <a:schemeClr val="dk1">
                    <a:tint val="75000"/>
                  </a:schemeClr>
                </a:solidFill>
                <a:uFillTx/>
                <a:latin typeface="Calibri"/>
              </a:rPr>
              <a:t>‹#›</a:t>
            </a:fld>
            <a:endParaRPr lang="en-US" sz="1200" b="0" u="none" strike="noStrik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3" name="Footer Placeholder 4"/>
          <p:cNvSpPr/>
          <p:nvPr/>
        </p:nvSpPr>
        <p:spPr>
          <a:xfrm>
            <a:off x="3361680" y="4442040"/>
            <a:ext cx="5641920" cy="363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endParaRPr lang="x-none" sz="1200" b="0" u="none" strike="noStrike">
              <a:solidFill>
                <a:schemeClr val="dk1">
                  <a:tint val="75000"/>
                </a:schemeClr>
              </a:solidFill>
              <a:uFillTx/>
              <a:latin typeface="Calibri"/>
              <a:ea typeface="DejaVu Sans"/>
            </a:endParaRPr>
          </a:p>
        </p:txBody>
      </p:sp>
      <p:cxnSp>
        <p:nvCxnSpPr>
          <p:cNvPr id="64" name="Straight Connector 7"/>
          <p:cNvCxnSpPr/>
          <p:nvPr/>
        </p:nvCxnSpPr>
        <p:spPr>
          <a:xfrm flipV="1">
            <a:off x="837360" y="6188760"/>
            <a:ext cx="10483560" cy="11520"/>
          </a:xfrm>
          <a:prstGeom prst="straightConnector1">
            <a:avLst/>
          </a:prstGeom>
          <a:ln w="38160">
            <a:solidFill>
              <a:srgbClr val="4472C4"/>
            </a:solidFill>
            <a:miter/>
          </a:ln>
        </p:spPr>
      </p:cxnSp>
      <p:sp>
        <p:nvSpPr>
          <p:cNvPr id="65" name="TextBox 8"/>
          <p:cNvSpPr/>
          <p:nvPr/>
        </p:nvSpPr>
        <p:spPr>
          <a:xfrm>
            <a:off x="837360" y="6273360"/>
            <a:ext cx="270648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ne-NP" sz="900" b="1" u="none" strike="noStrike">
                <a:solidFill>
                  <a:srgbClr val="FF0000"/>
                </a:solidFill>
                <a:uFillTx/>
                <a:latin typeface="Kokila"/>
                <a:cs typeface="Kalimati"/>
              </a:rPr>
              <a:t>भूमि व्यवस्थापन प्रशिक्षण केन्द्र</a:t>
            </a:r>
            <a:endParaRPr lang="en-US" sz="900" b="0" u="none" strike="noStrike">
              <a:solidFill>
                <a:srgbClr val="000000"/>
              </a:solidFill>
              <a:uFillTx/>
              <a:latin typeface="Arial"/>
            </a:endParaRPr>
          </a:p>
          <a:p>
            <a:pPr defTabSz="914400">
              <a:lnSpc>
                <a:spcPct val="100000"/>
              </a:lnSpc>
            </a:pPr>
            <a:r>
              <a:rPr lang="en-US" sz="900" b="1" u="none" strike="noStrike">
                <a:solidFill>
                  <a:srgbClr val="FF0000"/>
                </a:solidFill>
                <a:uFillTx/>
                <a:latin typeface="Kokila"/>
                <a:ea typeface="DejaVu Sans"/>
              </a:rPr>
              <a:t>Land Management Training Center </a:t>
            </a:r>
            <a:endParaRPr lang="en-US" sz="900" b="0" u="none" strike="noStrike">
              <a:solidFill>
                <a:srgbClr val="000000"/>
              </a:solidFill>
              <a:uFillTx/>
              <a:latin typeface="Arial"/>
            </a:endParaRPr>
          </a:p>
        </p:txBody>
      </p:sp>
      <p:pic>
        <p:nvPicPr>
          <p:cNvPr id="66" name="Picture 2" descr="Logo"/>
          <p:cNvPicPr/>
          <p:nvPr/>
        </p:nvPicPr>
        <p:blipFill>
          <a:blip r:embed="rId3"/>
          <a:stretch/>
        </p:blipFill>
        <p:spPr>
          <a:xfrm>
            <a:off x="55080" y="6174360"/>
            <a:ext cx="697320" cy="680400"/>
          </a:xfrm>
          <a:prstGeom prst="rect">
            <a:avLst/>
          </a:prstGeom>
          <a:noFill/>
          <a:ln w="0">
            <a:noFill/>
          </a:ln>
        </p:spPr>
      </p:pic>
      <p:pic>
        <p:nvPicPr>
          <p:cNvPr id="67" name="Picture 7" descr="LMTC Workshop Nepal 2019 - Apps on Google Play"/>
          <p:cNvPicPr/>
          <p:nvPr/>
        </p:nvPicPr>
        <p:blipFill>
          <a:blip r:embed="rId4">
            <a:lum bright="70000" contrast="-70000"/>
          </a:blip>
          <a:srcRect l="26105" r="21131"/>
          <a:stretch/>
        </p:blipFill>
        <p:spPr>
          <a:xfrm>
            <a:off x="754200" y="448200"/>
            <a:ext cx="3616560" cy="5360760"/>
          </a:xfrm>
          <a:prstGeom prst="rect">
            <a:avLst/>
          </a:prstGeom>
          <a:noFill/>
          <a:ln w="0">
            <a:noFill/>
          </a:ln>
        </p:spPr>
      </p:pic>
      <p:pic>
        <p:nvPicPr>
          <p:cNvPr id="68" name="Picture 10"/>
          <p:cNvPicPr/>
          <p:nvPr/>
        </p:nvPicPr>
        <p:blipFill>
          <a:blip r:embed="rId5"/>
          <a:stretch/>
        </p:blipFill>
        <p:spPr>
          <a:xfrm>
            <a:off x="11458080" y="5778000"/>
            <a:ext cx="744840" cy="1078200"/>
          </a:xfrm>
          <a:prstGeom prst="rect">
            <a:avLst/>
          </a:prstGeom>
          <a:noFill/>
          <a:ln w="0">
            <a:noFill/>
          </a:ln>
        </p:spPr>
      </p:pic>
      <p:sp>
        <p:nvSpPr>
          <p:cNvPr id="69" name="PlaceHolder 1"/>
          <p:cNvSpPr>
            <a:spLocks noGrp="1"/>
          </p:cNvSpPr>
          <p:nvPr>
            <p:ph type="title"/>
          </p:nvPr>
        </p:nvSpPr>
        <p:spPr>
          <a:xfrm>
            <a:off x="609480" y="273600"/>
            <a:ext cx="10972080" cy="11444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a:rPr>
              <a:t>Click to edit the title text format</a:t>
            </a:r>
          </a:p>
        </p:txBody>
      </p:sp>
      <p:sp>
        <p:nvSpPr>
          <p:cNvPr id="70" name="PlaceHolder 2"/>
          <p:cNvSpPr>
            <a:spLocks noGrp="1"/>
          </p:cNvSpPr>
          <p:nvPr>
            <p:ph type="body"/>
          </p:nvPr>
        </p:nvSpPr>
        <p:spPr>
          <a:xfrm>
            <a:off x="609480" y="1604520"/>
            <a:ext cx="10972080" cy="397692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800" b="0" u="none" strike="noStrike">
                <a:solidFill>
                  <a:srgbClr val="000000"/>
                </a:solidFill>
                <a:uFillTx/>
                <a:latin typeface="Arial"/>
              </a:rPr>
              <a:t>Click to edit the outline text format</a:t>
            </a:r>
          </a:p>
          <a:p>
            <a:pPr marL="864000" lvl="1" indent="-324000">
              <a:spcBef>
                <a:spcPts val="1134"/>
              </a:spcBef>
              <a:buClr>
                <a:srgbClr val="000000"/>
              </a:buClr>
              <a:buSzPct val="75000"/>
              <a:buFont typeface="Symbol" charset="2"/>
              <a:buChar char=""/>
            </a:pPr>
            <a:r>
              <a:rPr lang="en-US" sz="1800" b="0" u="none" strike="noStrike">
                <a:solidFill>
                  <a:srgbClr val="000000"/>
                </a:solidFill>
                <a:uFillTx/>
                <a:latin typeface="Arial"/>
              </a:rPr>
              <a:t>Second Outline Level</a:t>
            </a:r>
          </a:p>
          <a:p>
            <a:pPr marL="1296000" lvl="2" indent="-288000">
              <a:spcBef>
                <a:spcPts val="850"/>
              </a:spcBef>
              <a:buClr>
                <a:srgbClr val="000000"/>
              </a:buClr>
              <a:buSzPct val="45000"/>
              <a:buFont typeface="Wingdings" charset="2"/>
              <a:buChar char=""/>
            </a:pPr>
            <a:r>
              <a:rPr lang="en-US" sz="1800" b="0" u="none" strike="noStrike">
                <a:solidFill>
                  <a:srgbClr val="000000"/>
                </a:solidFill>
                <a:uFillTx/>
                <a:latin typeface="Arial"/>
              </a:rPr>
              <a:t>Third Outline Level</a:t>
            </a:r>
          </a:p>
          <a:p>
            <a:pPr marL="1728000" lvl="3" indent="-216000">
              <a:spcBef>
                <a:spcPts val="567"/>
              </a:spcBef>
              <a:buClr>
                <a:srgbClr val="000000"/>
              </a:buClr>
              <a:buSzPct val="75000"/>
              <a:buFont typeface="Symbol" charset="2"/>
              <a:buChar char=""/>
            </a:pPr>
            <a:r>
              <a:rPr lang="en-US" sz="1800" b="0" u="none" strike="noStrike">
                <a:solidFill>
                  <a:srgbClr val="000000"/>
                </a:solidFill>
                <a:uFillTx/>
                <a:latin typeface="Arial"/>
              </a:rPr>
              <a:t>Fourth Outline Level</a:t>
            </a:r>
          </a:p>
          <a:p>
            <a:pPr marL="2160000" lvl="4" indent="-216000">
              <a:spcBef>
                <a:spcPts val="283"/>
              </a:spcBef>
              <a:buClr>
                <a:srgbClr val="000000"/>
              </a:buClr>
              <a:buSzPct val="45000"/>
              <a:buFont typeface="Wingdings" charset="2"/>
              <a:buChar char=""/>
            </a:pPr>
            <a:r>
              <a:rPr lang="en-US" sz="1800" b="0" u="none" strike="noStrike">
                <a:solidFill>
                  <a:srgbClr val="000000"/>
                </a:solidFill>
                <a:uFillTx/>
                <a:latin typeface="Arial"/>
              </a:rPr>
              <a:t>Fifth Outline Level</a:t>
            </a:r>
          </a:p>
          <a:p>
            <a:pPr marL="2592000" lvl="5" indent="-216000">
              <a:spcBef>
                <a:spcPts val="283"/>
              </a:spcBef>
              <a:buClr>
                <a:srgbClr val="000000"/>
              </a:buClr>
              <a:buSzPct val="45000"/>
              <a:buFont typeface="Wingdings" charset="2"/>
              <a:buChar char=""/>
            </a:pPr>
            <a:r>
              <a:rPr lang="en-US" sz="1800" b="0" u="none" strike="noStrike">
                <a:solidFill>
                  <a:srgbClr val="000000"/>
                </a:solidFill>
                <a:uFillTx/>
                <a:latin typeface="Arial"/>
              </a:rPr>
              <a:t>Sixth Outline Level</a:t>
            </a:r>
          </a:p>
          <a:p>
            <a:pPr marL="3024000" lvl="6" indent="-216000">
              <a:spcBef>
                <a:spcPts val="283"/>
              </a:spcBef>
              <a:buClr>
                <a:srgbClr val="000000"/>
              </a:buClr>
              <a:buSzPct val="45000"/>
              <a:buFont typeface="Wingdings" charset="2"/>
              <a:buChar char=""/>
            </a:pPr>
            <a:r>
              <a:rPr lang="en-US" sz="1800" b="0" u="none" strike="noStrike">
                <a:solidFill>
                  <a:srgbClr val="000000"/>
                </a:solidFill>
                <a:uFillTx/>
                <a:latin typeface="Arial"/>
              </a:rPr>
              <a:t>Seventh Outline Level</a:t>
            </a:r>
          </a:p>
        </p:txBody>
      </p:sp>
      <p:sp>
        <p:nvSpPr>
          <p:cNvPr id="71" name="PlaceHolder 3"/>
          <p:cNvSpPr>
            <a:spLocks noGrp="1"/>
          </p:cNvSpPr>
          <p:nvPr>
            <p:ph type="ftr" idx="10"/>
          </p:nvPr>
        </p:nvSpPr>
        <p:spPr>
          <a:xfrm>
            <a:off x="4020120" y="6356520"/>
            <a:ext cx="5657760" cy="3632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000" b="0" u="none" strike="noStrike">
                <a:solidFill>
                  <a:schemeClr val="dk1">
                    <a:tint val="75000"/>
                  </a:schemeClr>
                </a:solidFill>
                <a:uFillTx/>
                <a:latin typeface="Times New Roman"/>
              </a:defRPr>
            </a:lvl1pPr>
          </a:lstStyle>
          <a:p>
            <a:pPr indent="0" algn="ctr" defTabSz="914400">
              <a:lnSpc>
                <a:spcPct val="100000"/>
              </a:lnSpc>
              <a:buNone/>
              <a:tabLst>
                <a:tab pos="0" algn="l"/>
              </a:tabLst>
            </a:pPr>
            <a:r>
              <a:rPr lang="en-US" sz="1000" b="0" u="none" strike="noStrike">
                <a:solidFill>
                  <a:schemeClr val="dk1">
                    <a:tint val="75000"/>
                  </a:schemeClr>
                </a:solidFill>
                <a:uFillTx/>
                <a:latin typeface="Times New Roman"/>
              </a:rPr>
              <a:t>&lt;footer&gt;</a:t>
            </a:r>
            <a:endParaRPr lang="en-US" sz="1000" b="0" u="none" strike="noStrike">
              <a:solidFill>
                <a:srgbClr val="000000"/>
              </a:solidFill>
              <a:uFillTx/>
              <a:latin typeface="Times New Roman"/>
            </a:endParaRPr>
          </a:p>
        </p:txBody>
      </p:sp>
      <p:sp>
        <p:nvSpPr>
          <p:cNvPr id="72" name="PlaceHolder 4"/>
          <p:cNvSpPr>
            <a:spLocks noGrp="1"/>
          </p:cNvSpPr>
          <p:nvPr>
            <p:ph type="sldNum" idx="11"/>
          </p:nvPr>
        </p:nvSpPr>
        <p:spPr>
          <a:xfrm>
            <a:off x="10607040" y="6356520"/>
            <a:ext cx="744840" cy="3632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x-none" sz="1200" b="0" u="none" strike="noStrike">
                <a:solidFill>
                  <a:schemeClr val="dk1">
                    <a:tint val="75000"/>
                  </a:schemeClr>
                </a:solidFill>
                <a:uFillTx/>
                <a:latin typeface="Calibri"/>
              </a:defRPr>
            </a:lvl1pPr>
          </a:lstStyle>
          <a:p>
            <a:pPr indent="0" algn="r" defTabSz="914400">
              <a:lnSpc>
                <a:spcPct val="100000"/>
              </a:lnSpc>
              <a:buNone/>
              <a:tabLst>
                <a:tab pos="0" algn="l"/>
              </a:tabLst>
            </a:pPr>
            <a:fld id="{279682AA-7411-4394-9177-FB707562A5A6}" type="slidenum">
              <a:rPr lang="x-none" sz="1200" b="0" u="none" strike="noStrike">
                <a:solidFill>
                  <a:schemeClr val="dk1">
                    <a:tint val="75000"/>
                  </a:schemeClr>
                </a:solidFill>
                <a:uFillTx/>
                <a:latin typeface="Calibri"/>
              </a:rPr>
              <a:t>‹#›</a:t>
            </a:fld>
            <a:endParaRPr lang="en-US" sz="1200" b="0" u="none" strike="noStrik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 name="Footer Placeholder 4"/>
          <p:cNvSpPr/>
          <p:nvPr/>
        </p:nvSpPr>
        <p:spPr>
          <a:xfrm>
            <a:off x="3361680" y="4442040"/>
            <a:ext cx="5641920" cy="363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endParaRPr lang="x-none" sz="1200" b="0" u="none" strike="noStrike">
              <a:solidFill>
                <a:schemeClr val="dk1">
                  <a:tint val="75000"/>
                </a:schemeClr>
              </a:solidFill>
              <a:uFillTx/>
              <a:latin typeface="Calibri"/>
              <a:ea typeface="DejaVu Sans"/>
            </a:endParaRPr>
          </a:p>
        </p:txBody>
      </p:sp>
      <p:cxnSp>
        <p:nvCxnSpPr>
          <p:cNvPr id="76" name="Straight Connector 7"/>
          <p:cNvCxnSpPr/>
          <p:nvPr/>
        </p:nvCxnSpPr>
        <p:spPr>
          <a:xfrm flipV="1">
            <a:off x="837360" y="6188760"/>
            <a:ext cx="10483560" cy="11520"/>
          </a:xfrm>
          <a:prstGeom prst="straightConnector1">
            <a:avLst/>
          </a:prstGeom>
          <a:ln w="38160">
            <a:solidFill>
              <a:srgbClr val="4472C4"/>
            </a:solidFill>
            <a:miter/>
          </a:ln>
        </p:spPr>
      </p:cxnSp>
      <p:sp>
        <p:nvSpPr>
          <p:cNvPr id="77" name="TextBox 8"/>
          <p:cNvSpPr/>
          <p:nvPr/>
        </p:nvSpPr>
        <p:spPr>
          <a:xfrm>
            <a:off x="837360" y="6273360"/>
            <a:ext cx="270648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ne-NP" sz="900" b="1" u="none" strike="noStrike">
                <a:solidFill>
                  <a:srgbClr val="FF0000"/>
                </a:solidFill>
                <a:uFillTx/>
                <a:latin typeface="Kokila"/>
                <a:cs typeface="Kalimati"/>
              </a:rPr>
              <a:t>भूमि व्यवस्थापन प्रशिक्षण केन्द्र</a:t>
            </a:r>
            <a:endParaRPr lang="en-US" sz="900" b="0" u="none" strike="noStrike">
              <a:solidFill>
                <a:srgbClr val="000000"/>
              </a:solidFill>
              <a:uFillTx/>
              <a:latin typeface="Arial"/>
            </a:endParaRPr>
          </a:p>
          <a:p>
            <a:pPr defTabSz="914400">
              <a:lnSpc>
                <a:spcPct val="100000"/>
              </a:lnSpc>
            </a:pPr>
            <a:r>
              <a:rPr lang="en-US" sz="900" b="1" u="none" strike="noStrike">
                <a:solidFill>
                  <a:srgbClr val="FF0000"/>
                </a:solidFill>
                <a:uFillTx/>
                <a:latin typeface="Kokila"/>
                <a:ea typeface="DejaVu Sans"/>
              </a:rPr>
              <a:t>Land Management Training Center </a:t>
            </a:r>
            <a:endParaRPr lang="en-US" sz="900" b="0" u="none" strike="noStrike">
              <a:solidFill>
                <a:srgbClr val="000000"/>
              </a:solidFill>
              <a:uFillTx/>
              <a:latin typeface="Arial"/>
            </a:endParaRPr>
          </a:p>
        </p:txBody>
      </p:sp>
      <p:pic>
        <p:nvPicPr>
          <p:cNvPr id="78" name="Picture 2" descr="Logo"/>
          <p:cNvPicPr/>
          <p:nvPr/>
        </p:nvPicPr>
        <p:blipFill>
          <a:blip r:embed="rId3"/>
          <a:stretch/>
        </p:blipFill>
        <p:spPr>
          <a:xfrm>
            <a:off x="55080" y="6174360"/>
            <a:ext cx="697320" cy="680400"/>
          </a:xfrm>
          <a:prstGeom prst="rect">
            <a:avLst/>
          </a:prstGeom>
          <a:noFill/>
          <a:ln w="0">
            <a:noFill/>
          </a:ln>
        </p:spPr>
      </p:pic>
      <p:pic>
        <p:nvPicPr>
          <p:cNvPr id="79" name="Picture 7" descr="LMTC Workshop Nepal 2019 - Apps on Google Play"/>
          <p:cNvPicPr/>
          <p:nvPr/>
        </p:nvPicPr>
        <p:blipFill>
          <a:blip r:embed="rId4">
            <a:lum bright="70000" contrast="-70000"/>
          </a:blip>
          <a:srcRect l="26105" r="21131"/>
          <a:stretch/>
        </p:blipFill>
        <p:spPr>
          <a:xfrm>
            <a:off x="754200" y="448200"/>
            <a:ext cx="3616560" cy="5360760"/>
          </a:xfrm>
          <a:prstGeom prst="rect">
            <a:avLst/>
          </a:prstGeom>
          <a:noFill/>
          <a:ln w="0">
            <a:noFill/>
          </a:ln>
        </p:spPr>
      </p:pic>
      <p:pic>
        <p:nvPicPr>
          <p:cNvPr id="80" name="Picture 10"/>
          <p:cNvPicPr/>
          <p:nvPr/>
        </p:nvPicPr>
        <p:blipFill>
          <a:blip r:embed="rId5"/>
          <a:stretch/>
        </p:blipFill>
        <p:spPr>
          <a:xfrm>
            <a:off x="11458080" y="5778000"/>
            <a:ext cx="744840" cy="1078200"/>
          </a:xfrm>
          <a:prstGeom prst="rect">
            <a:avLst/>
          </a:prstGeom>
          <a:noFill/>
          <a:ln w="0">
            <a:noFill/>
          </a:ln>
        </p:spPr>
      </p:pic>
      <p:sp>
        <p:nvSpPr>
          <p:cNvPr id="81" name="PlaceHolder 1"/>
          <p:cNvSpPr>
            <a:spLocks noGrp="1"/>
          </p:cNvSpPr>
          <p:nvPr>
            <p:ph type="title"/>
          </p:nvPr>
        </p:nvSpPr>
        <p:spPr>
          <a:xfrm>
            <a:off x="609480" y="273600"/>
            <a:ext cx="10972080" cy="11444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a:rPr>
              <a:t>Click to edit the title text format</a:t>
            </a:r>
          </a:p>
        </p:txBody>
      </p:sp>
      <p:sp>
        <p:nvSpPr>
          <p:cNvPr id="82" name="PlaceHolder 2"/>
          <p:cNvSpPr>
            <a:spLocks noGrp="1"/>
          </p:cNvSpPr>
          <p:nvPr>
            <p:ph type="ftr" idx="12"/>
          </p:nvPr>
        </p:nvSpPr>
        <p:spPr>
          <a:xfrm>
            <a:off x="4020120" y="6356520"/>
            <a:ext cx="5657760" cy="3632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000" b="0" u="none" strike="noStrike">
                <a:solidFill>
                  <a:schemeClr val="dk1">
                    <a:tint val="75000"/>
                  </a:schemeClr>
                </a:solidFill>
                <a:uFillTx/>
                <a:latin typeface="Times New Roman"/>
              </a:defRPr>
            </a:lvl1pPr>
          </a:lstStyle>
          <a:p>
            <a:pPr indent="0" algn="ctr" defTabSz="914400">
              <a:lnSpc>
                <a:spcPct val="100000"/>
              </a:lnSpc>
              <a:buNone/>
              <a:tabLst>
                <a:tab pos="0" algn="l"/>
              </a:tabLst>
            </a:pPr>
            <a:r>
              <a:rPr lang="en-US" sz="1000" b="0" u="none" strike="noStrike">
                <a:solidFill>
                  <a:schemeClr val="dk1">
                    <a:tint val="75000"/>
                  </a:schemeClr>
                </a:solidFill>
                <a:uFillTx/>
                <a:latin typeface="Times New Roman"/>
              </a:rPr>
              <a:t> </a:t>
            </a:r>
            <a:endParaRPr lang="en-US" sz="1000" b="0" u="none" strike="noStrike">
              <a:solidFill>
                <a:srgbClr val="000000"/>
              </a:solidFill>
              <a:uFillTx/>
              <a:latin typeface="Times New Roman"/>
            </a:endParaRPr>
          </a:p>
        </p:txBody>
      </p:sp>
      <p:sp>
        <p:nvSpPr>
          <p:cNvPr id="83" name="PlaceHolder 3"/>
          <p:cNvSpPr>
            <a:spLocks noGrp="1"/>
          </p:cNvSpPr>
          <p:nvPr>
            <p:ph type="sldNum" idx="13"/>
          </p:nvPr>
        </p:nvSpPr>
        <p:spPr>
          <a:xfrm>
            <a:off x="10607040" y="6356520"/>
            <a:ext cx="744840" cy="3632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x-none" sz="1200" b="0" u="none" strike="noStrike">
                <a:solidFill>
                  <a:schemeClr val="dk1">
                    <a:tint val="75000"/>
                  </a:schemeClr>
                </a:solidFill>
                <a:uFillTx/>
                <a:latin typeface="Calibri"/>
              </a:defRPr>
            </a:lvl1pPr>
          </a:lstStyle>
          <a:p>
            <a:pPr indent="0" algn="r" defTabSz="914400">
              <a:lnSpc>
                <a:spcPct val="100000"/>
              </a:lnSpc>
              <a:buNone/>
              <a:tabLst>
                <a:tab pos="0" algn="l"/>
              </a:tabLst>
            </a:pPr>
            <a:fld id="{3998884C-D35E-4698-879E-F514A771F90D}" type="slidenum">
              <a:rPr lang="x-none" sz="1200" b="0" u="none" strike="noStrike">
                <a:solidFill>
                  <a:schemeClr val="dk1">
                    <a:tint val="75000"/>
                  </a:schemeClr>
                </a:solidFill>
                <a:uFillTx/>
                <a:latin typeface="Calibri"/>
              </a:rPr>
              <a:t>‹#›</a:t>
            </a:fld>
            <a:endParaRPr lang="en-US" sz="1200" b="0" u="none" strike="noStrik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6" name="Footer Placeholder 4"/>
          <p:cNvSpPr/>
          <p:nvPr/>
        </p:nvSpPr>
        <p:spPr>
          <a:xfrm>
            <a:off x="3361680" y="4442040"/>
            <a:ext cx="5641920" cy="363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endParaRPr lang="x-none" sz="1200" b="0" u="none" strike="noStrike">
              <a:solidFill>
                <a:schemeClr val="dk1">
                  <a:tint val="75000"/>
                </a:schemeClr>
              </a:solidFill>
              <a:uFillTx/>
              <a:latin typeface="Calibri"/>
              <a:ea typeface="DejaVu Sans"/>
            </a:endParaRPr>
          </a:p>
        </p:txBody>
      </p:sp>
      <p:cxnSp>
        <p:nvCxnSpPr>
          <p:cNvPr id="87" name="Straight Connector 7"/>
          <p:cNvCxnSpPr/>
          <p:nvPr/>
        </p:nvCxnSpPr>
        <p:spPr>
          <a:xfrm flipV="1">
            <a:off x="837360" y="6188760"/>
            <a:ext cx="10483560" cy="11520"/>
          </a:xfrm>
          <a:prstGeom prst="straightConnector1">
            <a:avLst/>
          </a:prstGeom>
          <a:ln w="38160">
            <a:solidFill>
              <a:srgbClr val="4472C4"/>
            </a:solidFill>
            <a:miter/>
          </a:ln>
        </p:spPr>
      </p:cxnSp>
      <p:sp>
        <p:nvSpPr>
          <p:cNvPr id="88" name="TextBox 8"/>
          <p:cNvSpPr/>
          <p:nvPr/>
        </p:nvSpPr>
        <p:spPr>
          <a:xfrm>
            <a:off x="837360" y="6273360"/>
            <a:ext cx="270648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ne-NP" sz="900" b="1" u="none" strike="noStrike">
                <a:solidFill>
                  <a:srgbClr val="FF0000"/>
                </a:solidFill>
                <a:uFillTx/>
                <a:latin typeface="Kokila"/>
                <a:cs typeface="Kalimati"/>
              </a:rPr>
              <a:t>भूमि व्यवस्थापन प्रशिक्षण केन्द्र</a:t>
            </a:r>
            <a:endParaRPr lang="en-US" sz="900" b="0" u="none" strike="noStrike">
              <a:solidFill>
                <a:srgbClr val="000000"/>
              </a:solidFill>
              <a:uFillTx/>
              <a:latin typeface="Arial"/>
            </a:endParaRPr>
          </a:p>
          <a:p>
            <a:pPr defTabSz="914400">
              <a:lnSpc>
                <a:spcPct val="100000"/>
              </a:lnSpc>
            </a:pPr>
            <a:r>
              <a:rPr lang="en-US" sz="900" b="1" u="none" strike="noStrike">
                <a:solidFill>
                  <a:srgbClr val="FF0000"/>
                </a:solidFill>
                <a:uFillTx/>
                <a:latin typeface="Kokila"/>
                <a:ea typeface="DejaVu Sans"/>
              </a:rPr>
              <a:t>Land Management Training Center </a:t>
            </a:r>
            <a:endParaRPr lang="en-US" sz="900" b="0" u="none" strike="noStrike">
              <a:solidFill>
                <a:srgbClr val="000000"/>
              </a:solidFill>
              <a:uFillTx/>
              <a:latin typeface="Arial"/>
            </a:endParaRPr>
          </a:p>
        </p:txBody>
      </p:sp>
      <p:pic>
        <p:nvPicPr>
          <p:cNvPr id="89" name="Picture 2" descr="Logo"/>
          <p:cNvPicPr/>
          <p:nvPr/>
        </p:nvPicPr>
        <p:blipFill>
          <a:blip r:embed="rId3"/>
          <a:stretch/>
        </p:blipFill>
        <p:spPr>
          <a:xfrm>
            <a:off x="55080" y="6174360"/>
            <a:ext cx="697320" cy="680400"/>
          </a:xfrm>
          <a:prstGeom prst="rect">
            <a:avLst/>
          </a:prstGeom>
          <a:noFill/>
          <a:ln w="0">
            <a:noFill/>
          </a:ln>
        </p:spPr>
      </p:pic>
      <p:pic>
        <p:nvPicPr>
          <p:cNvPr id="90" name="Picture 7" descr="LMTC Workshop Nepal 2019 - Apps on Google Play"/>
          <p:cNvPicPr/>
          <p:nvPr/>
        </p:nvPicPr>
        <p:blipFill>
          <a:blip r:embed="rId4">
            <a:lum bright="70000" contrast="-70000"/>
          </a:blip>
          <a:srcRect l="26105" r="21131"/>
          <a:stretch/>
        </p:blipFill>
        <p:spPr>
          <a:xfrm>
            <a:off x="754200" y="448200"/>
            <a:ext cx="3616560" cy="5360760"/>
          </a:xfrm>
          <a:prstGeom prst="rect">
            <a:avLst/>
          </a:prstGeom>
          <a:noFill/>
          <a:ln w="0">
            <a:noFill/>
          </a:ln>
        </p:spPr>
      </p:pic>
      <p:pic>
        <p:nvPicPr>
          <p:cNvPr id="91" name="Picture 10"/>
          <p:cNvPicPr/>
          <p:nvPr/>
        </p:nvPicPr>
        <p:blipFill>
          <a:blip r:embed="rId5"/>
          <a:stretch/>
        </p:blipFill>
        <p:spPr>
          <a:xfrm>
            <a:off x="11458080" y="5778000"/>
            <a:ext cx="744840" cy="1078200"/>
          </a:xfrm>
          <a:prstGeom prst="rect">
            <a:avLst/>
          </a:prstGeom>
          <a:noFill/>
          <a:ln w="0">
            <a:noFill/>
          </a:ln>
        </p:spPr>
      </p:pic>
      <p:sp>
        <p:nvSpPr>
          <p:cNvPr id="92" name="PlaceHolder 1"/>
          <p:cNvSpPr>
            <a:spLocks noGrp="1"/>
          </p:cNvSpPr>
          <p:nvPr>
            <p:ph type="title"/>
          </p:nvPr>
        </p:nvSpPr>
        <p:spPr>
          <a:xfrm>
            <a:off x="609480" y="273600"/>
            <a:ext cx="10972080" cy="11444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a:rPr>
              <a:t>Click to edit the title text format</a:t>
            </a:r>
          </a:p>
        </p:txBody>
      </p:sp>
      <p:sp>
        <p:nvSpPr>
          <p:cNvPr id="93" name="PlaceHolder 2"/>
          <p:cNvSpPr>
            <a:spLocks noGrp="1"/>
          </p:cNvSpPr>
          <p:nvPr>
            <p:ph type="body"/>
          </p:nvPr>
        </p:nvSpPr>
        <p:spPr>
          <a:xfrm>
            <a:off x="609480" y="1604520"/>
            <a:ext cx="10972080" cy="397692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800" b="0" u="none" strike="noStrike">
                <a:solidFill>
                  <a:srgbClr val="000000"/>
                </a:solidFill>
                <a:uFillTx/>
                <a:latin typeface="Arial"/>
              </a:rPr>
              <a:t>Click to edit the outline text format</a:t>
            </a:r>
          </a:p>
          <a:p>
            <a:pPr marL="864000" lvl="1" indent="-324000">
              <a:spcBef>
                <a:spcPts val="1134"/>
              </a:spcBef>
              <a:buClr>
                <a:srgbClr val="000000"/>
              </a:buClr>
              <a:buSzPct val="75000"/>
              <a:buFont typeface="Symbol" charset="2"/>
              <a:buChar char=""/>
            </a:pPr>
            <a:r>
              <a:rPr lang="en-US" sz="1800" b="0" u="none" strike="noStrike">
                <a:solidFill>
                  <a:srgbClr val="000000"/>
                </a:solidFill>
                <a:uFillTx/>
                <a:latin typeface="Arial"/>
              </a:rPr>
              <a:t>Second Outline Level</a:t>
            </a:r>
          </a:p>
          <a:p>
            <a:pPr marL="1296000" lvl="2" indent="-288000">
              <a:spcBef>
                <a:spcPts val="850"/>
              </a:spcBef>
              <a:buClr>
                <a:srgbClr val="000000"/>
              </a:buClr>
              <a:buSzPct val="45000"/>
              <a:buFont typeface="Wingdings" charset="2"/>
              <a:buChar char=""/>
            </a:pPr>
            <a:r>
              <a:rPr lang="en-US" sz="1800" b="0" u="none" strike="noStrike">
                <a:solidFill>
                  <a:srgbClr val="000000"/>
                </a:solidFill>
                <a:uFillTx/>
                <a:latin typeface="Arial"/>
              </a:rPr>
              <a:t>Third Outline Level</a:t>
            </a:r>
          </a:p>
          <a:p>
            <a:pPr marL="1728000" lvl="3" indent="-216000">
              <a:spcBef>
                <a:spcPts val="567"/>
              </a:spcBef>
              <a:buClr>
                <a:srgbClr val="000000"/>
              </a:buClr>
              <a:buSzPct val="75000"/>
              <a:buFont typeface="Symbol" charset="2"/>
              <a:buChar char=""/>
            </a:pPr>
            <a:r>
              <a:rPr lang="en-US" sz="1800" b="0" u="none" strike="noStrike">
                <a:solidFill>
                  <a:srgbClr val="000000"/>
                </a:solidFill>
                <a:uFillTx/>
                <a:latin typeface="Arial"/>
              </a:rPr>
              <a:t>Fourth Outline Level</a:t>
            </a:r>
          </a:p>
          <a:p>
            <a:pPr marL="2160000" lvl="4" indent="-216000">
              <a:spcBef>
                <a:spcPts val="283"/>
              </a:spcBef>
              <a:buClr>
                <a:srgbClr val="000000"/>
              </a:buClr>
              <a:buSzPct val="45000"/>
              <a:buFont typeface="Wingdings" charset="2"/>
              <a:buChar char=""/>
            </a:pPr>
            <a:r>
              <a:rPr lang="en-US" sz="1800" b="0" u="none" strike="noStrike">
                <a:solidFill>
                  <a:srgbClr val="000000"/>
                </a:solidFill>
                <a:uFillTx/>
                <a:latin typeface="Arial"/>
              </a:rPr>
              <a:t>Fifth Outline Level</a:t>
            </a:r>
          </a:p>
          <a:p>
            <a:pPr marL="2592000" lvl="5" indent="-216000">
              <a:spcBef>
                <a:spcPts val="283"/>
              </a:spcBef>
              <a:buClr>
                <a:srgbClr val="000000"/>
              </a:buClr>
              <a:buSzPct val="45000"/>
              <a:buFont typeface="Wingdings" charset="2"/>
              <a:buChar char=""/>
            </a:pPr>
            <a:r>
              <a:rPr lang="en-US" sz="1800" b="0" u="none" strike="noStrike">
                <a:solidFill>
                  <a:srgbClr val="000000"/>
                </a:solidFill>
                <a:uFillTx/>
                <a:latin typeface="Arial"/>
              </a:rPr>
              <a:t>Sixth Outline Level</a:t>
            </a:r>
          </a:p>
          <a:p>
            <a:pPr marL="3024000" lvl="6" indent="-216000">
              <a:spcBef>
                <a:spcPts val="283"/>
              </a:spcBef>
              <a:buClr>
                <a:srgbClr val="000000"/>
              </a:buClr>
              <a:buSzPct val="45000"/>
              <a:buFont typeface="Wingdings" charset="2"/>
              <a:buChar char=""/>
            </a:pPr>
            <a:r>
              <a:rPr lang="en-US" sz="1800" b="0" u="none" strike="noStrike">
                <a:solidFill>
                  <a:srgbClr val="000000"/>
                </a:solidFill>
                <a:uFillTx/>
                <a:latin typeface="Arial"/>
              </a:rPr>
              <a:t>Seventh Outline Level</a:t>
            </a:r>
          </a:p>
        </p:txBody>
      </p:sp>
      <p:sp>
        <p:nvSpPr>
          <p:cNvPr id="94" name="PlaceHolder 3"/>
          <p:cNvSpPr>
            <a:spLocks noGrp="1"/>
          </p:cNvSpPr>
          <p:nvPr>
            <p:ph type="ftr" idx="14"/>
          </p:nvPr>
        </p:nvSpPr>
        <p:spPr>
          <a:xfrm>
            <a:off x="4020120" y="6356520"/>
            <a:ext cx="5657760" cy="3632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000" b="0" u="none" strike="noStrike">
                <a:solidFill>
                  <a:schemeClr val="dk1">
                    <a:tint val="75000"/>
                  </a:schemeClr>
                </a:solidFill>
                <a:uFillTx/>
                <a:latin typeface="Times New Roman"/>
              </a:defRPr>
            </a:lvl1pPr>
          </a:lstStyle>
          <a:p>
            <a:pPr indent="0" algn="ctr" defTabSz="914400">
              <a:lnSpc>
                <a:spcPct val="100000"/>
              </a:lnSpc>
              <a:buNone/>
              <a:tabLst>
                <a:tab pos="0" algn="l"/>
              </a:tabLst>
            </a:pPr>
            <a:r>
              <a:rPr lang="en-US" sz="1000" b="0" u="none" strike="noStrike">
                <a:solidFill>
                  <a:schemeClr val="dk1">
                    <a:tint val="75000"/>
                  </a:schemeClr>
                </a:solidFill>
                <a:uFillTx/>
                <a:latin typeface="Times New Roman"/>
              </a:rPr>
              <a:t>&lt;footer&gt;</a:t>
            </a:r>
            <a:endParaRPr lang="en-US" sz="1000" b="0" u="none" strike="noStrike">
              <a:solidFill>
                <a:srgbClr val="000000"/>
              </a:solidFill>
              <a:uFillTx/>
              <a:latin typeface="Times New Roman"/>
            </a:endParaRPr>
          </a:p>
        </p:txBody>
      </p:sp>
      <p:sp>
        <p:nvSpPr>
          <p:cNvPr id="95" name="PlaceHolder 4"/>
          <p:cNvSpPr>
            <a:spLocks noGrp="1"/>
          </p:cNvSpPr>
          <p:nvPr>
            <p:ph type="sldNum" idx="15"/>
          </p:nvPr>
        </p:nvSpPr>
        <p:spPr>
          <a:xfrm>
            <a:off x="10607040" y="6356520"/>
            <a:ext cx="744840" cy="3632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x-none" sz="1200" b="0" u="none" strike="noStrike">
                <a:solidFill>
                  <a:schemeClr val="dk1">
                    <a:tint val="75000"/>
                  </a:schemeClr>
                </a:solidFill>
                <a:uFillTx/>
                <a:latin typeface="Calibri"/>
              </a:defRPr>
            </a:lvl1pPr>
          </a:lstStyle>
          <a:p>
            <a:pPr indent="0" algn="r" defTabSz="914400">
              <a:lnSpc>
                <a:spcPct val="100000"/>
              </a:lnSpc>
              <a:buNone/>
              <a:tabLst>
                <a:tab pos="0" algn="l"/>
              </a:tabLst>
            </a:pPr>
            <a:fld id="{5DEE3895-65E2-4BC9-8B49-73A6BA73FB90}" type="slidenum">
              <a:rPr lang="x-none" sz="1200" b="0" u="none" strike="noStrike">
                <a:solidFill>
                  <a:schemeClr val="dk1">
                    <a:tint val="75000"/>
                  </a:schemeClr>
                </a:solidFill>
                <a:uFillTx/>
                <a:latin typeface="Calibri"/>
              </a:rPr>
              <a:t>‹#›</a:t>
            </a:fld>
            <a:endParaRPr lang="en-US" sz="1200" b="0" u="none" strike="noStrik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8" name="Footer Placeholder 4"/>
          <p:cNvSpPr/>
          <p:nvPr/>
        </p:nvSpPr>
        <p:spPr>
          <a:xfrm>
            <a:off x="3361680" y="4442040"/>
            <a:ext cx="5641920" cy="363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endParaRPr lang="x-none" sz="1200" b="0" u="none" strike="noStrike">
              <a:solidFill>
                <a:schemeClr val="dk1">
                  <a:tint val="75000"/>
                </a:schemeClr>
              </a:solidFill>
              <a:uFillTx/>
              <a:latin typeface="Calibri"/>
              <a:ea typeface="DejaVu Sans"/>
            </a:endParaRPr>
          </a:p>
        </p:txBody>
      </p:sp>
      <p:cxnSp>
        <p:nvCxnSpPr>
          <p:cNvPr id="99" name="Straight Connector 7"/>
          <p:cNvCxnSpPr/>
          <p:nvPr/>
        </p:nvCxnSpPr>
        <p:spPr>
          <a:xfrm flipV="1">
            <a:off x="837360" y="6188760"/>
            <a:ext cx="10483560" cy="11520"/>
          </a:xfrm>
          <a:prstGeom prst="straightConnector1">
            <a:avLst/>
          </a:prstGeom>
          <a:ln w="38160">
            <a:solidFill>
              <a:srgbClr val="4472C4"/>
            </a:solidFill>
            <a:miter/>
          </a:ln>
        </p:spPr>
      </p:cxnSp>
      <p:sp>
        <p:nvSpPr>
          <p:cNvPr id="100" name="TextBox 8"/>
          <p:cNvSpPr/>
          <p:nvPr/>
        </p:nvSpPr>
        <p:spPr>
          <a:xfrm>
            <a:off x="837360" y="6273360"/>
            <a:ext cx="270648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ne-NP" sz="900" b="1" u="none" strike="noStrike">
                <a:solidFill>
                  <a:srgbClr val="FF0000"/>
                </a:solidFill>
                <a:uFillTx/>
                <a:latin typeface="Kokila"/>
                <a:cs typeface="Kalimati"/>
              </a:rPr>
              <a:t>भूमि व्यवस्थापन प्रशिक्षण केन्द्र</a:t>
            </a:r>
            <a:endParaRPr lang="en-US" sz="900" b="0" u="none" strike="noStrike">
              <a:solidFill>
                <a:srgbClr val="000000"/>
              </a:solidFill>
              <a:uFillTx/>
              <a:latin typeface="Arial"/>
            </a:endParaRPr>
          </a:p>
          <a:p>
            <a:pPr defTabSz="914400">
              <a:lnSpc>
                <a:spcPct val="100000"/>
              </a:lnSpc>
            </a:pPr>
            <a:r>
              <a:rPr lang="en-US" sz="900" b="1" u="none" strike="noStrike">
                <a:solidFill>
                  <a:srgbClr val="FF0000"/>
                </a:solidFill>
                <a:uFillTx/>
                <a:latin typeface="Kokila"/>
                <a:ea typeface="DejaVu Sans"/>
              </a:rPr>
              <a:t>Land Management Training Center </a:t>
            </a:r>
            <a:endParaRPr lang="en-US" sz="900" b="0" u="none" strike="noStrike">
              <a:solidFill>
                <a:srgbClr val="000000"/>
              </a:solidFill>
              <a:uFillTx/>
              <a:latin typeface="Arial"/>
            </a:endParaRPr>
          </a:p>
        </p:txBody>
      </p:sp>
      <p:pic>
        <p:nvPicPr>
          <p:cNvPr id="101" name="Picture 2" descr="Logo"/>
          <p:cNvPicPr/>
          <p:nvPr/>
        </p:nvPicPr>
        <p:blipFill>
          <a:blip r:embed="rId3"/>
          <a:stretch/>
        </p:blipFill>
        <p:spPr>
          <a:xfrm>
            <a:off x="55080" y="6174360"/>
            <a:ext cx="697320" cy="680400"/>
          </a:xfrm>
          <a:prstGeom prst="rect">
            <a:avLst/>
          </a:prstGeom>
          <a:noFill/>
          <a:ln w="0">
            <a:noFill/>
          </a:ln>
        </p:spPr>
      </p:pic>
      <p:pic>
        <p:nvPicPr>
          <p:cNvPr id="102" name="Picture 7" descr="LMTC Workshop Nepal 2019 - Apps on Google Play"/>
          <p:cNvPicPr/>
          <p:nvPr/>
        </p:nvPicPr>
        <p:blipFill>
          <a:blip r:embed="rId4">
            <a:lum bright="70000" contrast="-70000"/>
          </a:blip>
          <a:srcRect l="26105" r="21131"/>
          <a:stretch/>
        </p:blipFill>
        <p:spPr>
          <a:xfrm>
            <a:off x="754200" y="448200"/>
            <a:ext cx="3616560" cy="5360760"/>
          </a:xfrm>
          <a:prstGeom prst="rect">
            <a:avLst/>
          </a:prstGeom>
          <a:noFill/>
          <a:ln w="0">
            <a:noFill/>
          </a:ln>
        </p:spPr>
      </p:pic>
      <p:pic>
        <p:nvPicPr>
          <p:cNvPr id="103" name="Picture 10"/>
          <p:cNvPicPr/>
          <p:nvPr/>
        </p:nvPicPr>
        <p:blipFill>
          <a:blip r:embed="rId5"/>
          <a:stretch/>
        </p:blipFill>
        <p:spPr>
          <a:xfrm>
            <a:off x="11458080" y="5778000"/>
            <a:ext cx="744840" cy="1078200"/>
          </a:xfrm>
          <a:prstGeom prst="rect">
            <a:avLst/>
          </a:prstGeom>
          <a:noFill/>
          <a:ln w="0">
            <a:noFill/>
          </a:ln>
        </p:spPr>
      </p:pic>
      <p:sp>
        <p:nvSpPr>
          <p:cNvPr id="104" name="PlaceHolder 1"/>
          <p:cNvSpPr>
            <a:spLocks noGrp="1"/>
          </p:cNvSpPr>
          <p:nvPr>
            <p:ph type="title"/>
          </p:nvPr>
        </p:nvSpPr>
        <p:spPr>
          <a:xfrm>
            <a:off x="609480" y="273600"/>
            <a:ext cx="10972080" cy="11444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a:rPr>
              <a:t>Click to edit the title text format</a:t>
            </a:r>
          </a:p>
        </p:txBody>
      </p:sp>
      <p:sp>
        <p:nvSpPr>
          <p:cNvPr id="105" name="PlaceHolder 2"/>
          <p:cNvSpPr>
            <a:spLocks noGrp="1"/>
          </p:cNvSpPr>
          <p:nvPr>
            <p:ph type="ftr" idx="16"/>
          </p:nvPr>
        </p:nvSpPr>
        <p:spPr>
          <a:xfrm>
            <a:off x="4020120" y="6356520"/>
            <a:ext cx="5657760" cy="3632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000" b="0" u="none" strike="noStrike">
                <a:solidFill>
                  <a:schemeClr val="dk1">
                    <a:tint val="75000"/>
                  </a:schemeClr>
                </a:solidFill>
                <a:uFillTx/>
                <a:latin typeface="Times New Roman"/>
              </a:defRPr>
            </a:lvl1pPr>
          </a:lstStyle>
          <a:p>
            <a:pPr indent="0" algn="ctr" defTabSz="914400">
              <a:lnSpc>
                <a:spcPct val="100000"/>
              </a:lnSpc>
              <a:buNone/>
              <a:tabLst>
                <a:tab pos="0" algn="l"/>
              </a:tabLst>
            </a:pPr>
            <a:r>
              <a:rPr lang="en-US" sz="1000" b="0" u="none" strike="noStrike">
                <a:solidFill>
                  <a:schemeClr val="dk1">
                    <a:tint val="75000"/>
                  </a:schemeClr>
                </a:solidFill>
                <a:uFillTx/>
                <a:latin typeface="Times New Roman"/>
              </a:rPr>
              <a:t> </a:t>
            </a:r>
            <a:endParaRPr lang="en-US" sz="1000" b="0" u="none" strike="noStrike">
              <a:solidFill>
                <a:srgbClr val="000000"/>
              </a:solidFill>
              <a:uFillTx/>
              <a:latin typeface="Times New Roman"/>
            </a:endParaRPr>
          </a:p>
        </p:txBody>
      </p:sp>
      <p:sp>
        <p:nvSpPr>
          <p:cNvPr id="106" name="PlaceHolder 3"/>
          <p:cNvSpPr>
            <a:spLocks noGrp="1"/>
          </p:cNvSpPr>
          <p:nvPr>
            <p:ph type="sldNum" idx="17"/>
          </p:nvPr>
        </p:nvSpPr>
        <p:spPr>
          <a:xfrm>
            <a:off x="10607040" y="6356520"/>
            <a:ext cx="744840" cy="3632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x-none" sz="1200" b="0" u="none" strike="noStrike">
                <a:solidFill>
                  <a:schemeClr val="dk1">
                    <a:tint val="75000"/>
                  </a:schemeClr>
                </a:solidFill>
                <a:uFillTx/>
                <a:latin typeface="Calibri"/>
              </a:defRPr>
            </a:lvl1pPr>
          </a:lstStyle>
          <a:p>
            <a:pPr indent="0" algn="r" defTabSz="914400">
              <a:lnSpc>
                <a:spcPct val="100000"/>
              </a:lnSpc>
              <a:buNone/>
              <a:tabLst>
                <a:tab pos="0" algn="l"/>
              </a:tabLst>
            </a:pPr>
            <a:fld id="{5D84D445-D1B9-45CF-94A9-525A4E8220D0}" type="slidenum">
              <a:rPr lang="x-none" sz="1200" b="0" u="none" strike="noStrike">
                <a:solidFill>
                  <a:schemeClr val="dk1">
                    <a:tint val="75000"/>
                  </a:schemeClr>
                </a:solidFill>
                <a:uFillTx/>
                <a:latin typeface="Calibri"/>
              </a:rPr>
              <a:t>‹#›</a:t>
            </a:fld>
            <a:endParaRPr lang="en-US" sz="1200" b="0" u="none" strike="noStrik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9" name="Footer Placeholder 4"/>
          <p:cNvSpPr/>
          <p:nvPr/>
        </p:nvSpPr>
        <p:spPr>
          <a:xfrm>
            <a:off x="3361680" y="4442040"/>
            <a:ext cx="5641920" cy="363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endParaRPr lang="x-none" sz="1200" b="0" u="none" strike="noStrike">
              <a:solidFill>
                <a:schemeClr val="dk1">
                  <a:tint val="75000"/>
                </a:schemeClr>
              </a:solidFill>
              <a:uFillTx/>
              <a:latin typeface="Calibri"/>
              <a:ea typeface="DejaVu Sans"/>
            </a:endParaRPr>
          </a:p>
        </p:txBody>
      </p:sp>
      <p:cxnSp>
        <p:nvCxnSpPr>
          <p:cNvPr id="110" name="Straight Connector 7"/>
          <p:cNvCxnSpPr/>
          <p:nvPr/>
        </p:nvCxnSpPr>
        <p:spPr>
          <a:xfrm flipV="1">
            <a:off x="837360" y="6188760"/>
            <a:ext cx="10483560" cy="11520"/>
          </a:xfrm>
          <a:prstGeom prst="straightConnector1">
            <a:avLst/>
          </a:prstGeom>
          <a:ln w="38160">
            <a:solidFill>
              <a:srgbClr val="4472C4"/>
            </a:solidFill>
            <a:miter/>
          </a:ln>
        </p:spPr>
      </p:cxnSp>
      <p:sp>
        <p:nvSpPr>
          <p:cNvPr id="111" name="TextBox 8"/>
          <p:cNvSpPr/>
          <p:nvPr/>
        </p:nvSpPr>
        <p:spPr>
          <a:xfrm>
            <a:off x="837360" y="6273360"/>
            <a:ext cx="270648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ne-NP" sz="900" b="1" u="none" strike="noStrike">
                <a:solidFill>
                  <a:srgbClr val="FF0000"/>
                </a:solidFill>
                <a:uFillTx/>
                <a:latin typeface="Kokila"/>
                <a:cs typeface="Kalimati"/>
              </a:rPr>
              <a:t>भूमि व्यवस्थापन प्रशिक्षण केन्द्र</a:t>
            </a:r>
            <a:endParaRPr lang="en-US" sz="900" b="0" u="none" strike="noStrike">
              <a:solidFill>
                <a:srgbClr val="000000"/>
              </a:solidFill>
              <a:uFillTx/>
              <a:latin typeface="Arial"/>
            </a:endParaRPr>
          </a:p>
          <a:p>
            <a:pPr defTabSz="914400">
              <a:lnSpc>
                <a:spcPct val="100000"/>
              </a:lnSpc>
            </a:pPr>
            <a:r>
              <a:rPr lang="en-US" sz="900" b="1" u="none" strike="noStrike">
                <a:solidFill>
                  <a:srgbClr val="FF0000"/>
                </a:solidFill>
                <a:uFillTx/>
                <a:latin typeface="Kokila"/>
                <a:ea typeface="DejaVu Sans"/>
              </a:rPr>
              <a:t>Land Management Training Center </a:t>
            </a:r>
            <a:endParaRPr lang="en-US" sz="900" b="0" u="none" strike="noStrike">
              <a:solidFill>
                <a:srgbClr val="000000"/>
              </a:solidFill>
              <a:uFillTx/>
              <a:latin typeface="Arial"/>
            </a:endParaRPr>
          </a:p>
        </p:txBody>
      </p:sp>
      <p:pic>
        <p:nvPicPr>
          <p:cNvPr id="112" name="Picture 2" descr="Logo"/>
          <p:cNvPicPr/>
          <p:nvPr/>
        </p:nvPicPr>
        <p:blipFill>
          <a:blip r:embed="rId3"/>
          <a:stretch/>
        </p:blipFill>
        <p:spPr>
          <a:xfrm>
            <a:off x="55080" y="6174360"/>
            <a:ext cx="697320" cy="680400"/>
          </a:xfrm>
          <a:prstGeom prst="rect">
            <a:avLst/>
          </a:prstGeom>
          <a:noFill/>
          <a:ln w="0">
            <a:noFill/>
          </a:ln>
        </p:spPr>
      </p:pic>
      <p:pic>
        <p:nvPicPr>
          <p:cNvPr id="113" name="Picture 7" descr="LMTC Workshop Nepal 2019 - Apps on Google Play"/>
          <p:cNvPicPr/>
          <p:nvPr/>
        </p:nvPicPr>
        <p:blipFill>
          <a:blip r:embed="rId4">
            <a:lum bright="70000" contrast="-70000"/>
          </a:blip>
          <a:srcRect l="26105" r="21131"/>
          <a:stretch/>
        </p:blipFill>
        <p:spPr>
          <a:xfrm>
            <a:off x="754200" y="448200"/>
            <a:ext cx="3616560" cy="5360760"/>
          </a:xfrm>
          <a:prstGeom prst="rect">
            <a:avLst/>
          </a:prstGeom>
          <a:noFill/>
          <a:ln w="0">
            <a:noFill/>
          </a:ln>
        </p:spPr>
      </p:pic>
      <p:pic>
        <p:nvPicPr>
          <p:cNvPr id="114" name="Picture 10"/>
          <p:cNvPicPr/>
          <p:nvPr/>
        </p:nvPicPr>
        <p:blipFill>
          <a:blip r:embed="rId5"/>
          <a:stretch/>
        </p:blipFill>
        <p:spPr>
          <a:xfrm>
            <a:off x="11458080" y="5778000"/>
            <a:ext cx="744840" cy="1078200"/>
          </a:xfrm>
          <a:prstGeom prst="rect">
            <a:avLst/>
          </a:prstGeom>
          <a:noFill/>
          <a:ln w="0">
            <a:noFill/>
          </a:ln>
        </p:spPr>
      </p:pic>
      <p:sp>
        <p:nvSpPr>
          <p:cNvPr id="115" name="PlaceHolder 1"/>
          <p:cNvSpPr>
            <a:spLocks noGrp="1"/>
          </p:cNvSpPr>
          <p:nvPr>
            <p:ph type="title"/>
          </p:nvPr>
        </p:nvSpPr>
        <p:spPr>
          <a:xfrm>
            <a:off x="609480" y="273600"/>
            <a:ext cx="10972080" cy="11444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a:rPr>
              <a:t>Click to edit the title text format</a:t>
            </a:r>
          </a:p>
        </p:txBody>
      </p:sp>
      <p:sp>
        <p:nvSpPr>
          <p:cNvPr id="116" name="PlaceHolder 2"/>
          <p:cNvSpPr>
            <a:spLocks noGrp="1"/>
          </p:cNvSpPr>
          <p:nvPr>
            <p:ph type="body"/>
          </p:nvPr>
        </p:nvSpPr>
        <p:spPr>
          <a:xfrm>
            <a:off x="609480" y="1604520"/>
            <a:ext cx="10972080" cy="397692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800" b="0" u="none" strike="noStrike">
                <a:solidFill>
                  <a:srgbClr val="000000"/>
                </a:solidFill>
                <a:uFillTx/>
                <a:latin typeface="Arial"/>
              </a:rPr>
              <a:t>Click to edit the outline text format</a:t>
            </a:r>
          </a:p>
          <a:p>
            <a:pPr marL="864000" lvl="1" indent="-324000">
              <a:spcBef>
                <a:spcPts val="1134"/>
              </a:spcBef>
              <a:buClr>
                <a:srgbClr val="000000"/>
              </a:buClr>
              <a:buSzPct val="75000"/>
              <a:buFont typeface="Symbol" charset="2"/>
              <a:buChar char=""/>
            </a:pPr>
            <a:r>
              <a:rPr lang="en-US" sz="1800" b="0" u="none" strike="noStrike">
                <a:solidFill>
                  <a:srgbClr val="000000"/>
                </a:solidFill>
                <a:uFillTx/>
                <a:latin typeface="Arial"/>
              </a:rPr>
              <a:t>Second Outline Level</a:t>
            </a:r>
          </a:p>
          <a:p>
            <a:pPr marL="1296000" lvl="2" indent="-288000">
              <a:spcBef>
                <a:spcPts val="850"/>
              </a:spcBef>
              <a:buClr>
                <a:srgbClr val="000000"/>
              </a:buClr>
              <a:buSzPct val="45000"/>
              <a:buFont typeface="Wingdings" charset="2"/>
              <a:buChar char=""/>
            </a:pPr>
            <a:r>
              <a:rPr lang="en-US" sz="1800" b="0" u="none" strike="noStrike">
                <a:solidFill>
                  <a:srgbClr val="000000"/>
                </a:solidFill>
                <a:uFillTx/>
                <a:latin typeface="Arial"/>
              </a:rPr>
              <a:t>Third Outline Level</a:t>
            </a:r>
          </a:p>
          <a:p>
            <a:pPr marL="1728000" lvl="3" indent="-216000">
              <a:spcBef>
                <a:spcPts val="567"/>
              </a:spcBef>
              <a:buClr>
                <a:srgbClr val="000000"/>
              </a:buClr>
              <a:buSzPct val="75000"/>
              <a:buFont typeface="Symbol" charset="2"/>
              <a:buChar char=""/>
            </a:pPr>
            <a:r>
              <a:rPr lang="en-US" sz="1800" b="0" u="none" strike="noStrike">
                <a:solidFill>
                  <a:srgbClr val="000000"/>
                </a:solidFill>
                <a:uFillTx/>
                <a:latin typeface="Arial"/>
              </a:rPr>
              <a:t>Fourth Outline Level</a:t>
            </a:r>
          </a:p>
          <a:p>
            <a:pPr marL="2160000" lvl="4" indent="-216000">
              <a:spcBef>
                <a:spcPts val="283"/>
              </a:spcBef>
              <a:buClr>
                <a:srgbClr val="000000"/>
              </a:buClr>
              <a:buSzPct val="45000"/>
              <a:buFont typeface="Wingdings" charset="2"/>
              <a:buChar char=""/>
            </a:pPr>
            <a:r>
              <a:rPr lang="en-US" sz="1800" b="0" u="none" strike="noStrike">
                <a:solidFill>
                  <a:srgbClr val="000000"/>
                </a:solidFill>
                <a:uFillTx/>
                <a:latin typeface="Arial"/>
              </a:rPr>
              <a:t>Fifth Outline Level</a:t>
            </a:r>
          </a:p>
          <a:p>
            <a:pPr marL="2592000" lvl="5" indent="-216000">
              <a:spcBef>
                <a:spcPts val="283"/>
              </a:spcBef>
              <a:buClr>
                <a:srgbClr val="000000"/>
              </a:buClr>
              <a:buSzPct val="45000"/>
              <a:buFont typeface="Wingdings" charset="2"/>
              <a:buChar char=""/>
            </a:pPr>
            <a:r>
              <a:rPr lang="en-US" sz="1800" b="0" u="none" strike="noStrike">
                <a:solidFill>
                  <a:srgbClr val="000000"/>
                </a:solidFill>
                <a:uFillTx/>
                <a:latin typeface="Arial"/>
              </a:rPr>
              <a:t>Sixth Outline Level</a:t>
            </a:r>
          </a:p>
          <a:p>
            <a:pPr marL="3024000" lvl="6" indent="-216000">
              <a:spcBef>
                <a:spcPts val="283"/>
              </a:spcBef>
              <a:buClr>
                <a:srgbClr val="000000"/>
              </a:buClr>
              <a:buSzPct val="45000"/>
              <a:buFont typeface="Wingdings" charset="2"/>
              <a:buChar char=""/>
            </a:pPr>
            <a:r>
              <a:rPr lang="en-US" sz="1800" b="0" u="none" strike="noStrike">
                <a:solidFill>
                  <a:srgbClr val="000000"/>
                </a:solidFill>
                <a:uFillTx/>
                <a:latin typeface="Arial"/>
              </a:rPr>
              <a:t>Seventh Outline Level</a:t>
            </a:r>
          </a:p>
        </p:txBody>
      </p:sp>
      <p:sp>
        <p:nvSpPr>
          <p:cNvPr id="117" name="PlaceHolder 3"/>
          <p:cNvSpPr>
            <a:spLocks noGrp="1"/>
          </p:cNvSpPr>
          <p:nvPr>
            <p:ph type="ftr" idx="18"/>
          </p:nvPr>
        </p:nvSpPr>
        <p:spPr>
          <a:xfrm>
            <a:off x="4020120" y="6356520"/>
            <a:ext cx="5657760" cy="3632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000" b="0" u="none" strike="noStrike">
                <a:solidFill>
                  <a:schemeClr val="dk1">
                    <a:tint val="75000"/>
                  </a:schemeClr>
                </a:solidFill>
                <a:uFillTx/>
                <a:latin typeface="Times New Roman"/>
              </a:defRPr>
            </a:lvl1pPr>
          </a:lstStyle>
          <a:p>
            <a:pPr indent="0" algn="ctr" defTabSz="914400">
              <a:lnSpc>
                <a:spcPct val="100000"/>
              </a:lnSpc>
              <a:buNone/>
              <a:tabLst>
                <a:tab pos="0" algn="l"/>
              </a:tabLst>
            </a:pPr>
            <a:r>
              <a:rPr lang="en-US" sz="1000" b="0" u="none" strike="noStrike">
                <a:solidFill>
                  <a:schemeClr val="dk1">
                    <a:tint val="75000"/>
                  </a:schemeClr>
                </a:solidFill>
                <a:uFillTx/>
                <a:latin typeface="Times New Roman"/>
              </a:rPr>
              <a:t>&lt;footer&gt;</a:t>
            </a:r>
            <a:endParaRPr lang="en-US" sz="1000" b="0" u="none" strike="noStrike">
              <a:solidFill>
                <a:srgbClr val="000000"/>
              </a:solidFill>
              <a:uFillTx/>
              <a:latin typeface="Times New Roman"/>
            </a:endParaRPr>
          </a:p>
        </p:txBody>
      </p:sp>
      <p:sp>
        <p:nvSpPr>
          <p:cNvPr id="118" name="PlaceHolder 4"/>
          <p:cNvSpPr>
            <a:spLocks noGrp="1"/>
          </p:cNvSpPr>
          <p:nvPr>
            <p:ph type="sldNum" idx="19"/>
          </p:nvPr>
        </p:nvSpPr>
        <p:spPr>
          <a:xfrm>
            <a:off x="10607040" y="6356520"/>
            <a:ext cx="744840" cy="3632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x-none" sz="1200" b="0" u="none" strike="noStrike">
                <a:solidFill>
                  <a:schemeClr val="dk1">
                    <a:tint val="75000"/>
                  </a:schemeClr>
                </a:solidFill>
                <a:uFillTx/>
                <a:latin typeface="Calibri"/>
              </a:defRPr>
            </a:lvl1pPr>
          </a:lstStyle>
          <a:p>
            <a:pPr indent="0" algn="r" defTabSz="914400">
              <a:lnSpc>
                <a:spcPct val="100000"/>
              </a:lnSpc>
              <a:buNone/>
              <a:tabLst>
                <a:tab pos="0" algn="l"/>
              </a:tabLst>
            </a:pPr>
            <a:fld id="{21B5DA29-98EC-4BBC-88DD-CB471AA3E92A}" type="slidenum">
              <a:rPr lang="x-none" sz="1200" b="0" u="none" strike="noStrike">
                <a:solidFill>
                  <a:schemeClr val="dk1">
                    <a:tint val="75000"/>
                  </a:schemeClr>
                </a:solidFill>
                <a:uFillTx/>
                <a:latin typeface="Calibri"/>
              </a:rPr>
              <a:t>‹#›</a:t>
            </a:fld>
            <a:endParaRPr lang="en-US" sz="1200" b="0" u="none" strike="noStrik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7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janakrajjoshi@hotmail.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6.xml"/><Relationship Id="rId4" Type="http://schemas.openxmlformats.org/officeDocument/2006/relationships/image" Target="../media/image12.jpeg"/></Relationships>
</file>

<file path=ppt/slides/_rels/slide2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6.jpeg"/><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7.jpeg"/><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PlaceHolder 1"/>
          <p:cNvSpPr>
            <a:spLocks noGrp="1"/>
          </p:cNvSpPr>
          <p:nvPr>
            <p:ph type="subTitle"/>
          </p:nvPr>
        </p:nvSpPr>
        <p:spPr>
          <a:xfrm>
            <a:off x="3985378" y="4942114"/>
            <a:ext cx="6023520" cy="1915886"/>
          </a:xfrm>
          <a:prstGeom prst="rect">
            <a:avLst/>
          </a:prstGeom>
          <a:noFill/>
          <a:ln w="0">
            <a:noFill/>
          </a:ln>
        </p:spPr>
        <p:txBody>
          <a:bodyPr lIns="91440" tIns="45720" rIns="91440" bIns="45720" anchor="ctr">
            <a:normAutofit lnSpcReduction="10000"/>
          </a:bodyPr>
          <a:lstStyle/>
          <a:p>
            <a:pPr algn="ctr" defTabSz="914400">
              <a:lnSpc>
                <a:spcPct val="100000"/>
              </a:lnSpc>
              <a:spcBef>
                <a:spcPts val="1001"/>
              </a:spcBef>
              <a:tabLst>
                <a:tab pos="0" algn="l"/>
              </a:tabLst>
            </a:pPr>
            <a:r>
              <a:rPr lang="ne-NP" sz="1800" b="0" u="none" strike="noStrike" dirty="0">
                <a:solidFill>
                  <a:srgbClr val="0000FF"/>
                </a:solidFill>
                <a:uFillTx/>
                <a:latin typeface="Times New Roman"/>
                <a:cs typeface="Kalimati"/>
              </a:rPr>
              <a:t>जनकराज जोशी</a:t>
            </a:r>
            <a:endParaRPr lang="en-US" sz="1800" b="0" u="none" strike="noStrike" dirty="0">
              <a:solidFill>
                <a:srgbClr val="000000"/>
              </a:solidFill>
              <a:uFillTx/>
              <a:latin typeface="Arial"/>
            </a:endParaRPr>
          </a:p>
          <a:p>
            <a:pPr algn="ctr" defTabSz="914400">
              <a:lnSpc>
                <a:spcPct val="100000"/>
              </a:lnSpc>
              <a:spcBef>
                <a:spcPts val="1001"/>
              </a:spcBef>
              <a:tabLst>
                <a:tab pos="0" algn="l"/>
              </a:tabLst>
            </a:pPr>
            <a:r>
              <a:rPr lang="ne-NP" sz="1800" b="0" u="none" strike="noStrike" dirty="0">
                <a:solidFill>
                  <a:srgbClr val="0000FF"/>
                </a:solidFill>
                <a:uFillTx/>
                <a:latin typeface="Times New Roman"/>
                <a:cs typeface="Kalimati"/>
              </a:rPr>
              <a:t>कार्यकारी निर्देशक</a:t>
            </a:r>
            <a:endParaRPr lang="en-US" sz="1800" b="0" u="none" strike="noStrike" dirty="0">
              <a:solidFill>
                <a:srgbClr val="000000"/>
              </a:solidFill>
              <a:uFillTx/>
              <a:latin typeface="Arial"/>
            </a:endParaRPr>
          </a:p>
          <a:p>
            <a:pPr algn="ctr" defTabSz="914400">
              <a:lnSpc>
                <a:spcPct val="100000"/>
              </a:lnSpc>
              <a:spcBef>
                <a:spcPts val="1001"/>
              </a:spcBef>
              <a:tabLst>
                <a:tab pos="0" algn="l"/>
              </a:tabLst>
            </a:pPr>
            <a:r>
              <a:rPr lang="ne-NP" sz="1800" b="0" u="none" strike="noStrike" dirty="0">
                <a:solidFill>
                  <a:srgbClr val="0000FF"/>
                </a:solidFill>
                <a:uFillTx/>
                <a:latin typeface="Times New Roman"/>
                <a:cs typeface="Kalimati"/>
              </a:rPr>
              <a:t>भूमि व्यवस्थापन प्रशिक्षण केन्द्र</a:t>
            </a:r>
            <a:r>
              <a:rPr lang="en-US" sz="1800" b="0" u="none" strike="noStrike" dirty="0">
                <a:solidFill>
                  <a:srgbClr val="0000FF"/>
                </a:solidFill>
                <a:uFillTx/>
                <a:latin typeface="Times New Roman"/>
              </a:rPr>
              <a:t>, </a:t>
            </a:r>
            <a:r>
              <a:rPr lang="ne-NP" sz="1800" b="0" u="none" strike="noStrike" dirty="0">
                <a:solidFill>
                  <a:srgbClr val="0000FF"/>
                </a:solidFill>
                <a:uFillTx/>
                <a:latin typeface="Times New Roman"/>
                <a:cs typeface="Kalimati"/>
              </a:rPr>
              <a:t>धुलिखेल</a:t>
            </a:r>
            <a:endParaRPr lang="en-US" sz="1800" b="0" u="none" strike="noStrike" dirty="0">
              <a:solidFill>
                <a:srgbClr val="000000"/>
              </a:solidFill>
              <a:uFillTx/>
              <a:latin typeface="Arial"/>
            </a:endParaRPr>
          </a:p>
          <a:p>
            <a:pPr algn="ctr" defTabSz="914400">
              <a:lnSpc>
                <a:spcPct val="100000"/>
              </a:lnSpc>
              <a:spcBef>
                <a:spcPts val="1001"/>
              </a:spcBef>
              <a:tabLst>
                <a:tab pos="0" algn="l"/>
              </a:tabLst>
            </a:pPr>
            <a:r>
              <a:rPr lang="en-US" sz="1800" b="0" u="none" strike="noStrike" dirty="0">
                <a:solidFill>
                  <a:srgbClr val="0000FF"/>
                </a:solidFill>
                <a:uFillTx/>
                <a:latin typeface="Times New Roman"/>
                <a:hlinkClick r:id="rId2"/>
              </a:rPr>
              <a:t>janakrajjoshi@hotmail.com</a:t>
            </a:r>
            <a:endParaRPr lang="en-US" sz="1800" b="0" u="none" strike="noStrike" dirty="0">
              <a:solidFill>
                <a:srgbClr val="0000FF"/>
              </a:solidFill>
              <a:uFillTx/>
              <a:latin typeface="Times New Roman"/>
            </a:endParaRPr>
          </a:p>
          <a:p>
            <a:pPr algn="ctr" defTabSz="914400">
              <a:lnSpc>
                <a:spcPct val="100000"/>
              </a:lnSpc>
              <a:spcBef>
                <a:spcPts val="1001"/>
              </a:spcBef>
              <a:tabLst>
                <a:tab pos="0" algn="l"/>
              </a:tabLst>
            </a:pPr>
            <a:r>
              <a:rPr lang="ne-NP" sz="1800" b="0" u="none" strike="noStrike" dirty="0">
                <a:solidFill>
                  <a:schemeClr val="dk1"/>
                </a:solidFill>
                <a:uFillTx/>
                <a:latin typeface="CIDFont+F1"/>
                <a:cs typeface="Kalimati" panose="00000400000000000000" pitchFamily="2"/>
              </a:rPr>
              <a:t>२०८२</a:t>
            </a:r>
            <a:r>
              <a:rPr lang="ne-NP" sz="1800" dirty="0">
                <a:solidFill>
                  <a:schemeClr val="dk1"/>
                </a:solidFill>
                <a:latin typeface="CIDFont+F1"/>
                <a:cs typeface="Kalimati" panose="00000400000000000000" pitchFamily="2"/>
              </a:rPr>
              <a:t>।१०।४</a:t>
            </a:r>
            <a:endParaRPr lang="en-US" sz="1800" b="0" u="none" strike="noStrike" dirty="0">
              <a:solidFill>
                <a:srgbClr val="000000"/>
              </a:solidFill>
              <a:uFillTx/>
              <a:latin typeface="Arial"/>
            </a:endParaRPr>
          </a:p>
        </p:txBody>
      </p:sp>
      <p:sp>
        <p:nvSpPr>
          <p:cNvPr id="132" name="PlaceHolder 2"/>
          <p:cNvSpPr>
            <a:spLocks noGrp="1"/>
          </p:cNvSpPr>
          <p:nvPr>
            <p:ph type="title"/>
          </p:nvPr>
        </p:nvSpPr>
        <p:spPr>
          <a:xfrm>
            <a:off x="1896480" y="1268140"/>
            <a:ext cx="10201320" cy="2685960"/>
          </a:xfrm>
          <a:prstGeom prst="rect">
            <a:avLst/>
          </a:prstGeom>
          <a:noFill/>
          <a:ln w="0">
            <a:noFill/>
          </a:ln>
        </p:spPr>
        <p:txBody>
          <a:bodyPr lIns="91440" tIns="45720" rIns="91440" bIns="45720" anchor="ctr">
            <a:noAutofit/>
          </a:bodyPr>
          <a:lstStyle/>
          <a:p>
            <a:pPr indent="0" algn="ctr">
              <a:lnSpc>
                <a:spcPct val="100000"/>
              </a:lnSpc>
              <a:buNone/>
              <a:tabLst>
                <a:tab pos="0" algn="l"/>
              </a:tabLst>
            </a:pPr>
            <a:r>
              <a:rPr lang="ne-NP" sz="4400" b="0" u="none" strike="noStrike" dirty="0">
                <a:solidFill>
                  <a:schemeClr val="dk1"/>
                </a:solidFill>
                <a:uFillTx/>
                <a:latin typeface="CIDFont+F1"/>
                <a:cs typeface="Kalimati" panose="00000400000000000000" pitchFamily="2"/>
              </a:rPr>
              <a:t>नेपालमा  जग्गा प्रशासन तथा नापनक्सा सम्बन्धी आधारभूत पक्ष</a:t>
            </a:r>
            <a:r>
              <a:rPr lang="x-none" sz="4400" b="0" u="none" strike="noStrike" dirty="0">
                <a:solidFill>
                  <a:schemeClr val="dk1"/>
                </a:solidFill>
                <a:uFillTx/>
                <a:latin typeface="CIDFont+F1"/>
                <a:ea typeface="CIDFont+F1"/>
                <a:cs typeface="Kalimati" panose="00000400000000000000" pitchFamily="2"/>
              </a:rPr>
              <a:t> </a:t>
            </a:r>
            <a:endParaRPr lang="en-US" sz="4400" b="0" u="none" strike="noStrike" dirty="0">
              <a:solidFill>
                <a:srgbClr val="000000"/>
              </a:solidFill>
              <a:uFillTx/>
              <a:latin typeface="Arial"/>
              <a:cs typeface="Kalimati" panose="00000400000000000000" pitchFamily="2"/>
            </a:endParaRPr>
          </a:p>
        </p:txBody>
      </p:sp>
      <p:sp>
        <p:nvSpPr>
          <p:cNvPr id="133" name="PlaceHolder 3"/>
          <p:cNvSpPr>
            <a:spLocks noGrp="1"/>
          </p:cNvSpPr>
          <p:nvPr>
            <p:ph type="title"/>
          </p:nvPr>
        </p:nvSpPr>
        <p:spPr>
          <a:xfrm>
            <a:off x="1896479" y="3562882"/>
            <a:ext cx="10201319" cy="1483560"/>
          </a:xfrm>
          <a:prstGeom prst="rect">
            <a:avLst/>
          </a:prstGeom>
          <a:noFill/>
          <a:ln w="0">
            <a:noFill/>
          </a:ln>
        </p:spPr>
        <p:txBody>
          <a:bodyPr lIns="91440" tIns="45720" rIns="91440" bIns="45720" anchor="ctr">
            <a:noAutofit/>
          </a:bodyPr>
          <a:lstStyle/>
          <a:p>
            <a:pPr indent="0" algn="ctr">
              <a:lnSpc>
                <a:spcPct val="100000"/>
              </a:lnSpc>
              <a:buNone/>
              <a:tabLst>
                <a:tab pos="0" algn="l"/>
              </a:tabLst>
            </a:pPr>
            <a:r>
              <a:rPr lang="ne-NP" sz="2000" b="0" u="none" strike="noStrike" dirty="0">
                <a:solidFill>
                  <a:srgbClr val="000000"/>
                </a:solidFill>
                <a:uFillTx/>
                <a:latin typeface="Arial"/>
                <a:cs typeface="Kalimati" panose="00000400000000000000" pitchFamily="2"/>
              </a:rPr>
              <a:t>राष्ट्रिय न्यायिक प्रतिष्ठानद्वारा नवनियुक्त माननीय जिल्ला न्यायाधीसज्यूहरूको लागि आयोजित अभिमुखीकरण कार्यक्रम </a:t>
            </a:r>
            <a:endParaRPr lang="en-US" sz="2000" b="0" u="none" strike="noStrike" dirty="0">
              <a:solidFill>
                <a:srgbClr val="000000"/>
              </a:solidFill>
              <a:uFillTx/>
              <a:latin typeface="Arial"/>
              <a:cs typeface="Kalimati" panose="00000400000000000000" pitchFamily="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PlaceHolder 1"/>
          <p:cNvSpPr>
            <a:spLocks noGrp="1"/>
          </p:cNvSpPr>
          <p:nvPr>
            <p:ph type="title"/>
          </p:nvPr>
        </p:nvSpPr>
        <p:spPr>
          <a:xfrm>
            <a:off x="838080" y="365040"/>
            <a:ext cx="10513800" cy="92520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ne-NP" sz="4000" b="0" u="none" strike="noStrike">
                <a:solidFill>
                  <a:schemeClr val="dk1"/>
                </a:solidFill>
                <a:uFillTx/>
                <a:latin typeface="Times New Roman"/>
                <a:cs typeface="Kalimati"/>
              </a:rPr>
              <a:t>विषयवस्तु</a:t>
            </a:r>
            <a:endParaRPr lang="en-US" sz="4000" b="0" u="none" strike="noStrike">
              <a:solidFill>
                <a:srgbClr val="000000"/>
              </a:solidFill>
              <a:uFillTx/>
              <a:latin typeface="Arial"/>
            </a:endParaRPr>
          </a:p>
        </p:txBody>
      </p:sp>
      <p:sp>
        <p:nvSpPr>
          <p:cNvPr id="135" name="PlaceHolder 2"/>
          <p:cNvSpPr>
            <a:spLocks noGrp="1"/>
          </p:cNvSpPr>
          <p:nvPr>
            <p:ph/>
          </p:nvPr>
        </p:nvSpPr>
        <p:spPr>
          <a:xfrm>
            <a:off x="838080" y="1371600"/>
            <a:ext cx="10513800" cy="48034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ne-NP" sz="2400" b="0" u="none" strike="noStrike" dirty="0">
                <a:solidFill>
                  <a:schemeClr val="dk1"/>
                </a:solidFill>
                <a:uFillTx/>
                <a:latin typeface="Times New Roman"/>
                <a:cs typeface="Kalimati"/>
              </a:rPr>
              <a:t>जग्गा र भूमि</a:t>
            </a:r>
            <a:endParaRPr lang="en-US" sz="24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ne-NP" sz="2400" b="0" u="none" strike="noStrike" dirty="0">
                <a:solidFill>
                  <a:schemeClr val="dk1"/>
                </a:solidFill>
                <a:uFillTx/>
                <a:latin typeface="Times New Roman"/>
                <a:cs typeface="Kalimati"/>
              </a:rPr>
              <a:t>जग्गा प्रशासन </a:t>
            </a:r>
            <a:endParaRPr lang="en-US" sz="24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ne-NP" sz="2400" b="0" u="none" strike="noStrike" dirty="0">
                <a:solidFill>
                  <a:schemeClr val="dk1"/>
                </a:solidFill>
                <a:uFillTx/>
                <a:latin typeface="Times New Roman"/>
                <a:cs typeface="Kalimati"/>
              </a:rPr>
              <a:t>बिभिन्न किसिमका भू सम्बन्ध </a:t>
            </a:r>
          </a:p>
          <a:p>
            <a:pPr marL="228600" indent="-228600" defTabSz="914400">
              <a:lnSpc>
                <a:spcPct val="90000"/>
              </a:lnSpc>
              <a:spcBef>
                <a:spcPts val="1001"/>
              </a:spcBef>
              <a:buClr>
                <a:srgbClr val="000000"/>
              </a:buClr>
              <a:buFont typeface="Arial"/>
              <a:buChar char="•"/>
            </a:pPr>
            <a:r>
              <a:rPr lang="ne-NP" sz="2400" dirty="0">
                <a:solidFill>
                  <a:schemeClr val="dk1"/>
                </a:solidFill>
                <a:latin typeface="Times New Roman"/>
                <a:cs typeface="Kalimati"/>
              </a:rPr>
              <a:t>जग्गा दर्ता र यसका किसिम</a:t>
            </a:r>
          </a:p>
          <a:p>
            <a:pPr marL="228600" indent="-228600" defTabSz="914400">
              <a:lnSpc>
                <a:spcPct val="90000"/>
              </a:lnSpc>
              <a:spcBef>
                <a:spcPts val="1001"/>
              </a:spcBef>
              <a:buClr>
                <a:srgbClr val="000000"/>
              </a:buClr>
              <a:buFont typeface="Arial"/>
              <a:buChar char="•"/>
            </a:pPr>
            <a:r>
              <a:rPr lang="ne-NP" sz="2400" b="0" u="none" strike="noStrike" dirty="0">
                <a:solidFill>
                  <a:schemeClr val="dk1"/>
                </a:solidFill>
                <a:uFillTx/>
                <a:latin typeface="Times New Roman"/>
                <a:cs typeface="Kalimati"/>
              </a:rPr>
              <a:t>भूमि लगत</a:t>
            </a:r>
          </a:p>
          <a:p>
            <a:pPr marL="228600" indent="-228600" defTabSz="914400">
              <a:lnSpc>
                <a:spcPct val="90000"/>
              </a:lnSpc>
              <a:spcBef>
                <a:spcPts val="1001"/>
              </a:spcBef>
              <a:buClr>
                <a:srgbClr val="000000"/>
              </a:buClr>
              <a:buFont typeface="Arial"/>
              <a:buChar char="•"/>
            </a:pPr>
            <a:r>
              <a:rPr lang="ne-NP" sz="2400" dirty="0">
                <a:solidFill>
                  <a:schemeClr val="dk1"/>
                </a:solidFill>
                <a:latin typeface="Times New Roman"/>
                <a:cs typeface="Kalimati"/>
              </a:rPr>
              <a:t>जग्गा प्रशासनको परम्परागत कार्यक्षेत्र</a:t>
            </a:r>
          </a:p>
          <a:p>
            <a:pPr marL="228600" indent="-228600" defTabSz="914400">
              <a:lnSpc>
                <a:spcPct val="90000"/>
              </a:lnSpc>
              <a:spcBef>
                <a:spcPts val="1001"/>
              </a:spcBef>
              <a:buClr>
                <a:srgbClr val="000000"/>
              </a:buClr>
              <a:buFont typeface="Arial"/>
              <a:buChar char="•"/>
            </a:pPr>
            <a:r>
              <a:rPr lang="ne-NP" sz="2400" b="0" u="none" strike="noStrike" dirty="0">
                <a:solidFill>
                  <a:schemeClr val="dk1"/>
                </a:solidFill>
                <a:uFillTx/>
                <a:latin typeface="Times New Roman"/>
                <a:cs typeface="Kalimati"/>
              </a:rPr>
              <a:t>नाप नक्सा र यसका</a:t>
            </a:r>
            <a:r>
              <a:rPr lang="ne-NP" sz="2400" dirty="0">
                <a:solidFill>
                  <a:schemeClr val="dk1"/>
                </a:solidFill>
                <a:latin typeface="Times New Roman"/>
                <a:cs typeface="Kalimati"/>
              </a:rPr>
              <a:t> किसिम</a:t>
            </a:r>
          </a:p>
          <a:p>
            <a:pPr marL="228600" indent="-228600" defTabSz="914400">
              <a:lnSpc>
                <a:spcPct val="90000"/>
              </a:lnSpc>
              <a:spcBef>
                <a:spcPts val="1001"/>
              </a:spcBef>
              <a:buClr>
                <a:srgbClr val="000000"/>
              </a:buClr>
              <a:buFont typeface="Arial"/>
              <a:buChar char="•"/>
            </a:pPr>
            <a:r>
              <a:rPr lang="ne-NP" sz="2400" b="0" u="none" strike="noStrike" dirty="0">
                <a:solidFill>
                  <a:schemeClr val="dk1"/>
                </a:solidFill>
                <a:uFillTx/>
                <a:latin typeface="Times New Roman"/>
                <a:cs typeface="Kalimati"/>
              </a:rPr>
              <a:t>नक्सा</a:t>
            </a:r>
            <a:r>
              <a:rPr lang="ne-NP" sz="2400" dirty="0">
                <a:solidFill>
                  <a:schemeClr val="dk1"/>
                </a:solidFill>
                <a:latin typeface="Times New Roman"/>
                <a:cs typeface="Kalimati"/>
              </a:rPr>
              <a:t>का </a:t>
            </a:r>
            <a:r>
              <a:rPr lang="ne-NP" sz="2400" b="0" u="none" strike="noStrike" dirty="0">
                <a:solidFill>
                  <a:schemeClr val="dk1"/>
                </a:solidFill>
                <a:uFillTx/>
                <a:latin typeface="Times New Roman"/>
                <a:cs typeface="Kalimati"/>
              </a:rPr>
              <a:t>आधारभूत पक्ष</a:t>
            </a:r>
          </a:p>
          <a:p>
            <a:pPr marL="228600" indent="-228600" defTabSz="914400">
              <a:lnSpc>
                <a:spcPct val="90000"/>
              </a:lnSpc>
              <a:spcBef>
                <a:spcPts val="1001"/>
              </a:spcBef>
              <a:buClr>
                <a:srgbClr val="000000"/>
              </a:buClr>
              <a:buFont typeface="Arial"/>
              <a:buChar char="•"/>
            </a:pPr>
            <a:r>
              <a:rPr lang="ne-NP" sz="2400" dirty="0">
                <a:solidFill>
                  <a:schemeClr val="dk1"/>
                </a:solidFill>
                <a:latin typeface="Times New Roman"/>
                <a:cs typeface="Kalimati"/>
              </a:rPr>
              <a:t>नक्साको बिवेचना</a:t>
            </a:r>
            <a:endParaRPr lang="ne-NP" sz="2400" b="0" u="none" strike="noStrike" dirty="0">
              <a:solidFill>
                <a:schemeClr val="dk1"/>
              </a:solidFill>
              <a:uFillTx/>
              <a:latin typeface="Times New Roman"/>
              <a:cs typeface="Kalimati"/>
            </a:endParaRPr>
          </a:p>
          <a:p>
            <a:pPr marL="228600" indent="-228600">
              <a:spcBef>
                <a:spcPts val="1001"/>
              </a:spcBef>
              <a:buClr>
                <a:srgbClr val="000000"/>
              </a:buClr>
              <a:buFont typeface="Arial"/>
              <a:buChar char="•"/>
            </a:pPr>
            <a:r>
              <a:rPr lang="ne-NP" sz="2400" dirty="0">
                <a:solidFill>
                  <a:schemeClr val="dk1"/>
                </a:solidFill>
                <a:latin typeface="Times New Roman"/>
                <a:cs typeface="Kalimati"/>
              </a:rPr>
              <a:t>नक्साको क्षेत्रफल, त्रुटी र छुट फरक</a:t>
            </a:r>
          </a:p>
        </p:txBody>
      </p:sp>
      <p:sp>
        <p:nvSpPr>
          <p:cNvPr id="136" name="PlaceHolder 3"/>
          <p:cNvSpPr>
            <a:spLocks noGrp="1"/>
          </p:cNvSpPr>
          <p:nvPr>
            <p:ph type="ftr" idx="22"/>
          </p:nvPr>
        </p:nvSpPr>
        <p:spPr>
          <a:xfrm>
            <a:off x="4020120" y="6356520"/>
            <a:ext cx="5657760" cy="363240"/>
          </a:xfrm>
          <a:prstGeom prst="rect">
            <a:avLst/>
          </a:prstGeom>
          <a:noFill/>
          <a:ln w="0">
            <a:noFill/>
          </a:ln>
        </p:spPr>
        <p:txBody>
          <a:bodyPr lIns="91440" tIns="45720" rIns="91440" bIns="45720" anchor="ctr">
            <a:noAutofit/>
          </a:bodyPr>
          <a:lstStyle/>
          <a:p>
            <a:pPr indent="0">
              <a:buNone/>
            </a:pPr>
            <a:endParaRPr lang="en-US" sz="1000" b="0" u="none" strike="noStrike">
              <a:solidFill>
                <a:schemeClr val="dk1">
                  <a:tint val="75000"/>
                </a:schemeClr>
              </a:solidFill>
              <a:uFillTx/>
              <a:latin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PlaceHolder 1"/>
          <p:cNvSpPr>
            <a:spLocks noGrp="1"/>
          </p:cNvSpPr>
          <p:nvPr>
            <p:ph type="title"/>
          </p:nvPr>
        </p:nvSpPr>
        <p:spPr>
          <a:xfrm>
            <a:off x="838080" y="365040"/>
            <a:ext cx="10513800" cy="92520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ne-NP" sz="4000" b="0" u="none" strike="noStrike">
                <a:solidFill>
                  <a:schemeClr val="dk1"/>
                </a:solidFill>
                <a:uFillTx/>
                <a:latin typeface="Times New Roman"/>
                <a:cs typeface="Kalimati"/>
              </a:rPr>
              <a:t>भूमि र जग्गा</a:t>
            </a:r>
            <a:endParaRPr lang="en-US" sz="4000" b="0" u="none" strike="noStrike">
              <a:solidFill>
                <a:srgbClr val="000000"/>
              </a:solidFill>
              <a:uFillTx/>
              <a:latin typeface="Arial"/>
            </a:endParaRPr>
          </a:p>
        </p:txBody>
      </p:sp>
      <p:sp>
        <p:nvSpPr>
          <p:cNvPr id="138" name="PlaceHolder 2"/>
          <p:cNvSpPr>
            <a:spLocks noGrp="1"/>
          </p:cNvSpPr>
          <p:nvPr>
            <p:ph/>
          </p:nvPr>
        </p:nvSpPr>
        <p:spPr>
          <a:xfrm>
            <a:off x="838080" y="1583640"/>
            <a:ext cx="10513800" cy="4591440"/>
          </a:xfrm>
          <a:prstGeom prst="rect">
            <a:avLst/>
          </a:prstGeom>
          <a:noFill/>
          <a:ln w="0">
            <a:noFill/>
          </a:ln>
        </p:spPr>
        <p:txBody>
          <a:bodyPr lIns="91440" tIns="45720" rIns="91440" bIns="45720" anchor="t">
            <a:noAutofit/>
          </a:bodyPr>
          <a:lstStyle/>
          <a:p>
            <a:pPr marL="432000" indent="-324000">
              <a:lnSpc>
                <a:spcPct val="108000"/>
              </a:lnSpc>
              <a:spcAft>
                <a:spcPts val="799"/>
              </a:spcAft>
              <a:buClr>
                <a:srgbClr val="000000"/>
              </a:buClr>
              <a:buSzPct val="45000"/>
              <a:buFont typeface="Wingdings" charset="2"/>
              <a:buChar char=""/>
            </a:pPr>
            <a:r>
              <a:rPr lang="ne-NP" sz="2000" b="1" u="sng" strike="noStrike" dirty="0">
                <a:solidFill>
                  <a:schemeClr val="dk1"/>
                </a:solidFill>
                <a:uFillTx/>
                <a:latin typeface="Times New Roman"/>
                <a:cs typeface="Kalimati"/>
              </a:rPr>
              <a:t>भूमिः</a:t>
            </a:r>
            <a:r>
              <a:rPr lang="ne-NP" sz="2000" b="0" u="none" strike="noStrike" dirty="0">
                <a:solidFill>
                  <a:schemeClr val="dk1"/>
                </a:solidFill>
                <a:uFillTx/>
                <a:latin typeface="Times New Roman"/>
                <a:cs typeface="Kalimati"/>
              </a:rPr>
              <a:t> पृथ्वीको सतह एवं सतहमा अवस्थित बस्तु र सतह भन्दा तल पृथिवीको केन्द्रसम्म तथा सतह भन्दा माथि पृथिवीको गुरुत्वाकर्षण रहने क्षेत्रसम्मको भाग </a:t>
            </a:r>
            <a:endParaRPr lang="en-US" sz="2000" b="0" u="none" strike="noStrike" dirty="0">
              <a:solidFill>
                <a:srgbClr val="000000"/>
              </a:solidFill>
              <a:uFillTx/>
              <a:latin typeface="Arial"/>
            </a:endParaRPr>
          </a:p>
          <a:p>
            <a:pPr marL="4320000" indent="0" algn="r">
              <a:lnSpc>
                <a:spcPct val="90000"/>
              </a:lnSpc>
              <a:spcBef>
                <a:spcPts val="283"/>
              </a:spcBef>
              <a:buNone/>
              <a:tabLst>
                <a:tab pos="0" algn="l"/>
              </a:tabLst>
            </a:pPr>
            <a:r>
              <a:rPr lang="x-none" sz="1500" b="0" u="none" strike="noStrike" dirty="0">
                <a:solidFill>
                  <a:schemeClr val="dk1"/>
                </a:solidFill>
                <a:uFillTx/>
                <a:latin typeface="Times New Roman"/>
              </a:rPr>
              <a:t>(</a:t>
            </a:r>
            <a:r>
              <a:rPr lang="ne-NP" sz="1500" b="0" u="none" strike="noStrike" dirty="0">
                <a:solidFill>
                  <a:schemeClr val="dk1"/>
                </a:solidFill>
                <a:uFillTx/>
                <a:latin typeface="Times New Roman"/>
                <a:cs typeface="Kalimati"/>
              </a:rPr>
              <a:t>भूमि शव्दकोष</a:t>
            </a:r>
            <a:r>
              <a:rPr lang="x-none" sz="1500" b="0" u="none" strike="noStrike" dirty="0">
                <a:solidFill>
                  <a:schemeClr val="dk1"/>
                </a:solidFill>
                <a:uFillTx/>
                <a:latin typeface="Times New Roman"/>
              </a:rPr>
              <a:t>, </a:t>
            </a:r>
            <a:r>
              <a:rPr lang="ne-NP" sz="1500" b="0" u="none" strike="noStrike" dirty="0">
                <a:solidFill>
                  <a:schemeClr val="dk1"/>
                </a:solidFill>
                <a:uFillTx/>
                <a:latin typeface="Times New Roman"/>
                <a:cs typeface="Kalimati"/>
              </a:rPr>
              <a:t>२०७७</a:t>
            </a:r>
            <a:r>
              <a:rPr lang="x-none" sz="1500" b="0" u="none" strike="noStrike" dirty="0">
                <a:solidFill>
                  <a:schemeClr val="dk1"/>
                </a:solidFill>
                <a:uFillTx/>
                <a:latin typeface="Times New Roman"/>
              </a:rPr>
              <a:t>)</a:t>
            </a:r>
            <a:endParaRPr lang="en-US" sz="1500" b="0" u="none" strike="noStrike" dirty="0">
              <a:solidFill>
                <a:srgbClr val="000000"/>
              </a:solidFill>
              <a:uFillTx/>
              <a:latin typeface="Arial"/>
            </a:endParaRPr>
          </a:p>
          <a:p>
            <a:pPr marL="432000" indent="-324000">
              <a:lnSpc>
                <a:spcPct val="108000"/>
              </a:lnSpc>
              <a:spcAft>
                <a:spcPts val="799"/>
              </a:spcAft>
              <a:buClr>
                <a:srgbClr val="000000"/>
              </a:buClr>
              <a:buSzPct val="45000"/>
              <a:buFont typeface="Wingdings" charset="2"/>
              <a:buChar char=""/>
              <a:tabLst>
                <a:tab pos="0" algn="l"/>
              </a:tabLst>
            </a:pPr>
            <a:r>
              <a:rPr lang="ne-NP" sz="2000" b="1" u="sng" strike="noStrike" dirty="0">
                <a:solidFill>
                  <a:schemeClr val="dk1"/>
                </a:solidFill>
                <a:uFillTx/>
                <a:latin typeface="Times New Roman"/>
                <a:cs typeface="Kalimati"/>
              </a:rPr>
              <a:t>जग्गाः</a:t>
            </a:r>
            <a:r>
              <a:rPr lang="ne-NP" sz="2000" b="0" u="none" strike="noStrike" dirty="0">
                <a:solidFill>
                  <a:schemeClr val="dk1"/>
                </a:solidFill>
                <a:uFillTx/>
                <a:latin typeface="Times New Roman"/>
                <a:cs typeface="Kalimati"/>
              </a:rPr>
              <a:t> नापजाँच पश्चात आवश्यक विवरण सहित कित्ता कायम भएको भूमिको भाग</a:t>
            </a:r>
            <a:r>
              <a:rPr lang="en-US" sz="2000" b="0" u="none" strike="noStrike" dirty="0">
                <a:solidFill>
                  <a:schemeClr val="dk1"/>
                </a:solidFill>
                <a:uFillTx/>
                <a:latin typeface="Times New Roman"/>
              </a:rPr>
              <a:t>, </a:t>
            </a:r>
            <a:r>
              <a:rPr lang="ne-NP" sz="2000" b="0" u="none" strike="noStrike" dirty="0">
                <a:solidFill>
                  <a:schemeClr val="dk1"/>
                </a:solidFill>
                <a:uFillTx/>
                <a:latin typeface="Times New Roman"/>
                <a:cs typeface="Kalimati"/>
              </a:rPr>
              <a:t>निश्चित क्षेत्रफल</a:t>
            </a:r>
            <a:r>
              <a:rPr lang="en-US" sz="2000" b="0" u="none" strike="noStrike" dirty="0">
                <a:solidFill>
                  <a:schemeClr val="dk1"/>
                </a:solidFill>
                <a:uFillTx/>
                <a:latin typeface="Times New Roman"/>
              </a:rPr>
              <a:t>, </a:t>
            </a:r>
            <a:r>
              <a:rPr lang="ne-NP" sz="2000" b="0" u="none" strike="noStrike" dirty="0">
                <a:solidFill>
                  <a:schemeClr val="dk1"/>
                </a:solidFill>
                <a:uFillTx/>
                <a:latin typeface="Times New Roman"/>
                <a:cs typeface="Kalimati"/>
              </a:rPr>
              <a:t>कित्ता नं</a:t>
            </a:r>
            <a:r>
              <a:rPr lang="en-US" sz="2000" b="0" u="none" strike="noStrike" dirty="0">
                <a:solidFill>
                  <a:schemeClr val="dk1"/>
                </a:solidFill>
                <a:uFillTx/>
                <a:latin typeface="Times New Roman"/>
              </a:rPr>
              <a:t>., </a:t>
            </a:r>
            <a:r>
              <a:rPr lang="ne-NP" sz="2000" b="0" u="none" strike="noStrike" dirty="0">
                <a:solidFill>
                  <a:schemeClr val="dk1"/>
                </a:solidFill>
                <a:uFillTx/>
                <a:latin typeface="Times New Roman"/>
                <a:cs typeface="Kalimati"/>
              </a:rPr>
              <a:t>स्वामित्व र भूसम्बन्धको अभिलेख भएको भूमिको एक भाग</a:t>
            </a:r>
            <a:endParaRPr lang="en-US" sz="2000" b="0" u="none" strike="noStrike" dirty="0">
              <a:solidFill>
                <a:srgbClr val="000000"/>
              </a:solidFill>
              <a:uFillTx/>
              <a:latin typeface="Arial"/>
            </a:endParaRPr>
          </a:p>
          <a:p>
            <a:pPr marL="4320000" indent="0" algn="r">
              <a:lnSpc>
                <a:spcPct val="90000"/>
              </a:lnSpc>
              <a:spcBef>
                <a:spcPts val="283"/>
              </a:spcBef>
              <a:buNone/>
              <a:tabLst>
                <a:tab pos="0" algn="l"/>
              </a:tabLst>
            </a:pPr>
            <a:r>
              <a:rPr lang="x-none" sz="1400" b="0" u="none" strike="noStrike" dirty="0">
                <a:solidFill>
                  <a:schemeClr val="dk1"/>
                </a:solidFill>
                <a:uFillTx/>
                <a:latin typeface="Times New Roman"/>
                <a:ea typeface="Calibri"/>
              </a:rPr>
              <a:t>(</a:t>
            </a:r>
            <a:r>
              <a:rPr lang="ne-NP" sz="1400" b="0" u="none" strike="noStrike" dirty="0">
                <a:solidFill>
                  <a:schemeClr val="dk1"/>
                </a:solidFill>
                <a:uFillTx/>
                <a:latin typeface="Times New Roman"/>
                <a:cs typeface="Kalimati"/>
              </a:rPr>
              <a:t>भूमि शव्दकोष</a:t>
            </a:r>
            <a:r>
              <a:rPr lang="x-none" sz="1400" b="0" u="none" strike="noStrike" dirty="0">
                <a:solidFill>
                  <a:schemeClr val="dk1"/>
                </a:solidFill>
                <a:uFillTx/>
                <a:latin typeface="Times New Roman"/>
                <a:ea typeface="Calibri"/>
              </a:rPr>
              <a:t>, </a:t>
            </a:r>
            <a:r>
              <a:rPr lang="ne-NP" sz="1400" b="0" u="none" strike="noStrike" dirty="0">
                <a:solidFill>
                  <a:schemeClr val="dk1"/>
                </a:solidFill>
                <a:uFillTx/>
                <a:latin typeface="Times New Roman"/>
                <a:cs typeface="Kalimati"/>
              </a:rPr>
              <a:t>२०७७</a:t>
            </a:r>
            <a:r>
              <a:rPr lang="x-none" sz="1400" b="0" u="none" strike="noStrike" dirty="0">
                <a:solidFill>
                  <a:schemeClr val="dk1"/>
                </a:solidFill>
                <a:uFillTx/>
                <a:latin typeface="Times New Roman"/>
                <a:ea typeface="Calibri"/>
              </a:rPr>
              <a:t>)</a:t>
            </a:r>
            <a:endParaRPr lang="en-US" sz="1400" b="0" u="none" strike="noStrike" dirty="0">
              <a:solidFill>
                <a:srgbClr val="000000"/>
              </a:solidFill>
              <a:uFillTx/>
              <a:latin typeface="Arial"/>
            </a:endParaRPr>
          </a:p>
          <a:p>
            <a:pPr marL="432000" indent="-324000">
              <a:lnSpc>
                <a:spcPct val="108000"/>
              </a:lnSpc>
              <a:spcAft>
                <a:spcPts val="799"/>
              </a:spcAft>
              <a:buClr>
                <a:srgbClr val="000000"/>
              </a:buClr>
              <a:buSzPct val="45000"/>
              <a:buFont typeface="Wingdings" charset="2"/>
              <a:buChar char=""/>
              <a:tabLst>
                <a:tab pos="0" algn="l"/>
              </a:tabLst>
            </a:pPr>
            <a:r>
              <a:rPr lang="en-US" sz="2000" b="0" u="none" strike="noStrike" dirty="0">
                <a:solidFill>
                  <a:schemeClr val="dk1"/>
                </a:solidFill>
                <a:uFillTx/>
                <a:latin typeface="Times New Roman"/>
                <a:ea typeface="Calibri"/>
              </a:rPr>
              <a:t>“</a:t>
            </a:r>
            <a:r>
              <a:rPr lang="ne-NP" sz="2000" b="0" u="none" strike="noStrike" dirty="0">
                <a:solidFill>
                  <a:schemeClr val="dk1"/>
                </a:solidFill>
                <a:uFillTx/>
                <a:latin typeface="Times New Roman"/>
                <a:cs typeface="Kalimati"/>
              </a:rPr>
              <a:t>जग्गा” भन्नाले घर</a:t>
            </a:r>
            <a:r>
              <a:rPr lang="en-US" sz="2000" b="0" u="none" strike="noStrike" dirty="0">
                <a:solidFill>
                  <a:schemeClr val="dk1"/>
                </a:solidFill>
                <a:uFillTx/>
                <a:latin typeface="Times New Roman"/>
                <a:ea typeface="Calibri"/>
              </a:rPr>
              <a:t>, </a:t>
            </a:r>
            <a:r>
              <a:rPr lang="ne-NP" sz="2000" b="0" u="none" strike="noStrike" dirty="0">
                <a:solidFill>
                  <a:schemeClr val="dk1"/>
                </a:solidFill>
                <a:uFillTx/>
                <a:latin typeface="Times New Roman"/>
                <a:cs typeface="Kalimati"/>
              </a:rPr>
              <a:t>वाग</a:t>
            </a:r>
            <a:r>
              <a:rPr lang="en-US" sz="2000" b="0" u="none" strike="noStrike" dirty="0">
                <a:solidFill>
                  <a:schemeClr val="dk1"/>
                </a:solidFill>
                <a:uFillTx/>
                <a:latin typeface="Times New Roman"/>
                <a:ea typeface="Calibri"/>
              </a:rPr>
              <a:t>, </a:t>
            </a:r>
            <a:r>
              <a:rPr lang="ne-NP" sz="2000" b="0" u="none" strike="noStrike" dirty="0">
                <a:solidFill>
                  <a:schemeClr val="dk1"/>
                </a:solidFill>
                <a:uFillTx/>
                <a:latin typeface="Times New Roman"/>
                <a:cs typeface="Kalimati"/>
              </a:rPr>
              <a:t>बगैचा</a:t>
            </a:r>
            <a:r>
              <a:rPr lang="en-US" sz="2000" b="0" u="none" strike="noStrike" dirty="0">
                <a:solidFill>
                  <a:schemeClr val="dk1"/>
                </a:solidFill>
                <a:uFillTx/>
                <a:latin typeface="Times New Roman"/>
                <a:ea typeface="Calibri"/>
              </a:rPr>
              <a:t>, </a:t>
            </a:r>
            <a:r>
              <a:rPr lang="ne-NP" sz="2000" b="0" u="none" strike="noStrike" dirty="0">
                <a:solidFill>
                  <a:schemeClr val="dk1"/>
                </a:solidFill>
                <a:uFillTx/>
                <a:latin typeface="Times New Roman"/>
                <a:cs typeface="Kalimati"/>
              </a:rPr>
              <a:t>रूख</a:t>
            </a:r>
            <a:r>
              <a:rPr lang="en-US" sz="2000" b="0" u="none" strike="noStrike" dirty="0">
                <a:solidFill>
                  <a:schemeClr val="dk1"/>
                </a:solidFill>
                <a:uFillTx/>
                <a:latin typeface="Times New Roman"/>
                <a:ea typeface="Calibri"/>
              </a:rPr>
              <a:t>, </a:t>
            </a:r>
            <a:r>
              <a:rPr lang="ne-NP" sz="2000" b="0" u="none" strike="noStrike" dirty="0">
                <a:solidFill>
                  <a:schemeClr val="dk1"/>
                </a:solidFill>
                <a:uFillTx/>
                <a:latin typeface="Times New Roman"/>
                <a:cs typeface="Kalimati"/>
              </a:rPr>
              <a:t>कारखाना</a:t>
            </a:r>
            <a:r>
              <a:rPr lang="en-US" sz="2000" b="0" u="none" strike="noStrike" dirty="0">
                <a:solidFill>
                  <a:schemeClr val="dk1"/>
                </a:solidFill>
                <a:uFillTx/>
                <a:latin typeface="Times New Roman"/>
                <a:ea typeface="Calibri"/>
              </a:rPr>
              <a:t>, </a:t>
            </a:r>
            <a:r>
              <a:rPr lang="ne-NP" sz="2000" b="0" u="none" strike="noStrike" dirty="0">
                <a:solidFill>
                  <a:schemeClr val="dk1"/>
                </a:solidFill>
                <a:uFillTx/>
                <a:latin typeface="Times New Roman"/>
                <a:cs typeface="Kalimati"/>
              </a:rPr>
              <a:t>ताल</a:t>
            </a:r>
            <a:r>
              <a:rPr lang="en-US" sz="2000" b="0" u="none" strike="noStrike" dirty="0">
                <a:solidFill>
                  <a:schemeClr val="dk1"/>
                </a:solidFill>
                <a:uFillTx/>
                <a:latin typeface="Times New Roman"/>
                <a:ea typeface="Calibri"/>
              </a:rPr>
              <a:t>, </a:t>
            </a:r>
            <a:r>
              <a:rPr lang="ne-NP" sz="2000" b="0" u="none" strike="noStrike" dirty="0">
                <a:solidFill>
                  <a:schemeClr val="dk1"/>
                </a:solidFill>
                <a:uFillTx/>
                <a:latin typeface="Times New Roman"/>
                <a:cs typeface="Kalimati"/>
              </a:rPr>
              <a:t>पोखरी</a:t>
            </a:r>
            <a:r>
              <a:rPr lang="en-US" sz="2000" b="0" u="none" strike="noStrike" dirty="0">
                <a:solidFill>
                  <a:schemeClr val="dk1"/>
                </a:solidFill>
                <a:uFillTx/>
                <a:latin typeface="Times New Roman"/>
                <a:ea typeface="Calibri"/>
              </a:rPr>
              <a:t>, </a:t>
            </a:r>
            <a:r>
              <a:rPr lang="ne-NP" sz="2000" b="0" u="none" strike="noStrike" dirty="0">
                <a:solidFill>
                  <a:schemeClr val="dk1"/>
                </a:solidFill>
                <a:uFillTx/>
                <a:latin typeface="Times New Roman"/>
                <a:cs typeface="Kalimati"/>
              </a:rPr>
              <a:t>इत्यादि भएको समेत सबै किसिमको जग्गा सम्झनु पछ</a:t>
            </a:r>
            <a:endParaRPr lang="en-US" sz="2000" b="0" u="none" strike="noStrike" dirty="0">
              <a:solidFill>
                <a:srgbClr val="000000"/>
              </a:solidFill>
              <a:uFillTx/>
              <a:latin typeface="Arial"/>
            </a:endParaRPr>
          </a:p>
          <a:p>
            <a:pPr marL="4320000" indent="0" algn="r">
              <a:lnSpc>
                <a:spcPct val="90000"/>
              </a:lnSpc>
              <a:spcBef>
                <a:spcPts val="283"/>
              </a:spcBef>
              <a:buNone/>
              <a:tabLst>
                <a:tab pos="0" algn="l"/>
              </a:tabLst>
            </a:pPr>
            <a:r>
              <a:rPr lang="x-none" sz="1400" b="0" u="none" strike="noStrike" dirty="0">
                <a:solidFill>
                  <a:schemeClr val="dk1"/>
                </a:solidFill>
                <a:uFillTx/>
                <a:latin typeface="Times New Roman"/>
                <a:ea typeface="Calibri"/>
              </a:rPr>
              <a:t>(</a:t>
            </a:r>
            <a:r>
              <a:rPr lang="hi-IN" sz="1400" b="0" u="none" strike="noStrike" dirty="0">
                <a:solidFill>
                  <a:schemeClr val="dk1"/>
                </a:solidFill>
                <a:uFillTx/>
                <a:latin typeface="Times New Roman"/>
                <a:cs typeface="Kalimati"/>
              </a:rPr>
              <a:t>जग्गा नापजाँच ऐन २०१९</a:t>
            </a:r>
            <a:r>
              <a:rPr lang="x-none" sz="1400" b="0" u="none" strike="noStrike" dirty="0">
                <a:solidFill>
                  <a:schemeClr val="dk1"/>
                </a:solidFill>
                <a:uFillTx/>
                <a:latin typeface="Times New Roman"/>
                <a:ea typeface="Calibri"/>
              </a:rPr>
              <a:t>)</a:t>
            </a:r>
            <a:endParaRPr lang="en-US" sz="1400" b="0" u="none" strike="noStrike" dirty="0">
              <a:solidFill>
                <a:srgbClr val="000000"/>
              </a:solidFill>
              <a:uFillTx/>
              <a:latin typeface="Arial"/>
            </a:endParaRPr>
          </a:p>
          <a:p>
            <a:pPr marL="432000" indent="-324000">
              <a:lnSpc>
                <a:spcPct val="90000"/>
              </a:lnSpc>
              <a:spcBef>
                <a:spcPts val="1417"/>
              </a:spcBef>
              <a:buClr>
                <a:srgbClr val="000000"/>
              </a:buClr>
              <a:buSzPct val="45000"/>
              <a:buFont typeface="Wingdings" charset="2"/>
              <a:buChar char=""/>
              <a:tabLst>
                <a:tab pos="0" algn="l"/>
              </a:tabLst>
            </a:pPr>
            <a:r>
              <a:rPr lang="x-none" sz="2000" b="0" u="none" strike="noStrike" dirty="0">
                <a:solidFill>
                  <a:schemeClr val="dk1"/>
                </a:solidFill>
                <a:uFillTx/>
                <a:latin typeface="Times New Roman"/>
                <a:ea typeface="Calibri"/>
              </a:rPr>
              <a:t>The</a:t>
            </a:r>
            <a:r>
              <a:rPr lang="en-US" sz="2000" b="0" u="none" strike="noStrike" dirty="0">
                <a:solidFill>
                  <a:schemeClr val="dk1"/>
                </a:solidFill>
                <a:uFillTx/>
                <a:latin typeface="Calibri"/>
                <a:ea typeface="Calibri"/>
              </a:rPr>
              <a:t> volume of space that encompasses the surface of the Earth, all things that are attached to it, and the rocks and the minerals that are just below it are considered as land. It includes areas covered by water such as sea, sand, lakes, all building and construction, and all natural vegetation. </a:t>
            </a:r>
            <a:endParaRPr lang="en-US" sz="2000" b="0" u="none" strike="noStrike" dirty="0">
              <a:solidFill>
                <a:srgbClr val="000000"/>
              </a:solidFill>
              <a:uFillTx/>
              <a:latin typeface="Arial"/>
            </a:endParaRPr>
          </a:p>
          <a:p>
            <a:pPr marL="4320000" indent="0" algn="r" defTabSz="914400">
              <a:lnSpc>
                <a:spcPct val="90000"/>
              </a:lnSpc>
              <a:spcBef>
                <a:spcPts val="1001"/>
              </a:spcBef>
              <a:buNone/>
              <a:tabLst>
                <a:tab pos="0" algn="l"/>
              </a:tabLst>
            </a:pPr>
            <a:r>
              <a:rPr lang="en-US" sz="1400" b="0" u="none" strike="noStrike" dirty="0">
                <a:solidFill>
                  <a:schemeClr val="dk1"/>
                </a:solidFill>
                <a:uFillTx/>
                <a:latin typeface="Calibri"/>
                <a:ea typeface="Calibri"/>
              </a:rPr>
              <a:t>(United Nations Economic Commission for Europe (1996)</a:t>
            </a:r>
            <a:endParaRPr lang="en-US" sz="1400" b="0" u="none" strike="noStrike" dirty="0">
              <a:solidFill>
                <a:srgbClr val="000000"/>
              </a:solidFill>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Rectangle 1"/>
          <p:cNvSpPr/>
          <p:nvPr/>
        </p:nvSpPr>
        <p:spPr>
          <a:xfrm>
            <a:off x="128520" y="1528920"/>
            <a:ext cx="11956680" cy="3363840"/>
          </a:xfrm>
          <a:prstGeom prst="rect">
            <a:avLst/>
          </a:prstGeom>
          <a:solidFill>
            <a:schemeClr val="bg1">
              <a:lumMod val="75000"/>
            </a:schemeClr>
          </a:solidFill>
          <a:ln>
            <a:solidFill>
              <a:srgbClr val="43729D"/>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nSpc>
                <a:spcPct val="100000"/>
              </a:lnSpc>
            </a:pPr>
            <a:endParaRPr lang="en-US" sz="1800" b="0" u="none" strike="noStrike">
              <a:solidFill>
                <a:schemeClr val="lt1"/>
              </a:solidFill>
              <a:uFillTx/>
              <a:latin typeface="Calibri"/>
            </a:endParaRPr>
          </a:p>
        </p:txBody>
      </p:sp>
      <p:sp>
        <p:nvSpPr>
          <p:cNvPr id="140" name="PlaceHolder 1"/>
          <p:cNvSpPr>
            <a:spLocks noGrp="1"/>
          </p:cNvSpPr>
          <p:nvPr>
            <p:ph type="title"/>
          </p:nvPr>
        </p:nvSpPr>
        <p:spPr>
          <a:xfrm>
            <a:off x="838080" y="214560"/>
            <a:ext cx="10513800" cy="132372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400" b="0" u="none" strike="noStrike">
                <a:solidFill>
                  <a:schemeClr val="dk1"/>
                </a:solidFill>
                <a:uFillTx/>
                <a:latin typeface="Calibri Light"/>
              </a:rPr>
              <a:t>Land Administration</a:t>
            </a:r>
            <a:endParaRPr lang="en-US" sz="4400" b="0" u="none" strike="noStrike">
              <a:solidFill>
                <a:srgbClr val="000000"/>
              </a:solidFill>
              <a:uFillTx/>
              <a:latin typeface="Arial"/>
            </a:endParaRPr>
          </a:p>
        </p:txBody>
      </p:sp>
      <p:sp>
        <p:nvSpPr>
          <p:cNvPr id="141" name="PlaceHolder 2"/>
          <p:cNvSpPr>
            <a:spLocks noGrp="1"/>
          </p:cNvSpPr>
          <p:nvPr>
            <p:ph/>
          </p:nvPr>
        </p:nvSpPr>
        <p:spPr>
          <a:xfrm>
            <a:off x="8697960" y="1528920"/>
            <a:ext cx="3387600" cy="3363840"/>
          </a:xfrm>
          <a:prstGeom prst="rect">
            <a:avLst/>
          </a:prstGeom>
          <a:noFill/>
          <a:ln w="0">
            <a:noFill/>
          </a:ln>
        </p:spPr>
        <p:txBody>
          <a:bodyPr lIns="91440" tIns="45720" rIns="91440" bIns="45720" anchor="t">
            <a:normAutofit fontScale="92500" lnSpcReduction="19999"/>
          </a:bodyPr>
          <a:lstStyle/>
          <a:p>
            <a:pPr marL="228600" indent="-228600" defTabSz="914400">
              <a:lnSpc>
                <a:spcPct val="90000"/>
              </a:lnSpc>
              <a:spcBef>
                <a:spcPts val="1001"/>
              </a:spcBef>
              <a:buClr>
                <a:srgbClr val="000000"/>
              </a:buClr>
              <a:buFont typeface="Arial"/>
              <a:buChar char="•"/>
            </a:pPr>
            <a:r>
              <a:rPr lang="en-US" sz="2800" b="0" u="none" strike="noStrike" dirty="0">
                <a:solidFill>
                  <a:schemeClr val="dk1"/>
                </a:solidFill>
                <a:uFillTx/>
                <a:latin typeface="Calibri"/>
              </a:rPr>
              <a:t>Land Tenure</a:t>
            </a:r>
            <a:endParaRPr lang="en-US" sz="2800" b="0" u="none" strike="noStrike" dirty="0">
              <a:solidFill>
                <a:srgbClr val="000000"/>
              </a:solidFill>
              <a:uFillTx/>
              <a:latin typeface="Arial"/>
            </a:endParaRPr>
          </a:p>
          <a:p>
            <a:pPr indent="0" defTabSz="914400">
              <a:lnSpc>
                <a:spcPct val="90000"/>
              </a:lnSpc>
              <a:spcBef>
                <a:spcPts val="1001"/>
              </a:spcBef>
              <a:buNone/>
              <a:tabLst>
                <a:tab pos="0" algn="l"/>
              </a:tabLst>
            </a:pPr>
            <a:r>
              <a:rPr lang="en-US" sz="2800" b="0" u="none" strike="noStrike" dirty="0">
                <a:solidFill>
                  <a:schemeClr val="dk1"/>
                </a:solidFill>
                <a:uFillTx/>
                <a:latin typeface="Calibri"/>
              </a:rPr>
              <a:t>  (</a:t>
            </a:r>
            <a:r>
              <a:rPr lang="ne-NP" sz="2800" b="0" u="none" strike="noStrike" dirty="0">
                <a:solidFill>
                  <a:schemeClr val="dk1"/>
                </a:solidFill>
                <a:uFillTx/>
                <a:latin typeface="Calibri"/>
              </a:rPr>
              <a:t>भू</a:t>
            </a:r>
            <a:r>
              <a:rPr lang="en-US" sz="2800" b="0" u="none" strike="noStrike" dirty="0">
                <a:solidFill>
                  <a:schemeClr val="dk1"/>
                </a:solidFill>
                <a:uFillTx/>
                <a:latin typeface="Calibri"/>
              </a:rPr>
              <a:t>-</a:t>
            </a:r>
            <a:r>
              <a:rPr lang="ne-NP" sz="2800" b="0" u="none" strike="noStrike" dirty="0">
                <a:solidFill>
                  <a:schemeClr val="dk1"/>
                </a:solidFill>
                <a:uFillTx/>
                <a:latin typeface="Calibri"/>
              </a:rPr>
              <a:t>सम्बन्ध</a:t>
            </a:r>
            <a:r>
              <a:rPr lang="en-US" sz="2800" b="0" u="none" strike="noStrike" dirty="0">
                <a:solidFill>
                  <a:schemeClr val="dk1"/>
                </a:solidFill>
                <a:uFillTx/>
                <a:latin typeface="Calibri"/>
              </a:rPr>
              <a:t>)</a:t>
            </a:r>
            <a:endParaRPr lang="en-US" sz="28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tabLst>
                <a:tab pos="0" algn="l"/>
              </a:tabLst>
            </a:pPr>
            <a:r>
              <a:rPr lang="en-US" sz="2800" b="0" u="none" strike="noStrike" dirty="0">
                <a:solidFill>
                  <a:schemeClr val="dk1"/>
                </a:solidFill>
                <a:uFillTx/>
                <a:latin typeface="Calibri"/>
              </a:rPr>
              <a:t>Land Value</a:t>
            </a:r>
            <a:endParaRPr lang="en-US" sz="2800" b="0" u="none" strike="noStrike" dirty="0">
              <a:solidFill>
                <a:srgbClr val="000000"/>
              </a:solidFill>
              <a:uFillTx/>
              <a:latin typeface="Arial"/>
            </a:endParaRPr>
          </a:p>
          <a:p>
            <a:pPr indent="0" defTabSz="914400">
              <a:lnSpc>
                <a:spcPct val="90000"/>
              </a:lnSpc>
              <a:spcBef>
                <a:spcPts val="1001"/>
              </a:spcBef>
              <a:buNone/>
              <a:tabLst>
                <a:tab pos="0" algn="l"/>
              </a:tabLst>
            </a:pPr>
            <a:r>
              <a:rPr lang="en-US" sz="2800" b="0" u="none" strike="noStrike" dirty="0">
                <a:solidFill>
                  <a:schemeClr val="dk1"/>
                </a:solidFill>
                <a:uFillTx/>
                <a:latin typeface="Calibri"/>
              </a:rPr>
              <a:t>  (</a:t>
            </a:r>
            <a:r>
              <a:rPr lang="ne-NP" sz="2800" b="0" u="none" strike="noStrike" dirty="0">
                <a:solidFill>
                  <a:schemeClr val="dk1"/>
                </a:solidFill>
                <a:uFillTx/>
                <a:latin typeface="Calibri"/>
              </a:rPr>
              <a:t>भूमिको मूल्य</a:t>
            </a:r>
            <a:r>
              <a:rPr lang="en-US" sz="2800" b="0" u="none" strike="noStrike" dirty="0">
                <a:solidFill>
                  <a:schemeClr val="dk1"/>
                </a:solidFill>
                <a:uFillTx/>
                <a:latin typeface="Calibri"/>
              </a:rPr>
              <a:t>)</a:t>
            </a:r>
            <a:endParaRPr lang="en-US" sz="28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tabLst>
                <a:tab pos="0" algn="l"/>
              </a:tabLst>
            </a:pPr>
            <a:r>
              <a:rPr lang="en-US" sz="2800" b="0" u="none" strike="noStrike" dirty="0">
                <a:solidFill>
                  <a:schemeClr val="dk1"/>
                </a:solidFill>
                <a:uFillTx/>
                <a:latin typeface="Calibri"/>
              </a:rPr>
              <a:t>Land Use</a:t>
            </a:r>
            <a:endParaRPr lang="en-US" sz="2800" b="0" u="none" strike="noStrike" dirty="0">
              <a:solidFill>
                <a:srgbClr val="000000"/>
              </a:solidFill>
              <a:uFillTx/>
              <a:latin typeface="Arial"/>
            </a:endParaRPr>
          </a:p>
          <a:p>
            <a:pPr indent="0" defTabSz="914400">
              <a:lnSpc>
                <a:spcPct val="90000"/>
              </a:lnSpc>
              <a:spcBef>
                <a:spcPts val="1001"/>
              </a:spcBef>
              <a:buNone/>
              <a:tabLst>
                <a:tab pos="0" algn="l"/>
              </a:tabLst>
            </a:pPr>
            <a:r>
              <a:rPr lang="en-US" sz="2800" b="0" u="none" strike="noStrike" dirty="0">
                <a:solidFill>
                  <a:schemeClr val="dk1"/>
                </a:solidFill>
                <a:uFillTx/>
                <a:latin typeface="Calibri"/>
              </a:rPr>
              <a:t>  (</a:t>
            </a:r>
            <a:r>
              <a:rPr lang="ne-NP" sz="2800" b="0" u="none" strike="noStrike" dirty="0">
                <a:solidFill>
                  <a:schemeClr val="dk1"/>
                </a:solidFill>
                <a:uFillTx/>
                <a:latin typeface="Calibri"/>
              </a:rPr>
              <a:t>भूउपयोग</a:t>
            </a:r>
            <a:r>
              <a:rPr lang="en-US" sz="2800" b="0" u="none" strike="noStrike" dirty="0">
                <a:solidFill>
                  <a:schemeClr val="dk1"/>
                </a:solidFill>
                <a:uFillTx/>
                <a:latin typeface="Calibri"/>
              </a:rPr>
              <a:t>)</a:t>
            </a:r>
            <a:endParaRPr lang="en-US" sz="28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tabLst>
                <a:tab pos="0" algn="l"/>
              </a:tabLst>
            </a:pPr>
            <a:r>
              <a:rPr lang="en-US" sz="2800" b="0" u="none" strike="noStrike" dirty="0">
                <a:solidFill>
                  <a:schemeClr val="dk1"/>
                </a:solidFill>
                <a:uFillTx/>
                <a:latin typeface="Calibri"/>
              </a:rPr>
              <a:t>Land Development</a:t>
            </a:r>
            <a:endParaRPr lang="en-US" sz="2800" b="0" u="none" strike="noStrike" dirty="0">
              <a:solidFill>
                <a:srgbClr val="000000"/>
              </a:solidFill>
              <a:uFillTx/>
              <a:latin typeface="Arial"/>
            </a:endParaRPr>
          </a:p>
          <a:p>
            <a:pPr indent="0" defTabSz="914400">
              <a:lnSpc>
                <a:spcPct val="90000"/>
              </a:lnSpc>
              <a:spcBef>
                <a:spcPts val="1001"/>
              </a:spcBef>
              <a:buNone/>
              <a:tabLst>
                <a:tab pos="0" algn="l"/>
              </a:tabLst>
            </a:pPr>
            <a:r>
              <a:rPr lang="en-US" sz="2800" b="0" u="none" strike="noStrike" dirty="0">
                <a:solidFill>
                  <a:schemeClr val="dk1"/>
                </a:solidFill>
                <a:uFillTx/>
                <a:latin typeface="Calibri"/>
              </a:rPr>
              <a:t>  (</a:t>
            </a:r>
            <a:r>
              <a:rPr lang="ne-NP" sz="2800" b="0" u="none" strike="noStrike" dirty="0">
                <a:solidFill>
                  <a:schemeClr val="dk1"/>
                </a:solidFill>
                <a:uFillTx/>
                <a:latin typeface="Calibri"/>
              </a:rPr>
              <a:t>भूमिको बिकास</a:t>
            </a:r>
            <a:r>
              <a:rPr lang="en-US" sz="2800" b="0" u="none" strike="noStrike" dirty="0">
                <a:solidFill>
                  <a:schemeClr val="dk1"/>
                </a:solidFill>
                <a:uFillTx/>
                <a:latin typeface="Calibri"/>
              </a:rPr>
              <a:t>)</a:t>
            </a:r>
            <a:endParaRPr lang="en-US" sz="2800" b="0" u="none" strike="noStrike" dirty="0">
              <a:solidFill>
                <a:srgbClr val="000000"/>
              </a:solidFill>
              <a:uFillTx/>
              <a:latin typeface="Arial"/>
            </a:endParaRPr>
          </a:p>
        </p:txBody>
      </p:sp>
      <p:sp>
        <p:nvSpPr>
          <p:cNvPr id="142" name="Content Placeholder 22"/>
          <p:cNvSpPr/>
          <p:nvPr/>
        </p:nvSpPr>
        <p:spPr>
          <a:xfrm>
            <a:off x="4140720" y="5295240"/>
            <a:ext cx="3932640" cy="1555920"/>
          </a:xfrm>
          <a:prstGeom prst="rect">
            <a:avLst/>
          </a:prstGeom>
          <a:solidFill>
            <a:schemeClr val="accent2">
              <a:lumMod val="40000"/>
              <a:lumOff val="60000"/>
            </a:schemeClr>
          </a:solidFill>
          <a:ln w="0">
            <a:solidFill>
              <a:srgbClr val="0070C0"/>
            </a:solidFill>
          </a:ln>
        </p:spPr>
        <p:style>
          <a:lnRef idx="0">
            <a:scrgbClr r="0" g="0" b="0"/>
          </a:lnRef>
          <a:fillRef idx="0">
            <a:scrgbClr r="0" g="0" b="0"/>
          </a:fillRef>
          <a:effectRef idx="0">
            <a:scrgbClr r="0" g="0" b="0"/>
          </a:effectRef>
          <a:fontRef idx="minor"/>
        </p:style>
        <p:txBody>
          <a:bodyPr lIns="90000" tIns="45000" rIns="90000" bIns="45000" anchor="t">
            <a:normAutofit lnSpcReduction="9999"/>
          </a:bodyPr>
          <a:lstStyle/>
          <a:p>
            <a:pPr defTabSz="914400">
              <a:lnSpc>
                <a:spcPct val="90000"/>
              </a:lnSpc>
              <a:spcBef>
                <a:spcPts val="1001"/>
              </a:spcBef>
              <a:tabLst>
                <a:tab pos="0" algn="l"/>
              </a:tabLst>
            </a:pPr>
            <a:r>
              <a:rPr lang="en-US" sz="2800" b="1" u="none" strike="noStrike">
                <a:solidFill>
                  <a:schemeClr val="dk1"/>
                </a:solidFill>
                <a:uFillTx/>
                <a:latin typeface="Calibri"/>
              </a:rPr>
              <a:t>Regulation of 3R on Land</a:t>
            </a:r>
            <a:endParaRPr lang="en-US"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tabLst>
                <a:tab pos="0" algn="l"/>
              </a:tabLst>
            </a:pPr>
            <a:r>
              <a:rPr lang="en-US" sz="2400" b="0" u="none" strike="noStrike">
                <a:solidFill>
                  <a:schemeClr val="dk1"/>
                </a:solidFill>
                <a:uFillTx/>
                <a:latin typeface="Calibri"/>
              </a:rPr>
              <a:t>Rights</a:t>
            </a:r>
            <a:endParaRPr lang="en-US"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tabLst>
                <a:tab pos="0" algn="l"/>
              </a:tabLst>
            </a:pPr>
            <a:r>
              <a:rPr lang="en-US" sz="2400" b="0" u="none" strike="noStrike">
                <a:solidFill>
                  <a:schemeClr val="dk1"/>
                </a:solidFill>
                <a:uFillTx/>
                <a:latin typeface="Calibri"/>
              </a:rPr>
              <a:t>Responsibilities</a:t>
            </a:r>
            <a:endParaRPr lang="en-US" sz="24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tabLst>
                <a:tab pos="0" algn="l"/>
              </a:tabLst>
            </a:pPr>
            <a:r>
              <a:rPr lang="en-US" sz="2400" b="0" u="none" strike="noStrike">
                <a:solidFill>
                  <a:schemeClr val="dk1"/>
                </a:solidFill>
                <a:uFillTx/>
                <a:latin typeface="Calibri"/>
              </a:rPr>
              <a:t>Restrictions</a:t>
            </a:r>
            <a:endParaRPr lang="en-US" sz="2400" b="0" u="none" strike="noStrike">
              <a:solidFill>
                <a:srgbClr val="000000"/>
              </a:solidFill>
              <a:uFillTx/>
              <a:latin typeface="Arial"/>
            </a:endParaRPr>
          </a:p>
          <a:p>
            <a:pPr defTabSz="914400">
              <a:lnSpc>
                <a:spcPct val="90000"/>
              </a:lnSpc>
              <a:spcBef>
                <a:spcPts val="499"/>
              </a:spcBef>
              <a:tabLst>
                <a:tab pos="0" algn="l"/>
              </a:tabLst>
            </a:pPr>
            <a:endParaRPr lang="en-US" sz="2400" b="0" u="none" strike="noStrike">
              <a:solidFill>
                <a:srgbClr val="000000"/>
              </a:solidFill>
              <a:uFillTx/>
              <a:latin typeface="Arial"/>
            </a:endParaRPr>
          </a:p>
        </p:txBody>
      </p:sp>
      <p:sp>
        <p:nvSpPr>
          <p:cNvPr id="143" name="Content Placeholder 26"/>
          <p:cNvSpPr/>
          <p:nvPr/>
        </p:nvSpPr>
        <p:spPr>
          <a:xfrm>
            <a:off x="2651040" y="1528920"/>
            <a:ext cx="2634120" cy="3363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fontScale="92500" lnSpcReduction="19999"/>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uFillTx/>
                <a:latin typeface="Calibri"/>
              </a:rPr>
              <a:t>Acquisition</a:t>
            </a:r>
            <a:endParaRPr lang="en-US" sz="2800" b="0" u="none" strike="noStrike">
              <a:solidFill>
                <a:srgbClr val="000000"/>
              </a:solidFill>
              <a:uFillTx/>
              <a:latin typeface="Arial"/>
            </a:endParaRPr>
          </a:p>
          <a:p>
            <a:pPr defTabSz="914400">
              <a:lnSpc>
                <a:spcPct val="90000"/>
              </a:lnSpc>
              <a:spcBef>
                <a:spcPts val="1001"/>
              </a:spcBef>
              <a:tabLst>
                <a:tab pos="0" algn="l"/>
              </a:tabLst>
            </a:pPr>
            <a:r>
              <a:rPr lang="en-US" sz="2800" b="0" u="none" strike="noStrike">
                <a:solidFill>
                  <a:schemeClr val="dk1"/>
                </a:solidFill>
                <a:uFillTx/>
                <a:latin typeface="Calibri"/>
              </a:rPr>
              <a:t> (</a:t>
            </a:r>
            <a:r>
              <a:rPr lang="ne-NP" sz="2800" b="0" u="none" strike="noStrike">
                <a:solidFill>
                  <a:schemeClr val="dk1"/>
                </a:solidFill>
                <a:uFillTx/>
                <a:latin typeface="Calibri"/>
              </a:rPr>
              <a:t>प्राप्त गर्ने</a:t>
            </a:r>
            <a:r>
              <a:rPr lang="en-US" sz="2800" b="0" u="none" strike="noStrike">
                <a:solidFill>
                  <a:schemeClr val="dk1"/>
                </a:solidFill>
                <a:uFillTx/>
                <a:latin typeface="Calibri"/>
              </a:rPr>
              <a:t>)</a:t>
            </a:r>
            <a:endParaRPr lang="en-US"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tabLst>
                <a:tab pos="0" algn="l"/>
              </a:tabLst>
            </a:pPr>
            <a:r>
              <a:rPr lang="en-US" sz="2800" b="0" u="none" strike="noStrike">
                <a:solidFill>
                  <a:schemeClr val="dk1"/>
                </a:solidFill>
                <a:uFillTx/>
                <a:latin typeface="Calibri"/>
              </a:rPr>
              <a:t>Analysis</a:t>
            </a:r>
            <a:endParaRPr lang="en-US" sz="2800" b="0" u="none" strike="noStrike">
              <a:solidFill>
                <a:srgbClr val="000000"/>
              </a:solidFill>
              <a:uFillTx/>
              <a:latin typeface="Arial"/>
            </a:endParaRPr>
          </a:p>
          <a:p>
            <a:pPr defTabSz="914400">
              <a:lnSpc>
                <a:spcPct val="90000"/>
              </a:lnSpc>
              <a:spcBef>
                <a:spcPts val="1001"/>
              </a:spcBef>
              <a:tabLst>
                <a:tab pos="0" algn="l"/>
              </a:tabLst>
            </a:pPr>
            <a:r>
              <a:rPr lang="en-US" sz="2800" b="0" u="none" strike="noStrike">
                <a:solidFill>
                  <a:schemeClr val="dk1"/>
                </a:solidFill>
                <a:uFillTx/>
                <a:latin typeface="Calibri"/>
              </a:rPr>
              <a:t> (</a:t>
            </a:r>
            <a:r>
              <a:rPr lang="ne-NP" sz="2800" b="0" u="none" strike="noStrike">
                <a:solidFill>
                  <a:schemeClr val="dk1"/>
                </a:solidFill>
                <a:uFillTx/>
                <a:latin typeface="Calibri"/>
              </a:rPr>
              <a:t>विश्लेषण गर्ने</a:t>
            </a:r>
            <a:r>
              <a:rPr lang="en-US" sz="2800" b="0" u="none" strike="noStrike">
                <a:solidFill>
                  <a:schemeClr val="dk1"/>
                </a:solidFill>
                <a:uFillTx/>
                <a:latin typeface="Calibri"/>
              </a:rPr>
              <a:t>)</a:t>
            </a:r>
            <a:endParaRPr lang="en-US"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tabLst>
                <a:tab pos="0" algn="l"/>
              </a:tabLst>
            </a:pPr>
            <a:r>
              <a:rPr lang="en-US" sz="2800" b="0" u="none" strike="noStrike">
                <a:solidFill>
                  <a:schemeClr val="dk1"/>
                </a:solidFill>
                <a:uFillTx/>
                <a:latin typeface="Calibri"/>
              </a:rPr>
              <a:t>Management</a:t>
            </a:r>
            <a:endParaRPr lang="en-US" sz="2800" b="0" u="none" strike="noStrike">
              <a:solidFill>
                <a:srgbClr val="000000"/>
              </a:solidFill>
              <a:uFillTx/>
              <a:latin typeface="Arial"/>
            </a:endParaRPr>
          </a:p>
          <a:p>
            <a:pPr defTabSz="914400">
              <a:lnSpc>
                <a:spcPct val="90000"/>
              </a:lnSpc>
              <a:spcBef>
                <a:spcPts val="1001"/>
              </a:spcBef>
              <a:tabLst>
                <a:tab pos="0" algn="l"/>
              </a:tabLst>
            </a:pPr>
            <a:r>
              <a:rPr lang="en-US" sz="2800" b="0" u="none" strike="noStrike">
                <a:solidFill>
                  <a:schemeClr val="dk1"/>
                </a:solidFill>
                <a:uFillTx/>
                <a:latin typeface="Calibri"/>
              </a:rPr>
              <a:t> (</a:t>
            </a:r>
            <a:r>
              <a:rPr lang="ne-NP" sz="2800" b="0" u="none" strike="noStrike">
                <a:solidFill>
                  <a:schemeClr val="dk1"/>
                </a:solidFill>
                <a:uFillTx/>
                <a:latin typeface="Calibri"/>
              </a:rPr>
              <a:t>व्यवस्थापन गर्ने</a:t>
            </a:r>
            <a:r>
              <a:rPr lang="en-US" sz="2800" b="0" u="none" strike="noStrike">
                <a:solidFill>
                  <a:schemeClr val="dk1"/>
                </a:solidFill>
                <a:uFillTx/>
                <a:latin typeface="Calibri"/>
              </a:rPr>
              <a:t>)</a:t>
            </a:r>
            <a:endParaRPr lang="en-US" sz="28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tabLst>
                <a:tab pos="0" algn="l"/>
              </a:tabLst>
            </a:pPr>
            <a:r>
              <a:rPr lang="en-US" sz="2800" b="0" u="none" strike="noStrike">
                <a:solidFill>
                  <a:schemeClr val="dk1"/>
                </a:solidFill>
                <a:uFillTx/>
                <a:latin typeface="Calibri"/>
              </a:rPr>
              <a:t>Dissemination</a:t>
            </a:r>
            <a:endParaRPr lang="en-US" sz="2800" b="0" u="none" strike="noStrike">
              <a:solidFill>
                <a:srgbClr val="000000"/>
              </a:solidFill>
              <a:uFillTx/>
              <a:latin typeface="Arial"/>
            </a:endParaRPr>
          </a:p>
          <a:p>
            <a:pPr defTabSz="914400">
              <a:lnSpc>
                <a:spcPct val="90000"/>
              </a:lnSpc>
              <a:spcBef>
                <a:spcPts val="1001"/>
              </a:spcBef>
              <a:tabLst>
                <a:tab pos="0" algn="l"/>
              </a:tabLst>
            </a:pPr>
            <a:r>
              <a:rPr lang="en-US" sz="2800" b="0" u="none" strike="noStrike">
                <a:solidFill>
                  <a:schemeClr val="dk1"/>
                </a:solidFill>
                <a:uFillTx/>
                <a:latin typeface="Calibri"/>
              </a:rPr>
              <a:t> (</a:t>
            </a:r>
            <a:r>
              <a:rPr lang="ne-NP" sz="2800" b="0" u="none" strike="noStrike">
                <a:solidFill>
                  <a:schemeClr val="dk1"/>
                </a:solidFill>
                <a:uFillTx/>
                <a:latin typeface="Calibri"/>
              </a:rPr>
              <a:t>बितरण गर्ने</a:t>
            </a:r>
            <a:r>
              <a:rPr lang="en-US" sz="2800" b="0" u="none" strike="noStrike">
                <a:solidFill>
                  <a:schemeClr val="dk1"/>
                </a:solidFill>
                <a:uFillTx/>
                <a:latin typeface="Calibri"/>
              </a:rPr>
              <a:t>)</a:t>
            </a:r>
            <a:endParaRPr lang="en-US" sz="2800" b="0" u="none" strike="noStrike">
              <a:solidFill>
                <a:srgbClr val="000000"/>
              </a:solidFill>
              <a:uFillTx/>
              <a:latin typeface="Arial"/>
            </a:endParaRPr>
          </a:p>
        </p:txBody>
      </p:sp>
      <p:sp>
        <p:nvSpPr>
          <p:cNvPr id="144" name="Content Placeholder 27"/>
          <p:cNvSpPr/>
          <p:nvPr/>
        </p:nvSpPr>
        <p:spPr>
          <a:xfrm>
            <a:off x="5581080" y="2613240"/>
            <a:ext cx="2821320" cy="765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fontScale="85000" lnSpcReduction="19999"/>
          </a:bodyPr>
          <a:lstStyle/>
          <a:p>
            <a:pPr defTabSz="914400">
              <a:lnSpc>
                <a:spcPct val="90000"/>
              </a:lnSpc>
              <a:spcBef>
                <a:spcPts val="1001"/>
              </a:spcBef>
              <a:tabLst>
                <a:tab pos="0" algn="l"/>
              </a:tabLst>
            </a:pPr>
            <a:r>
              <a:rPr lang="en-US" sz="2800" b="0" u="none" strike="noStrike" dirty="0">
                <a:solidFill>
                  <a:schemeClr val="dk1"/>
                </a:solidFill>
                <a:uFillTx/>
                <a:latin typeface="Calibri"/>
              </a:rPr>
              <a:t>of Information on</a:t>
            </a:r>
            <a:endParaRPr lang="en-US" sz="2800" b="0" u="none" strike="noStrike" dirty="0">
              <a:solidFill>
                <a:srgbClr val="000000"/>
              </a:solidFill>
              <a:uFillTx/>
              <a:latin typeface="Arial"/>
            </a:endParaRPr>
          </a:p>
          <a:p>
            <a:pPr defTabSz="914400">
              <a:lnSpc>
                <a:spcPct val="90000"/>
              </a:lnSpc>
              <a:spcBef>
                <a:spcPts val="1001"/>
              </a:spcBef>
              <a:tabLst>
                <a:tab pos="0" algn="l"/>
              </a:tabLst>
            </a:pPr>
            <a:r>
              <a:rPr lang="en-US" sz="2800" b="0" u="none" strike="noStrike" dirty="0">
                <a:solidFill>
                  <a:schemeClr val="dk1"/>
                </a:solidFill>
                <a:uFillTx/>
                <a:latin typeface="Calibri"/>
              </a:rPr>
              <a:t> </a:t>
            </a:r>
            <a:r>
              <a:rPr lang="ne-NP" sz="2800" b="0" u="none" strike="noStrike" dirty="0">
                <a:solidFill>
                  <a:schemeClr val="dk1"/>
                </a:solidFill>
                <a:uFillTx/>
                <a:latin typeface="Calibri"/>
              </a:rPr>
              <a:t>सम्बन्धि सुचना</a:t>
            </a:r>
            <a:endParaRPr lang="en-US" sz="2800" b="0" u="none" strike="noStrike" dirty="0">
              <a:solidFill>
                <a:srgbClr val="000000"/>
              </a:solidFill>
              <a:uFillTx/>
              <a:latin typeface="Arial"/>
            </a:endParaRPr>
          </a:p>
          <a:p>
            <a:pPr defTabSz="914400">
              <a:lnSpc>
                <a:spcPct val="90000"/>
              </a:lnSpc>
              <a:spcBef>
                <a:spcPts val="1001"/>
              </a:spcBef>
              <a:tabLst>
                <a:tab pos="0" algn="l"/>
              </a:tabLst>
            </a:pPr>
            <a:endParaRPr lang="en-US" sz="2800" b="0" u="none" strike="noStrike" dirty="0">
              <a:solidFill>
                <a:srgbClr val="000000"/>
              </a:solidFill>
              <a:uFillTx/>
              <a:latin typeface="Arial"/>
            </a:endParaRPr>
          </a:p>
          <a:p>
            <a:pPr defTabSz="914400">
              <a:lnSpc>
                <a:spcPct val="90000"/>
              </a:lnSpc>
              <a:spcBef>
                <a:spcPts val="1001"/>
              </a:spcBef>
              <a:tabLst>
                <a:tab pos="0" algn="l"/>
              </a:tabLst>
            </a:pPr>
            <a:endParaRPr lang="en-US" sz="2800" b="0" u="none" strike="noStrike" dirty="0">
              <a:solidFill>
                <a:srgbClr val="000000"/>
              </a:solidFill>
              <a:uFillTx/>
              <a:latin typeface="Arial"/>
            </a:endParaRPr>
          </a:p>
        </p:txBody>
      </p:sp>
      <p:sp>
        <p:nvSpPr>
          <p:cNvPr id="145" name="Content Placeholder 28"/>
          <p:cNvSpPr/>
          <p:nvPr/>
        </p:nvSpPr>
        <p:spPr>
          <a:xfrm>
            <a:off x="435600" y="2613240"/>
            <a:ext cx="1762920" cy="765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90000"/>
              </a:lnSpc>
              <a:spcBef>
                <a:spcPts val="1001"/>
              </a:spcBef>
              <a:tabLst>
                <a:tab pos="0" algn="l"/>
              </a:tabLst>
            </a:pPr>
            <a:r>
              <a:rPr lang="en-US" sz="2400" b="0" u="none" strike="noStrike" dirty="0">
                <a:solidFill>
                  <a:schemeClr val="dk1"/>
                </a:solidFill>
                <a:uFillTx/>
                <a:latin typeface="Calibri"/>
              </a:rPr>
              <a:t>Process of </a:t>
            </a:r>
            <a:r>
              <a:rPr lang="ne-NP" sz="2400" b="0" u="none" strike="noStrike" dirty="0">
                <a:solidFill>
                  <a:schemeClr val="dk1"/>
                </a:solidFill>
                <a:uFillTx/>
                <a:latin typeface="Calibri"/>
              </a:rPr>
              <a:t>प्रकृया </a:t>
            </a:r>
            <a:endParaRPr lang="en-US" sz="2400" b="0" u="none" strike="noStrike" dirty="0">
              <a:solidFill>
                <a:srgbClr val="000000"/>
              </a:solidFill>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6" name="Picture 10" descr="Image result for land administration fig"/>
          <p:cNvPicPr/>
          <p:nvPr/>
        </p:nvPicPr>
        <p:blipFill>
          <a:blip r:embed="rId2"/>
          <a:stretch/>
        </p:blipFill>
        <p:spPr>
          <a:xfrm>
            <a:off x="-84600" y="14400"/>
            <a:ext cx="12274560" cy="6856200"/>
          </a:xfrm>
          <a:prstGeom prst="rect">
            <a:avLst/>
          </a:prstGeom>
          <a:noFill/>
          <a:ln w="0">
            <a:noFill/>
          </a:ln>
        </p:spPr>
      </p:pic>
      <p:sp>
        <p:nvSpPr>
          <p:cNvPr id="147" name="PlaceHolder 1"/>
          <p:cNvSpPr>
            <a:spLocks noGrp="1"/>
          </p:cNvSpPr>
          <p:nvPr>
            <p:ph type="title"/>
          </p:nvPr>
        </p:nvSpPr>
        <p:spPr>
          <a:xfrm>
            <a:off x="-84600" y="48600"/>
            <a:ext cx="4416840" cy="1323720"/>
          </a:xfrm>
          <a:prstGeom prst="rect">
            <a:avLst/>
          </a:prstGeom>
          <a:noFill/>
          <a:ln w="0">
            <a:noFill/>
          </a:ln>
        </p:spPr>
        <p:txBody>
          <a:bodyPr lIns="91440" tIns="45720" rIns="91440" bIns="45720" anchor="ctr">
            <a:normAutofit/>
          </a:bodyPr>
          <a:lstStyle/>
          <a:p>
            <a:pPr indent="0" defTabSz="914400">
              <a:lnSpc>
                <a:spcPct val="90000"/>
              </a:lnSpc>
              <a:buNone/>
              <a:tabLst>
                <a:tab pos="0" algn="l"/>
              </a:tabLst>
            </a:pPr>
            <a:r>
              <a:rPr lang="en-US" sz="3200" b="0" u="none" strike="noStrike">
                <a:solidFill>
                  <a:schemeClr val="dk1"/>
                </a:solidFill>
                <a:uFillTx/>
                <a:latin typeface="Calibri Light"/>
              </a:rPr>
              <a:t>Land Management for Sustainable Development</a:t>
            </a:r>
            <a:endParaRPr lang="en-US" sz="3200" b="0" u="none" strike="noStrike">
              <a:solidFill>
                <a:srgbClr val="000000"/>
              </a:solidFill>
              <a:uFillTx/>
              <a:latin typeface="Arial"/>
            </a:endParaRPr>
          </a:p>
        </p:txBody>
      </p:sp>
      <p:sp>
        <p:nvSpPr>
          <p:cNvPr id="148" name="Title 31"/>
          <p:cNvSpPr/>
          <p:nvPr/>
        </p:nvSpPr>
        <p:spPr>
          <a:xfrm>
            <a:off x="1724040" y="1160640"/>
            <a:ext cx="2422800" cy="361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90000"/>
              </a:lnSpc>
            </a:pPr>
            <a:r>
              <a:rPr lang="en-US" sz="2000" b="0" i="1" u="none" strike="noStrike">
                <a:solidFill>
                  <a:schemeClr val="dk1"/>
                </a:solidFill>
                <a:uFillTx/>
                <a:latin typeface="Calibri Light"/>
              </a:rPr>
              <a:t>Enemark et.al. 2004</a:t>
            </a:r>
            <a:endParaRPr lang="en-US" sz="2000" b="0" u="none" strike="noStrike">
              <a:solidFill>
                <a:srgbClr val="000000"/>
              </a:solidFill>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PlaceHolder 1"/>
          <p:cNvSpPr>
            <a:spLocks noGrp="1"/>
          </p:cNvSpPr>
          <p:nvPr>
            <p:ph type="title"/>
          </p:nvPr>
        </p:nvSpPr>
        <p:spPr>
          <a:xfrm>
            <a:off x="838080" y="365040"/>
            <a:ext cx="10513800" cy="132372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ne-NP" sz="4400" b="0" u="none" strike="noStrike">
                <a:solidFill>
                  <a:schemeClr val="dk1"/>
                </a:solidFill>
                <a:uFillTx/>
                <a:latin typeface="Calibri Light"/>
                <a:cs typeface="Kalimati"/>
              </a:rPr>
              <a:t>भू सम्बन्ध </a:t>
            </a:r>
            <a:r>
              <a:rPr lang="en-US" sz="4400" b="0" u="none" strike="noStrike">
                <a:solidFill>
                  <a:schemeClr val="dk1"/>
                </a:solidFill>
                <a:uFillTx/>
                <a:latin typeface="Calibri Light"/>
              </a:rPr>
              <a:t>(Land Tenure)</a:t>
            </a:r>
            <a:endParaRPr lang="en-US" sz="4400" b="0" u="none" strike="noStrike">
              <a:solidFill>
                <a:srgbClr val="000000"/>
              </a:solidFill>
              <a:uFillTx/>
              <a:latin typeface="Arial"/>
            </a:endParaRPr>
          </a:p>
        </p:txBody>
      </p:sp>
      <p:sp>
        <p:nvSpPr>
          <p:cNvPr id="150" name="PlaceHolder 2"/>
          <p:cNvSpPr>
            <a:spLocks noGrp="1"/>
          </p:cNvSpPr>
          <p:nvPr>
            <p:ph/>
          </p:nvPr>
        </p:nvSpPr>
        <p:spPr>
          <a:xfrm>
            <a:off x="667800" y="1787760"/>
            <a:ext cx="11084040" cy="4356720"/>
          </a:xfrm>
          <a:prstGeom prst="rect">
            <a:avLst/>
          </a:prstGeom>
          <a:noFill/>
          <a:ln w="0">
            <a:noFill/>
          </a:ln>
        </p:spPr>
        <p:txBody>
          <a:bodyPr lIns="91440" tIns="45720" rIns="91440" bIns="45720" anchor="t">
            <a:noAutofit/>
          </a:bodyPr>
          <a:lstStyle/>
          <a:p>
            <a:pPr marL="228600" indent="-228600" defTabSz="914400">
              <a:lnSpc>
                <a:spcPct val="100000"/>
              </a:lnSpc>
              <a:spcBef>
                <a:spcPts val="1001"/>
              </a:spcBef>
              <a:spcAft>
                <a:spcPts val="1199"/>
              </a:spcAft>
              <a:buClr>
                <a:srgbClr val="000000"/>
              </a:buClr>
              <a:buFont typeface="Arial"/>
              <a:buChar char="•"/>
            </a:pPr>
            <a:r>
              <a:rPr lang="ne-NP" sz="3600" b="0" u="none" strike="noStrike">
                <a:solidFill>
                  <a:schemeClr val="dk1"/>
                </a:solidFill>
                <a:uFillTx/>
                <a:latin typeface="Kokila"/>
                <a:cs typeface="Kokila"/>
              </a:rPr>
              <a:t>भूसम्बन्ध </a:t>
            </a:r>
            <a:r>
              <a:rPr lang="en-US" sz="3600" b="0" u="none" strike="noStrike">
                <a:solidFill>
                  <a:schemeClr val="dk1"/>
                </a:solidFill>
                <a:uFillTx/>
                <a:latin typeface="Kokila"/>
              </a:rPr>
              <a:t>(Land Tenure) </a:t>
            </a:r>
            <a:r>
              <a:rPr lang="ne-NP" sz="3600" b="0" u="none" strike="noStrike">
                <a:solidFill>
                  <a:schemeClr val="dk1"/>
                </a:solidFill>
                <a:uFillTx/>
                <a:latin typeface="Kokila"/>
                <a:cs typeface="Kokila"/>
              </a:rPr>
              <a:t>भन्नाले कानुनद्वारा वा व्यवहारबाट व्यक्ति वा समूहको जमीन संग गाँसिएको वा समाज</a:t>
            </a:r>
            <a:r>
              <a:rPr lang="en-US" sz="3600" b="0" u="none" strike="noStrike">
                <a:solidFill>
                  <a:schemeClr val="dk1"/>
                </a:solidFill>
                <a:uFillTx/>
                <a:latin typeface="Kokila"/>
              </a:rPr>
              <a:t>/</a:t>
            </a:r>
            <a:r>
              <a:rPr lang="ne-NP" sz="3600" b="0" u="none" strike="noStrike">
                <a:solidFill>
                  <a:schemeClr val="dk1"/>
                </a:solidFill>
                <a:uFillTx/>
                <a:latin typeface="Kokila"/>
                <a:cs typeface="Kokila"/>
              </a:rPr>
              <a:t>समुदाय बाट मान्यता दिइएको वा बुझिएको सम्बन्धलाइ जनाँउछ</a:t>
            </a:r>
            <a:endParaRPr lang="en-US" sz="3600" b="0" u="none" strike="noStrike">
              <a:solidFill>
                <a:srgbClr val="000000"/>
              </a:solidFill>
              <a:uFillTx/>
              <a:latin typeface="Arial"/>
            </a:endParaRPr>
          </a:p>
          <a:p>
            <a:pPr marL="228600" indent="-228600" defTabSz="914400">
              <a:lnSpc>
                <a:spcPct val="100000"/>
              </a:lnSpc>
              <a:spcBef>
                <a:spcPts val="1001"/>
              </a:spcBef>
              <a:spcAft>
                <a:spcPts val="1199"/>
              </a:spcAft>
              <a:buClr>
                <a:srgbClr val="000000"/>
              </a:buClr>
              <a:buFont typeface="Arial"/>
              <a:buChar char="•"/>
            </a:pPr>
            <a:r>
              <a:rPr lang="ne-NP" sz="3600" b="0" u="none" strike="noStrike">
                <a:solidFill>
                  <a:schemeClr val="dk1"/>
                </a:solidFill>
                <a:uFillTx/>
                <a:latin typeface="Kokila"/>
                <a:cs typeface="Kokila"/>
              </a:rPr>
              <a:t>भू सम्बन्ध प्रणालीले कसले कुन भूमि कहिलेसम्म कुन शर्त बमोजिम उपभोग गर्ने भन्ने बिषयको छिनोफानो गर्दछ </a:t>
            </a:r>
            <a:endParaRPr lang="en-US" sz="3600" b="0" u="none" strike="noStrike">
              <a:solidFill>
                <a:srgbClr val="000000"/>
              </a:solidFill>
              <a:uFillTx/>
              <a:latin typeface="Arial"/>
            </a:endParaRPr>
          </a:p>
          <a:p>
            <a:pPr marL="228600" indent="-228600" defTabSz="914400">
              <a:lnSpc>
                <a:spcPct val="100000"/>
              </a:lnSpc>
              <a:spcBef>
                <a:spcPts val="1001"/>
              </a:spcBef>
              <a:spcAft>
                <a:spcPts val="1199"/>
              </a:spcAft>
              <a:buClr>
                <a:srgbClr val="000000"/>
              </a:buClr>
              <a:buFont typeface="Arial"/>
              <a:buChar char="•"/>
            </a:pPr>
            <a:r>
              <a:rPr lang="ne-NP" sz="3600" b="0" u="none" strike="noStrike">
                <a:solidFill>
                  <a:schemeClr val="dk1"/>
                </a:solidFill>
                <a:uFillTx/>
                <a:latin typeface="Kokila"/>
                <a:cs typeface="Kokila"/>
              </a:rPr>
              <a:t>सम्बन्धबाट अधिकार र कर्तब्य सिर्जित हुन जान्छ</a:t>
            </a:r>
            <a:endParaRPr lang="en-US" sz="3600" b="0" u="none" strike="noStrike">
              <a:solidFill>
                <a:srgbClr val="000000"/>
              </a:solidFill>
              <a:uFillTx/>
              <a:latin typeface="Arial"/>
            </a:endParaRPr>
          </a:p>
        </p:txBody>
      </p:sp>
      <p:sp>
        <p:nvSpPr>
          <p:cNvPr id="151" name="PlaceHolder 3"/>
          <p:cNvSpPr>
            <a:spLocks noGrp="1"/>
          </p:cNvSpPr>
          <p:nvPr>
            <p:ph type="sldNum" idx="23"/>
          </p:nvPr>
        </p:nvSpPr>
        <p:spPr>
          <a:xfrm>
            <a:off x="8610480" y="6356520"/>
            <a:ext cx="2741400" cy="3632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uFillTx/>
                <a:latin typeface="Calibri"/>
              </a:defRPr>
            </a:lvl1pPr>
          </a:lstStyle>
          <a:p>
            <a:pPr indent="0" algn="r" defTabSz="914400">
              <a:lnSpc>
                <a:spcPct val="100000"/>
              </a:lnSpc>
              <a:buNone/>
              <a:tabLst>
                <a:tab pos="0" algn="l"/>
              </a:tabLst>
            </a:pPr>
            <a:fld id="{385D26C8-0265-4F6C-9F0D-AC91EBFD6533}" type="slidenum">
              <a:rPr lang="en-US" sz="1200" b="0" u="none" strike="noStrike">
                <a:solidFill>
                  <a:schemeClr val="dk1">
                    <a:tint val="75000"/>
                  </a:schemeClr>
                </a:solidFill>
                <a:uFillTx/>
                <a:latin typeface="Calibri"/>
              </a:rPr>
              <a:t>6</a:t>
            </a:fld>
            <a:endParaRPr lang="en-US" sz="1200" b="0" u="none" strike="noStrike">
              <a:solidFill>
                <a:srgbClr val="000000"/>
              </a:solidFill>
              <a:uFillTx/>
              <a:latin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PlaceHolder 1"/>
          <p:cNvSpPr>
            <a:spLocks noGrp="1"/>
          </p:cNvSpPr>
          <p:nvPr>
            <p:ph type="title"/>
          </p:nvPr>
        </p:nvSpPr>
        <p:spPr>
          <a:xfrm>
            <a:off x="838080" y="99000"/>
            <a:ext cx="10513800" cy="132372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400" b="0" u="none" strike="noStrike">
                <a:solidFill>
                  <a:schemeClr val="dk1"/>
                </a:solidFill>
                <a:uFillTx/>
                <a:latin typeface="Calibri Light"/>
              </a:rPr>
              <a:t>Land – Human Relations : Land Tenure</a:t>
            </a:r>
            <a:endParaRPr lang="en-US" sz="4400" b="0" u="none" strike="noStrike">
              <a:solidFill>
                <a:srgbClr val="000000"/>
              </a:solidFill>
              <a:uFillTx/>
              <a:latin typeface="Arial"/>
            </a:endParaRPr>
          </a:p>
        </p:txBody>
      </p:sp>
      <p:grpSp>
        <p:nvGrpSpPr>
          <p:cNvPr id="153" name="Group 3"/>
          <p:cNvGrpSpPr/>
          <p:nvPr/>
        </p:nvGrpSpPr>
        <p:grpSpPr>
          <a:xfrm>
            <a:off x="947880" y="1536480"/>
            <a:ext cx="9907200" cy="1082880"/>
            <a:chOff x="947880" y="1536480"/>
            <a:chExt cx="9907200" cy="1082880"/>
          </a:xfrm>
        </p:grpSpPr>
        <p:sp>
          <p:nvSpPr>
            <p:cNvPr id="154" name="TextBox 3"/>
            <p:cNvSpPr/>
            <p:nvPr/>
          </p:nvSpPr>
          <p:spPr>
            <a:xfrm>
              <a:off x="947880" y="1650600"/>
              <a:ext cx="2140920" cy="516600"/>
            </a:xfrm>
            <a:prstGeom prst="rect">
              <a:avLst/>
            </a:prstGeom>
            <a:noFill/>
            <a:ln w="0">
              <a:solidFill>
                <a:srgbClr val="44546A"/>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800" b="0" u="none" strike="noStrike">
                  <a:solidFill>
                    <a:schemeClr val="dk1"/>
                  </a:solidFill>
                  <a:uFillTx/>
                  <a:latin typeface="Calibri"/>
                </a:rPr>
                <a:t> Human</a:t>
              </a:r>
              <a:endParaRPr lang="en-US" sz="2800" b="0" u="none" strike="noStrike">
                <a:solidFill>
                  <a:srgbClr val="000000"/>
                </a:solidFill>
                <a:uFillTx/>
                <a:latin typeface="Arial"/>
              </a:endParaRPr>
            </a:p>
          </p:txBody>
        </p:sp>
        <p:sp>
          <p:nvSpPr>
            <p:cNvPr id="155" name="TextBox 4"/>
            <p:cNvSpPr/>
            <p:nvPr/>
          </p:nvSpPr>
          <p:spPr>
            <a:xfrm>
              <a:off x="4716000" y="1650600"/>
              <a:ext cx="2017800" cy="516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800" b="0" u="none" strike="noStrike">
                  <a:solidFill>
                    <a:schemeClr val="dk1"/>
                  </a:solidFill>
                  <a:uFillTx/>
                  <a:latin typeface="Calibri"/>
                </a:rPr>
                <a:t>Relation</a:t>
              </a:r>
              <a:endParaRPr lang="en-US" sz="2800" b="0" u="none" strike="noStrike">
                <a:solidFill>
                  <a:srgbClr val="000000"/>
                </a:solidFill>
                <a:uFillTx/>
                <a:latin typeface="Arial"/>
              </a:endParaRPr>
            </a:p>
          </p:txBody>
        </p:sp>
        <p:sp>
          <p:nvSpPr>
            <p:cNvPr id="156" name="TextBox 5"/>
            <p:cNvSpPr/>
            <p:nvPr/>
          </p:nvSpPr>
          <p:spPr>
            <a:xfrm>
              <a:off x="8521560" y="1654560"/>
              <a:ext cx="2030040" cy="516600"/>
            </a:xfrm>
            <a:prstGeom prst="rect">
              <a:avLst/>
            </a:prstGeom>
            <a:noFill/>
            <a:ln w="0">
              <a:solidFill>
                <a:srgbClr val="44546A"/>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800" b="0" u="none" strike="noStrike">
                  <a:solidFill>
                    <a:schemeClr val="dk1"/>
                  </a:solidFill>
                  <a:uFillTx/>
                  <a:latin typeface="Calibri"/>
                </a:rPr>
                <a:t>Land</a:t>
              </a:r>
              <a:endParaRPr lang="en-US" sz="2800" b="0" u="none" strike="noStrike">
                <a:solidFill>
                  <a:srgbClr val="000000"/>
                </a:solidFill>
                <a:uFillTx/>
                <a:latin typeface="Arial"/>
              </a:endParaRPr>
            </a:p>
          </p:txBody>
        </p:sp>
        <p:sp>
          <p:nvSpPr>
            <p:cNvPr id="157" name="Oval 2"/>
            <p:cNvSpPr/>
            <p:nvPr/>
          </p:nvSpPr>
          <p:spPr>
            <a:xfrm>
              <a:off x="4300560" y="1536480"/>
              <a:ext cx="2842920" cy="760320"/>
            </a:xfrm>
            <a:prstGeom prst="ellipse">
              <a:avLst/>
            </a:prstGeom>
            <a:noFill/>
            <a:ln>
              <a:solidFill>
                <a:srgbClr val="43729D"/>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nSpc>
                  <a:spcPct val="100000"/>
                </a:lnSpc>
              </a:pPr>
              <a:endParaRPr lang="en-US" sz="1800" b="0" u="none" strike="noStrike">
                <a:solidFill>
                  <a:schemeClr val="lt1"/>
                </a:solidFill>
                <a:uFillTx/>
                <a:latin typeface="Calibri"/>
              </a:endParaRPr>
            </a:p>
          </p:txBody>
        </p:sp>
        <p:sp>
          <p:nvSpPr>
            <p:cNvPr id="158" name="Down Arrow 3"/>
            <p:cNvSpPr/>
            <p:nvPr/>
          </p:nvSpPr>
          <p:spPr>
            <a:xfrm rot="16200000">
              <a:off x="3626640" y="1688400"/>
              <a:ext cx="303120" cy="455400"/>
            </a:xfrm>
            <a:prstGeom prst="downArrow">
              <a:avLst>
                <a:gd name="adj1" fmla="val 50000"/>
                <a:gd name="adj2" fmla="val 50000"/>
              </a:avLst>
            </a:prstGeom>
            <a:solidFill>
              <a:srgbClr val="5B9BD5"/>
            </a:solidFill>
            <a:ln>
              <a:solidFill>
                <a:srgbClr val="43729D"/>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nSpc>
                  <a:spcPct val="100000"/>
                </a:lnSpc>
              </a:pPr>
              <a:endParaRPr lang="en-US" sz="1800" b="0" u="none" strike="noStrike">
                <a:solidFill>
                  <a:schemeClr val="lt1"/>
                </a:solidFill>
                <a:uFillTx/>
                <a:latin typeface="Calibri"/>
              </a:endParaRPr>
            </a:p>
          </p:txBody>
        </p:sp>
        <p:sp>
          <p:nvSpPr>
            <p:cNvPr id="159" name="Down Arrow 4"/>
            <p:cNvSpPr/>
            <p:nvPr/>
          </p:nvSpPr>
          <p:spPr>
            <a:xfrm rot="5400000">
              <a:off x="7682760" y="1671840"/>
              <a:ext cx="303120" cy="455400"/>
            </a:xfrm>
            <a:prstGeom prst="downArrow">
              <a:avLst>
                <a:gd name="adj1" fmla="val 50000"/>
                <a:gd name="adj2" fmla="val 50000"/>
              </a:avLst>
            </a:prstGeom>
            <a:solidFill>
              <a:srgbClr val="5B9BD5"/>
            </a:solidFill>
            <a:ln>
              <a:solidFill>
                <a:srgbClr val="43729D"/>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nSpc>
                  <a:spcPct val="100000"/>
                </a:lnSpc>
              </a:pPr>
              <a:endParaRPr lang="en-US" sz="1800" b="0" u="none" strike="noStrike">
                <a:solidFill>
                  <a:schemeClr val="lt1"/>
                </a:solidFill>
                <a:uFillTx/>
                <a:latin typeface="Calibri"/>
              </a:endParaRPr>
            </a:p>
          </p:txBody>
        </p:sp>
        <p:sp>
          <p:nvSpPr>
            <p:cNvPr id="160" name="TextBox 11"/>
            <p:cNvSpPr/>
            <p:nvPr/>
          </p:nvSpPr>
          <p:spPr>
            <a:xfrm>
              <a:off x="1680120" y="2161800"/>
              <a:ext cx="111564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800" b="0" u="none" strike="noStrike">
                  <a:solidFill>
                    <a:schemeClr val="dk1"/>
                  </a:solidFill>
                  <a:uFillTx/>
                  <a:latin typeface="Calibri"/>
                </a:rPr>
                <a:t>Who ?</a:t>
              </a:r>
              <a:endParaRPr lang="en-US" sz="1800" b="0" u="none" strike="noStrike">
                <a:solidFill>
                  <a:srgbClr val="000000"/>
                </a:solidFill>
                <a:uFillTx/>
                <a:latin typeface="Arial"/>
              </a:endParaRPr>
            </a:p>
          </p:txBody>
        </p:sp>
        <p:sp>
          <p:nvSpPr>
            <p:cNvPr id="161" name="TextBox 12"/>
            <p:cNvSpPr/>
            <p:nvPr/>
          </p:nvSpPr>
          <p:spPr>
            <a:xfrm>
              <a:off x="5316480" y="2255400"/>
              <a:ext cx="121752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800" b="0" u="none" strike="noStrike">
                  <a:solidFill>
                    <a:schemeClr val="dk1"/>
                  </a:solidFill>
                  <a:uFillTx/>
                  <a:latin typeface="Calibri"/>
                </a:rPr>
                <a:t>What ?</a:t>
              </a:r>
              <a:endParaRPr lang="en-US" sz="1800" b="0" u="none" strike="noStrike">
                <a:solidFill>
                  <a:srgbClr val="000000"/>
                </a:solidFill>
                <a:uFillTx/>
                <a:latin typeface="Arial"/>
              </a:endParaRPr>
            </a:p>
          </p:txBody>
        </p:sp>
        <p:sp>
          <p:nvSpPr>
            <p:cNvPr id="162" name="TextBox 13"/>
            <p:cNvSpPr/>
            <p:nvPr/>
          </p:nvSpPr>
          <p:spPr>
            <a:xfrm>
              <a:off x="8444880" y="2249280"/>
              <a:ext cx="241020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800" b="0" u="none" strike="noStrike">
                  <a:solidFill>
                    <a:schemeClr val="dk1"/>
                  </a:solidFill>
                  <a:uFillTx/>
                  <a:latin typeface="Calibri"/>
                </a:rPr>
                <a:t>Where ? &amp; How much ?</a:t>
              </a:r>
              <a:endParaRPr lang="en-US" sz="1800" b="0" u="none" strike="noStrike">
                <a:solidFill>
                  <a:srgbClr val="000000"/>
                </a:solidFill>
                <a:uFillTx/>
                <a:latin typeface="Arial"/>
              </a:endParaRPr>
            </a:p>
          </p:txBody>
        </p:sp>
      </p:grpSp>
      <p:grpSp>
        <p:nvGrpSpPr>
          <p:cNvPr id="163" name="Group 4"/>
          <p:cNvGrpSpPr/>
          <p:nvPr/>
        </p:nvGrpSpPr>
        <p:grpSpPr>
          <a:xfrm>
            <a:off x="1691280" y="3458880"/>
            <a:ext cx="8747280" cy="3399840"/>
            <a:chOff x="1691280" y="3458880"/>
            <a:chExt cx="8747280" cy="3399840"/>
          </a:xfrm>
        </p:grpSpPr>
        <p:sp>
          <p:nvSpPr>
            <p:cNvPr id="164" name="Right Arrow Callout 2"/>
            <p:cNvSpPr/>
            <p:nvPr/>
          </p:nvSpPr>
          <p:spPr>
            <a:xfrm>
              <a:off x="1691280" y="3781440"/>
              <a:ext cx="3027600" cy="768240"/>
            </a:xfrm>
            <a:prstGeom prst="rightArrowCallout">
              <a:avLst>
                <a:gd name="adj1" fmla="val 25000"/>
                <a:gd name="adj2" fmla="val 25000"/>
                <a:gd name="adj3" fmla="val 25000"/>
                <a:gd name="adj4" fmla="val 64977"/>
              </a:avLst>
            </a:prstGeom>
            <a:solidFill>
              <a:srgbClr val="5B9BD5"/>
            </a:solidFill>
            <a:ln>
              <a:solidFill>
                <a:srgbClr val="43729D"/>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uFillTx/>
                <a:latin typeface="Arial"/>
              </a:endParaRPr>
            </a:p>
            <a:p>
              <a:pPr algn="ctr" defTabSz="914400">
                <a:lnSpc>
                  <a:spcPct val="100000"/>
                </a:lnSpc>
              </a:pPr>
              <a:r>
                <a:rPr lang="ne-NP" sz="1800" b="0" u="none" strike="noStrike">
                  <a:solidFill>
                    <a:schemeClr val="lt1"/>
                  </a:solidFill>
                  <a:uFillTx/>
                  <a:latin typeface="Calibri"/>
                </a:rPr>
                <a:t>व्यक्ति</a:t>
              </a:r>
              <a:r>
                <a:rPr lang="en-US" sz="1800" b="0" u="none" strike="noStrike">
                  <a:solidFill>
                    <a:schemeClr val="lt1"/>
                  </a:solidFill>
                  <a:uFillTx/>
                  <a:latin typeface="Calibri"/>
                </a:rPr>
                <a:t>, </a:t>
              </a:r>
              <a:r>
                <a:rPr lang="ne-NP" sz="1800" b="0" u="none" strike="noStrike">
                  <a:solidFill>
                    <a:schemeClr val="lt1"/>
                  </a:solidFill>
                  <a:uFillTx/>
                  <a:latin typeface="Calibri"/>
                </a:rPr>
                <a:t>परिवार</a:t>
              </a:r>
              <a:r>
                <a:rPr lang="en-US" sz="1800" b="0" u="none" strike="noStrike">
                  <a:solidFill>
                    <a:schemeClr val="lt1"/>
                  </a:solidFill>
                  <a:uFillTx/>
                  <a:latin typeface="Calibri"/>
                </a:rPr>
                <a:t>, </a:t>
              </a:r>
              <a:r>
                <a:rPr lang="ne-NP" sz="1800" b="0" u="none" strike="noStrike">
                  <a:solidFill>
                    <a:schemeClr val="lt1"/>
                  </a:solidFill>
                  <a:uFillTx/>
                  <a:latin typeface="Calibri"/>
                </a:rPr>
                <a:t>समुह</a:t>
              </a:r>
              <a:r>
                <a:rPr lang="en-US" sz="1800" b="0" u="none" strike="noStrike">
                  <a:solidFill>
                    <a:schemeClr val="lt1"/>
                  </a:solidFill>
                  <a:uFillTx/>
                  <a:latin typeface="Calibri"/>
                </a:rPr>
                <a:t>, </a:t>
              </a:r>
              <a:r>
                <a:rPr lang="ne-NP" sz="1800" b="0" u="none" strike="noStrike">
                  <a:solidFill>
                    <a:schemeClr val="lt1"/>
                  </a:solidFill>
                  <a:uFillTx/>
                  <a:latin typeface="Calibri"/>
                </a:rPr>
                <a:t>समुदाय</a:t>
              </a:r>
              <a:endParaRPr lang="en-US" sz="1800" b="0" u="none" strike="noStrike">
                <a:solidFill>
                  <a:srgbClr val="FFFFFF"/>
                </a:solidFill>
                <a:uFillTx/>
                <a:latin typeface="Arial"/>
              </a:endParaRPr>
            </a:p>
            <a:p>
              <a:pPr algn="ctr" defTabSz="914400">
                <a:lnSpc>
                  <a:spcPct val="100000"/>
                </a:lnSpc>
              </a:pPr>
              <a:endParaRPr lang="en-US" sz="1800" b="0" u="none" strike="noStrike">
                <a:solidFill>
                  <a:srgbClr val="FFFFFF"/>
                </a:solidFill>
                <a:uFillTx/>
                <a:latin typeface="Arial"/>
              </a:endParaRPr>
            </a:p>
          </p:txBody>
        </p:sp>
        <p:sp>
          <p:nvSpPr>
            <p:cNvPr id="165" name="TextBox 14"/>
            <p:cNvSpPr/>
            <p:nvPr/>
          </p:nvSpPr>
          <p:spPr>
            <a:xfrm>
              <a:off x="4738320" y="3458880"/>
              <a:ext cx="2621520" cy="1309320"/>
            </a:xfrm>
            <a:prstGeom prst="rect">
              <a:avLst/>
            </a:prstGeom>
            <a:solidFill>
              <a:schemeClr val="accent6">
                <a:lumMod val="40000"/>
                <a:lumOff val="6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ne-NP" sz="2000" b="0" u="none" strike="noStrike">
                  <a:solidFill>
                    <a:schemeClr val="dk1"/>
                  </a:solidFill>
                  <a:uFillTx/>
                  <a:latin typeface="Calibri"/>
                </a:rPr>
                <a:t>स्वामित्व</a:t>
              </a:r>
              <a:r>
                <a:rPr lang="en-US" sz="2000" b="0" u="none" strike="noStrike">
                  <a:solidFill>
                    <a:schemeClr val="dk1"/>
                  </a:solidFill>
                  <a:uFillTx/>
                  <a:latin typeface="Calibri"/>
                </a:rPr>
                <a:t>, </a:t>
              </a:r>
              <a:r>
                <a:rPr lang="ne-NP" sz="2000" b="0" u="none" strike="noStrike">
                  <a:solidFill>
                    <a:schemeClr val="dk1"/>
                  </a:solidFill>
                  <a:uFillTx/>
                  <a:latin typeface="Calibri"/>
                </a:rPr>
                <a:t>भोगाधिकार</a:t>
              </a:r>
              <a:r>
                <a:rPr lang="en-US" sz="2000" b="0" u="none" strike="noStrike">
                  <a:solidFill>
                    <a:schemeClr val="dk1"/>
                  </a:solidFill>
                  <a:uFillTx/>
                  <a:latin typeface="Calibri"/>
                </a:rPr>
                <a:t>, </a:t>
              </a:r>
              <a:r>
                <a:rPr lang="ne-NP" sz="2000" b="0" u="none" strike="noStrike">
                  <a:solidFill>
                    <a:schemeClr val="dk1"/>
                  </a:solidFill>
                  <a:uFillTx/>
                  <a:latin typeface="Calibri"/>
                </a:rPr>
                <a:t>लिज</a:t>
              </a:r>
              <a:r>
                <a:rPr lang="en-US" sz="2000" b="0" u="none" strike="noStrike">
                  <a:solidFill>
                    <a:schemeClr val="dk1"/>
                  </a:solidFill>
                  <a:uFillTx/>
                  <a:latin typeface="Calibri"/>
                </a:rPr>
                <a:t>, </a:t>
              </a:r>
              <a:r>
                <a:rPr lang="ne-NP" sz="2000" b="0" u="none" strike="noStrike">
                  <a:solidFill>
                    <a:schemeClr val="dk1"/>
                  </a:solidFill>
                  <a:uFillTx/>
                  <a:latin typeface="Calibri"/>
                </a:rPr>
                <a:t>अनौपचारिक खरीद</a:t>
              </a:r>
              <a:r>
                <a:rPr lang="en-US" sz="2000" b="0" u="none" strike="noStrike">
                  <a:solidFill>
                    <a:schemeClr val="dk1"/>
                  </a:solidFill>
                  <a:uFillTx/>
                  <a:latin typeface="Calibri"/>
                </a:rPr>
                <a:t>, </a:t>
              </a:r>
              <a:r>
                <a:rPr lang="ne-NP" sz="2000" b="0" u="none" strike="noStrike">
                  <a:solidFill>
                    <a:schemeClr val="dk1"/>
                  </a:solidFill>
                  <a:uFillTx/>
                  <a:latin typeface="Calibri"/>
                </a:rPr>
                <a:t>बन्धकी</a:t>
              </a:r>
              <a:r>
                <a:rPr lang="en-US" sz="2000" b="0" u="none" strike="noStrike">
                  <a:solidFill>
                    <a:schemeClr val="dk1"/>
                  </a:solidFill>
                  <a:uFillTx/>
                  <a:latin typeface="Calibri"/>
                </a:rPr>
                <a:t>, </a:t>
              </a:r>
              <a:r>
                <a:rPr lang="ne-NP" sz="2000" b="0" u="none" strike="noStrike">
                  <a:solidFill>
                    <a:schemeClr val="dk1"/>
                  </a:solidFill>
                  <a:uFillTx/>
                  <a:latin typeface="Calibri"/>
                </a:rPr>
                <a:t>लामो समय देखिको बसोवास</a:t>
              </a:r>
              <a:endParaRPr lang="en-US" sz="2000" b="0" u="none" strike="noStrike">
                <a:solidFill>
                  <a:srgbClr val="000000"/>
                </a:solidFill>
                <a:uFillTx/>
                <a:latin typeface="Arial"/>
              </a:endParaRPr>
            </a:p>
          </p:txBody>
        </p:sp>
        <p:sp>
          <p:nvSpPr>
            <p:cNvPr id="166" name="Left Arrow Callout 2"/>
            <p:cNvSpPr/>
            <p:nvPr/>
          </p:nvSpPr>
          <p:spPr>
            <a:xfrm>
              <a:off x="7362360" y="3762720"/>
              <a:ext cx="3076200" cy="806040"/>
            </a:xfrm>
            <a:prstGeom prst="leftArrowCallout">
              <a:avLst>
                <a:gd name="adj1" fmla="val 25000"/>
                <a:gd name="adj2" fmla="val 25000"/>
                <a:gd name="adj3" fmla="val 25000"/>
                <a:gd name="adj4" fmla="val 64977"/>
              </a:avLst>
            </a:prstGeom>
            <a:solidFill>
              <a:srgbClr val="5B9BD5"/>
            </a:solidFill>
            <a:ln>
              <a:solidFill>
                <a:srgbClr val="43729D"/>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ne-NP" sz="1800" b="0" u="none" strike="noStrike">
                  <a:solidFill>
                    <a:schemeClr val="lt1"/>
                  </a:solidFill>
                  <a:uFillTx/>
                  <a:latin typeface="Calibri"/>
                </a:rPr>
                <a:t>जग्गा</a:t>
              </a:r>
              <a:r>
                <a:rPr lang="en-US" sz="1800" b="0" u="none" strike="noStrike">
                  <a:solidFill>
                    <a:schemeClr val="lt1"/>
                  </a:solidFill>
                  <a:uFillTx/>
                  <a:latin typeface="Calibri"/>
                </a:rPr>
                <a:t>, </a:t>
              </a:r>
              <a:r>
                <a:rPr lang="ne-NP" sz="1800" b="0" u="none" strike="noStrike">
                  <a:solidFill>
                    <a:schemeClr val="lt1"/>
                  </a:solidFill>
                  <a:uFillTx/>
                  <a:latin typeface="Calibri"/>
                </a:rPr>
                <a:t>घर</a:t>
              </a:r>
              <a:r>
                <a:rPr lang="en-US" sz="1800" b="0" u="none" strike="noStrike">
                  <a:solidFill>
                    <a:schemeClr val="lt1"/>
                  </a:solidFill>
                  <a:uFillTx/>
                  <a:latin typeface="Calibri"/>
                </a:rPr>
                <a:t>, </a:t>
              </a:r>
              <a:r>
                <a:rPr lang="ne-NP" sz="1800" b="0" u="none" strike="noStrike">
                  <a:solidFill>
                    <a:schemeClr val="lt1"/>
                  </a:solidFill>
                  <a:uFillTx/>
                  <a:latin typeface="Calibri"/>
                </a:rPr>
                <a:t>लिगपात लगायत</a:t>
              </a:r>
              <a:endParaRPr lang="en-US" sz="1800" b="0" u="none" strike="noStrike">
                <a:solidFill>
                  <a:srgbClr val="FFFFFF"/>
                </a:solidFill>
                <a:uFillTx/>
                <a:latin typeface="Arial"/>
              </a:endParaRPr>
            </a:p>
          </p:txBody>
        </p:sp>
        <p:sp>
          <p:nvSpPr>
            <p:cNvPr id="167" name="Up Arrow Callout 2"/>
            <p:cNvSpPr/>
            <p:nvPr/>
          </p:nvSpPr>
          <p:spPr>
            <a:xfrm>
              <a:off x="4074120" y="4893120"/>
              <a:ext cx="3748320" cy="1965600"/>
            </a:xfrm>
            <a:prstGeom prst="upArrowCallout">
              <a:avLst>
                <a:gd name="adj1" fmla="val 25000"/>
                <a:gd name="adj2" fmla="val 25000"/>
                <a:gd name="adj3" fmla="val 25000"/>
                <a:gd name="adj4" fmla="val 64977"/>
              </a:avLst>
            </a:prstGeom>
            <a:solidFill>
              <a:srgbClr val="5B9BD5"/>
            </a:solidFill>
            <a:ln>
              <a:solidFill>
                <a:srgbClr val="43729D"/>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ne-NP" sz="1800" b="0" u="none" strike="noStrike">
                  <a:solidFill>
                    <a:schemeClr val="lt1"/>
                  </a:solidFill>
                  <a:uFillTx/>
                  <a:latin typeface="Calibri"/>
                </a:rPr>
                <a:t>घरायसी लिखत</a:t>
              </a:r>
              <a:r>
                <a:rPr lang="en-US" sz="1800" b="0" u="none" strike="noStrike">
                  <a:solidFill>
                    <a:schemeClr val="lt1"/>
                  </a:solidFill>
                  <a:uFillTx/>
                  <a:latin typeface="Calibri"/>
                </a:rPr>
                <a:t>, </a:t>
              </a:r>
              <a:r>
                <a:rPr lang="ne-NP" sz="1800" b="0" u="none" strike="noStrike">
                  <a:solidFill>
                    <a:schemeClr val="lt1"/>
                  </a:solidFill>
                  <a:uFillTx/>
                  <a:latin typeface="Calibri"/>
                </a:rPr>
                <a:t>रसीद</a:t>
              </a:r>
              <a:r>
                <a:rPr lang="en-US" sz="1800" b="0" u="none" strike="noStrike">
                  <a:solidFill>
                    <a:schemeClr val="lt1"/>
                  </a:solidFill>
                  <a:uFillTx/>
                  <a:latin typeface="Calibri"/>
                </a:rPr>
                <a:t>, </a:t>
              </a:r>
              <a:r>
                <a:rPr lang="ne-NP" sz="1800" b="0" u="none" strike="noStrike">
                  <a:solidFill>
                    <a:schemeClr val="lt1"/>
                  </a:solidFill>
                  <a:uFillTx/>
                  <a:latin typeface="Calibri"/>
                </a:rPr>
                <a:t>कुनै निस्सा</a:t>
              </a:r>
              <a:r>
                <a:rPr lang="en-US" sz="1800" b="0" u="none" strike="noStrike">
                  <a:solidFill>
                    <a:schemeClr val="lt1"/>
                  </a:solidFill>
                  <a:uFillTx/>
                  <a:latin typeface="Calibri"/>
                </a:rPr>
                <a:t>, </a:t>
              </a:r>
              <a:r>
                <a:rPr lang="ne-NP" sz="1800" b="0" u="none" strike="noStrike">
                  <a:solidFill>
                    <a:schemeClr val="lt1"/>
                  </a:solidFill>
                  <a:uFillTx/>
                  <a:latin typeface="Calibri"/>
                </a:rPr>
                <a:t>प्रमाण</a:t>
              </a:r>
              <a:r>
                <a:rPr lang="en-US" sz="1800" b="0" u="none" strike="noStrike">
                  <a:solidFill>
                    <a:schemeClr val="lt1"/>
                  </a:solidFill>
                  <a:uFillTx/>
                  <a:latin typeface="Calibri"/>
                </a:rPr>
                <a:t>, </a:t>
              </a:r>
              <a:r>
                <a:rPr lang="ne-NP" sz="1800" b="0" u="none" strike="noStrike">
                  <a:solidFill>
                    <a:schemeClr val="lt1"/>
                  </a:solidFill>
                  <a:uFillTx/>
                  <a:latin typeface="Calibri"/>
                </a:rPr>
                <a:t>सिफारिस</a:t>
              </a:r>
              <a:r>
                <a:rPr lang="en-US" sz="1800" b="0" u="none" strike="noStrike">
                  <a:solidFill>
                    <a:schemeClr val="lt1"/>
                  </a:solidFill>
                  <a:uFillTx/>
                  <a:latin typeface="Calibri"/>
                </a:rPr>
                <a:t>, </a:t>
              </a:r>
              <a:r>
                <a:rPr lang="ne-NP" sz="1800" b="0" u="none" strike="noStrike">
                  <a:solidFill>
                    <a:schemeClr val="lt1"/>
                  </a:solidFill>
                  <a:uFillTx/>
                  <a:latin typeface="Calibri"/>
                </a:rPr>
                <a:t>बिजुली</a:t>
              </a:r>
              <a:r>
                <a:rPr lang="en-US" sz="1800" b="0" u="none" strike="noStrike">
                  <a:solidFill>
                    <a:schemeClr val="lt1"/>
                  </a:solidFill>
                  <a:uFillTx/>
                  <a:latin typeface="Calibri"/>
                </a:rPr>
                <a:t>, </a:t>
              </a:r>
              <a:r>
                <a:rPr lang="ne-NP" sz="1800" b="0" u="none" strike="noStrike">
                  <a:solidFill>
                    <a:schemeClr val="lt1"/>
                  </a:solidFill>
                  <a:uFillTx/>
                  <a:latin typeface="Calibri"/>
                </a:rPr>
                <a:t>टेलिफोन जडान</a:t>
              </a:r>
              <a:r>
                <a:rPr lang="en-US" sz="1800" b="0" u="none" strike="noStrike">
                  <a:solidFill>
                    <a:schemeClr val="lt1"/>
                  </a:solidFill>
                  <a:uFillTx/>
                  <a:latin typeface="Calibri"/>
                </a:rPr>
                <a:t>, </a:t>
              </a:r>
              <a:r>
                <a:rPr lang="ne-NP" sz="1800" b="0" u="none" strike="noStrike">
                  <a:solidFill>
                    <a:schemeClr val="lt1"/>
                  </a:solidFill>
                  <a:uFillTx/>
                  <a:latin typeface="Calibri"/>
                </a:rPr>
                <a:t>मतदाता नामावली</a:t>
              </a:r>
              <a:r>
                <a:rPr lang="en-US" sz="1800" b="0" u="none" strike="noStrike">
                  <a:solidFill>
                    <a:schemeClr val="lt1"/>
                  </a:solidFill>
                  <a:uFillTx/>
                  <a:latin typeface="Calibri"/>
                </a:rPr>
                <a:t>, </a:t>
              </a:r>
              <a:r>
                <a:rPr lang="ne-NP" sz="1800" b="0" u="none" strike="noStrike">
                  <a:solidFill>
                    <a:schemeClr val="lt1"/>
                  </a:solidFill>
                  <a:uFillTx/>
                  <a:latin typeface="Calibri"/>
                </a:rPr>
                <a:t>अन्य कुनै सम्बन्धित कागजात</a:t>
              </a:r>
              <a:endParaRPr lang="en-US" sz="1800" b="0" u="none" strike="noStrike">
                <a:solidFill>
                  <a:srgbClr val="FFFFFF"/>
                </a:solidFill>
                <a:uFillTx/>
                <a:latin typeface="Aria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PlaceHolder 1"/>
          <p:cNvSpPr>
            <a:spLocks noGrp="1"/>
          </p:cNvSpPr>
          <p:nvPr>
            <p:ph type="title"/>
          </p:nvPr>
        </p:nvSpPr>
        <p:spPr>
          <a:xfrm>
            <a:off x="838080" y="365040"/>
            <a:ext cx="10513800" cy="132372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ne-NP" sz="4400" b="0" u="none" strike="noStrike">
                <a:solidFill>
                  <a:schemeClr val="dk1"/>
                </a:solidFill>
                <a:uFillTx/>
                <a:latin typeface="Calibri Light"/>
                <a:cs typeface="Kalimati"/>
              </a:rPr>
              <a:t>विभिन्न किसिमका भू सम्बन्ध </a:t>
            </a:r>
            <a:endParaRPr lang="en-US" sz="4400" b="0" u="none" strike="noStrike">
              <a:solidFill>
                <a:srgbClr val="000000"/>
              </a:solidFill>
              <a:uFillTx/>
              <a:latin typeface="Arial"/>
            </a:endParaRPr>
          </a:p>
        </p:txBody>
      </p:sp>
      <p:sp>
        <p:nvSpPr>
          <p:cNvPr id="169" name="PlaceHolder 2"/>
          <p:cNvSpPr>
            <a:spLocks noGrp="1"/>
          </p:cNvSpPr>
          <p:nvPr>
            <p:ph/>
          </p:nvPr>
        </p:nvSpPr>
        <p:spPr>
          <a:xfrm>
            <a:off x="838080" y="1825560"/>
            <a:ext cx="10513800" cy="3930480"/>
          </a:xfrm>
          <a:prstGeom prst="rect">
            <a:avLst/>
          </a:prstGeom>
          <a:noFill/>
          <a:ln w="0">
            <a:noFill/>
          </a:ln>
        </p:spPr>
        <p:txBody>
          <a:bodyPr lIns="91440" tIns="45720" rIns="91440" bIns="45720" anchor="t">
            <a:noAutofit/>
          </a:bodyPr>
          <a:lstStyle/>
          <a:p>
            <a:pPr marL="228600" indent="-228600" defTabSz="914400">
              <a:lnSpc>
                <a:spcPct val="100000"/>
              </a:lnSpc>
              <a:spcBef>
                <a:spcPts val="1001"/>
              </a:spcBef>
              <a:spcAft>
                <a:spcPts val="1199"/>
              </a:spcAft>
              <a:buClr>
                <a:srgbClr val="000000"/>
              </a:buClr>
              <a:buFont typeface="Arial"/>
              <a:buChar char="•"/>
            </a:pPr>
            <a:r>
              <a:rPr lang="ne-NP" sz="3200" b="1" u="none" strike="noStrike" dirty="0">
                <a:solidFill>
                  <a:schemeClr val="dk1"/>
                </a:solidFill>
                <a:uFillTx/>
                <a:latin typeface="Kokila"/>
                <a:cs typeface="Kokila"/>
              </a:rPr>
              <a:t>धार्मिक</a:t>
            </a:r>
            <a:r>
              <a:rPr lang="en-US" sz="3200" b="1" u="none" strike="noStrike" dirty="0">
                <a:solidFill>
                  <a:schemeClr val="dk1"/>
                </a:solidFill>
                <a:uFillTx/>
                <a:latin typeface="Kokila"/>
              </a:rPr>
              <a:t> (Religious): </a:t>
            </a:r>
            <a:r>
              <a:rPr lang="ne-NP" sz="3200" b="0" u="none" strike="noStrike" dirty="0">
                <a:solidFill>
                  <a:schemeClr val="dk1"/>
                </a:solidFill>
                <a:uFillTx/>
                <a:latin typeface="Kokila"/>
                <a:cs typeface="Kokila"/>
              </a:rPr>
              <a:t>धार्मिक परम्परा द्वारा निर्देशित र मान्यता प्राप्त भू सम्बन्ध </a:t>
            </a:r>
            <a:endParaRPr lang="en-US" sz="3200" b="0" u="none" strike="noStrike" dirty="0">
              <a:solidFill>
                <a:srgbClr val="000000"/>
              </a:solidFill>
              <a:uFillTx/>
              <a:latin typeface="Arial"/>
            </a:endParaRPr>
          </a:p>
          <a:p>
            <a:pPr marL="228600" indent="-228600" defTabSz="914400">
              <a:lnSpc>
                <a:spcPct val="100000"/>
              </a:lnSpc>
              <a:spcBef>
                <a:spcPts val="1001"/>
              </a:spcBef>
              <a:spcAft>
                <a:spcPts val="1199"/>
              </a:spcAft>
              <a:buClr>
                <a:srgbClr val="000000"/>
              </a:buClr>
              <a:buFont typeface="Arial"/>
              <a:buChar char="•"/>
            </a:pPr>
            <a:r>
              <a:rPr lang="ne-NP" sz="3200" b="1" u="none" strike="noStrike" dirty="0">
                <a:solidFill>
                  <a:schemeClr val="dk1"/>
                </a:solidFill>
                <a:uFillTx/>
                <a:latin typeface="Kokila"/>
                <a:cs typeface="Kokila"/>
              </a:rPr>
              <a:t>प्रथाजनित </a:t>
            </a:r>
            <a:r>
              <a:rPr lang="en-US" sz="3200" b="1" u="none" strike="noStrike" dirty="0">
                <a:solidFill>
                  <a:schemeClr val="dk1"/>
                </a:solidFill>
                <a:uFillTx/>
                <a:latin typeface="Kokila"/>
              </a:rPr>
              <a:t>(Customary): </a:t>
            </a:r>
            <a:r>
              <a:rPr lang="ne-NP" sz="3200" b="0" u="none" strike="noStrike" dirty="0">
                <a:solidFill>
                  <a:schemeClr val="dk1"/>
                </a:solidFill>
                <a:uFillTx/>
                <a:latin typeface="Kokila"/>
                <a:cs typeface="Kokila"/>
              </a:rPr>
              <a:t>विभिन्न प्रथाहरु</a:t>
            </a:r>
            <a:r>
              <a:rPr lang="en-US" sz="3200" b="0" u="none" strike="noStrike" dirty="0">
                <a:solidFill>
                  <a:schemeClr val="dk1"/>
                </a:solidFill>
                <a:uFillTx/>
                <a:latin typeface="Kokila"/>
              </a:rPr>
              <a:t>, </a:t>
            </a:r>
            <a:r>
              <a:rPr lang="ne-NP" sz="3200" b="0" u="none" strike="noStrike" dirty="0">
                <a:solidFill>
                  <a:schemeClr val="dk1"/>
                </a:solidFill>
                <a:uFillTx/>
                <a:latin typeface="Kokila"/>
                <a:cs typeface="Kokila"/>
              </a:rPr>
              <a:t>परापुर्ब देखि चली आएका परम्परा र मान्यता द्वारा निर्देशित र मान्यता प्राप्त भू सम्बन्ध </a:t>
            </a:r>
            <a:endParaRPr lang="en-US" sz="3200" b="0" u="none" strike="noStrike" dirty="0">
              <a:solidFill>
                <a:srgbClr val="000000"/>
              </a:solidFill>
              <a:uFillTx/>
              <a:latin typeface="Arial"/>
            </a:endParaRPr>
          </a:p>
          <a:p>
            <a:pPr marL="228600" indent="-228600" defTabSz="914400">
              <a:lnSpc>
                <a:spcPct val="100000"/>
              </a:lnSpc>
              <a:spcBef>
                <a:spcPts val="1001"/>
              </a:spcBef>
              <a:spcAft>
                <a:spcPts val="1199"/>
              </a:spcAft>
              <a:buClr>
                <a:srgbClr val="000000"/>
              </a:buClr>
              <a:buFont typeface="Arial"/>
              <a:buChar char="•"/>
            </a:pPr>
            <a:r>
              <a:rPr lang="ne-NP" sz="3200" b="1" u="none" strike="noStrike" dirty="0">
                <a:solidFill>
                  <a:schemeClr val="dk1"/>
                </a:solidFill>
                <a:uFillTx/>
                <a:latin typeface="Kokila"/>
                <a:cs typeface="Kokila"/>
              </a:rPr>
              <a:t>अनौपचारिक </a:t>
            </a:r>
            <a:r>
              <a:rPr lang="en-US" sz="3200" b="1" u="none" strike="noStrike" dirty="0">
                <a:solidFill>
                  <a:schemeClr val="dk1"/>
                </a:solidFill>
                <a:uFillTx/>
                <a:latin typeface="Kokila"/>
              </a:rPr>
              <a:t>(Informal): </a:t>
            </a:r>
            <a:r>
              <a:rPr lang="ne-NP" sz="3200" b="0" u="none" strike="noStrike" dirty="0">
                <a:solidFill>
                  <a:schemeClr val="dk1"/>
                </a:solidFill>
                <a:uFillTx/>
                <a:latin typeface="Kokila"/>
                <a:cs typeface="Kokila"/>
              </a:rPr>
              <a:t>राज्यको आधिकारिक दर्ता प्रणाली भित्र आवद्ध नभएको</a:t>
            </a:r>
            <a:r>
              <a:rPr lang="en-US" sz="3200" b="0" u="none" strike="noStrike" dirty="0">
                <a:solidFill>
                  <a:schemeClr val="dk1"/>
                </a:solidFill>
                <a:uFillTx/>
                <a:latin typeface="Kokila"/>
              </a:rPr>
              <a:t>, </a:t>
            </a:r>
            <a:r>
              <a:rPr lang="ne-NP" sz="3200" b="0" u="none" strike="noStrike" dirty="0">
                <a:solidFill>
                  <a:schemeClr val="dk1"/>
                </a:solidFill>
                <a:uFillTx/>
                <a:latin typeface="Kokila"/>
                <a:cs typeface="Kokila"/>
              </a:rPr>
              <a:t>कानूनद्वारा मान्यता प्राप्त नभएको</a:t>
            </a:r>
            <a:r>
              <a:rPr lang="en-US" sz="3200" b="0" u="none" strike="noStrike" dirty="0">
                <a:solidFill>
                  <a:schemeClr val="dk1"/>
                </a:solidFill>
                <a:uFillTx/>
                <a:latin typeface="Kokila"/>
              </a:rPr>
              <a:t>, </a:t>
            </a:r>
            <a:r>
              <a:rPr lang="ne-NP" sz="3200" b="0" u="none" strike="noStrike" dirty="0">
                <a:solidFill>
                  <a:schemeClr val="dk1"/>
                </a:solidFill>
                <a:uFillTx/>
                <a:latin typeface="Kokila"/>
                <a:cs typeface="Kokila"/>
              </a:rPr>
              <a:t>अनौपचारिक भू सम्बन्ध </a:t>
            </a:r>
            <a:endParaRPr lang="en-US" sz="3200" b="0" u="none" strike="noStrike" dirty="0">
              <a:solidFill>
                <a:srgbClr val="000000"/>
              </a:solidFill>
              <a:uFillTx/>
              <a:latin typeface="Arial"/>
            </a:endParaRPr>
          </a:p>
          <a:p>
            <a:pPr marL="228600" indent="-228600" defTabSz="914400">
              <a:lnSpc>
                <a:spcPct val="100000"/>
              </a:lnSpc>
              <a:spcBef>
                <a:spcPts val="1001"/>
              </a:spcBef>
              <a:spcAft>
                <a:spcPts val="1199"/>
              </a:spcAft>
              <a:buClr>
                <a:srgbClr val="000000"/>
              </a:buClr>
              <a:buFont typeface="Arial"/>
              <a:buChar char="•"/>
            </a:pPr>
            <a:r>
              <a:rPr lang="ne-NP" sz="3200" b="1" u="none" strike="noStrike" dirty="0">
                <a:solidFill>
                  <a:schemeClr val="dk1"/>
                </a:solidFill>
                <a:uFillTx/>
                <a:latin typeface="Kokila"/>
                <a:cs typeface="Kokila"/>
              </a:rPr>
              <a:t>औपचारिक </a:t>
            </a:r>
            <a:r>
              <a:rPr lang="en-US" sz="3200" b="1" u="none" strike="noStrike" dirty="0">
                <a:solidFill>
                  <a:schemeClr val="dk1"/>
                </a:solidFill>
                <a:uFillTx/>
                <a:latin typeface="Kokila"/>
              </a:rPr>
              <a:t>(Formal): </a:t>
            </a:r>
            <a:r>
              <a:rPr lang="ne-NP" sz="3200" b="0" u="none" strike="noStrike" dirty="0">
                <a:solidFill>
                  <a:schemeClr val="dk1"/>
                </a:solidFill>
                <a:uFillTx/>
                <a:latin typeface="Kokila"/>
                <a:cs typeface="Kokila"/>
              </a:rPr>
              <a:t>राज्यको आधिकारिक दर्ता प्रणाली भित्र आवद्ध</a:t>
            </a:r>
            <a:r>
              <a:rPr lang="en-US" sz="3200" b="0" u="none" strike="noStrike" dirty="0">
                <a:solidFill>
                  <a:schemeClr val="dk1"/>
                </a:solidFill>
                <a:uFillTx/>
                <a:latin typeface="Kokila"/>
              </a:rPr>
              <a:t>, </a:t>
            </a:r>
            <a:r>
              <a:rPr lang="ne-NP" sz="3200" b="0" u="none" strike="noStrike" dirty="0">
                <a:solidFill>
                  <a:schemeClr val="dk1"/>
                </a:solidFill>
                <a:uFillTx/>
                <a:latin typeface="Kokila"/>
                <a:cs typeface="Kokila"/>
              </a:rPr>
              <a:t>कानूनद्वारा मान्यता प्राप्त</a:t>
            </a:r>
            <a:r>
              <a:rPr lang="en-US" sz="3200" b="0" u="none" strike="noStrike" dirty="0">
                <a:solidFill>
                  <a:schemeClr val="dk1"/>
                </a:solidFill>
                <a:uFillTx/>
                <a:latin typeface="Kokila"/>
              </a:rPr>
              <a:t>, </a:t>
            </a:r>
            <a:r>
              <a:rPr lang="ne-NP" sz="3200" b="0" u="none" strike="noStrike" dirty="0">
                <a:solidFill>
                  <a:schemeClr val="dk1"/>
                </a:solidFill>
                <a:uFillTx/>
                <a:latin typeface="Kokila"/>
                <a:cs typeface="Kokila"/>
              </a:rPr>
              <a:t>बैधानिक </a:t>
            </a:r>
            <a:endParaRPr lang="en-US" sz="3200" b="0" u="none" strike="noStrike" dirty="0">
              <a:solidFill>
                <a:srgbClr val="000000"/>
              </a:solidFill>
              <a:uFillTx/>
              <a:latin typeface="Arial"/>
            </a:endParaRPr>
          </a:p>
          <a:p>
            <a:pPr indent="0" defTabSz="914400">
              <a:lnSpc>
                <a:spcPct val="100000"/>
              </a:lnSpc>
              <a:spcBef>
                <a:spcPts val="1001"/>
              </a:spcBef>
              <a:spcAft>
                <a:spcPts val="1199"/>
              </a:spcAft>
              <a:buNone/>
              <a:tabLst>
                <a:tab pos="0" algn="l"/>
              </a:tabLst>
            </a:pPr>
            <a:endParaRPr lang="en-US" b="0" u="none" strike="noStrike" dirty="0">
              <a:solidFill>
                <a:srgbClr val="000000"/>
              </a:solidFill>
              <a:uFillTx/>
              <a:latin typeface="Arial"/>
            </a:endParaRPr>
          </a:p>
          <a:p>
            <a:pPr indent="0" defTabSz="914400">
              <a:lnSpc>
                <a:spcPct val="90000"/>
              </a:lnSpc>
              <a:spcBef>
                <a:spcPts val="499"/>
              </a:spcBef>
              <a:buNone/>
              <a:tabLst>
                <a:tab pos="0" algn="l"/>
              </a:tabLst>
            </a:pPr>
            <a:endParaRPr lang="en-US" b="0" u="none" strike="noStrike" dirty="0">
              <a:solidFill>
                <a:srgbClr val="000000"/>
              </a:solidFill>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PlaceHolder 1"/>
          <p:cNvSpPr>
            <a:spLocks noGrp="1"/>
          </p:cNvSpPr>
          <p:nvPr>
            <p:ph type="title"/>
          </p:nvPr>
        </p:nvSpPr>
        <p:spPr>
          <a:xfrm>
            <a:off x="648360" y="365040"/>
            <a:ext cx="11063520" cy="1323720"/>
          </a:xfrm>
          <a:prstGeom prst="rect">
            <a:avLst/>
          </a:prstGeom>
          <a:noFill/>
          <a:ln w="0">
            <a:noFill/>
          </a:ln>
        </p:spPr>
        <p:txBody>
          <a:bodyPr lIns="91440" tIns="45720" rIns="91440" bIns="45720" anchor="ctr">
            <a:normAutofit/>
          </a:bodyPr>
          <a:lstStyle/>
          <a:p>
            <a:pPr indent="0" defTabSz="914400">
              <a:lnSpc>
                <a:spcPct val="90000"/>
              </a:lnSpc>
              <a:buNone/>
              <a:tabLst>
                <a:tab pos="0" algn="l"/>
              </a:tabLst>
            </a:pPr>
            <a:r>
              <a:rPr lang="ne-NP" sz="4000" b="0" u="none" strike="noStrike">
                <a:solidFill>
                  <a:schemeClr val="dk1"/>
                </a:solidFill>
                <a:uFillTx/>
                <a:latin typeface="Kalimati"/>
                <a:cs typeface="Kalimati"/>
              </a:rPr>
              <a:t>नेपालमा बिद्यमान भू</a:t>
            </a:r>
            <a:r>
              <a:rPr lang="en-US" sz="4000" b="0" u="none" strike="noStrike">
                <a:solidFill>
                  <a:schemeClr val="dk1"/>
                </a:solidFill>
                <a:uFillTx/>
                <a:latin typeface="Kalimati"/>
              </a:rPr>
              <a:t>-</a:t>
            </a:r>
            <a:r>
              <a:rPr lang="ne-NP" sz="4000" b="0" u="none" strike="noStrike">
                <a:solidFill>
                  <a:schemeClr val="dk1"/>
                </a:solidFill>
                <a:uFillTx/>
                <a:latin typeface="Kalimati"/>
                <a:cs typeface="Kalimati"/>
              </a:rPr>
              <a:t>सम्बन्ध प्रणाली </a:t>
            </a:r>
            <a:r>
              <a:rPr lang="en-US" sz="4000" b="0" u="none" strike="noStrike">
                <a:solidFill>
                  <a:schemeClr val="dk1"/>
                </a:solidFill>
                <a:uFillTx/>
                <a:latin typeface="Kalimati"/>
              </a:rPr>
              <a:t>(</a:t>
            </a:r>
            <a:r>
              <a:rPr lang="ne-NP" sz="4000" b="0" u="none" strike="noStrike">
                <a:solidFill>
                  <a:schemeClr val="dk1"/>
                </a:solidFill>
                <a:uFillTx/>
                <a:latin typeface="Kalimati"/>
                <a:cs typeface="Kalimati"/>
              </a:rPr>
              <a:t>२०२१ सम्म</a:t>
            </a:r>
            <a:r>
              <a:rPr lang="en-US" sz="4000" b="0" u="none" strike="noStrike">
                <a:solidFill>
                  <a:schemeClr val="dk1"/>
                </a:solidFill>
                <a:uFillTx/>
                <a:latin typeface="Kalimati"/>
              </a:rPr>
              <a:t>)</a:t>
            </a:r>
            <a:endParaRPr lang="en-US" sz="4000" b="0" u="none" strike="noStrike">
              <a:solidFill>
                <a:srgbClr val="000000"/>
              </a:solidFill>
              <a:uFillTx/>
              <a:latin typeface="Arial"/>
            </a:endParaRPr>
          </a:p>
        </p:txBody>
      </p:sp>
      <p:sp>
        <p:nvSpPr>
          <p:cNvPr id="171" name="PlaceHolder 2"/>
          <p:cNvSpPr>
            <a:spLocks noGrp="1"/>
          </p:cNvSpPr>
          <p:nvPr>
            <p:ph/>
          </p:nvPr>
        </p:nvSpPr>
        <p:spPr>
          <a:xfrm>
            <a:off x="838080" y="1379246"/>
            <a:ext cx="11063520" cy="5478753"/>
          </a:xfrm>
          <a:prstGeom prst="rect">
            <a:avLst/>
          </a:prstGeom>
          <a:noFill/>
          <a:ln w="0">
            <a:noFill/>
          </a:ln>
        </p:spPr>
        <p:txBody>
          <a:bodyPr lIns="91440" tIns="45720" rIns="91440" bIns="45720" anchor="t">
            <a:normAutofit fontScale="77500" lnSpcReduction="20000"/>
          </a:bodyPr>
          <a:lstStyle/>
          <a:p>
            <a:pPr marL="228600" indent="-228600" defTabSz="914400">
              <a:lnSpc>
                <a:spcPct val="150000"/>
              </a:lnSpc>
              <a:spcBef>
                <a:spcPts val="1001"/>
              </a:spcBef>
              <a:buClr>
                <a:srgbClr val="000000"/>
              </a:buClr>
              <a:buFont typeface="Arial"/>
              <a:buChar char="•"/>
            </a:pPr>
            <a:r>
              <a:rPr lang="ne-NP" sz="2800" b="0" u="none" strike="noStrike" dirty="0">
                <a:solidFill>
                  <a:schemeClr val="dk1"/>
                </a:solidFill>
                <a:uFillTx/>
                <a:latin typeface="Kalimati"/>
                <a:cs typeface="Kalimati"/>
              </a:rPr>
              <a:t>रैकरः </a:t>
            </a:r>
            <a:r>
              <a:rPr lang="en-US" sz="2800" b="0" u="none" strike="noStrike" dirty="0">
                <a:solidFill>
                  <a:schemeClr val="dk1"/>
                </a:solidFill>
                <a:uFillTx/>
                <a:latin typeface="+mn-lt"/>
                <a:cs typeface="Times New Roman" panose="02020603050405020304" pitchFamily="18" charset="0"/>
              </a:rPr>
              <a:t>Concept of state land </a:t>
            </a:r>
            <a:r>
              <a:rPr lang="en-US" sz="2800" b="0" u="none" strike="noStrike" dirty="0">
                <a:solidFill>
                  <a:schemeClr val="dk1"/>
                </a:solidFill>
                <a:uFillTx/>
                <a:latin typeface="+mn-lt"/>
              </a:rPr>
              <a:t>ownership</a:t>
            </a:r>
            <a:endParaRPr lang="en-US" sz="2800" b="0" u="none" strike="noStrike" dirty="0">
              <a:solidFill>
                <a:srgbClr val="000000"/>
              </a:solidFill>
              <a:uFillTx/>
              <a:latin typeface="+mn-lt"/>
            </a:endParaRPr>
          </a:p>
          <a:p>
            <a:pPr marL="685800" lvl="1" indent="-228600" defTabSz="914400">
              <a:lnSpc>
                <a:spcPct val="150000"/>
              </a:lnSpc>
              <a:spcBef>
                <a:spcPts val="499"/>
              </a:spcBef>
              <a:buClr>
                <a:srgbClr val="000000"/>
              </a:buClr>
              <a:buFont typeface="Arial"/>
              <a:buChar char="•"/>
            </a:pPr>
            <a:r>
              <a:rPr lang="ne-NP" sz="2000" b="0" u="none" strike="noStrike" dirty="0">
                <a:solidFill>
                  <a:schemeClr val="dk1"/>
                </a:solidFill>
                <a:uFillTx/>
                <a:latin typeface="Kalimati"/>
                <a:cs typeface="Kalimati"/>
              </a:rPr>
              <a:t>बिर्ताः </a:t>
            </a:r>
            <a:r>
              <a:rPr lang="en-US" sz="2800" kern="1200" dirty="0">
                <a:solidFill>
                  <a:schemeClr val="dk1"/>
                </a:solidFill>
                <a:latin typeface="+mn-lt"/>
                <a:ea typeface="+mj-ea"/>
                <a:cs typeface="Times New Roman" panose="02020603050405020304" pitchFamily="18" charset="0"/>
              </a:rPr>
              <a:t>Privileged land ownership </a:t>
            </a:r>
          </a:p>
          <a:p>
            <a:pPr marL="685800" lvl="1" indent="-228600" defTabSz="914400">
              <a:lnSpc>
                <a:spcPct val="150000"/>
              </a:lnSpc>
              <a:spcBef>
                <a:spcPts val="499"/>
              </a:spcBef>
              <a:buClr>
                <a:srgbClr val="000000"/>
              </a:buClr>
              <a:buFont typeface="Arial"/>
              <a:buChar char="•"/>
            </a:pPr>
            <a:r>
              <a:rPr lang="ne-NP" sz="2000" b="0" u="none" strike="noStrike" dirty="0">
                <a:solidFill>
                  <a:schemeClr val="dk1"/>
                </a:solidFill>
                <a:uFillTx/>
                <a:latin typeface="Kalimati"/>
                <a:cs typeface="Kalimati"/>
              </a:rPr>
              <a:t>जागीरः </a:t>
            </a:r>
            <a:r>
              <a:rPr lang="en-US" sz="2800" kern="1200" dirty="0">
                <a:solidFill>
                  <a:schemeClr val="dk1"/>
                </a:solidFill>
                <a:latin typeface="+mn-lt"/>
                <a:ea typeface="+mj-ea"/>
                <a:cs typeface="Times New Roman" panose="02020603050405020304" pitchFamily="18" charset="0"/>
              </a:rPr>
              <a:t>Assigned land ownership </a:t>
            </a:r>
          </a:p>
          <a:p>
            <a:pPr marL="685800" lvl="1" indent="-228600" defTabSz="914400">
              <a:lnSpc>
                <a:spcPct val="150000"/>
              </a:lnSpc>
              <a:spcBef>
                <a:spcPts val="499"/>
              </a:spcBef>
              <a:buClr>
                <a:srgbClr val="000000"/>
              </a:buClr>
              <a:buFont typeface="Arial"/>
              <a:buChar char="•"/>
            </a:pPr>
            <a:r>
              <a:rPr lang="ne-NP" sz="2000" b="0" u="none" strike="noStrike" dirty="0">
                <a:solidFill>
                  <a:schemeClr val="dk1"/>
                </a:solidFill>
                <a:uFillTx/>
                <a:latin typeface="Kalimati"/>
                <a:cs typeface="Kalimati"/>
              </a:rPr>
              <a:t>रकमः </a:t>
            </a:r>
            <a:r>
              <a:rPr lang="en-US" sz="2800" kern="1200" dirty="0">
                <a:solidFill>
                  <a:schemeClr val="dk1"/>
                </a:solidFill>
                <a:latin typeface="+mn-lt"/>
                <a:ea typeface="+mj-ea"/>
                <a:cs typeface="Times New Roman" panose="02020603050405020304" pitchFamily="18" charset="0"/>
              </a:rPr>
              <a:t>Unpaid labor</a:t>
            </a:r>
          </a:p>
          <a:p>
            <a:pPr marL="685800" lvl="1" indent="-228600" defTabSz="914400">
              <a:lnSpc>
                <a:spcPct val="150000"/>
              </a:lnSpc>
              <a:spcBef>
                <a:spcPts val="499"/>
              </a:spcBef>
              <a:buClr>
                <a:srgbClr val="000000"/>
              </a:buClr>
              <a:buFont typeface="Arial"/>
              <a:buChar char="•"/>
            </a:pPr>
            <a:r>
              <a:rPr lang="ne-NP" sz="2000" b="0" u="none" strike="noStrike" dirty="0">
                <a:solidFill>
                  <a:schemeClr val="dk1"/>
                </a:solidFill>
                <a:uFillTx/>
                <a:latin typeface="Kalimati"/>
                <a:cs typeface="Kalimati"/>
              </a:rPr>
              <a:t>गुठीः </a:t>
            </a:r>
            <a:r>
              <a:rPr lang="en-US" sz="3100" kern="1200" dirty="0">
                <a:solidFill>
                  <a:schemeClr val="dk1"/>
                </a:solidFill>
                <a:latin typeface="+mn-lt"/>
                <a:ea typeface="+mj-ea"/>
                <a:cs typeface="Times New Roman" panose="02020603050405020304" pitchFamily="18" charset="0"/>
              </a:rPr>
              <a:t>Institutional  land ownership</a:t>
            </a:r>
          </a:p>
          <a:p>
            <a:pPr marL="685800" lvl="1" indent="-228600" defTabSz="914400">
              <a:lnSpc>
                <a:spcPct val="150000"/>
              </a:lnSpc>
              <a:spcBef>
                <a:spcPts val="499"/>
              </a:spcBef>
              <a:buClr>
                <a:srgbClr val="000000"/>
              </a:buClr>
              <a:buFont typeface="Arial"/>
              <a:buChar char="•"/>
            </a:pPr>
            <a:r>
              <a:rPr lang="ne-NP" sz="2000" b="0" u="none" strike="noStrike" dirty="0">
                <a:solidFill>
                  <a:schemeClr val="dk1"/>
                </a:solidFill>
                <a:uFillTx/>
                <a:latin typeface="Kalimati"/>
                <a:cs typeface="Kalimati"/>
              </a:rPr>
              <a:t>जिमिदारीः </a:t>
            </a:r>
            <a:r>
              <a:rPr lang="en-US" sz="3100" kern="1200" dirty="0" err="1">
                <a:solidFill>
                  <a:schemeClr val="dk1"/>
                </a:solidFill>
                <a:latin typeface="+mn-lt"/>
                <a:ea typeface="+mj-ea"/>
                <a:cs typeface="Times New Roman" panose="02020603050405020304" pitchFamily="18" charset="0"/>
              </a:rPr>
              <a:t>Jimidari</a:t>
            </a:r>
            <a:r>
              <a:rPr lang="en-US" sz="3100" kern="1200" dirty="0">
                <a:solidFill>
                  <a:schemeClr val="dk1"/>
                </a:solidFill>
                <a:latin typeface="+mn-lt"/>
                <a:ea typeface="+mj-ea"/>
                <a:cs typeface="Times New Roman" panose="02020603050405020304" pitchFamily="18" charset="0"/>
              </a:rPr>
              <a:t> land ownership, </a:t>
            </a:r>
          </a:p>
          <a:p>
            <a:pPr marL="685800" lvl="1" indent="-228600" defTabSz="914400">
              <a:lnSpc>
                <a:spcPct val="150000"/>
              </a:lnSpc>
              <a:spcBef>
                <a:spcPts val="499"/>
              </a:spcBef>
              <a:buClr>
                <a:srgbClr val="000000"/>
              </a:buClr>
              <a:buFont typeface="Arial"/>
              <a:buChar char="•"/>
            </a:pPr>
            <a:r>
              <a:rPr lang="ne-NP" sz="2000" b="0" u="none" strike="noStrike" dirty="0">
                <a:solidFill>
                  <a:schemeClr val="dk1"/>
                </a:solidFill>
                <a:uFillTx/>
                <a:latin typeface="Kalimati"/>
                <a:cs typeface="Kalimati"/>
              </a:rPr>
              <a:t>झोडा</a:t>
            </a:r>
            <a:r>
              <a:rPr lang="en-US" sz="2000" b="0" u="none" strike="noStrike" dirty="0">
                <a:solidFill>
                  <a:schemeClr val="dk1"/>
                </a:solidFill>
                <a:uFillTx/>
                <a:latin typeface="Kalimati"/>
              </a:rPr>
              <a:t>, </a:t>
            </a:r>
            <a:r>
              <a:rPr lang="ne-NP" sz="2000" b="0" u="none" strike="noStrike" dirty="0">
                <a:solidFill>
                  <a:schemeClr val="dk1"/>
                </a:solidFill>
                <a:uFillTx/>
                <a:latin typeface="Kalimati"/>
                <a:cs typeface="Kalimati"/>
              </a:rPr>
              <a:t>उखडा</a:t>
            </a:r>
            <a:endParaRPr lang="en-US" sz="2000" b="0" u="none" strike="noStrike" dirty="0">
              <a:solidFill>
                <a:srgbClr val="000000"/>
              </a:solidFill>
              <a:uFillTx/>
              <a:latin typeface="Arial"/>
            </a:endParaRPr>
          </a:p>
          <a:p>
            <a:pPr marL="685800" lvl="1" indent="-228600" defTabSz="914400">
              <a:lnSpc>
                <a:spcPct val="150000"/>
              </a:lnSpc>
              <a:spcBef>
                <a:spcPts val="499"/>
              </a:spcBef>
              <a:buClr>
                <a:srgbClr val="000000"/>
              </a:buClr>
              <a:buFont typeface="Arial"/>
              <a:buChar char="•"/>
            </a:pPr>
            <a:r>
              <a:rPr lang="ne-NP" sz="2000" b="0" u="none" strike="noStrike" dirty="0">
                <a:solidFill>
                  <a:schemeClr val="dk1"/>
                </a:solidFill>
                <a:uFillTx/>
                <a:latin typeface="Kalimati"/>
                <a:cs typeface="Kalimati"/>
              </a:rPr>
              <a:t>खान्गी, जिरायत</a:t>
            </a:r>
          </a:p>
          <a:p>
            <a:pPr marL="685800" lvl="1" indent="-228600">
              <a:lnSpc>
                <a:spcPct val="150000"/>
              </a:lnSpc>
              <a:spcBef>
                <a:spcPts val="499"/>
              </a:spcBef>
              <a:buClr>
                <a:srgbClr val="000000"/>
              </a:buClr>
              <a:buFont typeface="Arial"/>
              <a:buChar char="•"/>
            </a:pPr>
            <a:r>
              <a:rPr lang="ne-NP" sz="2000" b="0" u="none" strike="noStrike" dirty="0">
                <a:solidFill>
                  <a:schemeClr val="dk1"/>
                </a:solidFill>
                <a:uFillTx/>
                <a:latin typeface="Kalimati"/>
                <a:cs typeface="Kalimati"/>
              </a:rPr>
              <a:t>शेरा</a:t>
            </a:r>
            <a:endParaRPr lang="en-US" sz="2000" b="0" u="none" strike="noStrike" dirty="0">
              <a:solidFill>
                <a:srgbClr val="000000"/>
              </a:solidFill>
              <a:uFillTx/>
              <a:latin typeface="Arial"/>
            </a:endParaRPr>
          </a:p>
          <a:p>
            <a:pPr marL="228600" indent="-228600" defTabSz="914400">
              <a:lnSpc>
                <a:spcPct val="150000"/>
              </a:lnSpc>
              <a:spcBef>
                <a:spcPts val="1001"/>
              </a:spcBef>
              <a:buClr>
                <a:srgbClr val="000000"/>
              </a:buClr>
              <a:buFont typeface="Arial"/>
              <a:buChar char="•"/>
            </a:pPr>
            <a:r>
              <a:rPr lang="ne-NP" sz="2800" b="0" u="none" strike="noStrike" dirty="0">
                <a:solidFill>
                  <a:schemeClr val="dk1"/>
                </a:solidFill>
                <a:uFillTx/>
                <a:latin typeface="Kalimati"/>
                <a:cs typeface="Kalimati"/>
              </a:rPr>
              <a:t>कीपटः </a:t>
            </a:r>
            <a:r>
              <a:rPr lang="en-US" sz="3100" dirty="0">
                <a:solidFill>
                  <a:schemeClr val="dk1"/>
                </a:solidFill>
                <a:latin typeface="+mn-lt"/>
                <a:cs typeface="Times New Roman" panose="02020603050405020304" pitchFamily="18" charset="0"/>
              </a:rPr>
              <a:t>Concept of Communal ownership</a:t>
            </a:r>
          </a:p>
          <a:p>
            <a:pPr indent="0" algn="r" defTabSz="914400">
              <a:lnSpc>
                <a:spcPct val="90000"/>
              </a:lnSpc>
              <a:spcBef>
                <a:spcPts val="1001"/>
              </a:spcBef>
              <a:buNone/>
              <a:tabLst>
                <a:tab pos="0" algn="l"/>
              </a:tabLst>
            </a:pPr>
            <a:r>
              <a:rPr lang="en-US" sz="3100" dirty="0">
                <a:solidFill>
                  <a:schemeClr val="dk1"/>
                </a:solidFill>
                <a:latin typeface="+mn-lt"/>
                <a:cs typeface="Times New Roman" panose="02020603050405020304" pitchFamily="18" charset="0"/>
              </a:rPr>
              <a:t>(Mahesh C. Regmi, Land Ownership in Nepal, 1977)</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PlaceHolder 1"/>
          <p:cNvSpPr>
            <a:spLocks noGrp="1"/>
          </p:cNvSpPr>
          <p:nvPr>
            <p:ph/>
          </p:nvPr>
        </p:nvSpPr>
        <p:spPr>
          <a:xfrm>
            <a:off x="838080" y="1901762"/>
            <a:ext cx="10513800" cy="4349520"/>
          </a:xfrm>
          <a:prstGeom prst="rect">
            <a:avLst/>
          </a:prstGeom>
          <a:noFill/>
          <a:ln w="0">
            <a:noFill/>
          </a:ln>
        </p:spPr>
        <p:txBody>
          <a:bodyPr lIns="91440" tIns="45720" rIns="91440" bIns="45720" anchor="t">
            <a:noAutofit/>
          </a:bodyPr>
          <a:lstStyle/>
          <a:p>
            <a:pPr marL="228600" indent="-228600" defTabSz="914400">
              <a:lnSpc>
                <a:spcPct val="150000"/>
              </a:lnSpc>
              <a:spcBef>
                <a:spcPts val="1001"/>
              </a:spcBef>
              <a:buClr>
                <a:srgbClr val="000000"/>
              </a:buClr>
              <a:buFont typeface="Arial"/>
              <a:buChar char="•"/>
            </a:pPr>
            <a:r>
              <a:rPr lang="ne-NP" sz="3200" b="0" u="none" strike="noStrike" dirty="0">
                <a:solidFill>
                  <a:schemeClr val="dk1"/>
                </a:solidFill>
                <a:uFillTx/>
                <a:latin typeface="Calibri"/>
                <a:cs typeface="Kalimati"/>
              </a:rPr>
              <a:t>रैकरः व्यक्तिको पूर्ण अधिकार भएको नम्बरी जग्गा</a:t>
            </a:r>
            <a:endParaRPr lang="en-US" sz="3200" b="0" u="none" strike="noStrike" dirty="0">
              <a:solidFill>
                <a:srgbClr val="000000"/>
              </a:solidFill>
              <a:uFillTx/>
              <a:latin typeface="Arial"/>
            </a:endParaRPr>
          </a:p>
          <a:p>
            <a:pPr marL="228600" indent="-228600" defTabSz="914400">
              <a:lnSpc>
                <a:spcPct val="150000"/>
              </a:lnSpc>
              <a:spcBef>
                <a:spcPts val="1001"/>
              </a:spcBef>
              <a:buClr>
                <a:srgbClr val="000000"/>
              </a:buClr>
              <a:buFont typeface="Arial"/>
              <a:buChar char="•"/>
            </a:pPr>
            <a:r>
              <a:rPr lang="ne-NP" sz="3200" b="0" u="none" strike="noStrike" dirty="0">
                <a:solidFill>
                  <a:schemeClr val="dk1"/>
                </a:solidFill>
                <a:uFillTx/>
                <a:latin typeface="Calibri"/>
                <a:cs typeface="Kalimati"/>
              </a:rPr>
              <a:t>गुठीः बिभिन्न किसिमका गुठी स्थापना भई गुठी संस्थानद्वाराको अधिकारक्षेत्र भित्रको बिभिन्न किसिमको जग्गा</a:t>
            </a:r>
            <a:endParaRPr lang="en-US" sz="3200" b="0" u="none" strike="noStrike" dirty="0">
              <a:solidFill>
                <a:srgbClr val="000000"/>
              </a:solidFill>
              <a:uFillTx/>
              <a:latin typeface="Arial"/>
            </a:endParaRPr>
          </a:p>
          <a:p>
            <a:pPr marL="228600" indent="-228600" defTabSz="914400">
              <a:lnSpc>
                <a:spcPct val="150000"/>
              </a:lnSpc>
              <a:spcBef>
                <a:spcPts val="1001"/>
              </a:spcBef>
              <a:buClr>
                <a:srgbClr val="000000"/>
              </a:buClr>
              <a:buFont typeface="Arial"/>
              <a:buChar char="•"/>
            </a:pPr>
            <a:r>
              <a:rPr lang="ne-NP" sz="3200" b="0" u="none" strike="noStrike" dirty="0">
                <a:solidFill>
                  <a:schemeClr val="dk1"/>
                </a:solidFill>
                <a:uFillTx/>
                <a:latin typeface="Calibri"/>
                <a:cs typeface="Kalimati"/>
              </a:rPr>
              <a:t>सरकारी</a:t>
            </a:r>
            <a:r>
              <a:rPr lang="en-US" sz="3200" b="0" u="none" strike="noStrike" dirty="0">
                <a:solidFill>
                  <a:schemeClr val="dk1"/>
                </a:solidFill>
                <a:uFillTx/>
                <a:latin typeface="Calibri"/>
              </a:rPr>
              <a:t>, </a:t>
            </a:r>
            <a:r>
              <a:rPr lang="ne-NP" sz="3200" b="0" u="none" strike="noStrike" dirty="0">
                <a:solidFill>
                  <a:schemeClr val="dk1"/>
                </a:solidFill>
                <a:uFillTx/>
                <a:latin typeface="Calibri"/>
                <a:cs typeface="Kalimati"/>
              </a:rPr>
              <a:t>सार्वजनिकः सरकारको नाममा दर्ता श्रेस्ता कायम रहेको वा नरहेको रैकर र गुठी वाहेको सरकारी वा सार्वजनिक प्रकृतिको जग्गा</a:t>
            </a:r>
            <a:endParaRPr lang="en-US" sz="3200" b="0" u="none" strike="noStrike" dirty="0">
              <a:solidFill>
                <a:srgbClr val="000000"/>
              </a:solidFill>
              <a:uFillTx/>
              <a:latin typeface="Arial"/>
            </a:endParaRPr>
          </a:p>
          <a:p>
            <a:pPr indent="0" defTabSz="914400">
              <a:lnSpc>
                <a:spcPct val="90000"/>
              </a:lnSpc>
              <a:spcBef>
                <a:spcPts val="1001"/>
              </a:spcBef>
              <a:buNone/>
              <a:tabLst>
                <a:tab pos="0" algn="l"/>
              </a:tabLst>
            </a:pPr>
            <a:endParaRPr lang="en-US" sz="3200" b="0" u="none" strike="noStrike" dirty="0">
              <a:solidFill>
                <a:srgbClr val="000000"/>
              </a:solidFill>
              <a:uFillTx/>
              <a:latin typeface="Arial"/>
            </a:endParaRPr>
          </a:p>
        </p:txBody>
      </p:sp>
      <p:sp>
        <p:nvSpPr>
          <p:cNvPr id="199" name="Title 21"/>
          <p:cNvSpPr/>
          <p:nvPr/>
        </p:nvSpPr>
        <p:spPr>
          <a:xfrm>
            <a:off x="648360" y="365040"/>
            <a:ext cx="11063520" cy="1323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defTabSz="914400">
              <a:lnSpc>
                <a:spcPct val="90000"/>
              </a:lnSpc>
            </a:pPr>
            <a:r>
              <a:rPr lang="ne-NP" sz="4000" b="0" u="none" strike="noStrike" dirty="0">
                <a:solidFill>
                  <a:schemeClr val="dk1"/>
                </a:solidFill>
                <a:uFillTx/>
                <a:latin typeface="Kalimati"/>
                <a:cs typeface="Kalimati"/>
              </a:rPr>
              <a:t>नेपालमा बिद्यमान भू</a:t>
            </a:r>
            <a:r>
              <a:rPr lang="en-US" sz="4000" b="0" u="none" strike="noStrike" dirty="0">
                <a:solidFill>
                  <a:schemeClr val="dk1"/>
                </a:solidFill>
                <a:uFillTx/>
                <a:latin typeface="Kalimati"/>
              </a:rPr>
              <a:t>-</a:t>
            </a:r>
            <a:r>
              <a:rPr lang="ne-NP" sz="4000" b="0" u="none" strike="noStrike" dirty="0">
                <a:solidFill>
                  <a:schemeClr val="dk1"/>
                </a:solidFill>
                <a:uFillTx/>
                <a:latin typeface="Kalimati"/>
                <a:cs typeface="Kalimati"/>
              </a:rPr>
              <a:t>सम्बन्ध प्रणाली</a:t>
            </a:r>
            <a:endParaRPr lang="en-US" sz="4000" b="0" u="none" strike="noStrike" dirty="0">
              <a:solidFill>
                <a:srgbClr val="000000"/>
              </a:solidFill>
              <a:uFillTx/>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 name="PlaceHolder 1"/>
          <p:cNvSpPr>
            <a:spLocks noGrp="1"/>
          </p:cNvSpPr>
          <p:nvPr>
            <p:ph type="title"/>
          </p:nvPr>
        </p:nvSpPr>
        <p:spPr>
          <a:xfrm>
            <a:off x="838080" y="365040"/>
            <a:ext cx="10513800" cy="92520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ne-NP" sz="4000" b="0" u="none" strike="noStrike" dirty="0">
                <a:solidFill>
                  <a:schemeClr val="dk1"/>
                </a:solidFill>
                <a:uFillTx/>
                <a:latin typeface="Times New Roman"/>
                <a:cs typeface="Kalimati"/>
              </a:rPr>
              <a:t>हाल कायम भूसम्बन्ध</a:t>
            </a:r>
            <a:endParaRPr lang="en-US" sz="4000" b="0" u="none" strike="noStrike" dirty="0">
              <a:solidFill>
                <a:srgbClr val="000000"/>
              </a:solidFill>
              <a:uFillTx/>
              <a:latin typeface="Arial"/>
            </a:endParaRPr>
          </a:p>
        </p:txBody>
      </p:sp>
      <p:sp>
        <p:nvSpPr>
          <p:cNvPr id="225" name="PlaceHolder 2"/>
          <p:cNvSpPr>
            <a:spLocks noGrp="1"/>
          </p:cNvSpPr>
          <p:nvPr>
            <p:ph/>
          </p:nvPr>
        </p:nvSpPr>
        <p:spPr>
          <a:xfrm>
            <a:off x="838080" y="1583640"/>
            <a:ext cx="10513800" cy="4591440"/>
          </a:xfrm>
          <a:prstGeom prst="rect">
            <a:avLst/>
          </a:prstGeom>
          <a:noFill/>
          <a:ln w="0">
            <a:noFill/>
          </a:ln>
        </p:spPr>
        <p:txBody>
          <a:bodyPr lIns="91440" tIns="45720" rIns="91440" bIns="45720" anchor="t">
            <a:normAutofit lnSpcReduction="9999"/>
          </a:bodyPr>
          <a:lstStyle/>
          <a:p>
            <a:pPr marL="228600" indent="-228600" defTabSz="914400">
              <a:lnSpc>
                <a:spcPct val="100000"/>
              </a:lnSpc>
              <a:spcBef>
                <a:spcPts val="1001"/>
              </a:spcBef>
              <a:buClr>
                <a:srgbClr val="000000"/>
              </a:buClr>
              <a:buFont typeface="Arial"/>
              <a:buChar char="•"/>
            </a:pPr>
            <a:r>
              <a:rPr lang="ne-NP" sz="2400" b="0" u="none" strike="noStrike">
                <a:solidFill>
                  <a:schemeClr val="dk1"/>
                </a:solidFill>
                <a:uFillTx/>
                <a:latin typeface="Times New Roman"/>
                <a:cs typeface="Kalimati"/>
              </a:rPr>
              <a:t>औपचारिकः दर्तावाल वा नम्बरी जग्गा</a:t>
            </a:r>
            <a:r>
              <a:rPr lang="en-US" sz="2400" b="0" u="none" strike="noStrike">
                <a:solidFill>
                  <a:schemeClr val="dk1"/>
                </a:solidFill>
                <a:uFillTx/>
                <a:latin typeface="Times New Roman"/>
              </a:rPr>
              <a:t>, </a:t>
            </a:r>
            <a:r>
              <a:rPr lang="ne-NP" sz="2400" b="0" u="none" strike="noStrike">
                <a:solidFill>
                  <a:schemeClr val="dk1"/>
                </a:solidFill>
                <a:uFillTx/>
                <a:latin typeface="Times New Roman"/>
                <a:cs typeface="Kalimati"/>
              </a:rPr>
              <a:t>राज्यको आधिकारिक दर्ता प्रणाली र अभिलेखमा दर्ता भएको र व्यक्तिले आफ्नो स्वामित्वको प्रमाणपत्र प्राप्त गरिसकेको</a:t>
            </a:r>
            <a:endParaRPr lang="en-US" sz="2400" b="0" u="none" strike="noStrike">
              <a:solidFill>
                <a:srgbClr val="000000"/>
              </a:solidFill>
              <a:uFillTx/>
              <a:latin typeface="Arial"/>
            </a:endParaRPr>
          </a:p>
          <a:p>
            <a:pPr marL="228600" indent="-228600" defTabSz="914400">
              <a:lnSpc>
                <a:spcPct val="100000"/>
              </a:lnSpc>
              <a:spcBef>
                <a:spcPts val="1001"/>
              </a:spcBef>
              <a:buClr>
                <a:srgbClr val="000000"/>
              </a:buClr>
              <a:buFont typeface="Arial"/>
              <a:buChar char="•"/>
            </a:pPr>
            <a:r>
              <a:rPr lang="ne-NP" sz="2400" b="0" u="none" strike="noStrike">
                <a:solidFill>
                  <a:schemeClr val="dk1"/>
                </a:solidFill>
                <a:uFillTx/>
                <a:latin typeface="Times New Roman"/>
                <a:cs typeface="Kalimati"/>
              </a:rPr>
              <a:t>अर्ध</a:t>
            </a:r>
            <a:r>
              <a:rPr lang="en-US" sz="2400" b="0" u="none" strike="noStrike">
                <a:solidFill>
                  <a:schemeClr val="dk1"/>
                </a:solidFill>
                <a:uFillTx/>
                <a:latin typeface="Times New Roman"/>
              </a:rPr>
              <a:t>-</a:t>
            </a:r>
            <a:r>
              <a:rPr lang="ne-NP" sz="2400" b="0" u="none" strike="noStrike">
                <a:solidFill>
                  <a:schemeClr val="dk1"/>
                </a:solidFill>
                <a:uFillTx/>
                <a:latin typeface="Times New Roman"/>
                <a:cs typeface="Kalimati"/>
              </a:rPr>
              <a:t>औपचारिकः समाजद्वारा व्यक्तिको अधिकार र स्वामित्वलाई मान्यता दिइएको</a:t>
            </a:r>
            <a:r>
              <a:rPr lang="en-US" sz="2400" b="0" u="none" strike="noStrike">
                <a:solidFill>
                  <a:schemeClr val="dk1"/>
                </a:solidFill>
                <a:uFillTx/>
                <a:latin typeface="Times New Roman"/>
              </a:rPr>
              <a:t>, </a:t>
            </a:r>
            <a:r>
              <a:rPr lang="ne-NP" sz="2400" b="0" u="none" strike="noStrike">
                <a:solidFill>
                  <a:schemeClr val="dk1"/>
                </a:solidFill>
                <a:uFillTx/>
                <a:latin typeface="Times New Roman"/>
                <a:cs typeface="Kalimati"/>
              </a:rPr>
              <a:t>व्यक्तिसंग आफ्नो स्वामित्वको प्रमाण भएको</a:t>
            </a:r>
            <a:r>
              <a:rPr lang="en-US" sz="2400" b="0" u="none" strike="noStrike">
                <a:solidFill>
                  <a:schemeClr val="dk1"/>
                </a:solidFill>
                <a:uFillTx/>
                <a:latin typeface="Times New Roman"/>
              </a:rPr>
              <a:t>, </a:t>
            </a:r>
            <a:r>
              <a:rPr lang="ne-NP" sz="2400" b="0" u="none" strike="noStrike">
                <a:solidFill>
                  <a:schemeClr val="dk1"/>
                </a:solidFill>
                <a:uFillTx/>
                <a:latin typeface="Times New Roman"/>
                <a:cs typeface="Kalimati"/>
              </a:rPr>
              <a:t>प्रचलित कानून बमोजिम दर्ता गर्न योग्यता पुगेको तर राज्यको आधिकारिक दर्ता प्रणाली र अभिलेखमा दर्ता नभएको र व्यक्तिले आफ्नो स्वामित्वको प्रमाणपत्र पाई नसकेको </a:t>
            </a:r>
            <a:endParaRPr lang="en-US" sz="2400" b="0" u="none" strike="noStrike">
              <a:solidFill>
                <a:srgbClr val="000000"/>
              </a:solidFill>
              <a:uFillTx/>
              <a:latin typeface="Arial"/>
            </a:endParaRPr>
          </a:p>
          <a:p>
            <a:pPr marL="228600" indent="-228600" defTabSz="914400">
              <a:lnSpc>
                <a:spcPct val="100000"/>
              </a:lnSpc>
              <a:spcBef>
                <a:spcPts val="1001"/>
              </a:spcBef>
              <a:buClr>
                <a:srgbClr val="000000"/>
              </a:buClr>
              <a:buFont typeface="Arial"/>
              <a:buChar char="•"/>
            </a:pPr>
            <a:r>
              <a:rPr lang="ne-NP" sz="2400" b="0" u="none" strike="noStrike">
                <a:solidFill>
                  <a:schemeClr val="dk1"/>
                </a:solidFill>
                <a:uFillTx/>
                <a:latin typeface="Times New Roman"/>
                <a:cs typeface="Kalimati"/>
              </a:rPr>
              <a:t>अनौपचारिकः समाजद्वारा व्यक्तिको अधिकार र स्वामित्वलाई मान्यता दिइएको तर व्यक्तिसंग आफ्नो स्वामित्व वा अधिकारको कुनै प्रमाण नभएको</a:t>
            </a:r>
            <a:r>
              <a:rPr lang="en-US" sz="2400" b="0" u="none" strike="noStrike">
                <a:solidFill>
                  <a:schemeClr val="dk1"/>
                </a:solidFill>
                <a:uFillTx/>
                <a:latin typeface="Times New Roman"/>
              </a:rPr>
              <a:t>, </a:t>
            </a:r>
            <a:r>
              <a:rPr lang="ne-NP" sz="2400" b="0" u="none" strike="noStrike">
                <a:solidFill>
                  <a:schemeClr val="dk1"/>
                </a:solidFill>
                <a:uFillTx/>
                <a:latin typeface="Times New Roman"/>
                <a:cs typeface="Kalimati"/>
              </a:rPr>
              <a:t>राज्यको अभिलेख प्रणाली वा अभिलेखमा दर्ता नभएको र प्रचलित कानून अन्तर्गत दर्ता गर्न नमिल्ने</a:t>
            </a:r>
            <a:endParaRPr lang="en-US" sz="2400" b="0" u="none" strike="noStrike">
              <a:solidFill>
                <a:srgbClr val="000000"/>
              </a:solidFill>
              <a:uFillTx/>
              <a:latin typeface="Arial"/>
            </a:endParaRPr>
          </a:p>
          <a:p>
            <a:pPr marL="228600" indent="-228600" defTabSz="914400">
              <a:lnSpc>
                <a:spcPct val="100000"/>
              </a:lnSpc>
              <a:spcBef>
                <a:spcPts val="1001"/>
              </a:spcBef>
              <a:buClr>
                <a:srgbClr val="000000"/>
              </a:buClr>
              <a:buFont typeface="Arial"/>
              <a:buChar char="•"/>
            </a:pPr>
            <a:r>
              <a:rPr lang="ne-NP" sz="2400" b="0" u="none" strike="noStrike">
                <a:solidFill>
                  <a:schemeClr val="dk1"/>
                </a:solidFill>
                <a:uFillTx/>
                <a:latin typeface="Times New Roman"/>
                <a:cs typeface="Kalimati"/>
              </a:rPr>
              <a:t>अतिक्रमणः समाजद्वारा व्यक्तिको अधिकार र स्वामित्वलाई मान्यता नदिइएको</a:t>
            </a:r>
            <a:r>
              <a:rPr lang="en-US" sz="2400" b="0" u="none" strike="noStrike">
                <a:solidFill>
                  <a:schemeClr val="dk1"/>
                </a:solidFill>
                <a:uFillTx/>
                <a:latin typeface="Times New Roman"/>
              </a:rPr>
              <a:t>, </a:t>
            </a:r>
            <a:r>
              <a:rPr lang="ne-NP" sz="2400" b="0" u="none" strike="noStrike">
                <a:solidFill>
                  <a:schemeClr val="dk1"/>
                </a:solidFill>
                <a:uFillTx/>
                <a:latin typeface="Times New Roman"/>
                <a:cs typeface="Kalimati"/>
              </a:rPr>
              <a:t>व्यक्तिसंग आफ्नो स्वामित्व वा अधिकारको कुनै प्रमाण नभएको</a:t>
            </a:r>
            <a:r>
              <a:rPr lang="en-US" sz="2400" b="0" u="none" strike="noStrike">
                <a:solidFill>
                  <a:schemeClr val="dk1"/>
                </a:solidFill>
                <a:uFillTx/>
                <a:latin typeface="Times New Roman"/>
              </a:rPr>
              <a:t>, </a:t>
            </a:r>
            <a:r>
              <a:rPr lang="ne-NP" sz="2400" b="0" u="none" strike="noStrike">
                <a:solidFill>
                  <a:schemeClr val="dk1"/>
                </a:solidFill>
                <a:uFillTx/>
                <a:latin typeface="Times New Roman"/>
                <a:cs typeface="Kalimati"/>
              </a:rPr>
              <a:t>राज्यको अभिलेख प्रणाली वा अभिलेखमा दर्ता नभएको र प्रचलित कानून अन्तर्गत दर्ता गर्न नमिल्ने</a:t>
            </a:r>
            <a:endParaRPr lang="en-US" sz="2400" b="0" u="none" strike="noStrike">
              <a:solidFill>
                <a:srgbClr val="000000"/>
              </a:solidFill>
              <a:uFillTx/>
              <a:latin typeface="Arial"/>
            </a:endParaRPr>
          </a:p>
        </p:txBody>
      </p:sp>
      <p:sp>
        <p:nvSpPr>
          <p:cNvPr id="226" name="PlaceHolder 3"/>
          <p:cNvSpPr>
            <a:spLocks noGrp="1"/>
          </p:cNvSpPr>
          <p:nvPr>
            <p:ph type="ftr" idx="24"/>
          </p:nvPr>
        </p:nvSpPr>
        <p:spPr>
          <a:xfrm>
            <a:off x="4020120" y="6356520"/>
            <a:ext cx="5657760" cy="363240"/>
          </a:xfrm>
          <a:prstGeom prst="rect">
            <a:avLst/>
          </a:prstGeom>
          <a:noFill/>
          <a:ln w="0">
            <a:noFill/>
          </a:ln>
        </p:spPr>
        <p:txBody>
          <a:bodyPr lIns="91440" tIns="45720" rIns="91440" bIns="45720" anchor="ctr">
            <a:noAutofit/>
          </a:bodyPr>
          <a:lstStyle/>
          <a:p>
            <a:pPr indent="0">
              <a:buNone/>
            </a:pPr>
            <a:endParaRPr lang="en-US" sz="1400" b="0" u="none" strike="noStrike">
              <a:solidFill>
                <a:srgbClr val="000000"/>
              </a:solidFill>
              <a:uFillTx/>
              <a:latin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PlaceHolder 1"/>
          <p:cNvSpPr>
            <a:spLocks noGrp="1"/>
          </p:cNvSpPr>
          <p:nvPr>
            <p:ph type="title"/>
          </p:nvPr>
        </p:nvSpPr>
        <p:spPr>
          <a:xfrm>
            <a:off x="0" y="5400"/>
            <a:ext cx="12157200" cy="1324080"/>
          </a:xfrm>
          <a:prstGeom prst="rect">
            <a:avLst/>
          </a:prstGeom>
          <a:noFill/>
          <a:ln w="0">
            <a:noFill/>
          </a:ln>
        </p:spPr>
        <p:txBody>
          <a:bodyPr lIns="91440" tIns="45720" rIns="91440" bIns="45720" anchor="ctr">
            <a:noAutofit/>
          </a:bodyPr>
          <a:lstStyle/>
          <a:p>
            <a:pPr indent="0" algn="ctr">
              <a:buNone/>
            </a:pPr>
            <a:r>
              <a:rPr lang="ne-NP" sz="4000" b="0" u="none" strike="noStrike">
                <a:solidFill>
                  <a:schemeClr val="dk1"/>
                </a:solidFill>
                <a:uFillTx/>
                <a:latin typeface="Times New Roman"/>
                <a:cs typeface="Kalimati"/>
              </a:rPr>
              <a:t>हाल कायम भूसम्बन्ध </a:t>
            </a:r>
            <a:r>
              <a:rPr lang="en-US" sz="4000" b="0" u="none" strike="noStrike">
                <a:solidFill>
                  <a:schemeClr val="dk1"/>
                </a:solidFill>
                <a:uFillTx/>
                <a:latin typeface="Times New Roman"/>
              </a:rPr>
              <a:t>(</a:t>
            </a:r>
            <a:r>
              <a:rPr lang="ne-NP" sz="4000" b="0" u="none" strike="noStrike">
                <a:solidFill>
                  <a:schemeClr val="dk1"/>
                </a:solidFill>
                <a:uFillTx/>
                <a:latin typeface="Times New Roman"/>
                <a:cs typeface="Kalimati"/>
              </a:rPr>
              <a:t>केही उदाहरण</a:t>
            </a:r>
            <a:r>
              <a:rPr lang="en-US" sz="4000" b="0" u="none" strike="noStrike">
                <a:solidFill>
                  <a:schemeClr val="dk1"/>
                </a:solidFill>
                <a:uFillTx/>
                <a:latin typeface="Times New Roman"/>
              </a:rPr>
              <a:t>)</a:t>
            </a:r>
            <a:r>
              <a:rPr lang="en-US" sz="4400" b="0" u="none" strike="noStrike">
                <a:solidFill>
                  <a:srgbClr val="000000"/>
                </a:solidFill>
                <a:uFillTx/>
                <a:latin typeface="Arial"/>
              </a:rPr>
              <a:t> </a:t>
            </a:r>
          </a:p>
        </p:txBody>
      </p:sp>
      <p:sp>
        <p:nvSpPr>
          <p:cNvPr id="228" name="TextBox 227"/>
          <p:cNvSpPr txBox="1"/>
          <p:nvPr/>
        </p:nvSpPr>
        <p:spPr>
          <a:xfrm>
            <a:off x="2831760" y="1680840"/>
            <a:ext cx="2979360" cy="4610880"/>
          </a:xfrm>
          <a:prstGeom prst="rect">
            <a:avLst/>
          </a:prstGeom>
          <a:noFill/>
          <a:ln w="0">
            <a:noFill/>
          </a:ln>
        </p:spPr>
        <p:txBody>
          <a:bodyPr lIns="90000" tIns="45000" rIns="90000" bIns="45000" anchor="t">
            <a:noAutofit/>
          </a:bodyPr>
          <a:lstStyle/>
          <a:p>
            <a:pPr marL="216000" indent="-216000">
              <a:lnSpc>
                <a:spcPct val="115000"/>
              </a:lnSpc>
              <a:buClr>
                <a:srgbClr val="000000"/>
              </a:buClr>
              <a:buSzPct val="45000"/>
              <a:buFont typeface="Wingdings" charset="2"/>
              <a:buChar char=""/>
            </a:pPr>
            <a:r>
              <a:rPr lang="ne-NP" sz="2000" b="1" u="sng" strike="noStrike">
                <a:solidFill>
                  <a:schemeClr val="dk1"/>
                </a:solidFill>
                <a:uFillTx/>
                <a:latin typeface="Kalimati"/>
                <a:cs typeface="Kalimati"/>
              </a:rPr>
              <a:t>अर्ध औपचारिक भूसम्बन्ध</a:t>
            </a:r>
            <a:endParaRPr lang="en-US" sz="2000" b="0" u="none" strike="noStrike">
              <a:solidFill>
                <a:srgbClr val="000000"/>
              </a:solidFill>
              <a:uFillTx/>
              <a:latin typeface="Arial"/>
            </a:endParaRPr>
          </a:p>
          <a:p>
            <a:pPr marL="216000" indent="-216000">
              <a:lnSpc>
                <a:spcPct val="115000"/>
              </a:lnSpc>
              <a:buClr>
                <a:srgbClr val="000000"/>
              </a:buClr>
              <a:buSzPct val="45000"/>
              <a:buFont typeface="Wingdings" charset="2"/>
              <a:buChar char=""/>
            </a:pPr>
            <a:r>
              <a:rPr lang="ne-NP" sz="2000" b="0" u="none" strike="noStrike">
                <a:solidFill>
                  <a:schemeClr val="dk1"/>
                </a:solidFill>
                <a:uFillTx/>
                <a:latin typeface="Kalimati"/>
                <a:cs typeface="Kalimati"/>
              </a:rPr>
              <a:t>गाउ ब्लक</a:t>
            </a:r>
            <a:endParaRPr lang="en-US" sz="2000" b="0" u="none" strike="noStrike">
              <a:solidFill>
                <a:srgbClr val="000000"/>
              </a:solidFill>
              <a:uFillTx/>
              <a:latin typeface="Arial"/>
            </a:endParaRPr>
          </a:p>
          <a:p>
            <a:pPr marL="216000" indent="-216000">
              <a:lnSpc>
                <a:spcPct val="115000"/>
              </a:lnSpc>
              <a:buClr>
                <a:srgbClr val="000000"/>
              </a:buClr>
              <a:buSzPct val="45000"/>
              <a:buFont typeface="Wingdings" charset="2"/>
              <a:buChar char=""/>
            </a:pPr>
            <a:r>
              <a:rPr lang="ne-NP" sz="2000" b="0" u="none" strike="noStrike">
                <a:solidFill>
                  <a:schemeClr val="dk1"/>
                </a:solidFill>
                <a:uFillTx/>
                <a:latin typeface="Kalimati"/>
                <a:cs typeface="Kalimati"/>
              </a:rPr>
              <a:t>छुट जग्गा</a:t>
            </a:r>
            <a:endParaRPr lang="en-US" sz="2000" b="0" u="none" strike="noStrike">
              <a:solidFill>
                <a:srgbClr val="000000"/>
              </a:solidFill>
              <a:uFillTx/>
              <a:latin typeface="Arial"/>
            </a:endParaRPr>
          </a:p>
          <a:p>
            <a:pPr marL="216000" indent="-216000">
              <a:lnSpc>
                <a:spcPct val="115000"/>
              </a:lnSpc>
              <a:buClr>
                <a:srgbClr val="000000"/>
              </a:buClr>
              <a:buSzPct val="45000"/>
              <a:buFont typeface="Wingdings" charset="2"/>
              <a:buChar char=""/>
            </a:pPr>
            <a:r>
              <a:rPr lang="ne-NP" sz="2000" b="0" u="none" strike="noStrike">
                <a:solidFill>
                  <a:schemeClr val="dk1"/>
                </a:solidFill>
                <a:uFillTx/>
                <a:latin typeface="Kalimati"/>
                <a:cs typeface="Kalimati"/>
              </a:rPr>
              <a:t>बेनिस्साको स्वबासी</a:t>
            </a:r>
            <a:endParaRPr lang="en-US" sz="2000" b="0" u="none" strike="noStrike">
              <a:solidFill>
                <a:srgbClr val="000000"/>
              </a:solidFill>
              <a:uFillTx/>
              <a:latin typeface="Arial"/>
            </a:endParaRPr>
          </a:p>
          <a:p>
            <a:pPr marL="216000" indent="-216000">
              <a:lnSpc>
                <a:spcPct val="115000"/>
              </a:lnSpc>
              <a:buClr>
                <a:srgbClr val="000000"/>
              </a:buClr>
              <a:buSzPct val="45000"/>
              <a:buFont typeface="Wingdings" charset="2"/>
              <a:buChar char=""/>
            </a:pPr>
            <a:r>
              <a:rPr lang="ne-NP" sz="2000" b="0" u="none" strike="noStrike">
                <a:solidFill>
                  <a:schemeClr val="dk1"/>
                </a:solidFill>
                <a:uFillTx/>
                <a:latin typeface="Kalimati"/>
                <a:cs typeface="Kalimati"/>
              </a:rPr>
              <a:t>बिर्ता</a:t>
            </a:r>
            <a:r>
              <a:rPr lang="en-US" sz="2000" b="0" u="none" strike="noStrike">
                <a:solidFill>
                  <a:schemeClr val="dk1"/>
                </a:solidFill>
                <a:uFillTx/>
                <a:latin typeface="Kalimati"/>
              </a:rPr>
              <a:t>,</a:t>
            </a:r>
            <a:endParaRPr lang="en-US" sz="2000" b="0" u="none" strike="noStrike">
              <a:solidFill>
                <a:srgbClr val="000000"/>
              </a:solidFill>
              <a:uFillTx/>
              <a:latin typeface="Arial"/>
            </a:endParaRPr>
          </a:p>
          <a:p>
            <a:pPr marL="216000" indent="-216000">
              <a:lnSpc>
                <a:spcPct val="115000"/>
              </a:lnSpc>
              <a:buClr>
                <a:srgbClr val="000000"/>
              </a:buClr>
              <a:buSzPct val="45000"/>
              <a:buFont typeface="Wingdings" charset="2"/>
              <a:buChar char=""/>
            </a:pPr>
            <a:r>
              <a:rPr lang="ne-NP" sz="2000" b="0" u="none" strike="noStrike">
                <a:solidFill>
                  <a:schemeClr val="dk1"/>
                </a:solidFill>
                <a:uFillTx/>
                <a:latin typeface="Kalimati"/>
                <a:cs typeface="Kalimati"/>
              </a:rPr>
              <a:t>बहाल बिटौरी</a:t>
            </a:r>
            <a:r>
              <a:rPr lang="en-US" sz="2000" b="0" u="none" strike="noStrike">
                <a:solidFill>
                  <a:schemeClr val="dk1"/>
                </a:solidFill>
                <a:uFillTx/>
                <a:latin typeface="Kalimati"/>
              </a:rPr>
              <a:t>,</a:t>
            </a:r>
            <a:endParaRPr lang="en-US" sz="2000" b="0" u="none" strike="noStrike">
              <a:solidFill>
                <a:srgbClr val="000000"/>
              </a:solidFill>
              <a:uFillTx/>
              <a:latin typeface="Arial"/>
            </a:endParaRPr>
          </a:p>
          <a:p>
            <a:pPr marL="216000" indent="-216000">
              <a:lnSpc>
                <a:spcPct val="115000"/>
              </a:lnSpc>
              <a:buClr>
                <a:srgbClr val="000000"/>
              </a:buClr>
              <a:buSzPct val="45000"/>
              <a:buFont typeface="Wingdings" charset="2"/>
              <a:buChar char=""/>
            </a:pPr>
            <a:r>
              <a:rPr lang="ne-NP" sz="2000" b="0" u="none" strike="noStrike">
                <a:solidFill>
                  <a:schemeClr val="dk1"/>
                </a:solidFill>
                <a:uFillTx/>
                <a:latin typeface="Kalimati"/>
                <a:cs typeface="Kalimati"/>
              </a:rPr>
              <a:t>उखडा</a:t>
            </a:r>
            <a:r>
              <a:rPr lang="en-US" sz="2000" b="0" u="none" strike="noStrike">
                <a:solidFill>
                  <a:schemeClr val="dk1"/>
                </a:solidFill>
                <a:uFillTx/>
                <a:latin typeface="Kalimati"/>
              </a:rPr>
              <a:t>, </a:t>
            </a:r>
            <a:endParaRPr lang="en-US" sz="2000" b="0" u="none" strike="noStrike">
              <a:solidFill>
                <a:srgbClr val="000000"/>
              </a:solidFill>
              <a:uFillTx/>
              <a:latin typeface="Arial"/>
            </a:endParaRPr>
          </a:p>
          <a:p>
            <a:pPr marL="216000" indent="-216000">
              <a:lnSpc>
                <a:spcPct val="115000"/>
              </a:lnSpc>
              <a:buClr>
                <a:srgbClr val="000000"/>
              </a:buClr>
              <a:buSzPct val="45000"/>
              <a:buFont typeface="Wingdings" charset="2"/>
              <a:buChar char=""/>
            </a:pPr>
            <a:r>
              <a:rPr lang="ne-NP" sz="2000" b="0" u="none" strike="noStrike">
                <a:solidFill>
                  <a:schemeClr val="dk1"/>
                </a:solidFill>
                <a:uFillTx/>
                <a:latin typeface="Kalimati"/>
                <a:cs typeface="Kalimati"/>
              </a:rPr>
              <a:t>झोडा</a:t>
            </a:r>
            <a:r>
              <a:rPr lang="en-US" sz="2000" b="0" u="none" strike="noStrike">
                <a:solidFill>
                  <a:schemeClr val="dk1"/>
                </a:solidFill>
                <a:uFillTx/>
                <a:latin typeface="Kalimati"/>
              </a:rPr>
              <a:t>, </a:t>
            </a:r>
            <a:endParaRPr lang="en-US" sz="2000" b="0" u="none" strike="noStrike">
              <a:solidFill>
                <a:srgbClr val="000000"/>
              </a:solidFill>
              <a:uFillTx/>
              <a:latin typeface="Arial"/>
            </a:endParaRPr>
          </a:p>
          <a:p>
            <a:endParaRPr lang="en-US" sz="2000" b="0" u="none" strike="noStrike">
              <a:solidFill>
                <a:srgbClr val="000000"/>
              </a:solidFill>
              <a:uFillTx/>
              <a:latin typeface="Arial"/>
            </a:endParaRPr>
          </a:p>
        </p:txBody>
      </p:sp>
      <p:sp>
        <p:nvSpPr>
          <p:cNvPr id="229" name="TextBox 228"/>
          <p:cNvSpPr txBox="1"/>
          <p:nvPr/>
        </p:nvSpPr>
        <p:spPr>
          <a:xfrm>
            <a:off x="5833800" y="1658520"/>
            <a:ext cx="3101400" cy="4012920"/>
          </a:xfrm>
          <a:prstGeom prst="rect">
            <a:avLst/>
          </a:prstGeom>
          <a:noFill/>
          <a:ln w="0">
            <a:noFill/>
          </a:ln>
        </p:spPr>
        <p:txBody>
          <a:bodyPr lIns="90000" tIns="45000" rIns="90000" bIns="45000" anchor="t">
            <a:noAutofit/>
          </a:bodyPr>
          <a:lstStyle/>
          <a:p>
            <a:pPr marL="216000" indent="-216000">
              <a:lnSpc>
                <a:spcPct val="115000"/>
              </a:lnSpc>
              <a:buClr>
                <a:srgbClr val="000000"/>
              </a:buClr>
              <a:buSzPct val="45000"/>
              <a:buFont typeface="Wingdings" charset="2"/>
              <a:buChar char=""/>
            </a:pPr>
            <a:r>
              <a:rPr lang="ne-NP" sz="2000" b="1" u="sng" strike="noStrike">
                <a:solidFill>
                  <a:schemeClr val="dk1"/>
                </a:solidFill>
                <a:uFillTx/>
                <a:latin typeface="Kalimati"/>
                <a:cs typeface="Kalimati"/>
              </a:rPr>
              <a:t>अनौपचारिक भूसम्बन्ध</a:t>
            </a:r>
            <a:endParaRPr lang="en-US" sz="2000" b="0" u="none" strike="noStrike">
              <a:solidFill>
                <a:srgbClr val="000000"/>
              </a:solidFill>
              <a:uFillTx/>
              <a:latin typeface="Arial"/>
            </a:endParaRPr>
          </a:p>
          <a:p>
            <a:pPr marL="216000" indent="-216000">
              <a:lnSpc>
                <a:spcPct val="115000"/>
              </a:lnSpc>
              <a:buClr>
                <a:srgbClr val="000000"/>
              </a:buClr>
              <a:buSzPct val="45000"/>
              <a:buFont typeface="Wingdings" charset="2"/>
              <a:buChar char=""/>
            </a:pPr>
            <a:r>
              <a:rPr lang="ne-NP" sz="2000" b="0" u="none" strike="noStrike">
                <a:solidFill>
                  <a:schemeClr val="dk1"/>
                </a:solidFill>
                <a:uFillTx/>
                <a:latin typeface="Kalimati"/>
                <a:cs typeface="Kalimati"/>
              </a:rPr>
              <a:t>ऐलानी</a:t>
            </a:r>
            <a:r>
              <a:rPr lang="en-US" sz="2000" b="0" u="none" strike="noStrike">
                <a:solidFill>
                  <a:schemeClr val="dk1"/>
                </a:solidFill>
                <a:uFillTx/>
                <a:latin typeface="Kalimati"/>
              </a:rPr>
              <a:t>, </a:t>
            </a:r>
            <a:endParaRPr lang="en-US" sz="2000" b="0" u="none" strike="noStrike">
              <a:solidFill>
                <a:srgbClr val="000000"/>
              </a:solidFill>
              <a:uFillTx/>
              <a:latin typeface="Kalimati"/>
            </a:endParaRPr>
          </a:p>
          <a:p>
            <a:pPr marL="216000" indent="-216000">
              <a:lnSpc>
                <a:spcPct val="115000"/>
              </a:lnSpc>
              <a:buClr>
                <a:srgbClr val="000000"/>
              </a:buClr>
              <a:buSzPct val="45000"/>
              <a:buFont typeface="Wingdings" charset="2"/>
              <a:buChar char=""/>
            </a:pPr>
            <a:r>
              <a:rPr lang="ne-NP" sz="2000" b="0" u="none" strike="noStrike">
                <a:solidFill>
                  <a:schemeClr val="dk1"/>
                </a:solidFill>
                <a:uFillTx/>
                <a:latin typeface="Kalimati"/>
                <a:cs typeface="Kalimati"/>
              </a:rPr>
              <a:t>पर्ती</a:t>
            </a:r>
            <a:r>
              <a:rPr lang="en-US" sz="2000" b="0" u="none" strike="noStrike">
                <a:solidFill>
                  <a:schemeClr val="dk1"/>
                </a:solidFill>
                <a:uFillTx/>
                <a:latin typeface="Kalimati"/>
              </a:rPr>
              <a:t>, </a:t>
            </a:r>
            <a:endParaRPr lang="en-US" sz="2000" b="0" u="none" strike="noStrike">
              <a:solidFill>
                <a:srgbClr val="000000"/>
              </a:solidFill>
              <a:uFillTx/>
              <a:latin typeface="Kalimati"/>
            </a:endParaRPr>
          </a:p>
          <a:p>
            <a:pPr marL="216000" indent="-216000">
              <a:lnSpc>
                <a:spcPct val="115000"/>
              </a:lnSpc>
              <a:buClr>
                <a:srgbClr val="000000"/>
              </a:buClr>
              <a:buSzPct val="45000"/>
              <a:buFont typeface="Wingdings" charset="2"/>
              <a:buChar char=""/>
            </a:pPr>
            <a:r>
              <a:rPr lang="ne-NP" sz="2000" b="0" u="none" strike="noStrike">
                <a:solidFill>
                  <a:schemeClr val="dk1"/>
                </a:solidFill>
                <a:uFillTx/>
                <a:latin typeface="Kalimati"/>
                <a:cs typeface="Kalimati"/>
              </a:rPr>
              <a:t>लामो समय देखिको बन क्षेत्र वा अन्य सरकारी सार्बजनिक क्षेत्रमा बसोबास</a:t>
            </a:r>
            <a:r>
              <a:rPr lang="en-US" sz="2000" b="0" u="none" strike="noStrike">
                <a:solidFill>
                  <a:schemeClr val="dk1"/>
                </a:solidFill>
                <a:uFillTx/>
                <a:latin typeface="Kalimati"/>
              </a:rPr>
              <a:t>,</a:t>
            </a:r>
            <a:endParaRPr lang="en-US" sz="2000" b="0" u="none" strike="noStrike">
              <a:solidFill>
                <a:srgbClr val="000000"/>
              </a:solidFill>
              <a:uFillTx/>
              <a:latin typeface="Kalimati"/>
            </a:endParaRPr>
          </a:p>
          <a:p>
            <a:pPr marL="216000" indent="-216000">
              <a:lnSpc>
                <a:spcPct val="115000"/>
              </a:lnSpc>
              <a:buClr>
                <a:srgbClr val="000000"/>
              </a:buClr>
              <a:buSzPct val="45000"/>
              <a:buFont typeface="Wingdings" charset="2"/>
              <a:buChar char=""/>
            </a:pPr>
            <a:r>
              <a:rPr lang="ne-NP" sz="2000" b="0" u="none" strike="noStrike">
                <a:solidFill>
                  <a:schemeClr val="dk1"/>
                </a:solidFill>
                <a:uFillTx/>
                <a:latin typeface="Kalimati"/>
                <a:cs typeface="Kalimati"/>
              </a:rPr>
              <a:t>बेदर्तावाल मोही  आदि</a:t>
            </a:r>
            <a:endParaRPr lang="en-US" sz="2000" b="0" u="none" strike="noStrike">
              <a:solidFill>
                <a:srgbClr val="000000"/>
              </a:solidFill>
              <a:uFillTx/>
              <a:latin typeface="Kalimati"/>
            </a:endParaRPr>
          </a:p>
        </p:txBody>
      </p:sp>
      <p:sp>
        <p:nvSpPr>
          <p:cNvPr id="230" name="TextBox 229"/>
          <p:cNvSpPr txBox="1"/>
          <p:nvPr/>
        </p:nvSpPr>
        <p:spPr>
          <a:xfrm>
            <a:off x="8774640" y="1668240"/>
            <a:ext cx="3337200" cy="3076560"/>
          </a:xfrm>
          <a:prstGeom prst="rect">
            <a:avLst/>
          </a:prstGeom>
          <a:noFill/>
          <a:ln w="0">
            <a:noFill/>
          </a:ln>
        </p:spPr>
        <p:txBody>
          <a:bodyPr lIns="90000" tIns="45000" rIns="90000" bIns="45000" anchor="t">
            <a:noAutofit/>
          </a:bodyPr>
          <a:lstStyle/>
          <a:p>
            <a:pPr marL="216000" indent="-216000">
              <a:buClr>
                <a:srgbClr val="000000"/>
              </a:buClr>
              <a:buSzPct val="45000"/>
              <a:buFont typeface="Wingdings" charset="2"/>
              <a:buChar char=""/>
            </a:pPr>
            <a:r>
              <a:rPr lang="ne-NP" sz="2000" b="1" u="sng" strike="noStrike">
                <a:solidFill>
                  <a:schemeClr val="dk1"/>
                </a:solidFill>
                <a:uFillTx/>
                <a:latin typeface="Kalimati"/>
                <a:cs typeface="Kalimati"/>
              </a:rPr>
              <a:t>अतिक्रमण</a:t>
            </a:r>
            <a:endParaRPr lang="en-US" sz="2000" b="0" u="none" strike="noStrike">
              <a:solidFill>
                <a:srgbClr val="000000"/>
              </a:solidFill>
              <a:uFillTx/>
              <a:latin typeface="Kalimati"/>
            </a:endParaRPr>
          </a:p>
          <a:p>
            <a:pPr marL="216000" indent="-216000">
              <a:buClr>
                <a:srgbClr val="000000"/>
              </a:buClr>
              <a:buSzPct val="45000"/>
              <a:buFont typeface="Wingdings" charset="2"/>
              <a:buChar char=""/>
            </a:pPr>
            <a:r>
              <a:rPr lang="ne-NP" sz="2000" b="0" u="none" strike="noStrike">
                <a:solidFill>
                  <a:schemeClr val="dk1"/>
                </a:solidFill>
                <a:uFillTx/>
                <a:latin typeface="Kalimati"/>
                <a:cs typeface="Kalimati"/>
              </a:rPr>
              <a:t>सरकारी सार्बजनिक जग्गाको तत्कालको  अतिक्रमण</a:t>
            </a:r>
            <a:r>
              <a:rPr lang="en-US" sz="2000" b="0" u="none" strike="noStrike">
                <a:solidFill>
                  <a:schemeClr val="dk1"/>
                </a:solidFill>
                <a:uFillTx/>
                <a:latin typeface="Kalimati"/>
              </a:rPr>
              <a:t>,</a:t>
            </a:r>
            <a:endParaRPr lang="en-US" sz="2000" b="0" u="none" strike="noStrike">
              <a:solidFill>
                <a:srgbClr val="000000"/>
              </a:solidFill>
              <a:uFillTx/>
              <a:latin typeface="Kalimati"/>
            </a:endParaRPr>
          </a:p>
          <a:p>
            <a:pPr marL="216000" indent="-216000">
              <a:buClr>
                <a:srgbClr val="000000"/>
              </a:buClr>
              <a:buSzPct val="45000"/>
              <a:buFont typeface="Wingdings" charset="2"/>
              <a:buChar char=""/>
            </a:pPr>
            <a:r>
              <a:rPr lang="ne-NP" sz="2000" b="0" u="none" strike="noStrike">
                <a:solidFill>
                  <a:schemeClr val="dk1"/>
                </a:solidFill>
                <a:uFillTx/>
                <a:latin typeface="Kalimati"/>
                <a:cs typeface="Kalimati"/>
              </a:rPr>
              <a:t>नदी</a:t>
            </a:r>
            <a:r>
              <a:rPr lang="en-US" sz="2000" b="0" u="none" strike="noStrike">
                <a:solidFill>
                  <a:schemeClr val="dk1"/>
                </a:solidFill>
                <a:uFillTx/>
                <a:latin typeface="Kalimati"/>
              </a:rPr>
              <a:t>/ </a:t>
            </a:r>
            <a:r>
              <a:rPr lang="ne-NP" sz="2000" b="0" u="none" strike="noStrike">
                <a:solidFill>
                  <a:schemeClr val="dk1"/>
                </a:solidFill>
                <a:uFillTx/>
                <a:latin typeface="Kalimati"/>
                <a:cs typeface="Kalimati"/>
              </a:rPr>
              <a:t>सडक किनाराकाको अतिक्रमण</a:t>
            </a:r>
            <a:r>
              <a:rPr lang="en-US" sz="2000" b="0" u="none" strike="noStrike">
                <a:solidFill>
                  <a:schemeClr val="dk1"/>
                </a:solidFill>
                <a:uFillTx/>
                <a:latin typeface="Kalimati"/>
              </a:rPr>
              <a:t>,</a:t>
            </a:r>
            <a:endParaRPr lang="en-US" sz="2000" b="0" u="none" strike="noStrike">
              <a:solidFill>
                <a:srgbClr val="000000"/>
              </a:solidFill>
              <a:uFillTx/>
              <a:latin typeface="Kalimati"/>
            </a:endParaRPr>
          </a:p>
          <a:p>
            <a:pPr marL="216000" indent="-216000">
              <a:buClr>
                <a:srgbClr val="000000"/>
              </a:buClr>
              <a:buSzPct val="45000"/>
              <a:buFont typeface="Wingdings" charset="2"/>
              <a:buChar char=""/>
            </a:pPr>
            <a:r>
              <a:rPr lang="ne-NP" sz="2000" b="0" u="none" strike="noStrike">
                <a:solidFill>
                  <a:schemeClr val="dk1"/>
                </a:solidFill>
                <a:uFillTx/>
                <a:latin typeface="Kalimati"/>
                <a:cs typeface="Kalimati"/>
              </a:rPr>
              <a:t>अनुपस्थित जग्गाधनी वा अन्य ब्यक्तीको जग्गा कब्जा</a:t>
            </a:r>
            <a:r>
              <a:rPr lang="en-US" sz="1800" b="0" u="none" strike="noStrike">
                <a:solidFill>
                  <a:srgbClr val="000000"/>
                </a:solidFill>
                <a:uFillTx/>
                <a:latin typeface="Kalimati"/>
              </a:rPr>
              <a:t> </a:t>
            </a:r>
          </a:p>
        </p:txBody>
      </p:sp>
      <p:sp>
        <p:nvSpPr>
          <p:cNvPr id="231" name="TextBox 230"/>
          <p:cNvSpPr txBox="1"/>
          <p:nvPr/>
        </p:nvSpPr>
        <p:spPr>
          <a:xfrm>
            <a:off x="135000" y="1680840"/>
            <a:ext cx="2979360" cy="4610880"/>
          </a:xfrm>
          <a:prstGeom prst="rect">
            <a:avLst/>
          </a:prstGeom>
          <a:noFill/>
          <a:ln w="0">
            <a:noFill/>
          </a:ln>
        </p:spPr>
        <p:txBody>
          <a:bodyPr lIns="90000" tIns="45000" rIns="90000" bIns="45000" anchor="t">
            <a:noAutofit/>
          </a:bodyPr>
          <a:lstStyle/>
          <a:p>
            <a:pPr marL="216000" indent="-216000">
              <a:lnSpc>
                <a:spcPct val="115000"/>
              </a:lnSpc>
              <a:buClr>
                <a:srgbClr val="000000"/>
              </a:buClr>
              <a:buSzPct val="45000"/>
              <a:buFont typeface="Wingdings" charset="2"/>
              <a:buChar char=""/>
            </a:pPr>
            <a:r>
              <a:rPr lang="ne-NP" sz="2000" b="1" u="sng" strike="noStrike">
                <a:solidFill>
                  <a:schemeClr val="dk1"/>
                </a:solidFill>
                <a:uFillTx/>
                <a:latin typeface="Kalimati"/>
                <a:cs typeface="Kalimati"/>
              </a:rPr>
              <a:t>औपचारिक भूसम्बन्ध</a:t>
            </a:r>
            <a:endParaRPr lang="en-US" sz="2000" b="0" u="none" strike="noStrike">
              <a:solidFill>
                <a:srgbClr val="000000"/>
              </a:solidFill>
              <a:uFillTx/>
              <a:latin typeface="Arial"/>
            </a:endParaRPr>
          </a:p>
          <a:p>
            <a:pPr marL="216000" indent="-216000">
              <a:lnSpc>
                <a:spcPct val="115000"/>
              </a:lnSpc>
              <a:buClr>
                <a:srgbClr val="000000"/>
              </a:buClr>
              <a:buSzPct val="45000"/>
              <a:buFont typeface="Wingdings" charset="2"/>
              <a:buChar char=""/>
            </a:pPr>
            <a:r>
              <a:rPr lang="ne-NP" sz="2000" b="0" u="none" strike="noStrike">
                <a:solidFill>
                  <a:schemeClr val="dk1"/>
                </a:solidFill>
                <a:uFillTx/>
                <a:latin typeface="Kalimati"/>
                <a:cs typeface="Kalimati"/>
              </a:rPr>
              <a:t>रैकर वा नम्बरी </a:t>
            </a:r>
            <a:endParaRPr lang="en-US" sz="2000" b="0" u="none" strike="noStrike">
              <a:solidFill>
                <a:srgbClr val="000000"/>
              </a:solidFill>
              <a:uFillTx/>
              <a:latin typeface="Arial"/>
            </a:endParaRPr>
          </a:p>
          <a:p>
            <a:pPr marL="216000" indent="-216000">
              <a:lnSpc>
                <a:spcPct val="115000"/>
              </a:lnSpc>
              <a:buClr>
                <a:srgbClr val="000000"/>
              </a:buClr>
              <a:buSzPct val="45000"/>
              <a:buFont typeface="Wingdings" charset="2"/>
              <a:buChar char=""/>
            </a:pPr>
            <a:r>
              <a:rPr lang="ne-NP" sz="2000" b="0" u="none" strike="noStrike">
                <a:solidFill>
                  <a:schemeClr val="dk1"/>
                </a:solidFill>
                <a:uFillTx/>
                <a:latin typeface="Kalimati"/>
                <a:cs typeface="Kalimati"/>
              </a:rPr>
              <a:t>सरकारी </a:t>
            </a:r>
            <a:endParaRPr lang="en-US" sz="2000" b="0" u="none" strike="noStrike">
              <a:solidFill>
                <a:srgbClr val="000000"/>
              </a:solidFill>
              <a:uFillTx/>
              <a:latin typeface="Arial"/>
            </a:endParaRPr>
          </a:p>
          <a:p>
            <a:pPr marL="216000" indent="-216000">
              <a:lnSpc>
                <a:spcPct val="115000"/>
              </a:lnSpc>
              <a:buClr>
                <a:srgbClr val="000000"/>
              </a:buClr>
              <a:buSzPct val="45000"/>
              <a:buFont typeface="Wingdings" charset="2"/>
              <a:buChar char=""/>
            </a:pPr>
            <a:r>
              <a:rPr lang="ne-NP" sz="2000" b="0" u="none" strike="noStrike">
                <a:solidFill>
                  <a:schemeClr val="dk1"/>
                </a:solidFill>
                <a:uFillTx/>
                <a:latin typeface="Kalimati"/>
                <a:cs typeface="Kalimati"/>
              </a:rPr>
              <a:t>सार्वजनिक </a:t>
            </a:r>
            <a:endParaRPr lang="en-US" sz="2000" b="0" u="none" strike="noStrike">
              <a:solidFill>
                <a:srgbClr val="000000"/>
              </a:solidFill>
              <a:uFillTx/>
              <a:latin typeface="Arial"/>
            </a:endParaRPr>
          </a:p>
          <a:p>
            <a:pPr marL="216000" indent="-216000">
              <a:lnSpc>
                <a:spcPct val="115000"/>
              </a:lnSpc>
              <a:buClr>
                <a:srgbClr val="000000"/>
              </a:buClr>
              <a:buSzPct val="45000"/>
              <a:buFont typeface="Wingdings" charset="2"/>
              <a:buChar char=""/>
            </a:pPr>
            <a:r>
              <a:rPr lang="ne-NP" sz="2000" b="0" u="none" strike="noStrike">
                <a:solidFill>
                  <a:schemeClr val="dk1"/>
                </a:solidFill>
                <a:uFillTx/>
                <a:latin typeface="Kalimati"/>
                <a:cs typeface="Kalimati"/>
              </a:rPr>
              <a:t>सामुदायिक</a:t>
            </a:r>
            <a:endParaRPr lang="en-US" sz="2000" b="0" u="none" strike="noStrike">
              <a:solidFill>
                <a:srgbClr val="000000"/>
              </a:solidFill>
              <a:uFillTx/>
              <a:latin typeface="Arial"/>
            </a:endParaRPr>
          </a:p>
          <a:p>
            <a:pPr marL="216000" indent="-216000">
              <a:lnSpc>
                <a:spcPct val="115000"/>
              </a:lnSpc>
              <a:buClr>
                <a:srgbClr val="000000"/>
              </a:buClr>
              <a:buSzPct val="45000"/>
              <a:buFont typeface="Wingdings" charset="2"/>
              <a:buChar char=""/>
            </a:pPr>
            <a:r>
              <a:rPr lang="ne-NP" sz="2000" b="0" u="none" strike="noStrike">
                <a:solidFill>
                  <a:schemeClr val="dk1"/>
                </a:solidFill>
                <a:uFillTx/>
                <a:latin typeface="Kalimati"/>
                <a:cs typeface="Kalimati"/>
              </a:rPr>
              <a:t>गुठी</a:t>
            </a:r>
            <a:endParaRPr lang="en-US" sz="2000" b="0" u="none" strike="noStrike">
              <a:solidFill>
                <a:srgbClr val="000000"/>
              </a:solidFill>
              <a:uFillTx/>
              <a:latin typeface="Arial"/>
            </a:endParaRPr>
          </a:p>
          <a:p>
            <a:pPr marL="216000" indent="-216000">
              <a:lnSpc>
                <a:spcPct val="115000"/>
              </a:lnSpc>
              <a:buClr>
                <a:srgbClr val="000000"/>
              </a:buClr>
              <a:buSzPct val="45000"/>
              <a:buFont typeface="Wingdings" charset="2"/>
              <a:buChar char=""/>
            </a:pPr>
            <a:r>
              <a:rPr lang="en-US" sz="2000" b="0" u="none" strike="noStrike">
                <a:solidFill>
                  <a:schemeClr val="dk1"/>
                </a:solidFill>
                <a:uFillTx/>
                <a:latin typeface="Kalimati"/>
              </a:rPr>
              <a:t> </a:t>
            </a:r>
            <a:endParaRPr lang="en-US" sz="2000" b="0" u="none" strike="noStrike">
              <a:solidFill>
                <a:srgbClr val="000000"/>
              </a:solidFill>
              <a:uFillTx/>
              <a:latin typeface="Arial"/>
            </a:endParaRPr>
          </a:p>
          <a:p>
            <a:endParaRPr lang="en-US" sz="2000" b="0" u="none" strike="noStrike">
              <a:solidFill>
                <a:srgbClr val="000000"/>
              </a:solidFill>
              <a:uFillTx/>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 name="PlaceHolder 1"/>
          <p:cNvSpPr>
            <a:spLocks noGrp="1"/>
          </p:cNvSpPr>
          <p:nvPr>
            <p:ph type="title"/>
          </p:nvPr>
        </p:nvSpPr>
        <p:spPr>
          <a:xfrm>
            <a:off x="838080" y="365040"/>
            <a:ext cx="10513800" cy="92520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ne-NP" sz="5400" dirty="0">
                <a:solidFill>
                  <a:schemeClr val="dk1"/>
                </a:solidFill>
                <a:latin typeface="Arial"/>
                <a:cs typeface="Kalimati"/>
              </a:rPr>
              <a:t>जग्गा दर्ता</a:t>
            </a:r>
            <a:endParaRPr lang="en-US" sz="5400" b="0" u="none" strike="noStrike" dirty="0">
              <a:solidFill>
                <a:srgbClr val="000000"/>
              </a:solidFill>
              <a:uFillTx/>
              <a:latin typeface="Arial"/>
            </a:endParaRPr>
          </a:p>
        </p:txBody>
      </p:sp>
      <p:sp>
        <p:nvSpPr>
          <p:cNvPr id="244" name="PlaceHolder 2"/>
          <p:cNvSpPr>
            <a:spLocks noGrp="1"/>
          </p:cNvSpPr>
          <p:nvPr>
            <p:ph/>
          </p:nvPr>
        </p:nvSpPr>
        <p:spPr>
          <a:xfrm>
            <a:off x="838080" y="1583640"/>
            <a:ext cx="10513800" cy="4591440"/>
          </a:xfrm>
          <a:prstGeom prst="rect">
            <a:avLst/>
          </a:prstGeom>
          <a:noFill/>
          <a:ln w="0">
            <a:noFill/>
          </a:ln>
        </p:spPr>
        <p:txBody>
          <a:bodyPr lIns="91440" tIns="45720" rIns="91440" bIns="45720" anchor="t">
            <a:normAutofit/>
          </a:bodyPr>
          <a:lstStyle/>
          <a:p>
            <a:pPr marL="228600" indent="-228600" defTabSz="914400">
              <a:lnSpc>
                <a:spcPct val="100000"/>
              </a:lnSpc>
              <a:spcBef>
                <a:spcPts val="1001"/>
              </a:spcBef>
              <a:buClr>
                <a:srgbClr val="000000"/>
              </a:buClr>
              <a:buFont typeface="Arial"/>
              <a:buChar char="•"/>
            </a:pPr>
            <a:r>
              <a:rPr lang="en-US" sz="2400" dirty="0">
                <a:solidFill>
                  <a:srgbClr val="000000"/>
                </a:solidFill>
                <a:latin typeface="Arial"/>
                <a:cs typeface="Kalimati" panose="00000400000000000000" pitchFamily="2"/>
              </a:rPr>
              <a:t>R</a:t>
            </a:r>
            <a:r>
              <a:rPr lang="en-US" sz="2400" b="0" u="none" strike="noStrike" dirty="0">
                <a:solidFill>
                  <a:srgbClr val="000000"/>
                </a:solidFill>
                <a:uFillTx/>
                <a:latin typeface="Arial"/>
                <a:cs typeface="Kalimati" panose="00000400000000000000" pitchFamily="2"/>
              </a:rPr>
              <a:t>egistration,</a:t>
            </a:r>
            <a:r>
              <a:rPr lang="ne-NP" sz="2400" b="0" u="none" strike="noStrike" dirty="0">
                <a:solidFill>
                  <a:srgbClr val="000000"/>
                </a:solidFill>
                <a:uFillTx/>
                <a:latin typeface="Arial"/>
                <a:cs typeface="Kalimati" panose="00000400000000000000" pitchFamily="2"/>
              </a:rPr>
              <a:t> </a:t>
            </a:r>
            <a:r>
              <a:rPr lang="en-US" sz="2400" b="0" u="none" strike="noStrike" dirty="0">
                <a:solidFill>
                  <a:srgbClr val="000000"/>
                </a:solidFill>
                <a:uFillTx/>
                <a:latin typeface="Arial"/>
                <a:cs typeface="Kalimati" panose="00000400000000000000" pitchFamily="2"/>
              </a:rPr>
              <a:t>Entry</a:t>
            </a:r>
          </a:p>
          <a:p>
            <a:pPr marL="228600" indent="-228600" defTabSz="914400">
              <a:lnSpc>
                <a:spcPct val="100000"/>
              </a:lnSpc>
              <a:spcBef>
                <a:spcPts val="1001"/>
              </a:spcBef>
              <a:buClr>
                <a:srgbClr val="000000"/>
              </a:buClr>
              <a:buFont typeface="Arial"/>
              <a:buChar char="•"/>
            </a:pPr>
            <a:r>
              <a:rPr lang="ne-NP" sz="2400" b="0" u="none" strike="noStrike" dirty="0">
                <a:solidFill>
                  <a:srgbClr val="000000"/>
                </a:solidFill>
                <a:uFillTx/>
                <a:latin typeface="Arial"/>
                <a:cs typeface="Kalimati" panose="00000400000000000000" pitchFamily="2"/>
              </a:rPr>
              <a:t>सरकारी अभिलेखमा</a:t>
            </a:r>
            <a:r>
              <a:rPr lang="en-US" sz="2400" b="0" u="none" strike="noStrike" dirty="0">
                <a:solidFill>
                  <a:srgbClr val="000000"/>
                </a:solidFill>
                <a:uFillTx/>
                <a:latin typeface="Arial"/>
                <a:cs typeface="Kalimati" panose="00000400000000000000" pitchFamily="2"/>
              </a:rPr>
              <a:t> </a:t>
            </a:r>
            <a:r>
              <a:rPr lang="ne-NP" sz="2400" b="0" u="none" strike="noStrike" dirty="0">
                <a:solidFill>
                  <a:srgbClr val="000000"/>
                </a:solidFill>
                <a:uFillTx/>
                <a:latin typeface="Arial"/>
                <a:cs typeface="Kalimati" panose="00000400000000000000" pitchFamily="2"/>
              </a:rPr>
              <a:t>प्रविष्टी </a:t>
            </a:r>
            <a:endParaRPr lang="en-US" sz="2400" b="0" u="none" strike="noStrike" dirty="0">
              <a:solidFill>
                <a:srgbClr val="000000"/>
              </a:solidFill>
              <a:uFillTx/>
              <a:latin typeface="Arial"/>
              <a:cs typeface="Kalimati" panose="00000400000000000000" pitchFamily="2"/>
            </a:endParaRPr>
          </a:p>
          <a:p>
            <a:pPr marL="228600" indent="-228600" defTabSz="914400">
              <a:lnSpc>
                <a:spcPct val="100000"/>
              </a:lnSpc>
              <a:spcBef>
                <a:spcPts val="1001"/>
              </a:spcBef>
              <a:buClr>
                <a:srgbClr val="000000"/>
              </a:buClr>
              <a:buFont typeface="Arial"/>
              <a:buChar char="•"/>
            </a:pPr>
            <a:r>
              <a:rPr lang="ne-NP" sz="2400" dirty="0">
                <a:solidFill>
                  <a:srgbClr val="000000"/>
                </a:solidFill>
                <a:latin typeface="Arial"/>
                <a:cs typeface="Kalimati" panose="00000400000000000000" pitchFamily="2"/>
              </a:rPr>
              <a:t>कुनै जग्गामा स्वमित्व सहित कानूनी मान्यता दिने गरी नापी कार्यालयको फिल्डबुक वा मालपोत कार्यालयको मोठमा अभिलेखीकरण गर्ने कार्य</a:t>
            </a:r>
            <a:endParaRPr lang="en-US" sz="2400" b="0" u="none" strike="noStrike" dirty="0">
              <a:solidFill>
                <a:srgbClr val="000000"/>
              </a:solidFill>
              <a:uFillTx/>
              <a:latin typeface="Arial"/>
              <a:cs typeface="Kalimati" panose="00000400000000000000" pitchFamily="2"/>
            </a:endParaRPr>
          </a:p>
        </p:txBody>
      </p:sp>
      <p:sp>
        <p:nvSpPr>
          <p:cNvPr id="245" name="PlaceHolder 3"/>
          <p:cNvSpPr>
            <a:spLocks noGrp="1"/>
          </p:cNvSpPr>
          <p:nvPr>
            <p:ph type="ftr" idx="25"/>
          </p:nvPr>
        </p:nvSpPr>
        <p:spPr>
          <a:xfrm>
            <a:off x="4020120" y="6356520"/>
            <a:ext cx="5657760" cy="363240"/>
          </a:xfrm>
          <a:prstGeom prst="rect">
            <a:avLst/>
          </a:prstGeom>
          <a:noFill/>
          <a:ln w="0">
            <a:noFill/>
          </a:ln>
        </p:spPr>
        <p:txBody>
          <a:bodyPr lIns="91440" tIns="45720" rIns="91440" bIns="45720" anchor="ctr">
            <a:noAutofit/>
          </a:bodyPr>
          <a:lstStyle/>
          <a:p>
            <a:pPr indent="0">
              <a:buNone/>
            </a:pPr>
            <a:endParaRPr lang="en-US" sz="1400" b="0" u="none" strike="noStrike">
              <a:solidFill>
                <a:srgbClr val="000000"/>
              </a:solidFill>
              <a:uFillTx/>
              <a:latin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7DAF8-7371-4356-9C09-D774EF8D83E5}"/>
            </a:ext>
          </a:extLst>
        </p:cNvPr>
        <p:cNvGrpSpPr/>
        <p:nvPr/>
      </p:nvGrpSpPr>
      <p:grpSpPr>
        <a:xfrm>
          <a:off x="0" y="0"/>
          <a:ext cx="0" cy="0"/>
          <a:chOff x="0" y="0"/>
          <a:chExt cx="0" cy="0"/>
        </a:xfrm>
      </p:grpSpPr>
      <p:sp>
        <p:nvSpPr>
          <p:cNvPr id="243" name="PlaceHolder 1">
            <a:extLst>
              <a:ext uri="{FF2B5EF4-FFF2-40B4-BE49-F238E27FC236}">
                <a16:creationId xmlns:a16="http://schemas.microsoft.com/office/drawing/2014/main" id="{C55C5668-CA01-988A-356C-A3BEA5B4F4B7}"/>
              </a:ext>
            </a:extLst>
          </p:cNvPr>
          <p:cNvSpPr>
            <a:spLocks noGrp="1"/>
          </p:cNvSpPr>
          <p:nvPr>
            <p:ph type="title"/>
          </p:nvPr>
        </p:nvSpPr>
        <p:spPr>
          <a:xfrm>
            <a:off x="838080" y="365040"/>
            <a:ext cx="10513800" cy="92520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ne-NP" sz="5400" dirty="0">
                <a:solidFill>
                  <a:schemeClr val="dk1"/>
                </a:solidFill>
                <a:latin typeface="Arial"/>
                <a:cs typeface="Kalimati"/>
              </a:rPr>
              <a:t>जग्गा दर्ताका प्रकार</a:t>
            </a:r>
            <a:endParaRPr lang="en-US" sz="5400" b="0" u="none" strike="noStrike" dirty="0">
              <a:solidFill>
                <a:srgbClr val="000000"/>
              </a:solidFill>
              <a:uFillTx/>
              <a:latin typeface="Arial"/>
            </a:endParaRPr>
          </a:p>
        </p:txBody>
      </p:sp>
      <p:sp>
        <p:nvSpPr>
          <p:cNvPr id="244" name="PlaceHolder 2">
            <a:extLst>
              <a:ext uri="{FF2B5EF4-FFF2-40B4-BE49-F238E27FC236}">
                <a16:creationId xmlns:a16="http://schemas.microsoft.com/office/drawing/2014/main" id="{461CA389-DBA8-2155-3C2A-0E6910688194}"/>
              </a:ext>
            </a:extLst>
          </p:cNvPr>
          <p:cNvSpPr>
            <a:spLocks noGrp="1"/>
          </p:cNvSpPr>
          <p:nvPr>
            <p:ph/>
          </p:nvPr>
        </p:nvSpPr>
        <p:spPr>
          <a:xfrm>
            <a:off x="838080" y="1583640"/>
            <a:ext cx="10513800" cy="4591440"/>
          </a:xfrm>
          <a:prstGeom prst="rect">
            <a:avLst/>
          </a:prstGeom>
          <a:noFill/>
          <a:ln w="0">
            <a:noFill/>
          </a:ln>
        </p:spPr>
        <p:txBody>
          <a:bodyPr lIns="91440" tIns="45720" rIns="91440" bIns="45720" anchor="t">
            <a:normAutofit/>
          </a:bodyPr>
          <a:lstStyle/>
          <a:p>
            <a:pPr marL="228600" indent="-228600" defTabSz="914400">
              <a:lnSpc>
                <a:spcPct val="100000"/>
              </a:lnSpc>
              <a:spcBef>
                <a:spcPts val="1001"/>
              </a:spcBef>
              <a:buClr>
                <a:srgbClr val="000000"/>
              </a:buClr>
              <a:buFont typeface="Arial"/>
              <a:buChar char="•"/>
            </a:pPr>
            <a:r>
              <a:rPr lang="ne-NP" sz="3200" dirty="0">
                <a:solidFill>
                  <a:srgbClr val="000000"/>
                </a:solidFill>
                <a:latin typeface="Arial"/>
                <a:cs typeface="Kalimati" panose="00000400000000000000" pitchFamily="2"/>
              </a:rPr>
              <a:t>लिखत दर्ता </a:t>
            </a:r>
            <a:r>
              <a:rPr lang="en-US" sz="3200" dirty="0">
                <a:solidFill>
                  <a:srgbClr val="000000"/>
                </a:solidFill>
                <a:latin typeface="Arial"/>
                <a:cs typeface="Kalimati" panose="00000400000000000000" pitchFamily="2"/>
              </a:rPr>
              <a:t>(Registration of Deed)</a:t>
            </a:r>
            <a:endParaRPr lang="ne-NP" sz="3200" dirty="0">
              <a:solidFill>
                <a:srgbClr val="000000"/>
              </a:solidFill>
              <a:latin typeface="Arial"/>
              <a:cs typeface="Kalimati" panose="00000400000000000000" pitchFamily="2"/>
            </a:endParaRPr>
          </a:p>
          <a:p>
            <a:pPr marL="228600" indent="-228600" defTabSz="914400">
              <a:lnSpc>
                <a:spcPct val="100000"/>
              </a:lnSpc>
              <a:spcBef>
                <a:spcPts val="1001"/>
              </a:spcBef>
              <a:buClr>
                <a:srgbClr val="000000"/>
              </a:buClr>
              <a:buFont typeface="Arial"/>
              <a:buChar char="•"/>
            </a:pPr>
            <a:r>
              <a:rPr lang="ne-NP" sz="3200" b="0" u="none" strike="noStrike" dirty="0">
                <a:solidFill>
                  <a:srgbClr val="000000"/>
                </a:solidFill>
                <a:uFillTx/>
                <a:latin typeface="Arial"/>
                <a:cs typeface="Kalimati" panose="00000400000000000000" pitchFamily="2"/>
              </a:rPr>
              <a:t>हक स्वामित्वको दर्ता </a:t>
            </a:r>
            <a:r>
              <a:rPr lang="en-US" sz="3200" b="0" u="none" strike="noStrike" dirty="0">
                <a:solidFill>
                  <a:srgbClr val="000000"/>
                </a:solidFill>
                <a:uFillTx/>
                <a:latin typeface="Arial"/>
                <a:cs typeface="Kalimati" panose="00000400000000000000" pitchFamily="2"/>
              </a:rPr>
              <a:t>(Registration of Title)</a:t>
            </a:r>
          </a:p>
          <a:p>
            <a:pPr marL="228600" indent="-228600" defTabSz="914400">
              <a:lnSpc>
                <a:spcPct val="100000"/>
              </a:lnSpc>
              <a:spcBef>
                <a:spcPts val="1001"/>
              </a:spcBef>
              <a:buClr>
                <a:srgbClr val="000000"/>
              </a:buClr>
              <a:buFont typeface="Arial"/>
              <a:buChar char="•"/>
            </a:pPr>
            <a:r>
              <a:rPr lang="ne-NP" sz="3200" i="1" dirty="0">
                <a:solidFill>
                  <a:schemeClr val="accent2"/>
                </a:solidFill>
                <a:latin typeface="Arial"/>
                <a:cs typeface="Kalimati" panose="00000400000000000000" pitchFamily="2"/>
              </a:rPr>
              <a:t>सुधारिएको लिखत दर्ता </a:t>
            </a:r>
            <a:r>
              <a:rPr lang="en-US" sz="3200" i="1" dirty="0">
                <a:solidFill>
                  <a:schemeClr val="accent2"/>
                </a:solidFill>
                <a:latin typeface="Arial"/>
                <a:cs typeface="Kalimati" panose="00000400000000000000" pitchFamily="2"/>
              </a:rPr>
              <a:t>(Improved Deed Registration)</a:t>
            </a:r>
            <a:endParaRPr lang="en-US" sz="3200" b="0" i="1" u="none" strike="noStrike" dirty="0">
              <a:solidFill>
                <a:schemeClr val="accent2"/>
              </a:solidFill>
              <a:uFillTx/>
              <a:latin typeface="Arial"/>
              <a:cs typeface="Kalimati" panose="00000400000000000000" pitchFamily="2"/>
            </a:endParaRPr>
          </a:p>
        </p:txBody>
      </p:sp>
      <p:sp>
        <p:nvSpPr>
          <p:cNvPr id="245" name="PlaceHolder 3">
            <a:extLst>
              <a:ext uri="{FF2B5EF4-FFF2-40B4-BE49-F238E27FC236}">
                <a16:creationId xmlns:a16="http://schemas.microsoft.com/office/drawing/2014/main" id="{3F594DAD-682B-51A3-B8E9-FA73CB56FC10}"/>
              </a:ext>
            </a:extLst>
          </p:cNvPr>
          <p:cNvSpPr>
            <a:spLocks noGrp="1"/>
          </p:cNvSpPr>
          <p:nvPr>
            <p:ph type="ftr" idx="25"/>
          </p:nvPr>
        </p:nvSpPr>
        <p:spPr>
          <a:xfrm>
            <a:off x="4020120" y="6356520"/>
            <a:ext cx="5657760" cy="363240"/>
          </a:xfrm>
          <a:prstGeom prst="rect">
            <a:avLst/>
          </a:prstGeom>
          <a:noFill/>
          <a:ln w="0">
            <a:noFill/>
          </a:ln>
        </p:spPr>
        <p:txBody>
          <a:bodyPr lIns="91440" tIns="45720" rIns="91440" bIns="45720" anchor="ctr">
            <a:noAutofit/>
          </a:bodyPr>
          <a:lstStyle/>
          <a:p>
            <a:pPr indent="0">
              <a:buNone/>
            </a:pPr>
            <a:endParaRPr lang="en-US" sz="1400" b="0" u="none" strike="noStrike">
              <a:solidFill>
                <a:srgbClr val="000000"/>
              </a:solidFill>
              <a:uFillTx/>
              <a:latin typeface="Times New Roman"/>
            </a:endParaRPr>
          </a:p>
        </p:txBody>
      </p:sp>
    </p:spTree>
    <p:extLst>
      <p:ext uri="{BB962C8B-B14F-4D97-AF65-F5344CB8AC3E}">
        <p14:creationId xmlns:p14="http://schemas.microsoft.com/office/powerpoint/2010/main" val="3983785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9958D-463B-A07E-EC61-F94B74F38D1D}"/>
            </a:ext>
          </a:extLst>
        </p:cNvPr>
        <p:cNvGrpSpPr/>
        <p:nvPr/>
      </p:nvGrpSpPr>
      <p:grpSpPr>
        <a:xfrm>
          <a:off x="0" y="0"/>
          <a:ext cx="0" cy="0"/>
          <a:chOff x="0" y="0"/>
          <a:chExt cx="0" cy="0"/>
        </a:xfrm>
      </p:grpSpPr>
      <p:sp>
        <p:nvSpPr>
          <p:cNvPr id="243" name="PlaceHolder 1">
            <a:extLst>
              <a:ext uri="{FF2B5EF4-FFF2-40B4-BE49-F238E27FC236}">
                <a16:creationId xmlns:a16="http://schemas.microsoft.com/office/drawing/2014/main" id="{BC17CDC9-213A-95F3-C9FB-617E5081B907}"/>
              </a:ext>
            </a:extLst>
          </p:cNvPr>
          <p:cNvSpPr>
            <a:spLocks noGrp="1"/>
          </p:cNvSpPr>
          <p:nvPr>
            <p:ph type="title"/>
          </p:nvPr>
        </p:nvSpPr>
        <p:spPr>
          <a:xfrm>
            <a:off x="838080" y="365040"/>
            <a:ext cx="10513800" cy="92520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ne-NP" sz="5400" dirty="0">
                <a:solidFill>
                  <a:schemeClr val="dk1"/>
                </a:solidFill>
                <a:latin typeface="Arial"/>
                <a:cs typeface="Kalimati"/>
              </a:rPr>
              <a:t>जग्गा दर्ताको आधार</a:t>
            </a:r>
            <a:endParaRPr lang="en-US" sz="5400" b="0" u="none" strike="noStrike" dirty="0">
              <a:solidFill>
                <a:srgbClr val="000000"/>
              </a:solidFill>
              <a:uFillTx/>
              <a:latin typeface="Arial"/>
            </a:endParaRPr>
          </a:p>
        </p:txBody>
      </p:sp>
      <p:sp>
        <p:nvSpPr>
          <p:cNvPr id="244" name="PlaceHolder 2">
            <a:extLst>
              <a:ext uri="{FF2B5EF4-FFF2-40B4-BE49-F238E27FC236}">
                <a16:creationId xmlns:a16="http://schemas.microsoft.com/office/drawing/2014/main" id="{F2D3F95B-7216-FDC7-AE76-7E335C5AF3AF}"/>
              </a:ext>
            </a:extLst>
          </p:cNvPr>
          <p:cNvSpPr>
            <a:spLocks noGrp="1"/>
          </p:cNvSpPr>
          <p:nvPr>
            <p:ph/>
          </p:nvPr>
        </p:nvSpPr>
        <p:spPr>
          <a:xfrm>
            <a:off x="838080" y="1583640"/>
            <a:ext cx="10513800" cy="4591440"/>
          </a:xfrm>
          <a:prstGeom prst="rect">
            <a:avLst/>
          </a:prstGeom>
          <a:noFill/>
          <a:ln w="0">
            <a:noFill/>
          </a:ln>
        </p:spPr>
        <p:txBody>
          <a:bodyPr lIns="91440" tIns="45720" rIns="91440" bIns="45720" anchor="t">
            <a:normAutofit/>
          </a:bodyPr>
          <a:lstStyle/>
          <a:p>
            <a:pPr marL="228600" indent="-228600" defTabSz="914400">
              <a:lnSpc>
                <a:spcPct val="100000"/>
              </a:lnSpc>
              <a:spcBef>
                <a:spcPts val="1001"/>
              </a:spcBef>
              <a:buClr>
                <a:srgbClr val="000000"/>
              </a:buClr>
              <a:buFont typeface="Arial"/>
              <a:buChar char="•"/>
            </a:pPr>
            <a:r>
              <a:rPr lang="ne-NP" sz="3600" b="0" u="none" strike="noStrike" dirty="0">
                <a:solidFill>
                  <a:srgbClr val="000000"/>
                </a:solidFill>
                <a:uFillTx/>
                <a:latin typeface="Arial"/>
                <a:cs typeface="Kalimati" panose="00000400000000000000" pitchFamily="2"/>
              </a:rPr>
              <a:t>जग्गामा रहेको भोग</a:t>
            </a:r>
          </a:p>
          <a:p>
            <a:pPr marL="228600" indent="-228600" defTabSz="914400">
              <a:lnSpc>
                <a:spcPct val="100000"/>
              </a:lnSpc>
              <a:spcBef>
                <a:spcPts val="1001"/>
              </a:spcBef>
              <a:buClr>
                <a:srgbClr val="000000"/>
              </a:buClr>
              <a:buFont typeface="Arial"/>
              <a:buChar char="•"/>
            </a:pPr>
            <a:r>
              <a:rPr lang="ne-NP" sz="3600" b="0" u="none" strike="noStrike" dirty="0">
                <a:solidFill>
                  <a:srgbClr val="000000"/>
                </a:solidFill>
                <a:uFillTx/>
                <a:latin typeface="Arial"/>
                <a:cs typeface="Kalimati" panose="00000400000000000000" pitchFamily="2"/>
              </a:rPr>
              <a:t>साविक लगत</a:t>
            </a:r>
          </a:p>
          <a:p>
            <a:pPr marL="228600" indent="-228600" defTabSz="914400">
              <a:lnSpc>
                <a:spcPct val="100000"/>
              </a:lnSpc>
              <a:spcBef>
                <a:spcPts val="1001"/>
              </a:spcBef>
              <a:buClr>
                <a:srgbClr val="000000"/>
              </a:buClr>
              <a:buFont typeface="Arial"/>
              <a:buChar char="•"/>
            </a:pPr>
            <a:r>
              <a:rPr lang="ne-NP" sz="3600" dirty="0">
                <a:solidFill>
                  <a:srgbClr val="000000"/>
                </a:solidFill>
                <a:latin typeface="Arial"/>
                <a:cs typeface="Kalimati" panose="00000400000000000000" pitchFamily="2"/>
              </a:rPr>
              <a:t>तिरो तिरेको रसीद</a:t>
            </a:r>
            <a:endParaRPr lang="en-US" sz="3600" b="0" u="none" strike="noStrike" dirty="0">
              <a:solidFill>
                <a:srgbClr val="000000"/>
              </a:solidFill>
              <a:uFillTx/>
              <a:latin typeface="Arial"/>
              <a:cs typeface="Kalimati" panose="00000400000000000000" pitchFamily="2"/>
            </a:endParaRPr>
          </a:p>
        </p:txBody>
      </p:sp>
      <p:sp>
        <p:nvSpPr>
          <p:cNvPr id="245" name="PlaceHolder 3">
            <a:extLst>
              <a:ext uri="{FF2B5EF4-FFF2-40B4-BE49-F238E27FC236}">
                <a16:creationId xmlns:a16="http://schemas.microsoft.com/office/drawing/2014/main" id="{F2A55234-71A4-8C9C-C990-A6F6A7B4DDBA}"/>
              </a:ext>
            </a:extLst>
          </p:cNvPr>
          <p:cNvSpPr>
            <a:spLocks noGrp="1"/>
          </p:cNvSpPr>
          <p:nvPr>
            <p:ph type="ftr" idx="25"/>
          </p:nvPr>
        </p:nvSpPr>
        <p:spPr>
          <a:xfrm>
            <a:off x="4020120" y="6356520"/>
            <a:ext cx="5657760" cy="363240"/>
          </a:xfrm>
          <a:prstGeom prst="rect">
            <a:avLst/>
          </a:prstGeom>
          <a:noFill/>
          <a:ln w="0">
            <a:noFill/>
          </a:ln>
        </p:spPr>
        <p:txBody>
          <a:bodyPr lIns="91440" tIns="45720" rIns="91440" bIns="45720" anchor="ctr">
            <a:noAutofit/>
          </a:bodyPr>
          <a:lstStyle/>
          <a:p>
            <a:pPr indent="0">
              <a:buNone/>
            </a:pPr>
            <a:endParaRPr lang="en-US" sz="1400" b="0" u="none" strike="noStrike">
              <a:solidFill>
                <a:srgbClr val="000000"/>
              </a:solidFill>
              <a:uFillTx/>
              <a:latin typeface="Times New Roman"/>
            </a:endParaRPr>
          </a:p>
        </p:txBody>
      </p:sp>
    </p:spTree>
    <p:extLst>
      <p:ext uri="{BB962C8B-B14F-4D97-AF65-F5344CB8AC3E}">
        <p14:creationId xmlns:p14="http://schemas.microsoft.com/office/powerpoint/2010/main" val="5302998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33EC7-E5F8-2E39-AC20-8305FAD67321}"/>
            </a:ext>
          </a:extLst>
        </p:cNvPr>
        <p:cNvGrpSpPr/>
        <p:nvPr/>
      </p:nvGrpSpPr>
      <p:grpSpPr>
        <a:xfrm>
          <a:off x="0" y="0"/>
          <a:ext cx="0" cy="0"/>
          <a:chOff x="0" y="0"/>
          <a:chExt cx="0" cy="0"/>
        </a:xfrm>
      </p:grpSpPr>
      <p:sp>
        <p:nvSpPr>
          <p:cNvPr id="243" name="PlaceHolder 1">
            <a:extLst>
              <a:ext uri="{FF2B5EF4-FFF2-40B4-BE49-F238E27FC236}">
                <a16:creationId xmlns:a16="http://schemas.microsoft.com/office/drawing/2014/main" id="{5DB889E5-CE30-62F2-2913-F7C1F9A033BB}"/>
              </a:ext>
            </a:extLst>
          </p:cNvPr>
          <p:cNvSpPr>
            <a:spLocks noGrp="1"/>
          </p:cNvSpPr>
          <p:nvPr>
            <p:ph type="title"/>
          </p:nvPr>
        </p:nvSpPr>
        <p:spPr>
          <a:xfrm>
            <a:off x="838080" y="365040"/>
            <a:ext cx="10513800" cy="92520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hi-IN" sz="4400" b="0" u="none" strike="noStrike">
                <a:solidFill>
                  <a:schemeClr val="dk1"/>
                </a:solidFill>
                <a:uFillTx/>
                <a:latin typeface="Kalimati"/>
                <a:cs typeface="Kalimati"/>
              </a:rPr>
              <a:t>साविक भूमि लगत</a:t>
            </a:r>
            <a:r>
              <a:rPr lang="nb-NO" sz="4400" b="0" u="none" strike="noStrike">
                <a:solidFill>
                  <a:schemeClr val="dk1"/>
                </a:solidFill>
                <a:uFillTx/>
                <a:latin typeface="Kalimati"/>
              </a:rPr>
              <a:t> </a:t>
            </a:r>
            <a:endParaRPr lang="en-US" sz="4400" b="0" u="none" strike="noStrike">
              <a:solidFill>
                <a:srgbClr val="000000"/>
              </a:solidFill>
              <a:uFillTx/>
              <a:latin typeface="Arial"/>
            </a:endParaRPr>
          </a:p>
        </p:txBody>
      </p:sp>
      <p:sp>
        <p:nvSpPr>
          <p:cNvPr id="244" name="PlaceHolder 2">
            <a:extLst>
              <a:ext uri="{FF2B5EF4-FFF2-40B4-BE49-F238E27FC236}">
                <a16:creationId xmlns:a16="http://schemas.microsoft.com/office/drawing/2014/main" id="{831B01D1-990A-1C51-AF40-2442EC8CFA38}"/>
              </a:ext>
            </a:extLst>
          </p:cNvPr>
          <p:cNvSpPr>
            <a:spLocks noGrp="1"/>
          </p:cNvSpPr>
          <p:nvPr>
            <p:ph/>
          </p:nvPr>
        </p:nvSpPr>
        <p:spPr>
          <a:xfrm>
            <a:off x="838080" y="1583640"/>
            <a:ext cx="10513800" cy="4591440"/>
          </a:xfrm>
          <a:prstGeom prst="rect">
            <a:avLst/>
          </a:prstGeom>
          <a:noFill/>
          <a:ln w="0">
            <a:noFill/>
          </a:ln>
        </p:spPr>
        <p:txBody>
          <a:bodyPr lIns="91440" tIns="45720" rIns="91440" bIns="45720" anchor="t">
            <a:normAutofit/>
          </a:bodyPr>
          <a:lstStyle/>
          <a:p>
            <a:pPr marL="228600" indent="-228600" defTabSz="914400">
              <a:lnSpc>
                <a:spcPct val="100000"/>
              </a:lnSpc>
              <a:spcBef>
                <a:spcPts val="1001"/>
              </a:spcBef>
              <a:buClr>
                <a:srgbClr val="000000"/>
              </a:buClr>
              <a:buFont typeface="Arial"/>
              <a:buChar char="•"/>
            </a:pPr>
            <a:r>
              <a:rPr lang="ne-NP" sz="3200" b="0" u="none" strike="noStrike" dirty="0">
                <a:solidFill>
                  <a:schemeClr val="dk1"/>
                </a:solidFill>
                <a:uFillTx/>
                <a:latin typeface="Times New Roman"/>
                <a:cs typeface="Kalimati"/>
              </a:rPr>
              <a:t>बिर्ता लगत वा पोता लगत</a:t>
            </a:r>
            <a:endParaRPr lang="en-US" sz="3200" b="0" u="none" strike="noStrike" dirty="0">
              <a:solidFill>
                <a:srgbClr val="000000"/>
              </a:solidFill>
              <a:uFillTx/>
              <a:latin typeface="Arial"/>
            </a:endParaRPr>
          </a:p>
          <a:p>
            <a:pPr marL="228600" indent="-228600" defTabSz="914400">
              <a:lnSpc>
                <a:spcPct val="100000"/>
              </a:lnSpc>
              <a:spcBef>
                <a:spcPts val="1001"/>
              </a:spcBef>
              <a:buClr>
                <a:srgbClr val="000000"/>
              </a:buClr>
              <a:buFont typeface="Arial"/>
              <a:buChar char="•"/>
            </a:pPr>
            <a:r>
              <a:rPr lang="ne-NP" sz="3200" b="0" u="none" strike="noStrike" dirty="0">
                <a:solidFill>
                  <a:schemeClr val="dk1"/>
                </a:solidFill>
                <a:uFillTx/>
                <a:latin typeface="Times New Roman"/>
                <a:cs typeface="Kalimati"/>
              </a:rPr>
              <a:t>रै</a:t>
            </a:r>
            <a:r>
              <a:rPr lang="en-US" sz="3200" b="0" u="none" strike="noStrike" dirty="0">
                <a:solidFill>
                  <a:schemeClr val="dk1"/>
                </a:solidFill>
                <a:uFillTx/>
                <a:latin typeface="Times New Roman"/>
              </a:rPr>
              <a:t>. </a:t>
            </a:r>
            <a:r>
              <a:rPr lang="ne-NP" sz="3200" b="0" u="none" strike="noStrike" dirty="0">
                <a:solidFill>
                  <a:schemeClr val="dk1"/>
                </a:solidFill>
                <a:uFillTx/>
                <a:latin typeface="Times New Roman"/>
                <a:cs typeface="Kalimati"/>
              </a:rPr>
              <a:t>नं</a:t>
            </a:r>
            <a:r>
              <a:rPr lang="en-US" sz="3200" b="0" u="none" strike="noStrike" dirty="0">
                <a:solidFill>
                  <a:schemeClr val="dk1"/>
                </a:solidFill>
                <a:uFillTx/>
                <a:latin typeface="Times New Roman"/>
              </a:rPr>
              <a:t>. </a:t>
            </a:r>
            <a:r>
              <a:rPr lang="ne-NP" sz="3200" b="0" u="none" strike="noStrike" dirty="0">
                <a:solidFill>
                  <a:schemeClr val="dk1"/>
                </a:solidFill>
                <a:uFillTx/>
                <a:latin typeface="Times New Roman"/>
                <a:cs typeface="Kalimati"/>
              </a:rPr>
              <a:t>लगत</a:t>
            </a:r>
            <a:endParaRPr lang="en-US" sz="3200" b="0" u="none" strike="noStrike" dirty="0">
              <a:solidFill>
                <a:srgbClr val="000000"/>
              </a:solidFill>
              <a:uFillTx/>
              <a:latin typeface="Arial"/>
            </a:endParaRPr>
          </a:p>
          <a:p>
            <a:pPr marL="228600" indent="-228600" defTabSz="914400">
              <a:lnSpc>
                <a:spcPct val="100000"/>
              </a:lnSpc>
              <a:spcBef>
                <a:spcPts val="1001"/>
              </a:spcBef>
              <a:buClr>
                <a:srgbClr val="000000"/>
              </a:buClr>
              <a:buFont typeface="Arial"/>
              <a:buChar char="•"/>
            </a:pPr>
            <a:r>
              <a:rPr lang="ne-NP" sz="3200" b="0" u="none" strike="noStrike" dirty="0">
                <a:solidFill>
                  <a:schemeClr val="dk1"/>
                </a:solidFill>
                <a:uFillTx/>
                <a:latin typeface="Times New Roman"/>
                <a:cs typeface="Kalimati"/>
              </a:rPr>
              <a:t>हा</a:t>
            </a:r>
            <a:r>
              <a:rPr lang="en-US" sz="3200" b="0" u="none" strike="noStrike" dirty="0">
                <a:solidFill>
                  <a:schemeClr val="dk1"/>
                </a:solidFill>
                <a:uFillTx/>
                <a:latin typeface="Times New Roman"/>
              </a:rPr>
              <a:t>.</a:t>
            </a:r>
            <a:r>
              <a:rPr lang="ne-NP" sz="3200" b="0" u="none" strike="noStrike" dirty="0">
                <a:solidFill>
                  <a:schemeClr val="dk1"/>
                </a:solidFill>
                <a:uFillTx/>
                <a:latin typeface="Times New Roman"/>
                <a:cs typeface="Kalimati"/>
              </a:rPr>
              <a:t>नं</a:t>
            </a:r>
            <a:r>
              <a:rPr lang="en-US" sz="3200" b="0" u="none" strike="noStrike" dirty="0">
                <a:solidFill>
                  <a:schemeClr val="dk1"/>
                </a:solidFill>
                <a:uFillTx/>
                <a:latin typeface="Times New Roman"/>
              </a:rPr>
              <a:t>. </a:t>
            </a:r>
            <a:r>
              <a:rPr lang="ne-NP" sz="3200" b="0" u="none" strike="noStrike" dirty="0">
                <a:solidFill>
                  <a:schemeClr val="dk1"/>
                </a:solidFill>
                <a:uFillTx/>
                <a:latin typeface="Times New Roman"/>
                <a:cs typeface="Kalimati"/>
              </a:rPr>
              <a:t>लगत</a:t>
            </a:r>
            <a:endParaRPr lang="en-US" sz="3200" b="0" u="none" strike="noStrike" dirty="0">
              <a:solidFill>
                <a:srgbClr val="000000"/>
              </a:solidFill>
              <a:uFillTx/>
              <a:latin typeface="Arial"/>
            </a:endParaRPr>
          </a:p>
          <a:p>
            <a:pPr marL="228600" indent="-228600" defTabSz="914400">
              <a:lnSpc>
                <a:spcPct val="100000"/>
              </a:lnSpc>
              <a:spcBef>
                <a:spcPts val="1001"/>
              </a:spcBef>
              <a:buClr>
                <a:srgbClr val="000000"/>
              </a:buClr>
              <a:buFont typeface="Arial"/>
              <a:buChar char="•"/>
            </a:pPr>
            <a:r>
              <a:rPr lang="ne-NP" sz="3200" b="0" u="none" strike="noStrike" dirty="0">
                <a:solidFill>
                  <a:schemeClr val="dk1"/>
                </a:solidFill>
                <a:uFillTx/>
                <a:latin typeface="Times New Roman"/>
                <a:cs typeface="Kalimati"/>
              </a:rPr>
              <a:t>तिर्जा लगत</a:t>
            </a:r>
            <a:endParaRPr lang="en-US" sz="3200" b="0" u="none" strike="noStrike" dirty="0">
              <a:solidFill>
                <a:srgbClr val="000000"/>
              </a:solidFill>
              <a:uFillTx/>
              <a:latin typeface="Arial"/>
            </a:endParaRPr>
          </a:p>
          <a:p>
            <a:pPr marL="228600" indent="-228600" defTabSz="914400">
              <a:lnSpc>
                <a:spcPct val="100000"/>
              </a:lnSpc>
              <a:spcBef>
                <a:spcPts val="1001"/>
              </a:spcBef>
              <a:buClr>
                <a:srgbClr val="000000"/>
              </a:buClr>
              <a:buFont typeface="Arial"/>
              <a:buChar char="•"/>
            </a:pPr>
            <a:r>
              <a:rPr lang="ne-NP" sz="3200" b="0" u="none" strike="noStrike" dirty="0">
                <a:solidFill>
                  <a:schemeClr val="dk1"/>
                </a:solidFill>
                <a:uFillTx/>
                <a:latin typeface="Times New Roman"/>
                <a:cs typeface="Kalimati"/>
              </a:rPr>
              <a:t>गुठी लगत</a:t>
            </a:r>
            <a:endParaRPr lang="en-US" sz="3200" b="0" u="none" strike="noStrike" dirty="0">
              <a:solidFill>
                <a:srgbClr val="000000"/>
              </a:solidFill>
              <a:uFillTx/>
              <a:latin typeface="Arial"/>
            </a:endParaRPr>
          </a:p>
          <a:p>
            <a:pPr marL="228600" indent="-228600" defTabSz="914400">
              <a:lnSpc>
                <a:spcPct val="100000"/>
              </a:lnSpc>
              <a:spcBef>
                <a:spcPts val="1001"/>
              </a:spcBef>
              <a:buClr>
                <a:srgbClr val="000000"/>
              </a:buClr>
              <a:buFont typeface="Arial"/>
              <a:buChar char="•"/>
            </a:pPr>
            <a:r>
              <a:rPr lang="en-US" sz="3200" b="0" u="none" strike="noStrike" dirty="0">
                <a:solidFill>
                  <a:schemeClr val="dk1"/>
                </a:solidFill>
                <a:uFillTx/>
                <a:latin typeface="Times New Roman"/>
              </a:rPr>
              <a:t>……</a:t>
            </a:r>
            <a:endParaRPr lang="en-US" sz="3200" b="0" u="none" strike="noStrike" dirty="0">
              <a:solidFill>
                <a:srgbClr val="000000"/>
              </a:solidFill>
              <a:uFillTx/>
              <a:latin typeface="Arial"/>
            </a:endParaRPr>
          </a:p>
          <a:p>
            <a:pPr marL="228600" indent="-228600" defTabSz="914400">
              <a:lnSpc>
                <a:spcPct val="100000"/>
              </a:lnSpc>
              <a:spcBef>
                <a:spcPts val="1001"/>
              </a:spcBef>
              <a:buClr>
                <a:srgbClr val="000000"/>
              </a:buClr>
              <a:buFont typeface="Arial"/>
              <a:buChar char="•"/>
            </a:pPr>
            <a:r>
              <a:rPr lang="en-US" sz="3200" b="0" u="none" strike="noStrike" dirty="0">
                <a:solidFill>
                  <a:schemeClr val="dk1"/>
                </a:solidFill>
                <a:uFillTx/>
                <a:latin typeface="Times New Roman"/>
              </a:rPr>
              <a:t>…….</a:t>
            </a:r>
            <a:endParaRPr lang="en-US" sz="3200" b="0" u="none" strike="noStrike" dirty="0">
              <a:solidFill>
                <a:srgbClr val="000000"/>
              </a:solidFill>
              <a:uFillTx/>
              <a:latin typeface="Arial"/>
            </a:endParaRPr>
          </a:p>
        </p:txBody>
      </p:sp>
      <p:sp>
        <p:nvSpPr>
          <p:cNvPr id="245" name="PlaceHolder 3">
            <a:extLst>
              <a:ext uri="{FF2B5EF4-FFF2-40B4-BE49-F238E27FC236}">
                <a16:creationId xmlns:a16="http://schemas.microsoft.com/office/drawing/2014/main" id="{F952EDA2-76F9-4AAD-D58E-18BCD0A03738}"/>
              </a:ext>
            </a:extLst>
          </p:cNvPr>
          <p:cNvSpPr>
            <a:spLocks noGrp="1"/>
          </p:cNvSpPr>
          <p:nvPr>
            <p:ph type="ftr" idx="25"/>
          </p:nvPr>
        </p:nvSpPr>
        <p:spPr>
          <a:xfrm>
            <a:off x="4020120" y="6356520"/>
            <a:ext cx="5657760" cy="363240"/>
          </a:xfrm>
          <a:prstGeom prst="rect">
            <a:avLst/>
          </a:prstGeom>
          <a:noFill/>
          <a:ln w="0">
            <a:noFill/>
          </a:ln>
        </p:spPr>
        <p:txBody>
          <a:bodyPr lIns="91440" tIns="45720" rIns="91440" bIns="45720" anchor="ctr">
            <a:noAutofit/>
          </a:bodyPr>
          <a:lstStyle/>
          <a:p>
            <a:pPr indent="0">
              <a:buNone/>
            </a:pPr>
            <a:endParaRPr lang="en-US" sz="1400" b="0" u="none" strike="noStrike">
              <a:solidFill>
                <a:srgbClr val="000000"/>
              </a:solidFill>
              <a:uFillTx/>
              <a:latin typeface="Times New Roman"/>
            </a:endParaRPr>
          </a:p>
        </p:txBody>
      </p:sp>
    </p:spTree>
    <p:extLst>
      <p:ext uri="{BB962C8B-B14F-4D97-AF65-F5344CB8AC3E}">
        <p14:creationId xmlns:p14="http://schemas.microsoft.com/office/powerpoint/2010/main" val="16491613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 name="PlaceHolder 1"/>
          <p:cNvSpPr>
            <a:spLocks noGrp="1"/>
          </p:cNvSpPr>
          <p:nvPr>
            <p:ph type="title"/>
          </p:nvPr>
        </p:nvSpPr>
        <p:spPr>
          <a:xfrm>
            <a:off x="838080" y="365040"/>
            <a:ext cx="10513800" cy="92520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hi-IN" sz="4400" b="0" u="none" strike="noStrike">
                <a:solidFill>
                  <a:schemeClr val="dk1"/>
                </a:solidFill>
                <a:uFillTx/>
                <a:latin typeface="Kalimati"/>
                <a:cs typeface="Kalimati"/>
              </a:rPr>
              <a:t>हाल प्रचलित भूमि लगत</a:t>
            </a:r>
            <a:r>
              <a:rPr lang="nb-NO" sz="4400" b="0" u="none" strike="noStrike">
                <a:solidFill>
                  <a:schemeClr val="dk1"/>
                </a:solidFill>
                <a:uFillTx/>
                <a:latin typeface="Kalimati"/>
              </a:rPr>
              <a:t> </a:t>
            </a:r>
            <a:endParaRPr lang="en-US" sz="4400" b="0" u="none" strike="noStrike">
              <a:solidFill>
                <a:srgbClr val="000000"/>
              </a:solidFill>
              <a:uFillTx/>
              <a:latin typeface="Arial"/>
            </a:endParaRPr>
          </a:p>
        </p:txBody>
      </p:sp>
      <p:sp>
        <p:nvSpPr>
          <p:cNvPr id="247" name="PlaceHolder 2"/>
          <p:cNvSpPr>
            <a:spLocks noGrp="1"/>
          </p:cNvSpPr>
          <p:nvPr>
            <p:ph/>
          </p:nvPr>
        </p:nvSpPr>
        <p:spPr>
          <a:xfrm>
            <a:off x="838080" y="1583640"/>
            <a:ext cx="10513800" cy="4591440"/>
          </a:xfrm>
          <a:prstGeom prst="rect">
            <a:avLst/>
          </a:prstGeom>
          <a:noFill/>
          <a:ln w="0">
            <a:noFill/>
          </a:ln>
        </p:spPr>
        <p:txBody>
          <a:bodyPr lIns="91440" tIns="45720" rIns="91440" bIns="45720" anchor="t">
            <a:normAutofit lnSpcReduction="9999"/>
          </a:bodyPr>
          <a:lstStyle/>
          <a:p>
            <a:pPr marL="228600" indent="-228600" defTabSz="914400">
              <a:lnSpc>
                <a:spcPct val="100000"/>
              </a:lnSpc>
              <a:spcBef>
                <a:spcPts val="1001"/>
              </a:spcBef>
              <a:buClr>
                <a:srgbClr val="000000"/>
              </a:buClr>
              <a:buFont typeface="Arial"/>
              <a:buChar char="•"/>
            </a:pPr>
            <a:r>
              <a:rPr lang="ne-NP" sz="2400" b="0" u="none" strike="noStrike">
                <a:solidFill>
                  <a:schemeClr val="dk1"/>
                </a:solidFill>
                <a:uFillTx/>
                <a:latin typeface="Times New Roman"/>
                <a:cs typeface="Kalimati"/>
              </a:rPr>
              <a:t>नक्सा</a:t>
            </a:r>
            <a:endParaRPr lang="en-US" sz="2400" b="0" u="none" strike="noStrike">
              <a:solidFill>
                <a:srgbClr val="000000"/>
              </a:solidFill>
              <a:uFillTx/>
              <a:latin typeface="Arial"/>
            </a:endParaRPr>
          </a:p>
          <a:p>
            <a:pPr marL="228600" indent="-228600" defTabSz="914400">
              <a:lnSpc>
                <a:spcPct val="100000"/>
              </a:lnSpc>
              <a:spcBef>
                <a:spcPts val="1001"/>
              </a:spcBef>
              <a:buClr>
                <a:srgbClr val="000000"/>
              </a:buClr>
              <a:buFont typeface="Arial"/>
              <a:buChar char="•"/>
            </a:pPr>
            <a:r>
              <a:rPr lang="ne-NP" sz="2400" b="0" u="none" strike="noStrike">
                <a:solidFill>
                  <a:schemeClr val="dk1"/>
                </a:solidFill>
                <a:uFillTx/>
                <a:latin typeface="Times New Roman"/>
                <a:cs typeface="Kalimati"/>
              </a:rPr>
              <a:t>फिल्डबुक</a:t>
            </a:r>
            <a:endParaRPr lang="en-US" sz="2400" b="0" u="none" strike="noStrike">
              <a:solidFill>
                <a:srgbClr val="000000"/>
              </a:solidFill>
              <a:uFillTx/>
              <a:latin typeface="Arial"/>
            </a:endParaRPr>
          </a:p>
          <a:p>
            <a:pPr marL="228600" indent="-228600" defTabSz="914400">
              <a:lnSpc>
                <a:spcPct val="100000"/>
              </a:lnSpc>
              <a:spcBef>
                <a:spcPts val="1001"/>
              </a:spcBef>
              <a:buClr>
                <a:srgbClr val="000000"/>
              </a:buClr>
              <a:buFont typeface="Arial"/>
              <a:buChar char="•"/>
            </a:pPr>
            <a:r>
              <a:rPr lang="ne-NP" sz="2400" b="0" u="none" strike="noStrike">
                <a:solidFill>
                  <a:schemeClr val="dk1"/>
                </a:solidFill>
                <a:uFillTx/>
                <a:latin typeface="Times New Roman"/>
                <a:cs typeface="Kalimati"/>
              </a:rPr>
              <a:t>जग्गाधनी तेरीज</a:t>
            </a:r>
            <a:endParaRPr lang="en-US" sz="2400" b="0" u="none" strike="noStrike">
              <a:solidFill>
                <a:srgbClr val="000000"/>
              </a:solidFill>
              <a:uFillTx/>
              <a:latin typeface="Arial"/>
            </a:endParaRPr>
          </a:p>
          <a:p>
            <a:pPr marL="228600" indent="-228600" defTabSz="914400">
              <a:lnSpc>
                <a:spcPct val="100000"/>
              </a:lnSpc>
              <a:spcBef>
                <a:spcPts val="1001"/>
              </a:spcBef>
              <a:buClr>
                <a:srgbClr val="000000"/>
              </a:buClr>
              <a:buFont typeface="Arial"/>
              <a:buChar char="•"/>
            </a:pPr>
            <a:r>
              <a:rPr lang="ne-NP" sz="2400" b="0" u="none" strike="noStrike">
                <a:solidFill>
                  <a:schemeClr val="dk1"/>
                </a:solidFill>
                <a:uFillTx/>
                <a:latin typeface="Times New Roman"/>
                <a:cs typeface="Kalimati"/>
              </a:rPr>
              <a:t>जग्गाधनी दर्ता श्रेस्ता</a:t>
            </a:r>
            <a:r>
              <a:rPr lang="en-US" sz="2400" b="0" u="none" strike="noStrike">
                <a:solidFill>
                  <a:schemeClr val="dk1"/>
                </a:solidFill>
                <a:uFillTx/>
                <a:latin typeface="Times New Roman"/>
              </a:rPr>
              <a:t>, </a:t>
            </a:r>
            <a:r>
              <a:rPr lang="ne-NP" sz="2400" b="0" u="none" strike="noStrike">
                <a:solidFill>
                  <a:schemeClr val="dk1"/>
                </a:solidFill>
                <a:uFillTx/>
                <a:latin typeface="Times New Roman"/>
                <a:cs typeface="Kalimati"/>
              </a:rPr>
              <a:t>मोठ</a:t>
            </a:r>
            <a:endParaRPr lang="en-US" sz="2400" b="0" u="none" strike="noStrike">
              <a:solidFill>
                <a:srgbClr val="000000"/>
              </a:solidFill>
              <a:uFillTx/>
              <a:latin typeface="Arial"/>
            </a:endParaRPr>
          </a:p>
          <a:p>
            <a:pPr marL="228600" indent="-228600" defTabSz="914400">
              <a:lnSpc>
                <a:spcPct val="100000"/>
              </a:lnSpc>
              <a:spcBef>
                <a:spcPts val="1001"/>
              </a:spcBef>
              <a:buClr>
                <a:srgbClr val="000000"/>
              </a:buClr>
              <a:buFont typeface="Arial"/>
              <a:buChar char="•"/>
            </a:pPr>
            <a:r>
              <a:rPr lang="ne-NP" sz="2400" b="0" u="none" strike="noStrike">
                <a:solidFill>
                  <a:schemeClr val="dk1"/>
                </a:solidFill>
                <a:uFillTx/>
                <a:latin typeface="Times New Roman"/>
                <a:cs typeface="Kalimati"/>
              </a:rPr>
              <a:t>जग्गाधनी दर्ता प्रमाण पूर्जा</a:t>
            </a:r>
            <a:endParaRPr lang="en-US" sz="2400" b="0" u="none" strike="noStrike">
              <a:solidFill>
                <a:srgbClr val="000000"/>
              </a:solidFill>
              <a:uFillTx/>
              <a:latin typeface="Arial"/>
            </a:endParaRPr>
          </a:p>
          <a:p>
            <a:pPr marL="228600" indent="-228600" defTabSz="914400">
              <a:lnSpc>
                <a:spcPct val="100000"/>
              </a:lnSpc>
              <a:spcBef>
                <a:spcPts val="1001"/>
              </a:spcBef>
              <a:buClr>
                <a:srgbClr val="000000"/>
              </a:buClr>
              <a:buFont typeface="Arial"/>
              <a:buChar char="•"/>
            </a:pPr>
            <a:r>
              <a:rPr lang="ne-NP" sz="2400" b="0" u="none" strike="noStrike">
                <a:solidFill>
                  <a:schemeClr val="dk1"/>
                </a:solidFill>
                <a:uFillTx/>
                <a:latin typeface="Times New Roman"/>
                <a:cs typeface="Kalimati"/>
              </a:rPr>
              <a:t>प्लट रजिष्टर</a:t>
            </a:r>
            <a:endParaRPr lang="en-US" sz="2400" b="0" u="none" strike="noStrike">
              <a:solidFill>
                <a:srgbClr val="000000"/>
              </a:solidFill>
              <a:uFillTx/>
              <a:latin typeface="Arial"/>
            </a:endParaRPr>
          </a:p>
          <a:p>
            <a:pPr marL="228600" indent="-228600" defTabSz="914400">
              <a:lnSpc>
                <a:spcPct val="100000"/>
              </a:lnSpc>
              <a:spcBef>
                <a:spcPts val="1001"/>
              </a:spcBef>
              <a:buClr>
                <a:srgbClr val="000000"/>
              </a:buClr>
              <a:buFont typeface="Arial"/>
              <a:buChar char="•"/>
            </a:pPr>
            <a:r>
              <a:rPr lang="ne-NP" sz="2400" b="0" u="none" strike="noStrike">
                <a:solidFill>
                  <a:schemeClr val="dk1"/>
                </a:solidFill>
                <a:uFillTx/>
                <a:latin typeface="Times New Roman"/>
                <a:cs typeface="Kalimati"/>
              </a:rPr>
              <a:t>जग्गको हक हस्तान्तरण हुँदाको बिभिन्न किसिमको लिखत</a:t>
            </a:r>
            <a:endParaRPr lang="en-US" sz="2400" b="0" u="none" strike="noStrike">
              <a:solidFill>
                <a:srgbClr val="000000"/>
              </a:solidFill>
              <a:uFillTx/>
              <a:latin typeface="Arial"/>
            </a:endParaRPr>
          </a:p>
          <a:p>
            <a:pPr marL="228600" indent="-228600" defTabSz="914400">
              <a:lnSpc>
                <a:spcPct val="100000"/>
              </a:lnSpc>
              <a:spcBef>
                <a:spcPts val="1001"/>
              </a:spcBef>
              <a:buClr>
                <a:srgbClr val="000000"/>
              </a:buClr>
              <a:buFont typeface="Arial"/>
              <a:buChar char="•"/>
            </a:pPr>
            <a:r>
              <a:rPr lang="ne-NP" sz="2400" b="0" u="none" strike="noStrike">
                <a:solidFill>
                  <a:schemeClr val="dk1"/>
                </a:solidFill>
                <a:uFillTx/>
                <a:latin typeface="Times New Roman"/>
                <a:cs typeface="Kalimati"/>
              </a:rPr>
              <a:t>डिजिटल अभिलेख </a:t>
            </a:r>
            <a:r>
              <a:rPr lang="en-US" sz="2400" b="0" u="none" strike="noStrike">
                <a:solidFill>
                  <a:schemeClr val="dk1"/>
                </a:solidFill>
                <a:uFillTx/>
                <a:latin typeface="Times New Roman"/>
              </a:rPr>
              <a:t>(LRIMS, DMS, NeLIS, ...)</a:t>
            </a:r>
            <a:endParaRPr lang="en-US" sz="2400" b="0" u="none" strike="noStrike">
              <a:solidFill>
                <a:srgbClr val="000000"/>
              </a:solidFill>
              <a:uFillTx/>
              <a:latin typeface="Arial"/>
            </a:endParaRPr>
          </a:p>
          <a:p>
            <a:pPr marL="228600" indent="-228600" defTabSz="914400">
              <a:lnSpc>
                <a:spcPct val="100000"/>
              </a:lnSpc>
              <a:spcBef>
                <a:spcPts val="1001"/>
              </a:spcBef>
              <a:buClr>
                <a:srgbClr val="000000"/>
              </a:buClr>
              <a:buFont typeface="Arial"/>
              <a:buChar char="•"/>
            </a:pPr>
            <a:r>
              <a:rPr lang="en-US" sz="2400" b="0" u="none" strike="noStrike">
                <a:solidFill>
                  <a:schemeClr val="dk1"/>
                </a:solidFill>
                <a:uFillTx/>
                <a:latin typeface="Times New Roman"/>
              </a:rPr>
              <a:t>……</a:t>
            </a:r>
            <a:endParaRPr lang="en-US" sz="2400" b="0" u="none" strike="noStrike">
              <a:solidFill>
                <a:srgbClr val="000000"/>
              </a:solidFill>
              <a:uFillTx/>
              <a:latin typeface="Arial"/>
            </a:endParaRPr>
          </a:p>
          <a:p>
            <a:pPr marL="228600" indent="-228600" defTabSz="914400">
              <a:lnSpc>
                <a:spcPct val="100000"/>
              </a:lnSpc>
              <a:spcBef>
                <a:spcPts val="1001"/>
              </a:spcBef>
              <a:buClr>
                <a:srgbClr val="000000"/>
              </a:buClr>
              <a:buFont typeface="Arial"/>
              <a:buChar char="•"/>
            </a:pPr>
            <a:r>
              <a:rPr lang="en-US" sz="2400" b="0" u="none" strike="noStrike">
                <a:solidFill>
                  <a:schemeClr val="dk1"/>
                </a:solidFill>
                <a:uFillTx/>
                <a:latin typeface="Times New Roman"/>
              </a:rPr>
              <a:t>…….</a:t>
            </a:r>
            <a:endParaRPr lang="en-US" sz="2400" b="0" u="none" strike="noStrike">
              <a:solidFill>
                <a:srgbClr val="000000"/>
              </a:solidFill>
              <a:uFillTx/>
              <a:latin typeface="Arial"/>
            </a:endParaRPr>
          </a:p>
        </p:txBody>
      </p:sp>
      <p:sp>
        <p:nvSpPr>
          <p:cNvPr id="248" name="PlaceHolder 3"/>
          <p:cNvSpPr>
            <a:spLocks noGrp="1"/>
          </p:cNvSpPr>
          <p:nvPr>
            <p:ph type="ftr" idx="26"/>
          </p:nvPr>
        </p:nvSpPr>
        <p:spPr>
          <a:xfrm>
            <a:off x="4020120" y="6356520"/>
            <a:ext cx="5657760" cy="363240"/>
          </a:xfrm>
          <a:prstGeom prst="rect">
            <a:avLst/>
          </a:prstGeom>
          <a:noFill/>
          <a:ln w="0">
            <a:noFill/>
          </a:ln>
        </p:spPr>
        <p:txBody>
          <a:bodyPr lIns="91440" tIns="45720" rIns="91440" bIns="45720" anchor="ctr">
            <a:noAutofit/>
          </a:bodyPr>
          <a:lstStyle/>
          <a:p>
            <a:pPr indent="0">
              <a:buNone/>
            </a:pPr>
            <a:endParaRPr lang="en-US" sz="1400" b="0" u="none" strike="noStrike">
              <a:solidFill>
                <a:srgbClr val="000000"/>
              </a:solidFill>
              <a:uFillTx/>
              <a:latin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 name="PlaceHolder 1"/>
          <p:cNvSpPr>
            <a:spLocks noGrp="1"/>
          </p:cNvSpPr>
          <p:nvPr>
            <p:ph type="title"/>
          </p:nvPr>
        </p:nvSpPr>
        <p:spPr>
          <a:xfrm>
            <a:off x="776520" y="-15120"/>
            <a:ext cx="10161720" cy="1323720"/>
          </a:xfrm>
          <a:prstGeom prst="rect">
            <a:avLst/>
          </a:prstGeom>
          <a:noFill/>
          <a:ln w="0">
            <a:noFill/>
          </a:ln>
        </p:spPr>
        <p:txBody>
          <a:bodyPr lIns="91440" tIns="45720" rIns="91440" bIns="45720" anchor="ctr">
            <a:normAutofit/>
          </a:bodyPr>
          <a:lstStyle/>
          <a:p>
            <a:pPr indent="0" defTabSz="914400">
              <a:lnSpc>
                <a:spcPct val="90000"/>
              </a:lnSpc>
              <a:buNone/>
              <a:tabLst>
                <a:tab pos="0" algn="l"/>
              </a:tabLst>
            </a:pPr>
            <a:r>
              <a:rPr lang="hi-IN" sz="4400" b="0" u="none" strike="noStrike" dirty="0">
                <a:solidFill>
                  <a:schemeClr val="dk1"/>
                </a:solidFill>
                <a:uFillTx/>
                <a:latin typeface="Kalimati"/>
                <a:cs typeface="Kalimati"/>
              </a:rPr>
              <a:t>भूमि लगत </a:t>
            </a:r>
            <a:r>
              <a:rPr lang="nb-NO" sz="4400" b="0" u="none" strike="noStrike" dirty="0">
                <a:solidFill>
                  <a:schemeClr val="dk1"/>
                </a:solidFill>
                <a:uFillTx/>
                <a:latin typeface="Kalimati"/>
              </a:rPr>
              <a:t>(</a:t>
            </a:r>
            <a:r>
              <a:rPr lang="nb-NO" sz="4400" b="0" u="none" strike="noStrike" dirty="0">
                <a:solidFill>
                  <a:schemeClr val="dk1"/>
                </a:solidFill>
                <a:uFillTx/>
              </a:rPr>
              <a:t>Cadastre</a:t>
            </a:r>
            <a:r>
              <a:rPr lang="nb-NO" sz="4400" b="0" u="none" strike="noStrike" dirty="0">
                <a:solidFill>
                  <a:schemeClr val="dk1"/>
                </a:solidFill>
                <a:uFillTx/>
                <a:latin typeface="Kalimati"/>
              </a:rPr>
              <a:t>) </a:t>
            </a:r>
            <a:r>
              <a:rPr lang="hi-IN" sz="4400" b="0" u="none" strike="noStrike" dirty="0">
                <a:solidFill>
                  <a:schemeClr val="dk1"/>
                </a:solidFill>
                <a:uFillTx/>
                <a:latin typeface="Kalimati"/>
                <a:cs typeface="Kalimati"/>
              </a:rPr>
              <a:t>का किसिम </a:t>
            </a:r>
            <a:endParaRPr lang="en-US" sz="4400" b="0" u="none" strike="noStrike" dirty="0">
              <a:solidFill>
                <a:srgbClr val="000000"/>
              </a:solidFill>
              <a:uFillTx/>
              <a:latin typeface="Arial"/>
            </a:endParaRPr>
          </a:p>
        </p:txBody>
      </p:sp>
      <p:sp>
        <p:nvSpPr>
          <p:cNvPr id="250" name="Text Box 1"/>
          <p:cNvSpPr/>
          <p:nvPr/>
        </p:nvSpPr>
        <p:spPr>
          <a:xfrm>
            <a:off x="951120" y="2960280"/>
            <a:ext cx="9978840" cy="1537404"/>
          </a:xfrm>
          <a:prstGeom prst="rect">
            <a:avLst/>
          </a:prstGeom>
          <a:solidFill>
            <a:schemeClr val="accent4">
              <a:lumMod val="40000"/>
              <a:lumOff val="60000"/>
            </a:schemeClr>
          </a:solidFill>
          <a:ln w="9525">
            <a:solidFill>
              <a:srgbClr val="000000"/>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pPr algn="just" defTabSz="914400">
              <a:lnSpc>
                <a:spcPct val="100000"/>
              </a:lnSpc>
            </a:pPr>
            <a:r>
              <a:rPr lang="hi-IN" sz="2800" b="0" u="sng" strike="noStrike" dirty="0">
                <a:solidFill>
                  <a:schemeClr val="dk1"/>
                </a:solidFill>
                <a:uFillTx/>
                <a:latin typeface="Kalimati"/>
                <a:cs typeface="Kalimati"/>
              </a:rPr>
              <a:t>कानूनी भूमि लगत </a:t>
            </a:r>
            <a:r>
              <a:rPr lang="nb-NO" sz="4400" u="sng" dirty="0">
                <a:solidFill>
                  <a:schemeClr val="dk1"/>
                </a:solidFill>
                <a:latin typeface="+mj-lt"/>
                <a:ea typeface="+mj-ea"/>
                <a:cs typeface="+mj-cs"/>
              </a:rPr>
              <a:t>Legal Cadastre</a:t>
            </a:r>
            <a:endParaRPr lang="en-US" sz="2800" b="0" u="sng" strike="noStrike" dirty="0">
              <a:solidFill>
                <a:srgbClr val="000000"/>
              </a:solidFill>
              <a:uFillTx/>
              <a:latin typeface="Arial"/>
            </a:endParaRPr>
          </a:p>
          <a:p>
            <a:pPr algn="just" defTabSz="914400">
              <a:lnSpc>
                <a:spcPct val="100000"/>
              </a:lnSpc>
            </a:pPr>
            <a:r>
              <a:rPr lang="en-US" sz="2400" b="0" u="none" strike="noStrike" dirty="0">
                <a:solidFill>
                  <a:schemeClr val="dk1"/>
                </a:solidFill>
                <a:uFillTx/>
                <a:latin typeface="Calibri"/>
              </a:rPr>
              <a:t>A </a:t>
            </a:r>
            <a:r>
              <a:rPr lang="en-US" sz="2400" b="0" u="none" strike="noStrike" dirty="0" err="1">
                <a:solidFill>
                  <a:schemeClr val="dk1"/>
                </a:solidFill>
                <a:uFillTx/>
                <a:latin typeface="Calibri"/>
              </a:rPr>
              <a:t>cadastre</a:t>
            </a:r>
            <a:r>
              <a:rPr lang="en-US" sz="2400" b="0" u="none" strike="noStrike" dirty="0">
                <a:solidFill>
                  <a:schemeClr val="dk1"/>
                </a:solidFill>
                <a:uFillTx/>
                <a:latin typeface="Calibri"/>
              </a:rPr>
              <a:t> which is established to guarantee the public right and restriction over the land parcel. It explains the legal status of the land.</a:t>
            </a:r>
            <a:endParaRPr lang="en-US" sz="2400" b="0" u="none" strike="noStrike" dirty="0">
              <a:solidFill>
                <a:srgbClr val="000000"/>
              </a:solidFill>
              <a:uFillTx/>
              <a:latin typeface="Arial"/>
            </a:endParaRPr>
          </a:p>
        </p:txBody>
      </p:sp>
      <p:sp>
        <p:nvSpPr>
          <p:cNvPr id="251" name="Text Box 2"/>
          <p:cNvSpPr/>
          <p:nvPr/>
        </p:nvSpPr>
        <p:spPr>
          <a:xfrm>
            <a:off x="951120" y="4623480"/>
            <a:ext cx="9978840" cy="2234520"/>
          </a:xfrm>
          <a:prstGeom prst="rect">
            <a:avLst/>
          </a:prstGeom>
          <a:solidFill>
            <a:schemeClr val="accent6">
              <a:lumMod val="60000"/>
              <a:lumOff val="40000"/>
            </a:schemeClr>
          </a:solidFill>
          <a:ln w="9525">
            <a:solidFill>
              <a:srgbClr val="000000"/>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pPr algn="just" defTabSz="914400">
              <a:lnSpc>
                <a:spcPct val="100000"/>
              </a:lnSpc>
            </a:pPr>
            <a:r>
              <a:rPr lang="hi-IN" sz="2800" b="0" u="sng" strike="noStrike" dirty="0">
                <a:solidFill>
                  <a:schemeClr val="dk1"/>
                </a:solidFill>
                <a:uFillTx/>
                <a:latin typeface="Kalimati"/>
                <a:cs typeface="Kalimati"/>
              </a:rPr>
              <a:t>बहुउद्देश्यीय भूमि लगत </a:t>
            </a:r>
            <a:r>
              <a:rPr lang="nb-NO" sz="4400" u="sng" dirty="0">
                <a:solidFill>
                  <a:schemeClr val="dk1"/>
                </a:solidFill>
                <a:latin typeface="+mj-lt"/>
                <a:ea typeface="+mj-ea"/>
                <a:cs typeface="+mj-cs"/>
              </a:rPr>
              <a:t>Multipurpose Cadastre</a:t>
            </a:r>
            <a:endParaRPr lang="en-US" sz="2800" b="0" u="sng" strike="noStrike" dirty="0">
              <a:solidFill>
                <a:srgbClr val="000000"/>
              </a:solidFill>
              <a:uFillTx/>
              <a:latin typeface="Arial"/>
            </a:endParaRPr>
          </a:p>
          <a:p>
            <a:pPr algn="just" defTabSz="914400">
              <a:lnSpc>
                <a:spcPct val="100000"/>
              </a:lnSpc>
            </a:pPr>
            <a:r>
              <a:rPr lang="en-US" sz="2400" b="0" u="none" strike="noStrike" dirty="0">
                <a:solidFill>
                  <a:schemeClr val="dk1"/>
                </a:solidFill>
                <a:uFillTx/>
                <a:latin typeface="Calibri"/>
              </a:rPr>
              <a:t>A </a:t>
            </a:r>
            <a:r>
              <a:rPr lang="en-US" sz="2400" b="0" u="none" strike="noStrike" dirty="0" err="1">
                <a:solidFill>
                  <a:schemeClr val="dk1"/>
                </a:solidFill>
                <a:uFillTx/>
                <a:latin typeface="Calibri"/>
              </a:rPr>
              <a:t>cadastre</a:t>
            </a:r>
            <a:r>
              <a:rPr lang="en-US" sz="2400" b="0" u="none" strike="noStrike" dirty="0">
                <a:solidFill>
                  <a:schemeClr val="dk1"/>
                </a:solidFill>
                <a:uFillTx/>
                <a:latin typeface="Calibri"/>
              </a:rPr>
              <a:t> which is established not only to show fiscal and legal status of the land, but also shows other geodata like topographic and land use data. It can be used for different infrastructure development, planning and construction activities</a:t>
            </a:r>
            <a:endParaRPr lang="en-US" sz="2400" b="0" u="none" strike="noStrike" dirty="0">
              <a:solidFill>
                <a:srgbClr val="000000"/>
              </a:solidFill>
              <a:uFillTx/>
              <a:latin typeface="Arial"/>
            </a:endParaRPr>
          </a:p>
        </p:txBody>
      </p:sp>
      <p:sp>
        <p:nvSpPr>
          <p:cNvPr id="252" name="Text Box 3"/>
          <p:cNvSpPr/>
          <p:nvPr/>
        </p:nvSpPr>
        <p:spPr>
          <a:xfrm>
            <a:off x="951120" y="1259434"/>
            <a:ext cx="9978840" cy="1537405"/>
          </a:xfrm>
          <a:prstGeom prst="rect">
            <a:avLst/>
          </a:prstGeom>
          <a:solidFill>
            <a:schemeClr val="accent2">
              <a:lumMod val="60000"/>
              <a:lumOff val="40000"/>
            </a:schemeClr>
          </a:solidFill>
          <a:ln w="9525">
            <a:solidFill>
              <a:srgbClr val="000000"/>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pPr algn="just" defTabSz="914400">
              <a:lnSpc>
                <a:spcPct val="100000"/>
              </a:lnSpc>
            </a:pPr>
            <a:r>
              <a:rPr lang="hi-IN" sz="2800" b="0" u="sng" strike="noStrike" dirty="0">
                <a:solidFill>
                  <a:schemeClr val="dk1"/>
                </a:solidFill>
                <a:uFillTx/>
                <a:latin typeface="Kalimati"/>
                <a:cs typeface="Kalimati"/>
              </a:rPr>
              <a:t>आर्थिक भूमि लगत </a:t>
            </a:r>
            <a:r>
              <a:rPr lang="nb-NO" sz="4400" u="sng" dirty="0">
                <a:solidFill>
                  <a:schemeClr val="dk1"/>
                </a:solidFill>
                <a:latin typeface="+mj-lt"/>
                <a:ea typeface="+mj-ea"/>
                <a:cs typeface="+mj-cs"/>
              </a:rPr>
              <a:t>Fiscal Cadastre</a:t>
            </a:r>
            <a:endParaRPr lang="en-US" sz="2800" b="0" u="sng" strike="noStrike" dirty="0">
              <a:solidFill>
                <a:srgbClr val="000000"/>
              </a:solidFill>
              <a:uFillTx/>
              <a:latin typeface="Arial"/>
            </a:endParaRPr>
          </a:p>
          <a:p>
            <a:pPr algn="just" defTabSz="914400">
              <a:lnSpc>
                <a:spcPct val="100000"/>
              </a:lnSpc>
            </a:pPr>
            <a:r>
              <a:rPr lang="en-US" sz="2400" b="0" u="none" strike="noStrike" dirty="0">
                <a:solidFill>
                  <a:schemeClr val="dk1"/>
                </a:solidFill>
                <a:uFillTx/>
                <a:latin typeface="Calibri"/>
              </a:rPr>
              <a:t>A </a:t>
            </a:r>
            <a:r>
              <a:rPr lang="en-US" sz="2400" b="0" u="none" strike="noStrike" dirty="0" err="1">
                <a:solidFill>
                  <a:schemeClr val="dk1"/>
                </a:solidFill>
                <a:uFillTx/>
                <a:latin typeface="Calibri"/>
              </a:rPr>
              <a:t>cadastre</a:t>
            </a:r>
            <a:r>
              <a:rPr lang="en-US" sz="2400" b="0" u="none" strike="noStrike" dirty="0">
                <a:solidFill>
                  <a:schemeClr val="dk1"/>
                </a:solidFill>
                <a:uFillTx/>
                <a:latin typeface="Calibri"/>
              </a:rPr>
              <a:t>, which is mainly established for the purpose of revenue and tax collection</a:t>
            </a:r>
            <a:endParaRPr lang="en-US" sz="2400" b="0" u="none" strike="noStrike" dirty="0">
              <a:solidFill>
                <a:srgbClr val="000000"/>
              </a:solidFill>
              <a:uFillTx/>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 name="PlaceHolder 1"/>
          <p:cNvSpPr>
            <a:spLocks noGrp="1"/>
          </p:cNvSpPr>
          <p:nvPr>
            <p:ph type="title"/>
          </p:nvPr>
        </p:nvSpPr>
        <p:spPr>
          <a:xfrm>
            <a:off x="653400" y="529560"/>
            <a:ext cx="10513800" cy="1323720"/>
          </a:xfrm>
          <a:prstGeom prst="rect">
            <a:avLst/>
          </a:prstGeom>
          <a:noFill/>
          <a:ln w="0">
            <a:noFill/>
          </a:ln>
        </p:spPr>
        <p:txBody>
          <a:bodyPr lIns="91440" tIns="45720" rIns="91440" bIns="45720" anchor="ctr">
            <a:normAutofit fontScale="90000"/>
          </a:bodyPr>
          <a:lstStyle/>
          <a:p>
            <a:pPr indent="0" defTabSz="914400">
              <a:lnSpc>
                <a:spcPct val="90000"/>
              </a:lnSpc>
              <a:buNone/>
              <a:tabLst>
                <a:tab pos="0" algn="l"/>
              </a:tabLst>
            </a:pPr>
            <a:r>
              <a:rPr lang="ne-NP" sz="4400" b="0" u="none" strike="noStrike">
                <a:solidFill>
                  <a:schemeClr val="dk1"/>
                </a:solidFill>
                <a:uFillTx/>
                <a:latin typeface="Kalimati"/>
                <a:cs typeface="Kalimati"/>
              </a:rPr>
              <a:t>परम्परागत</a:t>
            </a:r>
            <a:r>
              <a:rPr lang="en-US" sz="4400" b="0" u="none" strike="noStrike">
                <a:solidFill>
                  <a:schemeClr val="dk1"/>
                </a:solidFill>
                <a:uFillTx/>
                <a:latin typeface="Calibri Light"/>
              </a:rPr>
              <a:t> </a:t>
            </a:r>
            <a:r>
              <a:rPr lang="ne-NP" sz="4400" b="0" u="none" strike="noStrike">
                <a:solidFill>
                  <a:schemeClr val="dk1"/>
                </a:solidFill>
                <a:uFillTx/>
                <a:latin typeface="Kalimati"/>
                <a:cs typeface="Kalimati"/>
              </a:rPr>
              <a:t>रूपमा ३ वटा मुख्य कार्यक्षेत्र</a:t>
            </a:r>
            <a:r>
              <a:rPr lang="en-US" sz="4400" b="0" u="none" strike="noStrike">
                <a:solidFill>
                  <a:schemeClr val="dk1"/>
                </a:solidFill>
                <a:uFillTx/>
                <a:latin typeface="Kalimati"/>
              </a:rPr>
              <a:t>:</a:t>
            </a:r>
            <a:br>
              <a:rPr sz="4400"/>
            </a:br>
            <a:br>
              <a:rPr sz="4400"/>
            </a:br>
            <a:r>
              <a:rPr lang="ne-NP" sz="4400" b="0" u="none" strike="noStrike">
                <a:solidFill>
                  <a:schemeClr val="dk1"/>
                </a:solidFill>
                <a:uFillTx/>
                <a:latin typeface="Kalimati"/>
                <a:cs typeface="Kalimati"/>
              </a:rPr>
              <a:t>१</a:t>
            </a:r>
            <a:r>
              <a:rPr lang="en-US" sz="4400" b="0" u="none" strike="noStrike">
                <a:solidFill>
                  <a:schemeClr val="dk1"/>
                </a:solidFill>
                <a:uFillTx/>
                <a:latin typeface="Kalimati"/>
              </a:rPr>
              <a:t>.</a:t>
            </a:r>
            <a:r>
              <a:rPr lang="ne-NP" sz="4400" b="0" u="none" strike="noStrike">
                <a:solidFill>
                  <a:schemeClr val="dk1"/>
                </a:solidFill>
                <a:uFillTx/>
                <a:latin typeface="Kalimati"/>
                <a:cs typeface="Kalimati"/>
              </a:rPr>
              <a:t>भूमिसुधार</a:t>
            </a:r>
            <a:endParaRPr lang="en-US" sz="4400" b="0" u="none" strike="noStrike">
              <a:solidFill>
                <a:srgbClr val="000000"/>
              </a:solidFill>
              <a:uFillTx/>
              <a:latin typeface="Arial"/>
            </a:endParaRPr>
          </a:p>
        </p:txBody>
      </p:sp>
      <p:sp>
        <p:nvSpPr>
          <p:cNvPr id="254" name="PlaceHolder 2"/>
          <p:cNvSpPr>
            <a:spLocks noGrp="1"/>
          </p:cNvSpPr>
          <p:nvPr>
            <p:ph/>
          </p:nvPr>
        </p:nvSpPr>
        <p:spPr>
          <a:xfrm>
            <a:off x="838080" y="2175120"/>
            <a:ext cx="11088360" cy="434952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ne-NP" sz="3600" b="0" u="none" strike="noStrike" dirty="0">
                <a:solidFill>
                  <a:schemeClr val="dk1"/>
                </a:solidFill>
                <a:uFillTx/>
                <a:latin typeface="Kokila"/>
                <a:cs typeface="Kokila"/>
              </a:rPr>
              <a:t>मोही नामसारी</a:t>
            </a:r>
            <a:endParaRPr lang="en-US" sz="36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ne-NP" sz="3600" b="0" u="none" strike="noStrike" dirty="0">
                <a:solidFill>
                  <a:schemeClr val="dk1"/>
                </a:solidFill>
                <a:uFillTx/>
                <a:latin typeface="Kokila"/>
                <a:cs typeface="Kokila"/>
              </a:rPr>
              <a:t>जग्गा बाँडफाँट</a:t>
            </a:r>
            <a:endParaRPr lang="en-US" sz="36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ne-NP" sz="3600" b="0" u="none" strike="noStrike" dirty="0">
                <a:solidFill>
                  <a:schemeClr val="dk1"/>
                </a:solidFill>
                <a:uFillTx/>
                <a:latin typeface="Kokila"/>
                <a:cs typeface="Kokila"/>
              </a:rPr>
              <a:t>वाली भराई मोही निश्कासन</a:t>
            </a:r>
            <a:endParaRPr lang="en-US" sz="36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ne-NP" sz="3600" b="0" u="none" strike="noStrike" dirty="0">
                <a:solidFill>
                  <a:schemeClr val="dk1"/>
                </a:solidFill>
                <a:uFillTx/>
                <a:latin typeface="Kokila"/>
                <a:cs typeface="Kokila"/>
              </a:rPr>
              <a:t>मोही कायम गरी पाउ भनी कारवाहीमा रहेको पूराना निवेदनहरुका सम्बन्धमा</a:t>
            </a:r>
            <a:endParaRPr lang="en-US" sz="36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ne-NP" sz="3600" b="0" u="none" strike="noStrike" dirty="0">
                <a:solidFill>
                  <a:schemeClr val="dk1"/>
                </a:solidFill>
                <a:uFillTx/>
                <a:latin typeface="Kokila"/>
                <a:cs typeface="Kokila"/>
              </a:rPr>
              <a:t>मोही लगत कट्टा</a:t>
            </a:r>
            <a:endParaRPr lang="en-US" sz="36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ne-NP" sz="3600" b="0" u="none" strike="noStrike" dirty="0">
                <a:solidFill>
                  <a:schemeClr val="dk1"/>
                </a:solidFill>
                <a:uFillTx/>
                <a:latin typeface="Kokila"/>
                <a:cs typeface="Kokila"/>
              </a:rPr>
              <a:t>हदवन्दी</a:t>
            </a:r>
            <a:endParaRPr lang="en-US" sz="36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ne-NP" sz="3600" b="0" u="none" strike="noStrike" dirty="0">
                <a:solidFill>
                  <a:schemeClr val="dk1"/>
                </a:solidFill>
                <a:uFillTx/>
                <a:latin typeface="Kokila"/>
                <a:cs typeface="Kokila"/>
              </a:rPr>
              <a:t>रोक्का</a:t>
            </a:r>
            <a:br>
              <a:rPr sz="3600" dirty="0"/>
            </a:br>
            <a:br>
              <a:rPr sz="3600" dirty="0"/>
            </a:br>
            <a:r>
              <a:rPr lang="en-US" sz="3600" b="0" u="none" strike="noStrike" dirty="0">
                <a:solidFill>
                  <a:schemeClr val="dk1"/>
                </a:solidFill>
                <a:uFillTx/>
                <a:latin typeface="Kokila"/>
              </a:rPr>
              <a:t> </a:t>
            </a:r>
            <a:endParaRPr lang="en-US" sz="3600" b="0" u="none" strike="noStrike" dirty="0">
              <a:solidFill>
                <a:srgbClr val="000000"/>
              </a:solidFill>
              <a:uFillTx/>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5" name="PlaceHolder 1"/>
          <p:cNvSpPr>
            <a:spLocks noGrp="1"/>
          </p:cNvSpPr>
          <p:nvPr>
            <p:ph type="title"/>
          </p:nvPr>
        </p:nvSpPr>
        <p:spPr>
          <a:xfrm>
            <a:off x="838080" y="16696"/>
            <a:ext cx="10513800" cy="132372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ne-NP" sz="4400" b="0" u="none" strike="noStrike" dirty="0">
                <a:solidFill>
                  <a:srgbClr val="000000"/>
                </a:solidFill>
                <a:uFillTx/>
                <a:latin typeface="Kalimati"/>
                <a:cs typeface="Kalimati"/>
              </a:rPr>
              <a:t>२</a:t>
            </a:r>
            <a:r>
              <a:rPr lang="en-US" sz="4400" b="0" u="none" strike="noStrike" dirty="0">
                <a:solidFill>
                  <a:srgbClr val="000000"/>
                </a:solidFill>
                <a:uFillTx/>
                <a:latin typeface="Kalimati"/>
              </a:rPr>
              <a:t>. </a:t>
            </a:r>
            <a:r>
              <a:rPr lang="ne-NP" sz="4400" b="0" u="none" strike="noStrike" dirty="0">
                <a:solidFill>
                  <a:srgbClr val="000000"/>
                </a:solidFill>
                <a:uFillTx/>
                <a:latin typeface="Kalimati"/>
                <a:cs typeface="Kalimati"/>
              </a:rPr>
              <a:t>मालपोत</a:t>
            </a:r>
            <a:endParaRPr lang="en-US" sz="4400" b="0" u="none" strike="noStrike" dirty="0">
              <a:solidFill>
                <a:srgbClr val="000000"/>
              </a:solidFill>
              <a:uFillTx/>
              <a:latin typeface="Arial"/>
            </a:endParaRPr>
          </a:p>
        </p:txBody>
      </p:sp>
      <p:sp>
        <p:nvSpPr>
          <p:cNvPr id="256" name="PlaceHolder 2"/>
          <p:cNvSpPr>
            <a:spLocks noGrp="1"/>
          </p:cNvSpPr>
          <p:nvPr>
            <p:ph/>
          </p:nvPr>
        </p:nvSpPr>
        <p:spPr>
          <a:xfrm>
            <a:off x="838080" y="1125949"/>
            <a:ext cx="10513800" cy="5481679"/>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ne-NP" sz="3200" b="0" u="none" strike="noStrike" dirty="0">
                <a:solidFill>
                  <a:schemeClr val="dk1"/>
                </a:solidFill>
                <a:uFillTx/>
                <a:latin typeface="Kokila"/>
                <a:cs typeface="Kokila"/>
              </a:rPr>
              <a:t>रजिष्ट्रेशन पास </a:t>
            </a:r>
            <a:r>
              <a:rPr lang="en-US" sz="3200" b="0" u="none" strike="noStrike" dirty="0">
                <a:solidFill>
                  <a:schemeClr val="dk1"/>
                </a:solidFill>
                <a:uFillTx/>
                <a:latin typeface="Kokila"/>
              </a:rPr>
              <a:t>(</a:t>
            </a:r>
            <a:r>
              <a:rPr lang="ne-NP" sz="3200" b="0" u="none" strike="noStrike" dirty="0">
                <a:solidFill>
                  <a:schemeClr val="dk1"/>
                </a:solidFill>
                <a:uFillTx/>
                <a:latin typeface="Kokila"/>
                <a:cs typeface="Kokila"/>
              </a:rPr>
              <a:t>राजिनामा</a:t>
            </a:r>
            <a:r>
              <a:rPr lang="en-US" sz="3200" b="0" u="none" strike="noStrike" dirty="0">
                <a:solidFill>
                  <a:schemeClr val="dk1"/>
                </a:solidFill>
                <a:uFillTx/>
                <a:latin typeface="Kokila"/>
              </a:rPr>
              <a:t>, </a:t>
            </a:r>
            <a:r>
              <a:rPr lang="ne-NP" sz="3200" b="0" u="none" strike="noStrike" dirty="0">
                <a:solidFill>
                  <a:schemeClr val="dk1"/>
                </a:solidFill>
                <a:uFillTx/>
                <a:latin typeface="Kokila"/>
                <a:cs typeface="Kokila"/>
              </a:rPr>
              <a:t>अंशबण्डा</a:t>
            </a:r>
            <a:r>
              <a:rPr lang="en-US" sz="3200" b="0" u="none" strike="noStrike" dirty="0">
                <a:solidFill>
                  <a:schemeClr val="dk1"/>
                </a:solidFill>
                <a:uFillTx/>
                <a:latin typeface="Kokila"/>
              </a:rPr>
              <a:t>, </a:t>
            </a:r>
            <a:r>
              <a:rPr lang="ne-NP" sz="3200" b="0" u="none" strike="noStrike" dirty="0">
                <a:solidFill>
                  <a:schemeClr val="dk1"/>
                </a:solidFill>
                <a:uFillTx/>
                <a:latin typeface="Kokila"/>
                <a:cs typeface="Kokila"/>
              </a:rPr>
              <a:t>बकस</a:t>
            </a:r>
            <a:r>
              <a:rPr lang="en-US" sz="3200" b="0" u="none" strike="noStrike" dirty="0">
                <a:solidFill>
                  <a:schemeClr val="dk1"/>
                </a:solidFill>
                <a:uFillTx/>
                <a:latin typeface="Kokila"/>
              </a:rPr>
              <a:t>, </a:t>
            </a:r>
            <a:r>
              <a:rPr lang="ne-NP" sz="3200" b="0" u="none" strike="noStrike" dirty="0">
                <a:solidFill>
                  <a:schemeClr val="dk1"/>
                </a:solidFill>
                <a:uFillTx/>
                <a:latin typeface="Kokila"/>
                <a:cs typeface="Kokila"/>
              </a:rPr>
              <a:t>धितो बन्धकी लगायत</a:t>
            </a:r>
            <a:r>
              <a:rPr lang="en-US" sz="3200" b="0" u="none" strike="noStrike" dirty="0">
                <a:solidFill>
                  <a:schemeClr val="dk1"/>
                </a:solidFill>
                <a:uFillTx/>
                <a:latin typeface="Kokila"/>
              </a:rPr>
              <a:t>)</a:t>
            </a:r>
            <a:endParaRPr lang="en-US" sz="32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ne-NP" sz="3200" b="0" u="none" strike="noStrike" dirty="0">
                <a:solidFill>
                  <a:schemeClr val="dk1"/>
                </a:solidFill>
                <a:uFillTx/>
                <a:latin typeface="Kokila"/>
                <a:cs typeface="Kokila"/>
              </a:rPr>
              <a:t>नामसारी</a:t>
            </a:r>
            <a:r>
              <a:rPr lang="en-US" sz="3200" b="0" u="none" strike="noStrike" dirty="0">
                <a:solidFill>
                  <a:schemeClr val="dk1"/>
                </a:solidFill>
                <a:uFillTx/>
                <a:latin typeface="Kokila"/>
              </a:rPr>
              <a:t>, </a:t>
            </a:r>
            <a:r>
              <a:rPr lang="ne-NP" sz="3200" b="0" u="none" strike="noStrike" dirty="0">
                <a:solidFill>
                  <a:schemeClr val="dk1"/>
                </a:solidFill>
                <a:uFillTx/>
                <a:latin typeface="Kokila"/>
                <a:cs typeface="Kokila"/>
              </a:rPr>
              <a:t>दाखेल खारेज </a:t>
            </a:r>
            <a:r>
              <a:rPr lang="en-US" sz="3200" b="0" u="none" strike="noStrike" dirty="0">
                <a:solidFill>
                  <a:schemeClr val="dk1"/>
                </a:solidFill>
                <a:uFillTx/>
                <a:latin typeface="Kokila"/>
              </a:rPr>
              <a:t>(</a:t>
            </a:r>
            <a:r>
              <a:rPr lang="ne-NP" sz="3200" b="0" u="none" strike="noStrike" dirty="0">
                <a:solidFill>
                  <a:schemeClr val="dk1"/>
                </a:solidFill>
                <a:uFillTx/>
                <a:latin typeface="Kokila"/>
                <a:cs typeface="Kokila"/>
              </a:rPr>
              <a:t>दा</a:t>
            </a:r>
            <a:r>
              <a:rPr lang="en-US" sz="3200" b="0" u="none" strike="noStrike" dirty="0">
                <a:solidFill>
                  <a:schemeClr val="dk1"/>
                </a:solidFill>
                <a:uFillTx/>
                <a:latin typeface="Kokila"/>
              </a:rPr>
              <a:t>.</a:t>
            </a:r>
            <a:r>
              <a:rPr lang="ne-NP" sz="3200" b="0" u="none" strike="noStrike" dirty="0">
                <a:solidFill>
                  <a:schemeClr val="dk1"/>
                </a:solidFill>
                <a:uFillTx/>
                <a:latin typeface="Kokila"/>
                <a:cs typeface="Kokila"/>
              </a:rPr>
              <a:t>खा</a:t>
            </a:r>
            <a:r>
              <a:rPr lang="en-US" sz="3200" b="0" u="none" strike="noStrike" dirty="0">
                <a:solidFill>
                  <a:schemeClr val="dk1"/>
                </a:solidFill>
                <a:uFillTx/>
                <a:latin typeface="Kokila"/>
              </a:rPr>
              <a:t>.)</a:t>
            </a:r>
            <a:endParaRPr lang="en-US" sz="32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ne-NP" sz="3200" b="0" u="none" strike="noStrike" dirty="0">
                <a:solidFill>
                  <a:schemeClr val="dk1"/>
                </a:solidFill>
                <a:uFillTx/>
                <a:latin typeface="Kokila"/>
                <a:cs typeface="Kokila"/>
              </a:rPr>
              <a:t>जग्गा दर्ता </a:t>
            </a:r>
            <a:r>
              <a:rPr lang="en-US" sz="3200" b="0" u="none" strike="noStrike" dirty="0">
                <a:solidFill>
                  <a:schemeClr val="dk1"/>
                </a:solidFill>
                <a:uFillTx/>
                <a:latin typeface="Kokila"/>
              </a:rPr>
              <a:t>(</a:t>
            </a:r>
            <a:r>
              <a:rPr lang="ne-NP" sz="3200" b="0" u="none" strike="noStrike" dirty="0">
                <a:solidFill>
                  <a:schemeClr val="dk1"/>
                </a:solidFill>
                <a:uFillTx/>
                <a:latin typeface="Kokila"/>
                <a:cs typeface="Kokila"/>
              </a:rPr>
              <a:t>रैकर</a:t>
            </a:r>
            <a:r>
              <a:rPr lang="en-US" sz="3200" b="0" u="none" strike="noStrike" dirty="0">
                <a:solidFill>
                  <a:schemeClr val="dk1"/>
                </a:solidFill>
                <a:uFillTx/>
                <a:latin typeface="Kokila"/>
              </a:rPr>
              <a:t>, </a:t>
            </a:r>
            <a:r>
              <a:rPr lang="ne-NP" sz="3200" b="0" u="none" strike="noStrike" dirty="0">
                <a:solidFill>
                  <a:schemeClr val="dk1"/>
                </a:solidFill>
                <a:uFillTx/>
                <a:latin typeface="Kokila"/>
                <a:cs typeface="Kokila"/>
              </a:rPr>
              <a:t>बिर्ता, ...</a:t>
            </a:r>
            <a:r>
              <a:rPr lang="en-US" sz="3200" b="0" u="none" strike="noStrike" dirty="0">
                <a:solidFill>
                  <a:schemeClr val="dk1"/>
                </a:solidFill>
                <a:uFillTx/>
                <a:latin typeface="Kokila"/>
              </a:rPr>
              <a:t>), </a:t>
            </a:r>
            <a:r>
              <a:rPr lang="ne-NP" sz="3200" b="0" u="none" strike="noStrike" dirty="0">
                <a:solidFill>
                  <a:schemeClr val="dk1"/>
                </a:solidFill>
                <a:uFillTx/>
                <a:latin typeface="Kokila"/>
                <a:cs typeface="Kokila"/>
              </a:rPr>
              <a:t>श्रेस्ता तयारी र पुर्जा बितरण</a:t>
            </a:r>
            <a:endParaRPr lang="en-US" sz="32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ne-NP" sz="3200" b="0" u="none" strike="noStrike" dirty="0">
                <a:solidFill>
                  <a:schemeClr val="dk1"/>
                </a:solidFill>
                <a:uFillTx/>
                <a:latin typeface="Kokila"/>
                <a:cs typeface="Kokila"/>
              </a:rPr>
              <a:t>संशोधन</a:t>
            </a:r>
            <a:r>
              <a:rPr lang="en-US" sz="3200" b="0" u="none" strike="noStrike" dirty="0">
                <a:solidFill>
                  <a:schemeClr val="dk1"/>
                </a:solidFill>
                <a:uFillTx/>
                <a:latin typeface="Kokila"/>
              </a:rPr>
              <a:t>, </a:t>
            </a:r>
            <a:r>
              <a:rPr lang="ne-NP" sz="3200" b="0" u="none" strike="noStrike" dirty="0">
                <a:solidFill>
                  <a:schemeClr val="dk1"/>
                </a:solidFill>
                <a:uFillTx/>
                <a:latin typeface="Kokila"/>
                <a:cs typeface="Kokila"/>
              </a:rPr>
              <a:t>रोक्का</a:t>
            </a:r>
            <a:r>
              <a:rPr lang="en-US" sz="3200" b="0" u="none" strike="noStrike" dirty="0">
                <a:solidFill>
                  <a:schemeClr val="dk1"/>
                </a:solidFill>
                <a:uFillTx/>
                <a:latin typeface="Kokila"/>
              </a:rPr>
              <a:t>, </a:t>
            </a:r>
            <a:r>
              <a:rPr lang="ne-NP" sz="3200" b="0" u="none" strike="noStrike" dirty="0">
                <a:solidFill>
                  <a:schemeClr val="dk1"/>
                </a:solidFill>
                <a:uFillTx/>
                <a:latin typeface="Kokila"/>
                <a:cs typeface="Kokila"/>
              </a:rPr>
              <a:t>फुकुवा</a:t>
            </a:r>
            <a:endParaRPr lang="en-US" sz="32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ne-NP" sz="3200" b="0" u="none" strike="noStrike" dirty="0">
                <a:solidFill>
                  <a:schemeClr val="dk1"/>
                </a:solidFill>
                <a:uFillTx/>
                <a:latin typeface="Kokila"/>
                <a:cs typeface="Kokila"/>
              </a:rPr>
              <a:t>नक्शा संशोधन</a:t>
            </a:r>
            <a:r>
              <a:rPr lang="en-US" sz="3200" b="0" u="none" strike="noStrike" dirty="0">
                <a:solidFill>
                  <a:schemeClr val="dk1"/>
                </a:solidFill>
                <a:uFillTx/>
                <a:latin typeface="Kokila"/>
              </a:rPr>
              <a:t>, </a:t>
            </a:r>
            <a:r>
              <a:rPr lang="ne-NP" sz="3200" b="0" u="none" strike="noStrike" dirty="0">
                <a:solidFill>
                  <a:schemeClr val="dk1"/>
                </a:solidFill>
                <a:uFillTx/>
                <a:latin typeface="Kokila"/>
                <a:cs typeface="Kokila"/>
              </a:rPr>
              <a:t>क्षेत्रफल सुधार</a:t>
            </a:r>
            <a:r>
              <a:rPr lang="en-US" sz="3200" b="0" u="none" strike="noStrike" dirty="0">
                <a:solidFill>
                  <a:schemeClr val="dk1"/>
                </a:solidFill>
                <a:uFillTx/>
                <a:latin typeface="Kokila"/>
              </a:rPr>
              <a:t>,</a:t>
            </a:r>
            <a:endParaRPr lang="en-US" sz="32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ne-NP" sz="3200" b="0" u="none" strike="noStrike" dirty="0">
                <a:solidFill>
                  <a:schemeClr val="dk1"/>
                </a:solidFill>
                <a:uFillTx/>
                <a:latin typeface="Kokila"/>
                <a:cs typeface="Kokila"/>
              </a:rPr>
              <a:t>निर्णय बदर सम्बन्धी कार्य</a:t>
            </a:r>
            <a:r>
              <a:rPr lang="en-US" sz="3200" b="0" u="none" strike="noStrike" dirty="0">
                <a:solidFill>
                  <a:schemeClr val="dk1"/>
                </a:solidFill>
                <a:uFillTx/>
                <a:latin typeface="Kokila"/>
              </a:rPr>
              <a:t>,</a:t>
            </a:r>
            <a:endParaRPr lang="en-US" sz="32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ne-NP" sz="3200" b="0" u="none" strike="noStrike" dirty="0">
                <a:solidFill>
                  <a:schemeClr val="dk1"/>
                </a:solidFill>
                <a:uFillTx/>
                <a:latin typeface="Kokila"/>
                <a:cs typeface="Kokila"/>
              </a:rPr>
              <a:t>नेपाल सरकारको नामको जग्गा संरक्षण र व्यवस्थापन</a:t>
            </a:r>
            <a:r>
              <a:rPr lang="en-US" sz="3200" b="0" u="none" strike="noStrike" dirty="0">
                <a:solidFill>
                  <a:schemeClr val="dk1"/>
                </a:solidFill>
                <a:uFillTx/>
                <a:latin typeface="Kokila"/>
              </a:rPr>
              <a:t>,</a:t>
            </a:r>
            <a:endParaRPr lang="en-US" sz="32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ne-NP" sz="3200" b="0" u="none" strike="noStrike" dirty="0">
                <a:solidFill>
                  <a:schemeClr val="dk1"/>
                </a:solidFill>
                <a:uFillTx/>
                <a:latin typeface="Kokila"/>
                <a:cs typeface="Kokila"/>
              </a:rPr>
              <a:t>भोगाधिकार </a:t>
            </a:r>
            <a:r>
              <a:rPr lang="en-US" sz="3200" b="0" u="none" strike="noStrike" dirty="0">
                <a:solidFill>
                  <a:schemeClr val="dk1"/>
                </a:solidFill>
                <a:uFillTx/>
                <a:latin typeface="Kokila"/>
              </a:rPr>
              <a:t>/</a:t>
            </a:r>
            <a:r>
              <a:rPr lang="ne-NP" sz="3200" b="0" u="none" strike="noStrike" dirty="0">
                <a:solidFill>
                  <a:schemeClr val="dk1"/>
                </a:solidFill>
                <a:uFillTx/>
                <a:latin typeface="Kokila"/>
                <a:cs typeface="Kokila"/>
              </a:rPr>
              <a:t>लीज सम्बन्धी कार्य</a:t>
            </a:r>
            <a:r>
              <a:rPr lang="en-US" sz="3200" b="0" u="none" strike="noStrike" dirty="0">
                <a:solidFill>
                  <a:schemeClr val="dk1"/>
                </a:solidFill>
                <a:uFillTx/>
                <a:latin typeface="Kokila"/>
              </a:rPr>
              <a:t>,</a:t>
            </a:r>
            <a:endParaRPr lang="en-US" sz="32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ne-NP" sz="3200" b="0" u="none" strike="noStrike" dirty="0">
                <a:solidFill>
                  <a:schemeClr val="dk1"/>
                </a:solidFill>
                <a:uFillTx/>
                <a:latin typeface="Kokila"/>
                <a:cs typeface="Kokila"/>
              </a:rPr>
              <a:t>अभिलेख संरक्षण</a:t>
            </a:r>
            <a:r>
              <a:rPr lang="en-US" sz="3200" b="0" u="none" strike="noStrike" dirty="0">
                <a:solidFill>
                  <a:schemeClr val="dk1"/>
                </a:solidFill>
                <a:uFillTx/>
                <a:latin typeface="Kokila"/>
              </a:rPr>
              <a:t>, </a:t>
            </a:r>
            <a:r>
              <a:rPr lang="ne-NP" sz="3200" b="0" u="none" strike="noStrike" dirty="0">
                <a:solidFill>
                  <a:schemeClr val="dk1"/>
                </a:solidFill>
                <a:uFillTx/>
                <a:latin typeface="Kokila"/>
                <a:cs typeface="Kokila"/>
              </a:rPr>
              <a:t>तामेली व्यवस्थापन</a:t>
            </a:r>
          </a:p>
          <a:p>
            <a:pPr marL="228600" indent="-228600" defTabSz="914400">
              <a:lnSpc>
                <a:spcPct val="90000"/>
              </a:lnSpc>
              <a:spcBef>
                <a:spcPts val="1001"/>
              </a:spcBef>
              <a:buClr>
                <a:srgbClr val="000000"/>
              </a:buClr>
              <a:buFont typeface="Arial"/>
              <a:buChar char="•"/>
            </a:pPr>
            <a:r>
              <a:rPr lang="ne-NP" sz="3200" dirty="0">
                <a:solidFill>
                  <a:schemeClr val="dk1"/>
                </a:solidFill>
                <a:latin typeface="Kokila"/>
                <a:cs typeface="Kokila"/>
              </a:rPr>
              <a:t>... ... ....</a:t>
            </a:r>
            <a:endParaRPr lang="en-US" sz="3200" b="0" u="none" strike="noStrike" dirty="0">
              <a:solidFill>
                <a:srgbClr val="000000"/>
              </a:solidFill>
              <a:uFillTx/>
              <a:latin typeface="Arial"/>
            </a:endParaRPr>
          </a:p>
          <a:p>
            <a:pPr indent="0" defTabSz="914400">
              <a:lnSpc>
                <a:spcPct val="90000"/>
              </a:lnSpc>
              <a:spcBef>
                <a:spcPts val="1001"/>
              </a:spcBef>
              <a:buNone/>
              <a:tabLst>
                <a:tab pos="0" algn="l"/>
              </a:tabLst>
            </a:pPr>
            <a:endParaRPr lang="en-US" sz="3600" b="0" u="none" strike="noStrike" dirty="0">
              <a:solidFill>
                <a:srgbClr val="000000"/>
              </a:solidFill>
              <a:uFillTx/>
              <a:latin typeface="Arial"/>
            </a:endParaRPr>
          </a:p>
          <a:p>
            <a:pPr indent="0" defTabSz="914400">
              <a:lnSpc>
                <a:spcPct val="90000"/>
              </a:lnSpc>
              <a:spcBef>
                <a:spcPts val="1001"/>
              </a:spcBef>
              <a:buNone/>
              <a:tabLst>
                <a:tab pos="0" algn="l"/>
              </a:tabLst>
            </a:pPr>
            <a:endParaRPr lang="en-US" sz="3600" b="0" u="none" strike="noStrike" dirty="0">
              <a:solidFill>
                <a:srgbClr val="000000"/>
              </a:solidFill>
              <a:uFillTx/>
              <a:latin typeface="Arial"/>
            </a:endParaRPr>
          </a:p>
          <a:p>
            <a:pPr indent="0" defTabSz="914400">
              <a:lnSpc>
                <a:spcPct val="90000"/>
              </a:lnSpc>
              <a:spcBef>
                <a:spcPts val="1001"/>
              </a:spcBef>
              <a:buNone/>
              <a:tabLst>
                <a:tab pos="0" algn="l"/>
              </a:tabLst>
            </a:pPr>
            <a:endParaRPr lang="en-US" sz="3600" b="0" u="none" strike="noStrike" dirty="0">
              <a:solidFill>
                <a:srgbClr val="000000"/>
              </a:solidFill>
              <a:uFillTx/>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 name="PlaceHolder 1"/>
          <p:cNvSpPr>
            <a:spLocks noGrp="1"/>
          </p:cNvSpPr>
          <p:nvPr>
            <p:ph type="title"/>
          </p:nvPr>
        </p:nvSpPr>
        <p:spPr>
          <a:xfrm>
            <a:off x="838080" y="365040"/>
            <a:ext cx="10513800" cy="132372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ne-NP" sz="4400" b="0" u="none" strike="noStrike">
                <a:solidFill>
                  <a:srgbClr val="000000"/>
                </a:solidFill>
                <a:uFillTx/>
                <a:latin typeface="Kalimati"/>
                <a:cs typeface="Kalimati"/>
              </a:rPr>
              <a:t>३</a:t>
            </a:r>
            <a:r>
              <a:rPr lang="en-US" sz="4400" b="0" u="none" strike="noStrike">
                <a:solidFill>
                  <a:srgbClr val="000000"/>
                </a:solidFill>
                <a:uFillTx/>
                <a:latin typeface="Kalimati"/>
              </a:rPr>
              <a:t>. </a:t>
            </a:r>
            <a:r>
              <a:rPr lang="ne-NP" sz="4400" b="0" u="none" strike="noStrike">
                <a:solidFill>
                  <a:srgbClr val="000000"/>
                </a:solidFill>
                <a:uFillTx/>
                <a:latin typeface="Kalimati"/>
                <a:cs typeface="Kalimati"/>
              </a:rPr>
              <a:t>नापी</a:t>
            </a:r>
            <a:endParaRPr lang="en-US" sz="4400" b="0" u="none" strike="noStrike">
              <a:solidFill>
                <a:srgbClr val="000000"/>
              </a:solidFill>
              <a:uFillTx/>
              <a:latin typeface="Arial"/>
            </a:endParaRPr>
          </a:p>
        </p:txBody>
      </p:sp>
      <p:sp>
        <p:nvSpPr>
          <p:cNvPr id="258" name="PlaceHolder 2"/>
          <p:cNvSpPr>
            <a:spLocks noGrp="1"/>
          </p:cNvSpPr>
          <p:nvPr>
            <p:ph/>
          </p:nvPr>
        </p:nvSpPr>
        <p:spPr>
          <a:xfrm>
            <a:off x="838080" y="1661400"/>
            <a:ext cx="10513800" cy="434952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ne-NP" sz="3200" b="0" u="none" strike="noStrike" dirty="0">
                <a:solidFill>
                  <a:schemeClr val="dk1"/>
                </a:solidFill>
                <a:uFillTx/>
                <a:latin typeface="Kokila"/>
                <a:cs typeface="Kokila"/>
              </a:rPr>
              <a:t>नाप नक्सांकन</a:t>
            </a:r>
            <a:endParaRPr lang="en-US" sz="32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ne-NP" sz="3200" b="0" u="none" strike="noStrike" dirty="0">
                <a:solidFill>
                  <a:schemeClr val="dk1"/>
                </a:solidFill>
                <a:uFillTx/>
                <a:latin typeface="Kokila"/>
                <a:cs typeface="Kokila"/>
              </a:rPr>
              <a:t>फिल्डबुक तयार</a:t>
            </a:r>
            <a:r>
              <a:rPr lang="en-US" sz="3200" b="0" u="none" strike="noStrike" dirty="0">
                <a:solidFill>
                  <a:schemeClr val="dk1"/>
                </a:solidFill>
                <a:uFillTx/>
                <a:latin typeface="Kokila"/>
              </a:rPr>
              <a:t>, </a:t>
            </a:r>
            <a:r>
              <a:rPr lang="ne-NP" sz="3200" b="0" u="none" strike="noStrike" dirty="0">
                <a:solidFill>
                  <a:schemeClr val="dk1"/>
                </a:solidFill>
                <a:uFillTx/>
                <a:latin typeface="Kokila"/>
                <a:cs typeface="Kokila"/>
              </a:rPr>
              <a:t>श्रेस्ता तयारी</a:t>
            </a:r>
            <a:r>
              <a:rPr lang="en-US" sz="3200" b="0" u="none" strike="noStrike" dirty="0">
                <a:solidFill>
                  <a:schemeClr val="dk1"/>
                </a:solidFill>
                <a:uFillTx/>
                <a:latin typeface="Kokila"/>
              </a:rPr>
              <a:t>, </a:t>
            </a:r>
            <a:r>
              <a:rPr lang="ne-NP" sz="3200" b="0" u="none" strike="noStrike" dirty="0">
                <a:solidFill>
                  <a:schemeClr val="dk1"/>
                </a:solidFill>
                <a:uFillTx/>
                <a:latin typeface="Kokila"/>
                <a:cs typeface="Kokila"/>
              </a:rPr>
              <a:t>पुर्जा बितरण</a:t>
            </a:r>
            <a:endParaRPr lang="en-US" sz="32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ne-NP" sz="3200" b="0" u="none" strike="noStrike" dirty="0">
                <a:solidFill>
                  <a:schemeClr val="dk1"/>
                </a:solidFill>
                <a:uFillTx/>
                <a:latin typeface="Kokila"/>
                <a:cs typeface="Kokila"/>
              </a:rPr>
              <a:t>हाल साबिक</a:t>
            </a:r>
            <a:endParaRPr lang="en-US" sz="32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ne-NP" sz="3200" b="0" u="none" strike="noStrike" dirty="0">
                <a:solidFill>
                  <a:schemeClr val="dk1"/>
                </a:solidFill>
                <a:uFillTx/>
                <a:latin typeface="Kokila"/>
                <a:cs typeface="Kokila"/>
              </a:rPr>
              <a:t>कित्ताकाट</a:t>
            </a:r>
            <a:endParaRPr lang="en-US" sz="32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ne-NP" sz="3200" b="0" u="none" strike="noStrike" dirty="0">
                <a:solidFill>
                  <a:schemeClr val="dk1"/>
                </a:solidFill>
                <a:uFillTx/>
                <a:latin typeface="Kokila"/>
                <a:cs typeface="Kokila"/>
              </a:rPr>
              <a:t>नक्सा सुधार</a:t>
            </a:r>
            <a:r>
              <a:rPr lang="en-US" sz="3200" b="0" u="none" strike="noStrike" dirty="0">
                <a:solidFill>
                  <a:schemeClr val="dk1"/>
                </a:solidFill>
                <a:uFillTx/>
                <a:latin typeface="Kokila"/>
              </a:rPr>
              <a:t>, </a:t>
            </a:r>
            <a:r>
              <a:rPr lang="ne-NP" sz="3200" b="0" u="none" strike="noStrike" dirty="0">
                <a:solidFill>
                  <a:schemeClr val="dk1"/>
                </a:solidFill>
                <a:uFillTx/>
                <a:latin typeface="Kokila"/>
                <a:cs typeface="Kokila"/>
              </a:rPr>
              <a:t>संशोधन</a:t>
            </a:r>
            <a:endParaRPr lang="en-US" sz="32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ne-NP" sz="3200" b="0" u="none" strike="noStrike" dirty="0">
                <a:solidFill>
                  <a:schemeClr val="dk1"/>
                </a:solidFill>
                <a:uFillTx/>
                <a:latin typeface="Kokila"/>
                <a:cs typeface="Kokila"/>
              </a:rPr>
              <a:t>फिल्डबुक</a:t>
            </a:r>
            <a:r>
              <a:rPr lang="en-US" sz="3200" b="0" u="none" strike="noStrike" dirty="0">
                <a:solidFill>
                  <a:schemeClr val="dk1"/>
                </a:solidFill>
                <a:uFillTx/>
                <a:latin typeface="Kokila"/>
              </a:rPr>
              <a:t>, </a:t>
            </a:r>
            <a:r>
              <a:rPr lang="ne-NP" sz="3200" b="0" u="none" strike="noStrike" dirty="0">
                <a:solidFill>
                  <a:schemeClr val="dk1"/>
                </a:solidFill>
                <a:uFillTx/>
                <a:latin typeface="Kokila"/>
                <a:cs typeface="Kokila"/>
              </a:rPr>
              <a:t>प्लट रजिस्टर उतार</a:t>
            </a:r>
            <a:endParaRPr lang="en-US" sz="32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ne-NP" sz="3200" b="0" u="none" strike="noStrike" dirty="0">
                <a:solidFill>
                  <a:schemeClr val="dk1"/>
                </a:solidFill>
                <a:uFillTx/>
                <a:latin typeface="Kokila"/>
                <a:cs typeface="Kokila"/>
              </a:rPr>
              <a:t>नक्सा प्रिन्ट</a:t>
            </a:r>
            <a:r>
              <a:rPr lang="en-US" sz="3200" b="0" u="none" strike="noStrike" dirty="0">
                <a:solidFill>
                  <a:schemeClr val="dk1"/>
                </a:solidFill>
                <a:uFillTx/>
                <a:latin typeface="Kokila"/>
              </a:rPr>
              <a:t>, </a:t>
            </a:r>
            <a:r>
              <a:rPr lang="ne-NP" sz="3200" b="0" u="none" strike="noStrike" dirty="0">
                <a:solidFill>
                  <a:schemeClr val="dk1"/>
                </a:solidFill>
                <a:uFillTx/>
                <a:latin typeface="Kokila"/>
                <a:cs typeface="Kokila"/>
              </a:rPr>
              <a:t>नक्सा ट्रेस</a:t>
            </a:r>
            <a:endParaRPr lang="en-US" sz="32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ne-NP" sz="3200" b="0" u="none" strike="noStrike" dirty="0">
                <a:solidFill>
                  <a:schemeClr val="dk1"/>
                </a:solidFill>
                <a:uFillTx/>
                <a:latin typeface="Kokila"/>
                <a:cs typeface="Kokila"/>
              </a:rPr>
              <a:t>फिल्ड रेखांकन</a:t>
            </a:r>
            <a:r>
              <a:rPr lang="en-US" sz="3200" b="0" u="none" strike="noStrike" dirty="0">
                <a:solidFill>
                  <a:schemeClr val="dk1"/>
                </a:solidFill>
                <a:uFillTx/>
                <a:latin typeface="Kokila"/>
              </a:rPr>
              <a:t>, </a:t>
            </a:r>
            <a:r>
              <a:rPr lang="ne-NP" sz="3200" b="0" u="none" strike="noStrike" dirty="0">
                <a:solidFill>
                  <a:schemeClr val="dk1"/>
                </a:solidFill>
                <a:uFillTx/>
                <a:latin typeface="Kokila"/>
                <a:cs typeface="Kokila"/>
              </a:rPr>
              <a:t>टायल चेक</a:t>
            </a:r>
            <a:endParaRPr lang="en-US" sz="32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ne-NP" sz="3200" b="0" u="none" strike="noStrike" dirty="0">
                <a:solidFill>
                  <a:schemeClr val="dk1"/>
                </a:solidFill>
                <a:uFillTx/>
                <a:latin typeface="Kokila"/>
                <a:cs typeface="Kokila"/>
              </a:rPr>
              <a:t>कित्ता एकिकरण</a:t>
            </a:r>
            <a:endParaRPr lang="en-US" sz="3200" b="0" u="none" strike="noStrike" dirty="0">
              <a:solidFill>
                <a:srgbClr val="000000"/>
              </a:solidFill>
              <a:uFillTx/>
              <a:latin typeface="Arial"/>
            </a:endParaRPr>
          </a:p>
          <a:p>
            <a:pPr indent="0" defTabSz="914400">
              <a:lnSpc>
                <a:spcPct val="90000"/>
              </a:lnSpc>
              <a:spcBef>
                <a:spcPts val="1001"/>
              </a:spcBef>
              <a:buNone/>
              <a:tabLst>
                <a:tab pos="0" algn="l"/>
              </a:tabLst>
            </a:pPr>
            <a:endParaRPr lang="en-US" sz="3600" b="0" u="none" strike="noStrike" dirty="0">
              <a:solidFill>
                <a:srgbClr val="000000"/>
              </a:solidFill>
              <a:uFillTx/>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04AA823D-AD57-6A91-4EB0-1F5F8CB5E429}"/>
              </a:ext>
            </a:extLst>
          </p:cNvPr>
          <p:cNvSpPr>
            <a:spLocks noGrp="1"/>
          </p:cNvSpPr>
          <p:nvPr>
            <p:ph type="title"/>
          </p:nvPr>
        </p:nvSpPr>
        <p:spPr/>
        <p:txBody>
          <a:bodyPr/>
          <a:lstStyle/>
          <a:p>
            <a:r>
              <a:rPr lang="en-US" altLang="en-US"/>
              <a:t>Types of maps</a:t>
            </a:r>
          </a:p>
        </p:txBody>
      </p:sp>
      <p:sp>
        <p:nvSpPr>
          <p:cNvPr id="21507" name="Content Placeholder 2">
            <a:extLst>
              <a:ext uri="{FF2B5EF4-FFF2-40B4-BE49-F238E27FC236}">
                <a16:creationId xmlns:a16="http://schemas.microsoft.com/office/drawing/2014/main" id="{4EF354EE-FFD1-CA10-6807-BA6C79A49F7A}"/>
              </a:ext>
            </a:extLst>
          </p:cNvPr>
          <p:cNvSpPr>
            <a:spLocks noGrp="1"/>
          </p:cNvSpPr>
          <p:nvPr>
            <p:ph idx="1"/>
          </p:nvPr>
        </p:nvSpPr>
        <p:spPr/>
        <p:txBody>
          <a:bodyPr>
            <a:normAutofit/>
          </a:bodyPr>
          <a:lstStyle/>
          <a:p>
            <a:pPr lvl="1"/>
            <a:r>
              <a:rPr lang="en-US" altLang="en-US" sz="3200" dirty="0"/>
              <a:t>Cadastral map</a:t>
            </a:r>
          </a:p>
          <a:p>
            <a:pPr lvl="1"/>
            <a:r>
              <a:rPr lang="en-US" altLang="en-US" sz="3200" dirty="0"/>
              <a:t>Topographical map</a:t>
            </a:r>
          </a:p>
          <a:p>
            <a:pPr lvl="1"/>
            <a:r>
              <a:rPr lang="en-US" altLang="en-US" sz="3200" dirty="0"/>
              <a:t>Engineering maps/drawing/plan</a:t>
            </a:r>
          </a:p>
          <a:p>
            <a:pPr lvl="1"/>
            <a:r>
              <a:rPr lang="en-US" altLang="en-US" sz="3200" dirty="0"/>
              <a:t>Administrative map </a:t>
            </a:r>
          </a:p>
          <a:p>
            <a:pPr lvl="1"/>
            <a:r>
              <a:rPr lang="en-US" altLang="en-US" sz="3200" dirty="0"/>
              <a:t>Thematic maps</a:t>
            </a:r>
          </a:p>
          <a:p>
            <a:pPr lvl="1"/>
            <a:r>
              <a:rPr lang="en-US" altLang="en-US" sz="3200" dirty="0"/>
              <a:t>….</a:t>
            </a:r>
          </a:p>
          <a:p>
            <a:pPr lvl="1"/>
            <a:r>
              <a:rPr lang="en-US" altLang="en-US" sz="3200" dirty="0"/>
              <a:t>….</a:t>
            </a:r>
          </a:p>
        </p:txBody>
      </p:sp>
      <p:sp>
        <p:nvSpPr>
          <p:cNvPr id="21508" name="TextBox 3">
            <a:extLst>
              <a:ext uri="{FF2B5EF4-FFF2-40B4-BE49-F238E27FC236}">
                <a16:creationId xmlns:a16="http://schemas.microsoft.com/office/drawing/2014/main" id="{0FB1B5EC-9D83-5D65-CDEC-C9DE3020840F}"/>
              </a:ext>
            </a:extLst>
          </p:cNvPr>
          <p:cNvSpPr txBox="1">
            <a:spLocks noChangeArrowheads="1"/>
          </p:cNvSpPr>
          <p:nvPr/>
        </p:nvSpPr>
        <p:spPr bwMode="auto">
          <a:xfrm>
            <a:off x="1981200" y="6335486"/>
            <a:ext cx="7086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b="1" dirty="0"/>
              <a:t>We will focus on Cadastral map</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PlaceHolder 1"/>
          <p:cNvSpPr>
            <a:spLocks noGrp="1"/>
          </p:cNvSpPr>
          <p:nvPr>
            <p:ph type="title"/>
          </p:nvPr>
        </p:nvSpPr>
        <p:spPr>
          <a:xfrm>
            <a:off x="838080" y="36360"/>
            <a:ext cx="10514880" cy="132480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ne-NP" sz="4400" b="1" u="none" strike="noStrike" dirty="0">
                <a:solidFill>
                  <a:srgbClr val="000000"/>
                </a:solidFill>
                <a:uFillTx/>
                <a:latin typeface="Kokila"/>
                <a:cs typeface="Kokila"/>
              </a:rPr>
              <a:t>बिभिन्न किसिमका नक्सा</a:t>
            </a:r>
            <a:endParaRPr lang="en-US" sz="4400" b="0" u="none" strike="noStrike" dirty="0">
              <a:solidFill>
                <a:srgbClr val="000000"/>
              </a:solidFill>
              <a:uFillTx/>
              <a:latin typeface="Arial"/>
            </a:endParaRPr>
          </a:p>
        </p:txBody>
      </p:sp>
      <p:sp>
        <p:nvSpPr>
          <p:cNvPr id="137" name="PlaceHolder 2"/>
          <p:cNvSpPr>
            <a:spLocks noGrp="1"/>
          </p:cNvSpPr>
          <p:nvPr>
            <p:ph/>
          </p:nvPr>
        </p:nvSpPr>
        <p:spPr>
          <a:xfrm>
            <a:off x="493200" y="1202040"/>
            <a:ext cx="11290680" cy="5490720"/>
          </a:xfrm>
          <a:prstGeom prst="rect">
            <a:avLst/>
          </a:prstGeom>
          <a:noFill/>
          <a:ln w="0">
            <a:noFill/>
          </a:ln>
        </p:spPr>
        <p:txBody>
          <a:bodyPr lIns="91440" tIns="45720" rIns="91440" bIns="45720" anchor="t">
            <a:noAutofit/>
          </a:bodyPr>
          <a:lstStyle/>
          <a:p>
            <a:pPr marL="216000" indent="-216000" defTabSz="914400">
              <a:lnSpc>
                <a:spcPct val="100000"/>
              </a:lnSpc>
              <a:spcBef>
                <a:spcPts val="601"/>
              </a:spcBef>
              <a:spcAft>
                <a:spcPts val="601"/>
              </a:spcAft>
              <a:buClr>
                <a:srgbClr val="000000"/>
              </a:buClr>
              <a:buSzPct val="45000"/>
              <a:buFont typeface="Wingdings" charset="2"/>
              <a:buChar char=""/>
              <a:tabLst>
                <a:tab pos="0" algn="l"/>
              </a:tabLst>
            </a:pPr>
            <a:r>
              <a:rPr lang="ne-NP" sz="2800" b="1" u="none" strike="noStrike" dirty="0">
                <a:solidFill>
                  <a:schemeClr val="dk1"/>
                </a:solidFill>
                <a:uFillTx/>
                <a:latin typeface="Kokila"/>
                <a:cs typeface="Kokila"/>
              </a:rPr>
              <a:t>साविक वा शुरु नक्सा</a:t>
            </a:r>
            <a:r>
              <a:rPr lang="en-US" sz="2800" b="0" u="none" strike="noStrike" dirty="0">
                <a:solidFill>
                  <a:schemeClr val="dk1"/>
                </a:solidFill>
                <a:uFillTx/>
                <a:latin typeface="Kokila"/>
              </a:rPr>
              <a:t> : </a:t>
            </a:r>
            <a:r>
              <a:rPr lang="ne-NP" sz="2800" b="0" u="none" strike="noStrike" dirty="0">
                <a:solidFill>
                  <a:schemeClr val="dk1"/>
                </a:solidFill>
                <a:uFillTx/>
                <a:latin typeface="Kokila"/>
                <a:cs typeface="Kokila"/>
              </a:rPr>
              <a:t>साबिकमा </a:t>
            </a:r>
            <a:r>
              <a:rPr lang="en-US" sz="2800" b="0" u="none" strike="noStrike" dirty="0">
                <a:solidFill>
                  <a:schemeClr val="dk1"/>
                </a:solidFill>
                <a:uFillTx/>
                <a:latin typeface="Kokila"/>
              </a:rPr>
              <a:t>(</a:t>
            </a:r>
            <a:r>
              <a:rPr lang="ne-NP" sz="2800" b="0" u="none" strike="noStrike" dirty="0">
                <a:solidFill>
                  <a:schemeClr val="dk1"/>
                </a:solidFill>
                <a:uFillTx/>
                <a:latin typeface="Kokila"/>
                <a:cs typeface="Kokila"/>
              </a:rPr>
              <a:t>सामान्यतया</a:t>
            </a:r>
            <a:r>
              <a:rPr lang="en-US" sz="2800" b="0" u="none" strike="noStrike" dirty="0">
                <a:solidFill>
                  <a:schemeClr val="dk1"/>
                </a:solidFill>
                <a:uFillTx/>
                <a:latin typeface="Kokila"/>
              </a:rPr>
              <a:t>, </a:t>
            </a:r>
            <a:r>
              <a:rPr lang="ne-NP" sz="2800" b="0" u="none" strike="noStrike" dirty="0">
                <a:solidFill>
                  <a:schemeClr val="dk1"/>
                </a:solidFill>
                <a:uFillTx/>
                <a:latin typeface="Kokila"/>
                <a:cs typeface="Kokila"/>
              </a:rPr>
              <a:t>२०२१ पछि</a:t>
            </a:r>
            <a:r>
              <a:rPr lang="en-US" sz="2800" b="0" u="none" strike="noStrike" dirty="0">
                <a:solidFill>
                  <a:schemeClr val="dk1"/>
                </a:solidFill>
                <a:uFillTx/>
                <a:latin typeface="Kokila"/>
              </a:rPr>
              <a:t>) </a:t>
            </a:r>
            <a:r>
              <a:rPr lang="ne-NP" sz="2800" b="0" u="none" strike="noStrike" dirty="0">
                <a:solidFill>
                  <a:schemeClr val="dk1"/>
                </a:solidFill>
                <a:uFillTx/>
                <a:latin typeface="Kokila"/>
                <a:cs typeface="Kokila"/>
              </a:rPr>
              <a:t>कित्तानापी शुरु हुँदा पहिलो पटक तयार भएको नक्सा</a:t>
            </a:r>
            <a:endParaRPr lang="en-US" sz="2800" b="0" u="none" strike="noStrike" dirty="0">
              <a:solidFill>
                <a:srgbClr val="000000"/>
              </a:solidFill>
              <a:uFillTx/>
              <a:latin typeface="Arial"/>
            </a:endParaRPr>
          </a:p>
          <a:p>
            <a:pPr marL="228600" indent="-228600" defTabSz="914400">
              <a:lnSpc>
                <a:spcPct val="100000"/>
              </a:lnSpc>
              <a:spcBef>
                <a:spcPts val="601"/>
              </a:spcBef>
              <a:spcAft>
                <a:spcPts val="601"/>
              </a:spcAft>
              <a:buClr>
                <a:srgbClr val="000000"/>
              </a:buClr>
              <a:buFont typeface="Arial"/>
              <a:buChar char="•"/>
              <a:tabLst>
                <a:tab pos="0" algn="l"/>
              </a:tabLst>
            </a:pPr>
            <a:r>
              <a:rPr lang="ne-NP" sz="2800" b="1" u="none" strike="noStrike" dirty="0">
                <a:solidFill>
                  <a:schemeClr val="dk1"/>
                </a:solidFill>
                <a:uFillTx/>
                <a:latin typeface="Kokila"/>
                <a:cs typeface="Kokila"/>
              </a:rPr>
              <a:t>हाल नक्सा </a:t>
            </a:r>
            <a:r>
              <a:rPr lang="en-US" sz="2800" b="0" u="none" strike="noStrike" dirty="0">
                <a:solidFill>
                  <a:schemeClr val="dk1"/>
                </a:solidFill>
                <a:uFillTx/>
                <a:latin typeface="Kokila"/>
              </a:rPr>
              <a:t>: </a:t>
            </a:r>
            <a:r>
              <a:rPr lang="ne-NP" sz="2800" b="0" u="none" strike="noStrike" dirty="0">
                <a:solidFill>
                  <a:schemeClr val="dk1"/>
                </a:solidFill>
                <a:uFillTx/>
                <a:latin typeface="Kokila"/>
                <a:cs typeface="Kokila"/>
              </a:rPr>
              <a:t>साबिकमा नापनक्सा भएको स्थानमा लामो समय पछि </a:t>
            </a:r>
            <a:r>
              <a:rPr lang="en-US" sz="2800" b="0" u="none" strike="noStrike" dirty="0">
                <a:solidFill>
                  <a:schemeClr val="dk1"/>
                </a:solidFill>
                <a:uFillTx/>
                <a:latin typeface="Kokila"/>
              </a:rPr>
              <a:t>(</a:t>
            </a:r>
            <a:r>
              <a:rPr lang="ne-NP" sz="2800" b="0" u="none" strike="noStrike" dirty="0">
                <a:solidFill>
                  <a:schemeClr val="dk1"/>
                </a:solidFill>
                <a:uFillTx/>
                <a:latin typeface="Kokila"/>
                <a:cs typeface="Kokila"/>
              </a:rPr>
              <a:t>सामान्यतया २०५१ पछि</a:t>
            </a:r>
            <a:r>
              <a:rPr lang="en-US" sz="2800" b="0" u="none" strike="noStrike" dirty="0">
                <a:solidFill>
                  <a:schemeClr val="dk1"/>
                </a:solidFill>
                <a:uFillTx/>
                <a:latin typeface="Kokila"/>
              </a:rPr>
              <a:t>) </a:t>
            </a:r>
            <a:r>
              <a:rPr lang="ne-NP" sz="2800" b="0" u="none" strike="noStrike" dirty="0">
                <a:solidFill>
                  <a:schemeClr val="dk1"/>
                </a:solidFill>
                <a:uFillTx/>
                <a:latin typeface="Kokila"/>
                <a:cs typeface="Kokila"/>
              </a:rPr>
              <a:t>पुन</a:t>
            </a:r>
            <a:r>
              <a:rPr lang="en-US" sz="2800" b="0" u="none" strike="noStrike" dirty="0">
                <a:solidFill>
                  <a:schemeClr val="dk1"/>
                </a:solidFill>
                <a:uFillTx/>
                <a:latin typeface="Kokila"/>
              </a:rPr>
              <a:t>: </a:t>
            </a:r>
            <a:r>
              <a:rPr lang="ne-NP" sz="2800" b="0" u="none" strike="noStrike" dirty="0">
                <a:solidFill>
                  <a:schemeClr val="dk1"/>
                </a:solidFill>
                <a:uFillTx/>
                <a:latin typeface="Kokila"/>
                <a:cs typeface="Kokila"/>
              </a:rPr>
              <a:t>नापनक्सा गरि तयार गारेको नया नक्सा</a:t>
            </a:r>
            <a:endParaRPr lang="en-US" sz="2800" b="0" u="none" strike="noStrike" dirty="0">
              <a:solidFill>
                <a:srgbClr val="000000"/>
              </a:solidFill>
              <a:uFillTx/>
              <a:latin typeface="Arial"/>
            </a:endParaRPr>
          </a:p>
          <a:p>
            <a:pPr marL="228600" indent="-228600" defTabSz="914400">
              <a:lnSpc>
                <a:spcPct val="100000"/>
              </a:lnSpc>
              <a:spcBef>
                <a:spcPts val="601"/>
              </a:spcBef>
              <a:spcAft>
                <a:spcPts val="601"/>
              </a:spcAft>
              <a:buClr>
                <a:srgbClr val="000000"/>
              </a:buClr>
              <a:buFont typeface="Arial"/>
              <a:buChar char="•"/>
              <a:tabLst>
                <a:tab pos="0" algn="l"/>
              </a:tabLst>
            </a:pPr>
            <a:r>
              <a:rPr lang="ne-NP" sz="2800" b="1" u="none" strike="noStrike" dirty="0">
                <a:solidFill>
                  <a:schemeClr val="dk1"/>
                </a:solidFill>
                <a:uFillTx/>
                <a:latin typeface="Kokila"/>
                <a:cs typeface="Kokila"/>
              </a:rPr>
              <a:t>फायल नक्सा</a:t>
            </a:r>
            <a:r>
              <a:rPr lang="en-US" sz="2800" b="0" u="none" strike="noStrike" dirty="0">
                <a:solidFill>
                  <a:schemeClr val="dk1"/>
                </a:solidFill>
                <a:uFillTx/>
                <a:latin typeface="Kokila"/>
              </a:rPr>
              <a:t>: </a:t>
            </a:r>
            <a:r>
              <a:rPr lang="ne-NP" sz="2800" b="0" u="none" strike="noStrike" dirty="0">
                <a:solidFill>
                  <a:schemeClr val="dk1"/>
                </a:solidFill>
                <a:uFillTx/>
                <a:latin typeface="Kokila"/>
                <a:cs typeface="Kokila"/>
              </a:rPr>
              <a:t>कित्ताको आकार सानो भएकोले छुट्टै पानामा सम्बन्धित कित्ता </a:t>
            </a:r>
            <a:r>
              <a:rPr lang="en-US" sz="2800" b="0" u="none" strike="noStrike" dirty="0">
                <a:solidFill>
                  <a:schemeClr val="dk1"/>
                </a:solidFill>
                <a:uFillTx/>
                <a:latin typeface="Kokila"/>
              </a:rPr>
              <a:t>(</a:t>
            </a:r>
            <a:r>
              <a:rPr lang="ne-NP" sz="2800" b="0" u="none" strike="noStrike" dirty="0">
                <a:solidFill>
                  <a:schemeClr val="dk1"/>
                </a:solidFill>
                <a:uFillTx/>
                <a:latin typeface="Kokila"/>
                <a:cs typeface="Kokila"/>
              </a:rPr>
              <a:t>हरु</a:t>
            </a:r>
            <a:r>
              <a:rPr lang="en-US" sz="2800" b="0" u="none" strike="noStrike" dirty="0">
                <a:solidFill>
                  <a:schemeClr val="dk1"/>
                </a:solidFill>
                <a:uFillTx/>
                <a:latin typeface="Kokila"/>
              </a:rPr>
              <a:t>)</a:t>
            </a:r>
            <a:r>
              <a:rPr lang="ne-NP" sz="2800" b="0" u="none" strike="noStrike" dirty="0">
                <a:solidFill>
                  <a:schemeClr val="dk1"/>
                </a:solidFill>
                <a:uFillTx/>
                <a:latin typeface="Kokila"/>
                <a:cs typeface="Kokila"/>
              </a:rPr>
              <a:t>को बेग्लै तयार गरिएको नक्सा</a:t>
            </a:r>
            <a:endParaRPr lang="en-US" sz="2800" b="0" u="none" strike="noStrike" dirty="0">
              <a:solidFill>
                <a:srgbClr val="000000"/>
              </a:solidFill>
              <a:uFillTx/>
              <a:latin typeface="Arial"/>
            </a:endParaRPr>
          </a:p>
          <a:p>
            <a:pPr marL="228600" indent="-228600" defTabSz="914400">
              <a:lnSpc>
                <a:spcPct val="100000"/>
              </a:lnSpc>
              <a:spcBef>
                <a:spcPts val="601"/>
              </a:spcBef>
              <a:spcAft>
                <a:spcPts val="601"/>
              </a:spcAft>
              <a:buClr>
                <a:srgbClr val="000000"/>
              </a:buClr>
              <a:buFont typeface="Arial"/>
              <a:buChar char="•"/>
              <a:tabLst>
                <a:tab pos="0" algn="l"/>
              </a:tabLst>
            </a:pPr>
            <a:r>
              <a:rPr lang="ne-NP" sz="2800" b="1" u="none" strike="noStrike" dirty="0">
                <a:solidFill>
                  <a:schemeClr val="dk1"/>
                </a:solidFill>
                <a:uFillTx/>
                <a:latin typeface="Kokila"/>
                <a:cs typeface="Kokila"/>
              </a:rPr>
              <a:t>पार्सल नक्सा </a:t>
            </a:r>
            <a:r>
              <a:rPr lang="en-US" sz="2800" b="0" u="none" strike="noStrike" dirty="0">
                <a:solidFill>
                  <a:schemeClr val="dk1"/>
                </a:solidFill>
                <a:uFillTx/>
                <a:latin typeface="Kokila"/>
              </a:rPr>
              <a:t>: </a:t>
            </a:r>
            <a:r>
              <a:rPr lang="ne-NP" sz="2800" b="0" u="none" strike="noStrike" dirty="0">
                <a:solidFill>
                  <a:schemeClr val="dk1"/>
                </a:solidFill>
                <a:uFillTx/>
                <a:latin typeface="Kokila"/>
                <a:cs typeface="Kokila"/>
              </a:rPr>
              <a:t>कित्ताको चारै तिरका मोहडाहरुको नाप र कित्ताको क्षेत्रफल समेत उल्लेख गरि छुट्टै पानामा तयार गरिएको नक्सा</a:t>
            </a:r>
            <a:endParaRPr lang="en-US" sz="2800" b="0" u="none" strike="noStrike" dirty="0">
              <a:solidFill>
                <a:srgbClr val="000000"/>
              </a:solidFill>
              <a:uFillTx/>
              <a:latin typeface="Arial"/>
            </a:endParaRPr>
          </a:p>
          <a:p>
            <a:pPr marL="228600" indent="-228600" defTabSz="914400">
              <a:lnSpc>
                <a:spcPct val="100000"/>
              </a:lnSpc>
              <a:spcBef>
                <a:spcPts val="601"/>
              </a:spcBef>
              <a:spcAft>
                <a:spcPts val="601"/>
              </a:spcAft>
              <a:buClr>
                <a:srgbClr val="000000"/>
              </a:buClr>
              <a:buFont typeface="Arial"/>
              <a:buChar char="•"/>
              <a:tabLst>
                <a:tab pos="0" algn="l"/>
              </a:tabLst>
            </a:pPr>
            <a:r>
              <a:rPr lang="ne-NP" sz="2800" b="1" u="none" strike="noStrike" dirty="0">
                <a:solidFill>
                  <a:schemeClr val="dk1"/>
                </a:solidFill>
                <a:uFillTx/>
                <a:latin typeface="Kokila"/>
                <a:cs typeface="Kokila"/>
              </a:rPr>
              <a:t>ट्रेस नक्सा </a:t>
            </a:r>
            <a:r>
              <a:rPr lang="en-US" sz="2800" b="0" u="none" strike="noStrike" dirty="0">
                <a:solidFill>
                  <a:schemeClr val="dk1"/>
                </a:solidFill>
                <a:uFillTx/>
                <a:latin typeface="Kokila"/>
              </a:rPr>
              <a:t>: </a:t>
            </a:r>
            <a:r>
              <a:rPr lang="ne-NP" sz="2800" b="0" u="none" strike="noStrike" dirty="0">
                <a:solidFill>
                  <a:schemeClr val="dk1"/>
                </a:solidFill>
                <a:uFillTx/>
                <a:latin typeface="Kokila"/>
                <a:cs typeface="Kokila"/>
              </a:rPr>
              <a:t>जग्गाको कारोबार हुँदा छुट्टै ट्रेसिंग पेपरमा उतार गरी लिखत साथ संलग्न गरिएको नक्सा</a:t>
            </a:r>
            <a:endParaRPr lang="en-US" sz="2800" b="0" u="none" strike="noStrike" dirty="0">
              <a:solidFill>
                <a:srgbClr val="000000"/>
              </a:solidFill>
              <a:uFillTx/>
              <a:latin typeface="Arial"/>
            </a:endParaRPr>
          </a:p>
          <a:p>
            <a:pPr marL="228600" indent="-228600" defTabSz="914400">
              <a:lnSpc>
                <a:spcPct val="100000"/>
              </a:lnSpc>
              <a:spcBef>
                <a:spcPts val="601"/>
              </a:spcBef>
              <a:spcAft>
                <a:spcPts val="601"/>
              </a:spcAft>
              <a:buClr>
                <a:srgbClr val="000000"/>
              </a:buClr>
              <a:buFont typeface="Arial"/>
              <a:buChar char="•"/>
              <a:tabLst>
                <a:tab pos="0" algn="l"/>
              </a:tabLst>
            </a:pPr>
            <a:r>
              <a:rPr lang="ne-NP" sz="2800" b="1" u="none" strike="noStrike" dirty="0">
                <a:solidFill>
                  <a:schemeClr val="dk1"/>
                </a:solidFill>
                <a:uFillTx/>
                <a:latin typeface="Kokila"/>
                <a:cs typeface="Kokila"/>
              </a:rPr>
              <a:t>एमोनिया प्रिन्ट वा ब्लू प्रिन्ट नक्सा </a:t>
            </a:r>
            <a:r>
              <a:rPr lang="en-US" sz="2800" b="0" u="none" strike="noStrike" dirty="0">
                <a:solidFill>
                  <a:schemeClr val="dk1"/>
                </a:solidFill>
                <a:uFillTx/>
                <a:latin typeface="Kokila"/>
              </a:rPr>
              <a:t>: </a:t>
            </a:r>
            <a:r>
              <a:rPr lang="ne-NP" sz="2800" b="0" u="none" strike="noStrike" dirty="0">
                <a:solidFill>
                  <a:schemeClr val="dk1"/>
                </a:solidFill>
                <a:uFillTx/>
                <a:latin typeface="Kokila"/>
                <a:cs typeface="Kokila"/>
              </a:rPr>
              <a:t>सक्कल नक्साको एमोनिया पेपरमा वा ब्लू पेपरमा नक्कल निकालिएको नक्सा </a:t>
            </a:r>
            <a:endParaRPr lang="en-US" sz="2800" b="0" u="none" strike="noStrike" dirty="0">
              <a:solidFill>
                <a:srgbClr val="000000"/>
              </a:solidFill>
              <a:uFillTx/>
              <a:latin typeface="Arial"/>
            </a:endParaRPr>
          </a:p>
          <a:p>
            <a:pPr marL="228600" indent="-228600" defTabSz="914400">
              <a:lnSpc>
                <a:spcPct val="100000"/>
              </a:lnSpc>
              <a:spcBef>
                <a:spcPts val="601"/>
              </a:spcBef>
              <a:spcAft>
                <a:spcPts val="601"/>
              </a:spcAft>
              <a:buClr>
                <a:srgbClr val="000000"/>
              </a:buClr>
              <a:buFont typeface="Arial"/>
              <a:buChar char="•"/>
              <a:tabLst>
                <a:tab pos="0" algn="l"/>
              </a:tabLst>
            </a:pPr>
            <a:r>
              <a:rPr lang="ne-NP" sz="2800" b="1" u="none" strike="noStrike" dirty="0">
                <a:solidFill>
                  <a:schemeClr val="dk1"/>
                </a:solidFill>
                <a:uFillTx/>
                <a:latin typeface="Kokila"/>
                <a:cs typeface="Kokila"/>
              </a:rPr>
              <a:t>कम्प्युटर प्रिन्ट नक्सा </a:t>
            </a:r>
            <a:r>
              <a:rPr lang="en-US" sz="2800" b="0" u="none" strike="noStrike" dirty="0">
                <a:solidFill>
                  <a:schemeClr val="dk1"/>
                </a:solidFill>
                <a:uFillTx/>
                <a:latin typeface="Kokila"/>
              </a:rPr>
              <a:t>: </a:t>
            </a:r>
            <a:r>
              <a:rPr lang="ne-NP" sz="2800" b="0" u="none" strike="noStrike" dirty="0">
                <a:solidFill>
                  <a:schemeClr val="dk1"/>
                </a:solidFill>
                <a:uFillTx/>
                <a:latin typeface="Kokila"/>
                <a:cs typeface="Kokila"/>
              </a:rPr>
              <a:t>सक्कल नक्साको कम्प्युटरबाट नक्कल निकालिएको नक्सा</a:t>
            </a:r>
            <a:endParaRPr lang="en-US" sz="2800" b="0" u="none" strike="noStrike" dirty="0">
              <a:solidFill>
                <a:srgbClr val="000000"/>
              </a:solidFill>
              <a:uFillTx/>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3" descr="C:\Users\Janak\Pictures\Plane-Table-Surveying-3.png">
            <a:extLst>
              <a:ext uri="{FF2B5EF4-FFF2-40B4-BE49-F238E27FC236}">
                <a16:creationId xmlns:a16="http://schemas.microsoft.com/office/drawing/2014/main" id="{2C56668E-5F90-7FEC-306B-5CACAEF065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3200" y="1104900"/>
            <a:ext cx="4116388" cy="262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5" name="Title 1">
            <a:extLst>
              <a:ext uri="{FF2B5EF4-FFF2-40B4-BE49-F238E27FC236}">
                <a16:creationId xmlns:a16="http://schemas.microsoft.com/office/drawing/2014/main" id="{82A08545-3D7D-FE9E-58C7-9D7C8F73DC5C}"/>
              </a:ext>
            </a:extLst>
          </p:cNvPr>
          <p:cNvSpPr>
            <a:spLocks noGrp="1"/>
          </p:cNvSpPr>
          <p:nvPr>
            <p:ph type="title"/>
          </p:nvPr>
        </p:nvSpPr>
        <p:spPr/>
        <p:txBody>
          <a:bodyPr/>
          <a:lstStyle/>
          <a:p>
            <a:r>
              <a:rPr lang="en-GB" altLang="en-US"/>
              <a:t>Mapping techniques</a:t>
            </a:r>
            <a:endParaRPr lang="en-US" altLang="en-US"/>
          </a:p>
        </p:txBody>
      </p:sp>
      <p:sp>
        <p:nvSpPr>
          <p:cNvPr id="3" name="Content Placeholder 2">
            <a:extLst>
              <a:ext uri="{FF2B5EF4-FFF2-40B4-BE49-F238E27FC236}">
                <a16:creationId xmlns:a16="http://schemas.microsoft.com/office/drawing/2014/main" id="{BEA83369-AB6E-B47F-86AB-6FE12A5EEFD7}"/>
              </a:ext>
            </a:extLst>
          </p:cNvPr>
          <p:cNvSpPr>
            <a:spLocks noGrp="1"/>
          </p:cNvSpPr>
          <p:nvPr>
            <p:ph idx="1"/>
          </p:nvPr>
        </p:nvSpPr>
        <p:spPr>
          <a:xfrm>
            <a:off x="1981200" y="1600200"/>
            <a:ext cx="4572000" cy="2209800"/>
          </a:xfrm>
        </p:spPr>
        <p:txBody>
          <a:bodyPr rtlCol="0">
            <a:normAutofit/>
          </a:bodyPr>
          <a:lstStyle/>
          <a:p>
            <a:pPr>
              <a:defRPr/>
            </a:pPr>
            <a:r>
              <a:rPr lang="en-GB" dirty="0"/>
              <a:t>Ground Survey</a:t>
            </a:r>
          </a:p>
          <a:p>
            <a:pPr lvl="1">
              <a:defRPr/>
            </a:pPr>
            <a:r>
              <a:rPr lang="en-GB" dirty="0"/>
              <a:t>Chain survey</a:t>
            </a:r>
          </a:p>
          <a:p>
            <a:pPr lvl="2">
              <a:defRPr/>
            </a:pPr>
            <a:r>
              <a:rPr lang="en-GB" dirty="0"/>
              <a:t>Carrying out surveying </a:t>
            </a:r>
          </a:p>
          <a:p>
            <a:pPr marL="1162050" lvl="1" indent="-714375">
              <a:buNone/>
              <a:defRPr/>
            </a:pPr>
            <a:r>
              <a:rPr lang="en-GB" sz="2000" dirty="0"/>
              <a:t>	with the help of chain/ tape</a:t>
            </a:r>
          </a:p>
          <a:p>
            <a:pPr lvl="2">
              <a:defRPr/>
            </a:pPr>
            <a:r>
              <a:rPr lang="en-GB" dirty="0"/>
              <a:t>Less accurate</a:t>
            </a:r>
          </a:p>
        </p:txBody>
      </p:sp>
      <p:pic>
        <p:nvPicPr>
          <p:cNvPr id="32773" name="Picture 5" descr="http://www.hugha.co.uk/Tanzania/TanReporter52_files/LR007.jpg">
            <a:extLst>
              <a:ext uri="{FF2B5EF4-FFF2-40B4-BE49-F238E27FC236}">
                <a16:creationId xmlns:a16="http://schemas.microsoft.com/office/drawing/2014/main" id="{B83A7582-844E-E40E-4AE5-2D9CA0C1F1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34250" y="3810000"/>
            <a:ext cx="3333750" cy="249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4" name="Picture 2" descr="C:\Users\Janak\Pictures\6323C-plane-table.gif">
            <a:extLst>
              <a:ext uri="{FF2B5EF4-FFF2-40B4-BE49-F238E27FC236}">
                <a16:creationId xmlns:a16="http://schemas.microsoft.com/office/drawing/2014/main" id="{C5A2F2E4-CC8E-9265-FF96-0CAFCF14A2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15201" y="3790950"/>
            <a:ext cx="1285875" cy="108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a:extLst>
              <a:ext uri="{FF2B5EF4-FFF2-40B4-BE49-F238E27FC236}">
                <a16:creationId xmlns:a16="http://schemas.microsoft.com/office/drawing/2014/main" id="{DFDD1B08-5ABD-2AFC-0962-83C4332EC36C}"/>
              </a:ext>
            </a:extLst>
          </p:cNvPr>
          <p:cNvSpPr txBox="1"/>
          <p:nvPr/>
        </p:nvSpPr>
        <p:spPr>
          <a:xfrm>
            <a:off x="1905000" y="4267201"/>
            <a:ext cx="4876800" cy="2492375"/>
          </a:xfrm>
          <a:prstGeom prst="rect">
            <a:avLst/>
          </a:prstGeom>
          <a:noFill/>
        </p:spPr>
        <p:txBody>
          <a:bodyPr>
            <a:spAutoFit/>
          </a:bodyPr>
          <a:lstStyle/>
          <a:p>
            <a:pPr lvl="1">
              <a:buFont typeface="Arial" pitchFamily="34" charset="0"/>
              <a:buChar char="•"/>
              <a:defRPr/>
            </a:pPr>
            <a:r>
              <a:rPr lang="en-GB" sz="2800" dirty="0"/>
              <a:t> Plane table survey</a:t>
            </a:r>
          </a:p>
          <a:p>
            <a:pPr lvl="2" indent="338138">
              <a:buFont typeface="Arial" pitchFamily="34" charset="0"/>
              <a:buChar char="•"/>
              <a:defRPr/>
            </a:pPr>
            <a:r>
              <a:rPr lang="en-GB" sz="2000" dirty="0"/>
              <a:t>Carrying out surveying </a:t>
            </a:r>
          </a:p>
          <a:p>
            <a:pPr marL="1162050" lvl="1" indent="90488">
              <a:defRPr/>
            </a:pPr>
            <a:r>
              <a:rPr lang="en-GB" sz="2000" dirty="0"/>
              <a:t>With the help of plane table,</a:t>
            </a:r>
          </a:p>
          <a:p>
            <a:pPr marL="895350" lvl="1" indent="357188">
              <a:defRPr/>
            </a:pPr>
            <a:r>
              <a:rPr lang="en-GB" sz="2000" dirty="0"/>
              <a:t>Telescopic </a:t>
            </a:r>
            <a:r>
              <a:rPr lang="en-GB" sz="2000" dirty="0" err="1"/>
              <a:t>allidade</a:t>
            </a:r>
            <a:endParaRPr lang="en-GB" sz="2000" dirty="0"/>
          </a:p>
          <a:p>
            <a:pPr lvl="2" indent="338138">
              <a:buFont typeface="Arial" pitchFamily="34" charset="0"/>
              <a:buChar char="•"/>
              <a:defRPr/>
            </a:pPr>
            <a:r>
              <a:rPr lang="en-GB" sz="2000" dirty="0"/>
              <a:t>More accurate than chain    survey</a:t>
            </a:r>
            <a:endParaRPr lang="en-US" sz="2000" dirty="0"/>
          </a:p>
          <a:p>
            <a:pPr eaLnBrk="1" hangingPunct="1">
              <a:defRPr/>
            </a:pPr>
            <a:endParaRPr lang="en-US" sz="28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ox(in)">
                                      <p:cBhvr>
                                        <p:cTn id="7" dur="500"/>
                                        <p:tgtEl>
                                          <p:spTgt spid="3">
                                            <p:txEl>
                                              <p:pRg st="1" end="1"/>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box(in)">
                                      <p:cBhvr>
                                        <p:cTn id="10" dur="500"/>
                                        <p:tgtEl>
                                          <p:spTgt spid="3">
                                            <p:txEl>
                                              <p:pRg st="2" end="2"/>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box(in)">
                                      <p:cBhvr>
                                        <p:cTn id="13" dur="500"/>
                                        <p:tgtEl>
                                          <p:spTgt spid="3">
                                            <p:txEl>
                                              <p:pRg st="3" end="3"/>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box(in)">
                                      <p:cBhvr>
                                        <p:cTn id="16" dur="500"/>
                                        <p:tgtEl>
                                          <p:spTgt spid="3">
                                            <p:txEl>
                                              <p:pRg st="4" end="4"/>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4" presetClass="entr" presetSubtype="16"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box(in)">
                                      <p:cBhvr>
                                        <p:cTn id="21" dur="500"/>
                                        <p:tgtEl>
                                          <p:spTgt spid="10"/>
                                        </p:tgtEl>
                                      </p:cBhvr>
                                    </p:animEffect>
                                  </p:childTnLst>
                                </p:cTn>
                              </p:par>
                              <p:par>
                                <p:cTn id="22" presetID="4" presetClass="entr" presetSubtype="16" fill="hold" nodeType="withEffect">
                                  <p:stCondLst>
                                    <p:cond delay="0"/>
                                  </p:stCondLst>
                                  <p:childTnLst>
                                    <p:set>
                                      <p:cBhvr>
                                        <p:cTn id="23" dur="1" fill="hold">
                                          <p:stCondLst>
                                            <p:cond delay="0"/>
                                          </p:stCondLst>
                                        </p:cTn>
                                        <p:tgtEl>
                                          <p:spTgt spid="32770"/>
                                        </p:tgtEl>
                                        <p:attrNameLst>
                                          <p:attrName>style.visibility</p:attrName>
                                        </p:attrNameLst>
                                      </p:cBhvr>
                                      <p:to>
                                        <p:strVal val="visible"/>
                                      </p:to>
                                    </p:set>
                                    <p:animEffect transition="in" filter="box(in)">
                                      <p:cBhvr>
                                        <p:cTn id="24" dur="500"/>
                                        <p:tgtEl>
                                          <p:spTgt spid="32770"/>
                                        </p:tgtEl>
                                      </p:cBhvr>
                                    </p:animEffect>
                                  </p:childTnLst>
                                </p:cTn>
                              </p:par>
                              <p:par>
                                <p:cTn id="25" presetID="4" presetClass="entr" presetSubtype="16" fill="hold" nodeType="withEffect">
                                  <p:stCondLst>
                                    <p:cond delay="0"/>
                                  </p:stCondLst>
                                  <p:childTnLst>
                                    <p:set>
                                      <p:cBhvr>
                                        <p:cTn id="26" dur="1" fill="hold">
                                          <p:stCondLst>
                                            <p:cond delay="0"/>
                                          </p:stCondLst>
                                        </p:cTn>
                                        <p:tgtEl>
                                          <p:spTgt spid="32774"/>
                                        </p:tgtEl>
                                        <p:attrNameLst>
                                          <p:attrName>style.visibility</p:attrName>
                                        </p:attrNameLst>
                                      </p:cBhvr>
                                      <p:to>
                                        <p:strVal val="visible"/>
                                      </p:to>
                                    </p:set>
                                    <p:animEffect transition="in" filter="box(in)">
                                      <p:cBhvr>
                                        <p:cTn id="27" dur="500"/>
                                        <p:tgtEl>
                                          <p:spTgt spid="32774"/>
                                        </p:tgtEl>
                                      </p:cBhvr>
                                    </p:animEffect>
                                  </p:childTnLst>
                                </p:cTn>
                              </p:par>
                              <p:par>
                                <p:cTn id="28" presetID="4" presetClass="entr" presetSubtype="16" fill="hold" nodeType="withEffect">
                                  <p:stCondLst>
                                    <p:cond delay="0"/>
                                  </p:stCondLst>
                                  <p:childTnLst>
                                    <p:set>
                                      <p:cBhvr>
                                        <p:cTn id="29" dur="1" fill="hold">
                                          <p:stCondLst>
                                            <p:cond delay="0"/>
                                          </p:stCondLst>
                                        </p:cTn>
                                        <p:tgtEl>
                                          <p:spTgt spid="32773"/>
                                        </p:tgtEl>
                                        <p:attrNameLst>
                                          <p:attrName>style.visibility</p:attrName>
                                        </p:attrNameLst>
                                      </p:cBhvr>
                                      <p:to>
                                        <p:strVal val="visible"/>
                                      </p:to>
                                    </p:set>
                                    <p:animEffect transition="in" filter="box(in)">
                                      <p:cBhvr>
                                        <p:cTn id="30" dur="500"/>
                                        <p:tgtEl>
                                          <p:spTgt spid="327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5" descr="DSC07920">
            <a:extLst>
              <a:ext uri="{FF2B5EF4-FFF2-40B4-BE49-F238E27FC236}">
                <a16:creationId xmlns:a16="http://schemas.microsoft.com/office/drawing/2014/main" id="{7E7A8770-7953-ACA9-97EE-C043EACA19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18300" y="1457326"/>
            <a:ext cx="3949700" cy="296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5" name="Picture 3" descr="Land Survey Services">
            <a:extLst>
              <a:ext uri="{FF2B5EF4-FFF2-40B4-BE49-F238E27FC236}">
                <a16:creationId xmlns:a16="http://schemas.microsoft.com/office/drawing/2014/main" id="{537934CE-8A68-A0A0-B25F-D3FCD4D0FD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39150" y="3886200"/>
            <a:ext cx="2228850"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6" name="Picture 4" descr="C:\Users\Janak\Pictures\survey-total-station.jpg">
            <a:extLst>
              <a:ext uri="{FF2B5EF4-FFF2-40B4-BE49-F238E27FC236}">
                <a16:creationId xmlns:a16="http://schemas.microsoft.com/office/drawing/2014/main" id="{7A740A84-48E4-B5B6-D331-A4A0E3CDF59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37626" y="0"/>
            <a:ext cx="1730375"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1" name="Title 1">
            <a:extLst>
              <a:ext uri="{FF2B5EF4-FFF2-40B4-BE49-F238E27FC236}">
                <a16:creationId xmlns:a16="http://schemas.microsoft.com/office/drawing/2014/main" id="{A967ED4A-D269-C961-73B2-D324E1EBFBFE}"/>
              </a:ext>
            </a:extLst>
          </p:cNvPr>
          <p:cNvSpPr>
            <a:spLocks noGrp="1"/>
          </p:cNvSpPr>
          <p:nvPr>
            <p:ph type="title"/>
          </p:nvPr>
        </p:nvSpPr>
        <p:spPr/>
        <p:txBody>
          <a:bodyPr/>
          <a:lstStyle/>
          <a:p>
            <a:r>
              <a:rPr lang="en-GB" altLang="en-US"/>
              <a:t>Mapping techniques</a:t>
            </a:r>
            <a:endParaRPr lang="en-US" altLang="en-US"/>
          </a:p>
        </p:txBody>
      </p:sp>
      <p:sp>
        <p:nvSpPr>
          <p:cNvPr id="33797" name="Content Placeholder 2">
            <a:extLst>
              <a:ext uri="{FF2B5EF4-FFF2-40B4-BE49-F238E27FC236}">
                <a16:creationId xmlns:a16="http://schemas.microsoft.com/office/drawing/2014/main" id="{D862F054-2285-386B-FA96-8D8C740C8325}"/>
              </a:ext>
            </a:extLst>
          </p:cNvPr>
          <p:cNvSpPr>
            <a:spLocks noGrp="1"/>
          </p:cNvSpPr>
          <p:nvPr>
            <p:ph idx="1"/>
          </p:nvPr>
        </p:nvSpPr>
        <p:spPr>
          <a:xfrm>
            <a:off x="1524000" y="1600200"/>
            <a:ext cx="5105400" cy="2514600"/>
          </a:xfrm>
        </p:spPr>
        <p:txBody>
          <a:bodyPr/>
          <a:lstStyle/>
          <a:p>
            <a:pPr lvl="1"/>
            <a:r>
              <a:rPr lang="en-GB" altLang="en-US"/>
              <a:t>Total station Survey</a:t>
            </a:r>
          </a:p>
          <a:p>
            <a:pPr lvl="2"/>
            <a:r>
              <a:rPr lang="en-GB" altLang="en-US"/>
              <a:t>Carrying out survey with a special instrument Called total station</a:t>
            </a:r>
          </a:p>
          <a:p>
            <a:pPr lvl="2"/>
            <a:r>
              <a:rPr lang="en-GB" altLang="en-US"/>
              <a:t>Very accurate</a:t>
            </a:r>
          </a:p>
          <a:p>
            <a:endParaRPr lang="en-US" altLang="en-US"/>
          </a:p>
        </p:txBody>
      </p:sp>
      <p:sp>
        <p:nvSpPr>
          <p:cNvPr id="7" name="Content Placeholder 2">
            <a:extLst>
              <a:ext uri="{FF2B5EF4-FFF2-40B4-BE49-F238E27FC236}">
                <a16:creationId xmlns:a16="http://schemas.microsoft.com/office/drawing/2014/main" id="{80A8CF83-842B-90FB-F16E-E9F5DAC5A54A}"/>
              </a:ext>
            </a:extLst>
          </p:cNvPr>
          <p:cNvSpPr txBox="1">
            <a:spLocks/>
          </p:cNvSpPr>
          <p:nvPr/>
        </p:nvSpPr>
        <p:spPr bwMode="auto">
          <a:xfrm>
            <a:off x="1524000" y="4343400"/>
            <a:ext cx="5105400" cy="2514600"/>
          </a:xfrm>
          <a:prstGeom prst="rect">
            <a:avLst/>
          </a:prstGeom>
          <a:noFill/>
          <a:ln w="9525">
            <a:noFill/>
            <a:miter lim="800000"/>
            <a:headEnd/>
            <a:tailEnd/>
          </a:ln>
        </p:spPr>
        <p:txBody>
          <a:bodyPr/>
          <a:lstStyle/>
          <a:p>
            <a:pPr marL="742950" lvl="1" indent="-285750">
              <a:spcBef>
                <a:spcPct val="20000"/>
              </a:spcBef>
              <a:buFont typeface="Arial" pitchFamily="34" charset="0"/>
              <a:buChar char="–"/>
              <a:defRPr/>
            </a:pPr>
            <a:r>
              <a:rPr lang="en-GB" sz="2800" dirty="0"/>
              <a:t>GPS</a:t>
            </a:r>
          </a:p>
          <a:p>
            <a:pPr marL="1143000" lvl="2" indent="-228600">
              <a:spcBef>
                <a:spcPct val="20000"/>
              </a:spcBef>
              <a:buFont typeface="Arial" pitchFamily="34" charset="0"/>
              <a:buChar char="•"/>
              <a:defRPr/>
            </a:pPr>
            <a:r>
              <a:rPr lang="en-GB" sz="2400" dirty="0"/>
              <a:t>Carrying out survey by GPS, with the help of signals from satellite </a:t>
            </a:r>
          </a:p>
          <a:p>
            <a:pPr marL="1143000" lvl="2" indent="-228600">
              <a:spcBef>
                <a:spcPct val="20000"/>
              </a:spcBef>
              <a:buFont typeface="Arial" pitchFamily="34" charset="0"/>
              <a:buChar char="•"/>
              <a:defRPr/>
            </a:pPr>
            <a:r>
              <a:rPr lang="en-GB" sz="2400" dirty="0"/>
              <a:t>Very accurate</a:t>
            </a:r>
          </a:p>
          <a:p>
            <a:pPr marL="1143000" lvl="2" indent="-228600">
              <a:spcBef>
                <a:spcPct val="20000"/>
              </a:spcBef>
              <a:buFont typeface="Arial" pitchFamily="34" charset="0"/>
              <a:buChar char="•"/>
              <a:defRPr/>
            </a:pPr>
            <a:r>
              <a:rPr lang="en-GB" sz="2400" dirty="0"/>
              <a:t>Very fast</a:t>
            </a:r>
          </a:p>
          <a:p>
            <a:pPr marL="342900" indent="-342900">
              <a:spcBef>
                <a:spcPct val="20000"/>
              </a:spcBef>
              <a:buFont typeface="Arial" pitchFamily="34" charset="0"/>
              <a:buChar char="•"/>
              <a:defRPr/>
            </a:pPr>
            <a:endParaRPr lang="en-US" sz="32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3797">
                                            <p:txEl>
                                              <p:pRg st="0" end="0"/>
                                            </p:txEl>
                                          </p:spTgt>
                                        </p:tgtEl>
                                        <p:attrNameLst>
                                          <p:attrName>style.visibility</p:attrName>
                                        </p:attrNameLst>
                                      </p:cBhvr>
                                      <p:to>
                                        <p:strVal val="visible"/>
                                      </p:to>
                                    </p:set>
                                    <p:animEffect transition="in" filter="box(in)">
                                      <p:cBhvr>
                                        <p:cTn id="7" dur="500"/>
                                        <p:tgtEl>
                                          <p:spTgt spid="33797">
                                            <p:txEl>
                                              <p:pRg st="0" end="0"/>
                                            </p:txEl>
                                          </p:spTgt>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33797">
                                            <p:txEl>
                                              <p:pRg st="1" end="1"/>
                                            </p:txEl>
                                          </p:spTgt>
                                        </p:tgtEl>
                                        <p:attrNameLst>
                                          <p:attrName>style.visibility</p:attrName>
                                        </p:attrNameLst>
                                      </p:cBhvr>
                                      <p:to>
                                        <p:strVal val="visible"/>
                                      </p:to>
                                    </p:set>
                                    <p:animEffect transition="in" filter="box(in)">
                                      <p:cBhvr>
                                        <p:cTn id="10" dur="500"/>
                                        <p:tgtEl>
                                          <p:spTgt spid="33797">
                                            <p:txEl>
                                              <p:pRg st="1" end="1"/>
                                            </p:txEl>
                                          </p:spTgt>
                                        </p:tgtEl>
                                      </p:cBhvr>
                                    </p:animEffect>
                                  </p:childTnLst>
                                </p:cTn>
                              </p:par>
                              <p:par>
                                <p:cTn id="11" presetID="4" presetClass="entr" presetSubtype="16" fill="hold" grpId="0" nodeType="withEffect">
                                  <p:stCondLst>
                                    <p:cond delay="0"/>
                                  </p:stCondLst>
                                  <p:childTnLst>
                                    <p:set>
                                      <p:cBhvr>
                                        <p:cTn id="12" dur="1" fill="hold">
                                          <p:stCondLst>
                                            <p:cond delay="0"/>
                                          </p:stCondLst>
                                        </p:cTn>
                                        <p:tgtEl>
                                          <p:spTgt spid="33797">
                                            <p:txEl>
                                              <p:pRg st="2" end="2"/>
                                            </p:txEl>
                                          </p:spTgt>
                                        </p:tgtEl>
                                        <p:attrNameLst>
                                          <p:attrName>style.visibility</p:attrName>
                                        </p:attrNameLst>
                                      </p:cBhvr>
                                      <p:to>
                                        <p:strVal val="visible"/>
                                      </p:to>
                                    </p:set>
                                    <p:animEffect transition="in" filter="box(in)">
                                      <p:cBhvr>
                                        <p:cTn id="13" dur="500"/>
                                        <p:tgtEl>
                                          <p:spTgt spid="33797">
                                            <p:txEl>
                                              <p:pRg st="2" end="2"/>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33794"/>
                                        </p:tgtEl>
                                        <p:attrNameLst>
                                          <p:attrName>style.visibility</p:attrName>
                                        </p:attrNameLst>
                                      </p:cBhvr>
                                      <p:to>
                                        <p:strVal val="visible"/>
                                      </p:to>
                                    </p:set>
                                    <p:animEffect transition="in" filter="box(in)">
                                      <p:cBhvr>
                                        <p:cTn id="16" dur="500"/>
                                        <p:tgtEl>
                                          <p:spTgt spid="33794"/>
                                        </p:tgtEl>
                                      </p:cBhvr>
                                    </p:animEffect>
                                  </p:childTnLst>
                                </p:cTn>
                              </p:par>
                              <p:par>
                                <p:cTn id="17" presetID="4" presetClass="entr" presetSubtype="16" fill="hold" nodeType="withEffect">
                                  <p:stCondLst>
                                    <p:cond delay="0"/>
                                  </p:stCondLst>
                                  <p:childTnLst>
                                    <p:set>
                                      <p:cBhvr>
                                        <p:cTn id="18" dur="1" fill="hold">
                                          <p:stCondLst>
                                            <p:cond delay="0"/>
                                          </p:stCondLst>
                                        </p:cTn>
                                        <p:tgtEl>
                                          <p:spTgt spid="33796"/>
                                        </p:tgtEl>
                                        <p:attrNameLst>
                                          <p:attrName>style.visibility</p:attrName>
                                        </p:attrNameLst>
                                      </p:cBhvr>
                                      <p:to>
                                        <p:strVal val="visible"/>
                                      </p:to>
                                    </p:set>
                                    <p:animEffect transition="in" filter="box(in)">
                                      <p:cBhvr>
                                        <p:cTn id="19" dur="500"/>
                                        <p:tgtEl>
                                          <p:spTgt spid="33796"/>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4" presetClass="entr" presetSubtype="16"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box(in)">
                                      <p:cBhvr>
                                        <p:cTn id="24" dur="500"/>
                                        <p:tgtEl>
                                          <p:spTgt spid="7"/>
                                        </p:tgtEl>
                                      </p:cBhvr>
                                    </p:animEffect>
                                  </p:childTnLst>
                                </p:cTn>
                              </p:par>
                              <p:par>
                                <p:cTn id="25" presetID="4" presetClass="entr" presetSubtype="16" fill="hold" nodeType="withEffect">
                                  <p:stCondLst>
                                    <p:cond delay="0"/>
                                  </p:stCondLst>
                                  <p:childTnLst>
                                    <p:set>
                                      <p:cBhvr>
                                        <p:cTn id="26" dur="1" fill="hold">
                                          <p:stCondLst>
                                            <p:cond delay="0"/>
                                          </p:stCondLst>
                                        </p:cTn>
                                        <p:tgtEl>
                                          <p:spTgt spid="33795"/>
                                        </p:tgtEl>
                                        <p:attrNameLst>
                                          <p:attrName>style.visibility</p:attrName>
                                        </p:attrNameLst>
                                      </p:cBhvr>
                                      <p:to>
                                        <p:strVal val="visible"/>
                                      </p:to>
                                    </p:set>
                                    <p:animEffect transition="in" filter="box(in)">
                                      <p:cBhvr>
                                        <p:cTn id="27" dur="500"/>
                                        <p:tgtEl>
                                          <p:spTgt spid="337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7" grpId="0" build="p"/>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3" descr="F:\SOME PICS\plotting in chitwan.jpg">
            <a:extLst>
              <a:ext uri="{FF2B5EF4-FFF2-40B4-BE49-F238E27FC236}">
                <a16:creationId xmlns:a16="http://schemas.microsoft.com/office/drawing/2014/main" id="{7C50301D-238E-293B-FF9E-2771789F1918}"/>
              </a:ext>
            </a:extLst>
          </p:cNvPr>
          <p:cNvPicPr>
            <a:picLocks noChangeAspect="1" noChangeArrowheads="1"/>
          </p:cNvPicPr>
          <p:nvPr/>
        </p:nvPicPr>
        <p:blipFill>
          <a:blip r:embed="rId2"/>
          <a:srcRect l="4155" t="13401" r="13206" b="11642"/>
          <a:stretch>
            <a:fillRect/>
          </a:stretch>
        </p:blipFill>
        <p:spPr bwMode="auto">
          <a:xfrm>
            <a:off x="7086600" y="4876800"/>
            <a:ext cx="3556000" cy="1943100"/>
          </a:xfrm>
          <a:prstGeom prst="rect">
            <a:avLst/>
          </a:prstGeom>
          <a:ln>
            <a:noFill/>
          </a:ln>
          <a:effectLst>
            <a:outerShdw blurRad="292100" dist="139700" dir="2700000" algn="tl" rotWithShape="0">
              <a:srgbClr val="333333">
                <a:alpha val="65000"/>
              </a:srgbClr>
            </a:outerShdw>
          </a:effectLst>
        </p:spPr>
      </p:pic>
      <p:pic>
        <p:nvPicPr>
          <p:cNvPr id="34819" name="Picture 2" descr="C:\Users\Janak\Pictures\l05-1.jpg">
            <a:extLst>
              <a:ext uri="{FF2B5EF4-FFF2-40B4-BE49-F238E27FC236}">
                <a16:creationId xmlns:a16="http://schemas.microsoft.com/office/drawing/2014/main" id="{2DB9565E-9983-C846-1234-E52D96CAC3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2163" y="1177926"/>
            <a:ext cx="3509962" cy="263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5" name="Title 1">
            <a:extLst>
              <a:ext uri="{FF2B5EF4-FFF2-40B4-BE49-F238E27FC236}">
                <a16:creationId xmlns:a16="http://schemas.microsoft.com/office/drawing/2014/main" id="{2C2A59F9-1A54-B488-BEE0-2D6B52F8812F}"/>
              </a:ext>
            </a:extLst>
          </p:cNvPr>
          <p:cNvSpPr>
            <a:spLocks noGrp="1"/>
          </p:cNvSpPr>
          <p:nvPr>
            <p:ph type="title"/>
          </p:nvPr>
        </p:nvSpPr>
        <p:spPr>
          <a:xfrm>
            <a:off x="1981200" y="0"/>
            <a:ext cx="8229600" cy="609600"/>
          </a:xfrm>
        </p:spPr>
        <p:txBody>
          <a:bodyPr rtlCol="0">
            <a:normAutofit/>
          </a:bodyPr>
          <a:lstStyle/>
          <a:p>
            <a:pPr>
              <a:defRPr/>
            </a:pPr>
            <a:r>
              <a:rPr lang="en-GB" dirty="0"/>
              <a:t>Mapping techniques</a:t>
            </a:r>
            <a:endParaRPr lang="en-US" dirty="0"/>
          </a:p>
        </p:txBody>
      </p:sp>
      <p:sp>
        <p:nvSpPr>
          <p:cNvPr id="6" name="Content Placeholder 5">
            <a:extLst>
              <a:ext uri="{FF2B5EF4-FFF2-40B4-BE49-F238E27FC236}">
                <a16:creationId xmlns:a16="http://schemas.microsoft.com/office/drawing/2014/main" id="{D3FC8886-1EA3-1152-B097-0E87B0D7BA10}"/>
              </a:ext>
            </a:extLst>
          </p:cNvPr>
          <p:cNvSpPr>
            <a:spLocks noGrp="1"/>
          </p:cNvSpPr>
          <p:nvPr>
            <p:ph idx="1"/>
          </p:nvPr>
        </p:nvSpPr>
        <p:spPr>
          <a:xfrm>
            <a:off x="1676400" y="2895600"/>
            <a:ext cx="5105400" cy="2057400"/>
          </a:xfrm>
        </p:spPr>
        <p:txBody>
          <a:bodyPr/>
          <a:lstStyle/>
          <a:p>
            <a:pPr lvl="1"/>
            <a:r>
              <a:rPr lang="en-GB" altLang="en-US" dirty="0"/>
              <a:t>Remote Sensing Imagery</a:t>
            </a:r>
          </a:p>
          <a:p>
            <a:pPr lvl="2"/>
            <a:r>
              <a:rPr lang="en-GB" altLang="en-US" dirty="0"/>
              <a:t>Making map with the help of                                           images taken from satellites</a:t>
            </a:r>
          </a:p>
          <a:p>
            <a:pPr lvl="2"/>
            <a:r>
              <a:rPr lang="en-GB" altLang="en-US" dirty="0"/>
              <a:t>Less accurate than ground survey</a:t>
            </a:r>
          </a:p>
          <a:p>
            <a:pPr lvl="2"/>
            <a:r>
              <a:rPr lang="en-GB" altLang="en-US" dirty="0"/>
              <a:t>Cheap and fast technique</a:t>
            </a:r>
          </a:p>
          <a:p>
            <a:endParaRPr lang="en-US" altLang="en-US" dirty="0"/>
          </a:p>
        </p:txBody>
      </p:sp>
      <p:pic>
        <p:nvPicPr>
          <p:cNvPr id="34822" name="Picture 2">
            <a:extLst>
              <a:ext uri="{FF2B5EF4-FFF2-40B4-BE49-F238E27FC236}">
                <a16:creationId xmlns:a16="http://schemas.microsoft.com/office/drawing/2014/main" id="{F31B94AF-7777-FF9E-0A37-CB7550D7C3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34216" t="33672" r="43686" b="12453"/>
          <a:stretch>
            <a:fillRect/>
          </a:stretch>
        </p:blipFill>
        <p:spPr bwMode="auto">
          <a:xfrm>
            <a:off x="8799514" y="2590800"/>
            <a:ext cx="1849437"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Content Placeholder 5">
            <a:extLst>
              <a:ext uri="{FF2B5EF4-FFF2-40B4-BE49-F238E27FC236}">
                <a16:creationId xmlns:a16="http://schemas.microsoft.com/office/drawing/2014/main" id="{CD467C13-E823-755E-DDF5-17911BC3C4E3}"/>
              </a:ext>
            </a:extLst>
          </p:cNvPr>
          <p:cNvSpPr txBox="1">
            <a:spLocks/>
          </p:cNvSpPr>
          <p:nvPr/>
        </p:nvSpPr>
        <p:spPr bwMode="auto">
          <a:xfrm>
            <a:off x="1676400" y="609600"/>
            <a:ext cx="5257800" cy="3200400"/>
          </a:xfrm>
          <a:prstGeom prst="rect">
            <a:avLst/>
          </a:prstGeom>
          <a:noFill/>
          <a:ln w="9525">
            <a:noFill/>
            <a:miter lim="800000"/>
            <a:headEnd/>
            <a:tailEnd/>
          </a:ln>
        </p:spPr>
        <p:txBody>
          <a:bodyPr>
            <a:normAutofit/>
          </a:bodyPr>
          <a:lstStyle/>
          <a:p>
            <a:pPr marL="342900" indent="-342900">
              <a:spcBef>
                <a:spcPct val="20000"/>
              </a:spcBef>
              <a:buFont typeface="Arial" pitchFamily="34" charset="0"/>
              <a:buChar char="•"/>
              <a:defRPr/>
            </a:pPr>
            <a:r>
              <a:rPr lang="en-GB" sz="2800" dirty="0"/>
              <a:t>Aerial Survey</a:t>
            </a:r>
          </a:p>
          <a:p>
            <a:pPr marL="742950" lvl="1" indent="-285750">
              <a:spcBef>
                <a:spcPct val="20000"/>
              </a:spcBef>
              <a:buFont typeface="Arial" pitchFamily="34" charset="0"/>
              <a:buChar char="–"/>
              <a:defRPr/>
            </a:pPr>
            <a:r>
              <a:rPr lang="en-GB" sz="2400" dirty="0" err="1"/>
              <a:t>Photogrammetry</a:t>
            </a:r>
            <a:r>
              <a:rPr lang="en-GB" sz="2400" dirty="0"/>
              <a:t>/</a:t>
            </a:r>
            <a:r>
              <a:rPr lang="en-GB" sz="2400" dirty="0" err="1"/>
              <a:t>orthophoto</a:t>
            </a:r>
            <a:endParaRPr lang="en-GB" sz="2400" dirty="0"/>
          </a:p>
          <a:p>
            <a:pPr marL="1143000" lvl="2" indent="-228600">
              <a:spcBef>
                <a:spcPct val="20000"/>
              </a:spcBef>
              <a:buFont typeface="Arial" pitchFamily="34" charset="0"/>
              <a:buChar char="•"/>
              <a:defRPr/>
            </a:pPr>
            <a:r>
              <a:rPr lang="en-GB" sz="2000" dirty="0"/>
              <a:t>Making maps with the help                                                  of aerial </a:t>
            </a:r>
            <a:r>
              <a:rPr lang="en-GB" sz="2000" dirty="0" err="1"/>
              <a:t>orthophoto</a:t>
            </a:r>
            <a:endParaRPr lang="en-GB" sz="2000" dirty="0"/>
          </a:p>
          <a:p>
            <a:pPr marL="1143000" lvl="2" indent="-228600">
              <a:spcBef>
                <a:spcPct val="20000"/>
              </a:spcBef>
              <a:buFont typeface="Arial" pitchFamily="34" charset="0"/>
              <a:buChar char="•"/>
              <a:defRPr/>
            </a:pPr>
            <a:r>
              <a:rPr lang="en-GB" sz="2000" dirty="0"/>
              <a:t>Less accurate than ground                                                 survey but very fast and cheap</a:t>
            </a:r>
          </a:p>
          <a:p>
            <a:pPr marL="342900" indent="-342900">
              <a:spcBef>
                <a:spcPct val="20000"/>
              </a:spcBef>
              <a:buFont typeface="Arial" pitchFamily="34" charset="0"/>
              <a:buChar char="•"/>
              <a:defRPr/>
            </a:pPr>
            <a:endParaRPr lang="en-US" sz="2800" dirty="0"/>
          </a:p>
        </p:txBody>
      </p:sp>
      <p:sp>
        <p:nvSpPr>
          <p:cNvPr id="8" name="Content Placeholder 5">
            <a:extLst>
              <a:ext uri="{FF2B5EF4-FFF2-40B4-BE49-F238E27FC236}">
                <a16:creationId xmlns:a16="http://schemas.microsoft.com/office/drawing/2014/main" id="{5B6AE789-1ACA-71E6-DA89-8D4BED803801}"/>
              </a:ext>
            </a:extLst>
          </p:cNvPr>
          <p:cNvSpPr txBox="1">
            <a:spLocks/>
          </p:cNvSpPr>
          <p:nvPr/>
        </p:nvSpPr>
        <p:spPr bwMode="auto">
          <a:xfrm>
            <a:off x="1676400" y="4648201"/>
            <a:ext cx="5105400" cy="208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eaLnBrk="1" hangingPunct="1">
              <a:spcBef>
                <a:spcPct val="20000"/>
              </a:spcBef>
              <a:buFont typeface="Arial" panose="020B0604020202020204" pitchFamily="34" charset="0"/>
              <a:buChar char="–"/>
            </a:pPr>
            <a:r>
              <a:rPr lang="en-GB" altLang="en-US" sz="2400">
                <a:latin typeface="Calibri" panose="020F0502020204030204" pitchFamily="34" charset="0"/>
              </a:rPr>
              <a:t>Unmanned Aerial System/ Drone</a:t>
            </a:r>
          </a:p>
          <a:p>
            <a:pPr lvl="2" eaLnBrk="1" hangingPunct="1">
              <a:spcBef>
                <a:spcPct val="20000"/>
              </a:spcBef>
              <a:buFont typeface="Arial" panose="020B0604020202020204" pitchFamily="34" charset="0"/>
              <a:buChar char="•"/>
            </a:pPr>
            <a:r>
              <a:rPr lang="en-GB" altLang="en-US" sz="2000">
                <a:latin typeface="Calibri" panose="020F0502020204030204" pitchFamily="34" charset="0"/>
              </a:rPr>
              <a:t>Making map with the help of                                           images taken from Drone</a:t>
            </a:r>
          </a:p>
          <a:p>
            <a:pPr lvl="2" eaLnBrk="1" hangingPunct="1">
              <a:spcBef>
                <a:spcPct val="20000"/>
              </a:spcBef>
              <a:buFont typeface="Arial" panose="020B0604020202020204" pitchFamily="34" charset="0"/>
              <a:buChar char="•"/>
            </a:pPr>
            <a:r>
              <a:rPr lang="en-GB" altLang="en-US" sz="2000">
                <a:latin typeface="Calibri" panose="020F0502020204030204" pitchFamily="34" charset="0"/>
              </a:rPr>
              <a:t>More accurate </a:t>
            </a:r>
          </a:p>
          <a:p>
            <a:pPr lvl="2" eaLnBrk="1" hangingPunct="1">
              <a:spcBef>
                <a:spcPct val="20000"/>
              </a:spcBef>
              <a:buFont typeface="Arial" panose="020B0604020202020204" pitchFamily="34" charset="0"/>
              <a:buChar char="•"/>
            </a:pPr>
            <a:r>
              <a:rPr lang="en-GB" altLang="en-US" sz="2000">
                <a:latin typeface="Calibri" panose="020F0502020204030204" pitchFamily="34" charset="0"/>
              </a:rPr>
              <a:t>Cheap and fast technique for small area</a:t>
            </a:r>
          </a:p>
          <a:p>
            <a:pPr eaLnBrk="1" hangingPunct="1">
              <a:spcBef>
                <a:spcPct val="20000"/>
              </a:spcBef>
              <a:buFont typeface="Arial" panose="020B0604020202020204" pitchFamily="34" charset="0"/>
              <a:buChar char="•"/>
            </a:pPr>
            <a:endParaRPr lang="en-US" altLang="en-US" sz="2800">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500"/>
                                        <p:tgtEl>
                                          <p:spTgt spid="7"/>
                                        </p:tgtEl>
                                      </p:cBhvr>
                                    </p:animEffect>
                                  </p:childTnLst>
                                </p:cTn>
                              </p:par>
                              <p:par>
                                <p:cTn id="8" presetID="4" presetClass="entr" presetSubtype="16" fill="hold" nodeType="withEffect">
                                  <p:stCondLst>
                                    <p:cond delay="0"/>
                                  </p:stCondLst>
                                  <p:childTnLst>
                                    <p:set>
                                      <p:cBhvr>
                                        <p:cTn id="9" dur="1" fill="hold">
                                          <p:stCondLst>
                                            <p:cond delay="0"/>
                                          </p:stCondLst>
                                        </p:cTn>
                                        <p:tgtEl>
                                          <p:spTgt spid="34819"/>
                                        </p:tgtEl>
                                        <p:attrNameLst>
                                          <p:attrName>style.visibility</p:attrName>
                                        </p:attrNameLst>
                                      </p:cBhvr>
                                      <p:to>
                                        <p:strVal val="visible"/>
                                      </p:to>
                                    </p:set>
                                    <p:animEffect transition="in" filter="box(in)">
                                      <p:cBhvr>
                                        <p:cTn id="10" dur="500"/>
                                        <p:tgtEl>
                                          <p:spTgt spid="34819"/>
                                        </p:tgtEl>
                                      </p:cBhvr>
                                    </p:animEffect>
                                  </p:childTnLst>
                                </p:cTn>
                              </p:par>
                              <p:par>
                                <p:cTn id="11" presetID="4" presetClass="entr" presetSubtype="16" fill="hold" nodeType="withEffect">
                                  <p:stCondLst>
                                    <p:cond delay="0"/>
                                  </p:stCondLst>
                                  <p:childTnLst>
                                    <p:set>
                                      <p:cBhvr>
                                        <p:cTn id="12" dur="1" fill="hold">
                                          <p:stCondLst>
                                            <p:cond delay="0"/>
                                          </p:stCondLst>
                                        </p:cTn>
                                        <p:tgtEl>
                                          <p:spTgt spid="34822"/>
                                        </p:tgtEl>
                                        <p:attrNameLst>
                                          <p:attrName>style.visibility</p:attrName>
                                        </p:attrNameLst>
                                      </p:cBhvr>
                                      <p:to>
                                        <p:strVal val="visible"/>
                                      </p:to>
                                    </p:set>
                                    <p:animEffect transition="in" filter="box(in)">
                                      <p:cBhvr>
                                        <p:cTn id="13" dur="500"/>
                                        <p:tgtEl>
                                          <p:spTgt spid="3482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6">
                                            <p:txEl>
                                              <p:pRg st="0" end="0"/>
                                            </p:txEl>
                                          </p:spTgt>
                                        </p:tgtEl>
                                        <p:attrNameLst>
                                          <p:attrName>style.visibility</p:attrName>
                                        </p:attrNameLst>
                                      </p:cBhvr>
                                      <p:to>
                                        <p:strVal val="visible"/>
                                      </p:to>
                                    </p:set>
                                    <p:animEffect transition="in" filter="box(in)">
                                      <p:cBhvr>
                                        <p:cTn id="18" dur="500"/>
                                        <p:tgtEl>
                                          <p:spTgt spid="6">
                                            <p:txEl>
                                              <p:pRg st="0" end="0"/>
                                            </p:txEl>
                                          </p:spTgt>
                                        </p:tgtEl>
                                      </p:cBhvr>
                                    </p:animEffect>
                                  </p:childTnLst>
                                </p:cTn>
                              </p:par>
                              <p:par>
                                <p:cTn id="19" presetID="4" presetClass="entr" presetSubtype="16" fill="hold" grpId="0" nodeType="with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animEffect transition="in" filter="box(in)">
                                      <p:cBhvr>
                                        <p:cTn id="21" dur="500"/>
                                        <p:tgtEl>
                                          <p:spTgt spid="6">
                                            <p:txEl>
                                              <p:pRg st="1" end="1"/>
                                            </p:txEl>
                                          </p:spTgt>
                                        </p:tgtEl>
                                      </p:cBhvr>
                                    </p:animEffect>
                                  </p:childTnLst>
                                </p:cTn>
                              </p:par>
                              <p:par>
                                <p:cTn id="22" presetID="4" presetClass="entr" presetSubtype="16" fill="hold" grpId="0" nodeType="withEffect">
                                  <p:stCondLst>
                                    <p:cond delay="0"/>
                                  </p:stCondLst>
                                  <p:childTnLst>
                                    <p:set>
                                      <p:cBhvr>
                                        <p:cTn id="23" dur="1" fill="hold">
                                          <p:stCondLst>
                                            <p:cond delay="0"/>
                                          </p:stCondLst>
                                        </p:cTn>
                                        <p:tgtEl>
                                          <p:spTgt spid="6">
                                            <p:txEl>
                                              <p:pRg st="2" end="2"/>
                                            </p:txEl>
                                          </p:spTgt>
                                        </p:tgtEl>
                                        <p:attrNameLst>
                                          <p:attrName>style.visibility</p:attrName>
                                        </p:attrNameLst>
                                      </p:cBhvr>
                                      <p:to>
                                        <p:strVal val="visible"/>
                                      </p:to>
                                    </p:set>
                                    <p:animEffect transition="in" filter="box(in)">
                                      <p:cBhvr>
                                        <p:cTn id="24" dur="500"/>
                                        <p:tgtEl>
                                          <p:spTgt spid="6">
                                            <p:txEl>
                                              <p:pRg st="2" end="2"/>
                                            </p:txEl>
                                          </p:spTgt>
                                        </p:tgtEl>
                                      </p:cBhvr>
                                    </p:animEffect>
                                  </p:childTnLst>
                                </p:cTn>
                              </p:par>
                              <p:par>
                                <p:cTn id="25" presetID="4" presetClass="entr" presetSubtype="16" fill="hold" grpId="0" nodeType="with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animEffect transition="in" filter="box(in)">
                                      <p:cBhvr>
                                        <p:cTn id="27" dur="500"/>
                                        <p:tgtEl>
                                          <p:spTgt spid="6">
                                            <p:txEl>
                                              <p:pRg st="3" end="3"/>
                                            </p:txEl>
                                          </p:spTgt>
                                        </p:tgtEl>
                                      </p:cBhvr>
                                    </p:animEffect>
                                  </p:childTnLst>
                                </p:cTn>
                              </p:par>
                              <p:par>
                                <p:cTn id="28" presetID="4" presetClass="entr" presetSubtype="16" fill="hold"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box(in)">
                                      <p:cBhvr>
                                        <p:cTn id="30" dur="500"/>
                                        <p:tgtEl>
                                          <p:spTgt spid="9"/>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4" presetClass="entr" presetSubtype="16" fill="hold" grpId="0" nodeType="clickEffect">
                                  <p:stCondLst>
                                    <p:cond delay="0"/>
                                  </p:stCondLst>
                                  <p:childTnLst>
                                    <p:set>
                                      <p:cBhvr>
                                        <p:cTn id="34" dur="1" fill="hold">
                                          <p:stCondLst>
                                            <p:cond delay="0"/>
                                          </p:stCondLst>
                                        </p:cTn>
                                        <p:tgtEl>
                                          <p:spTgt spid="8">
                                            <p:txEl>
                                              <p:pRg st="0" end="0"/>
                                            </p:txEl>
                                          </p:spTgt>
                                        </p:tgtEl>
                                        <p:attrNameLst>
                                          <p:attrName>style.visibility</p:attrName>
                                        </p:attrNameLst>
                                      </p:cBhvr>
                                      <p:to>
                                        <p:strVal val="visible"/>
                                      </p:to>
                                    </p:set>
                                    <p:animEffect transition="in" filter="box(in)">
                                      <p:cBhvr>
                                        <p:cTn id="35" dur="500"/>
                                        <p:tgtEl>
                                          <p:spTgt spid="8">
                                            <p:txEl>
                                              <p:pRg st="0" end="0"/>
                                            </p:txEl>
                                          </p:spTgt>
                                        </p:tgtEl>
                                      </p:cBhvr>
                                    </p:animEffect>
                                  </p:childTnLst>
                                </p:cTn>
                              </p:par>
                              <p:par>
                                <p:cTn id="36" presetID="4" presetClass="entr" presetSubtype="16" fill="hold" grpId="0" nodeType="withEffect">
                                  <p:stCondLst>
                                    <p:cond delay="0"/>
                                  </p:stCondLst>
                                  <p:childTnLst>
                                    <p:set>
                                      <p:cBhvr>
                                        <p:cTn id="37" dur="1" fill="hold">
                                          <p:stCondLst>
                                            <p:cond delay="0"/>
                                          </p:stCondLst>
                                        </p:cTn>
                                        <p:tgtEl>
                                          <p:spTgt spid="8">
                                            <p:txEl>
                                              <p:pRg st="1" end="1"/>
                                            </p:txEl>
                                          </p:spTgt>
                                        </p:tgtEl>
                                        <p:attrNameLst>
                                          <p:attrName>style.visibility</p:attrName>
                                        </p:attrNameLst>
                                      </p:cBhvr>
                                      <p:to>
                                        <p:strVal val="visible"/>
                                      </p:to>
                                    </p:set>
                                    <p:animEffect transition="in" filter="box(in)">
                                      <p:cBhvr>
                                        <p:cTn id="38" dur="500"/>
                                        <p:tgtEl>
                                          <p:spTgt spid="8">
                                            <p:txEl>
                                              <p:pRg st="1" end="1"/>
                                            </p:txEl>
                                          </p:spTgt>
                                        </p:tgtEl>
                                      </p:cBhvr>
                                    </p:animEffect>
                                  </p:childTnLst>
                                </p:cTn>
                              </p:par>
                              <p:par>
                                <p:cTn id="39" presetID="4" presetClass="entr" presetSubtype="16" fill="hold" grpId="0" nodeType="withEffect">
                                  <p:stCondLst>
                                    <p:cond delay="0"/>
                                  </p:stCondLst>
                                  <p:childTnLst>
                                    <p:set>
                                      <p:cBhvr>
                                        <p:cTn id="40" dur="1" fill="hold">
                                          <p:stCondLst>
                                            <p:cond delay="0"/>
                                          </p:stCondLst>
                                        </p:cTn>
                                        <p:tgtEl>
                                          <p:spTgt spid="8">
                                            <p:txEl>
                                              <p:pRg st="2" end="2"/>
                                            </p:txEl>
                                          </p:spTgt>
                                        </p:tgtEl>
                                        <p:attrNameLst>
                                          <p:attrName>style.visibility</p:attrName>
                                        </p:attrNameLst>
                                      </p:cBhvr>
                                      <p:to>
                                        <p:strVal val="visible"/>
                                      </p:to>
                                    </p:set>
                                    <p:animEffect transition="in" filter="box(in)">
                                      <p:cBhvr>
                                        <p:cTn id="41" dur="500"/>
                                        <p:tgtEl>
                                          <p:spTgt spid="8">
                                            <p:txEl>
                                              <p:pRg st="2" end="2"/>
                                            </p:txEl>
                                          </p:spTgt>
                                        </p:tgtEl>
                                      </p:cBhvr>
                                    </p:animEffect>
                                  </p:childTnLst>
                                </p:cTn>
                              </p:par>
                              <p:par>
                                <p:cTn id="42" presetID="4" presetClass="entr" presetSubtype="16" fill="hold" grpId="0" nodeType="withEffect">
                                  <p:stCondLst>
                                    <p:cond delay="0"/>
                                  </p:stCondLst>
                                  <p:childTnLst>
                                    <p:set>
                                      <p:cBhvr>
                                        <p:cTn id="43" dur="1" fill="hold">
                                          <p:stCondLst>
                                            <p:cond delay="0"/>
                                          </p:stCondLst>
                                        </p:cTn>
                                        <p:tgtEl>
                                          <p:spTgt spid="8">
                                            <p:txEl>
                                              <p:pRg st="3" end="3"/>
                                            </p:txEl>
                                          </p:spTgt>
                                        </p:tgtEl>
                                        <p:attrNameLst>
                                          <p:attrName>style.visibility</p:attrName>
                                        </p:attrNameLst>
                                      </p:cBhvr>
                                      <p:to>
                                        <p:strVal val="visible"/>
                                      </p:to>
                                    </p:set>
                                    <p:animEffect transition="in" filter="box(in)">
                                      <p:cBhvr>
                                        <p:cTn id="44" dur="5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7" grpId="0"/>
      <p:bldP spid="8"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B2790BC4-E321-F0DB-097C-9D0F67758E48}"/>
              </a:ext>
            </a:extLst>
          </p:cNvPr>
          <p:cNvSpPr>
            <a:spLocks noGrp="1"/>
          </p:cNvSpPr>
          <p:nvPr>
            <p:ph type="title"/>
          </p:nvPr>
        </p:nvSpPr>
        <p:spPr/>
        <p:txBody>
          <a:bodyPr/>
          <a:lstStyle/>
          <a:p>
            <a:r>
              <a:rPr lang="en-GB" altLang="en-US"/>
              <a:t>Mapping techniques</a:t>
            </a:r>
            <a:endParaRPr lang="en-US" altLang="en-US"/>
          </a:p>
        </p:txBody>
      </p:sp>
      <p:sp>
        <p:nvSpPr>
          <p:cNvPr id="31747" name="Content Placeholder 4">
            <a:extLst>
              <a:ext uri="{FF2B5EF4-FFF2-40B4-BE49-F238E27FC236}">
                <a16:creationId xmlns:a16="http://schemas.microsoft.com/office/drawing/2014/main" id="{DAD74140-088A-C683-E4A7-D8A1DDBA6A21}"/>
              </a:ext>
            </a:extLst>
          </p:cNvPr>
          <p:cNvSpPr>
            <a:spLocks noGrp="1"/>
          </p:cNvSpPr>
          <p:nvPr>
            <p:ph idx="1"/>
          </p:nvPr>
        </p:nvSpPr>
        <p:spPr/>
        <p:txBody>
          <a:bodyPr/>
          <a:lstStyle/>
          <a:p>
            <a:r>
              <a:rPr lang="en-GB" altLang="en-US"/>
              <a:t>Hybrid method</a:t>
            </a:r>
          </a:p>
          <a:p>
            <a:pPr lvl="1"/>
            <a:r>
              <a:rPr lang="en-GB" altLang="en-US"/>
              <a:t>Combination of two or more methods</a:t>
            </a:r>
          </a:p>
          <a:p>
            <a:pPr lvl="1"/>
            <a:endParaRPr lang="en-GB" altLang="en-US"/>
          </a:p>
          <a:p>
            <a:pPr lvl="1"/>
            <a:endParaRPr lang="en-GB" altLang="en-US"/>
          </a:p>
          <a:p>
            <a:endParaRPr lang="en-US" altLang="en-US"/>
          </a:p>
        </p:txBody>
      </p:sp>
      <p:pic>
        <p:nvPicPr>
          <p:cNvPr id="31748" name="Picture 3" descr="C:\Users\Janak\Pictures\LR004.jpg">
            <a:extLst>
              <a:ext uri="{FF2B5EF4-FFF2-40B4-BE49-F238E27FC236}">
                <a16:creationId xmlns:a16="http://schemas.microsoft.com/office/drawing/2014/main" id="{1163CAA1-75A9-2AE0-E80B-1E04A0E347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6400" y="3276600"/>
            <a:ext cx="3886200" cy="290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49" name="Picture 2">
            <a:extLst>
              <a:ext uri="{FF2B5EF4-FFF2-40B4-BE49-F238E27FC236}">
                <a16:creationId xmlns:a16="http://schemas.microsoft.com/office/drawing/2014/main" id="{2125A7BC-5E0C-9354-51EC-55CDED40C9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4216" t="33672" r="43686" b="12453"/>
          <a:stretch>
            <a:fillRect/>
          </a:stretch>
        </p:blipFill>
        <p:spPr bwMode="auto">
          <a:xfrm>
            <a:off x="2036764" y="3276600"/>
            <a:ext cx="1849437"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0" name="Picture 2" descr="C:\Users\Janak\Pictures\6323C-plane-table.gif">
            <a:extLst>
              <a:ext uri="{FF2B5EF4-FFF2-40B4-BE49-F238E27FC236}">
                <a16:creationId xmlns:a16="http://schemas.microsoft.com/office/drawing/2014/main" id="{9DE95B86-B38C-CAA2-2575-1FDF181651C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71926" y="3276600"/>
            <a:ext cx="1285875" cy="108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ne-NP" sz="4400" b="1" u="none" strike="noStrike">
                <a:solidFill>
                  <a:srgbClr val="000000"/>
                </a:solidFill>
                <a:uFillTx/>
                <a:latin typeface="Kokila"/>
                <a:cs typeface="Kokila"/>
              </a:rPr>
              <a:t>भूमि लगतः नक्सा</a:t>
            </a:r>
            <a:endParaRPr lang="en-US" sz="4400" b="0" u="none" strike="noStrike">
              <a:solidFill>
                <a:srgbClr val="000000"/>
              </a:solidFill>
              <a:uFillTx/>
              <a:latin typeface="Arial"/>
            </a:endParaRPr>
          </a:p>
        </p:txBody>
      </p:sp>
      <p:pic>
        <p:nvPicPr>
          <p:cNvPr id="139" name="Picture 6" descr="Cadastral local Control"/>
          <p:cNvPicPr/>
          <p:nvPr/>
        </p:nvPicPr>
        <p:blipFill>
          <a:blip r:embed="rId2"/>
          <a:stretch/>
        </p:blipFill>
        <p:spPr>
          <a:xfrm>
            <a:off x="855720" y="1802160"/>
            <a:ext cx="3783960" cy="4305960"/>
          </a:xfrm>
          <a:prstGeom prst="rect">
            <a:avLst/>
          </a:prstGeom>
          <a:noFill/>
          <a:ln w="0">
            <a:noFill/>
          </a:ln>
        </p:spPr>
      </p:pic>
      <p:pic>
        <p:nvPicPr>
          <p:cNvPr id="140" name="Picture 3" descr="Cadastral map with Geodetic Control"/>
          <p:cNvPicPr/>
          <p:nvPr/>
        </p:nvPicPr>
        <p:blipFill>
          <a:blip r:embed="rId3"/>
          <a:stretch/>
        </p:blipFill>
        <p:spPr>
          <a:xfrm>
            <a:off x="5334480" y="1842120"/>
            <a:ext cx="4003920" cy="4263120"/>
          </a:xfrm>
          <a:prstGeom prst="rect">
            <a:avLst/>
          </a:prstGeom>
          <a:noFill/>
          <a:ln w="0">
            <a:noFill/>
          </a:ln>
        </p:spPr>
      </p:pic>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ne-NP" sz="4400" b="1" u="none" strike="noStrike">
                <a:solidFill>
                  <a:srgbClr val="000000"/>
                </a:solidFill>
                <a:uFillTx/>
                <a:latin typeface="Kokila"/>
                <a:cs typeface="Kokila"/>
              </a:rPr>
              <a:t>भूमि लगतः फिल्डबुक</a:t>
            </a:r>
            <a:endParaRPr lang="en-US" sz="4400" b="0" u="none" strike="noStrike">
              <a:solidFill>
                <a:srgbClr val="000000"/>
              </a:solidFill>
              <a:uFillTx/>
              <a:latin typeface="Arial"/>
            </a:endParaRPr>
          </a:p>
        </p:txBody>
      </p:sp>
      <p:pic>
        <p:nvPicPr>
          <p:cNvPr id="142" name="Picture 1" descr="Field Books"/>
          <p:cNvPicPr/>
          <p:nvPr/>
        </p:nvPicPr>
        <p:blipFill>
          <a:blip r:embed="rId2"/>
          <a:srcRect l="3999" t="5136"/>
          <a:stretch/>
        </p:blipFill>
        <p:spPr>
          <a:xfrm>
            <a:off x="422640" y="1797120"/>
            <a:ext cx="3209400" cy="4217040"/>
          </a:xfrm>
          <a:prstGeom prst="rect">
            <a:avLst/>
          </a:prstGeom>
          <a:noFill/>
          <a:ln w="9525">
            <a:solidFill>
              <a:srgbClr val="A5A5A5"/>
            </a:solidFill>
            <a:miter/>
          </a:ln>
        </p:spPr>
      </p:pic>
      <p:pic>
        <p:nvPicPr>
          <p:cNvPr id="143" name="Picture 2" descr="Field Book"/>
          <p:cNvPicPr/>
          <p:nvPr/>
        </p:nvPicPr>
        <p:blipFill>
          <a:blip r:embed="rId3"/>
          <a:stretch/>
        </p:blipFill>
        <p:spPr>
          <a:xfrm>
            <a:off x="4110840" y="1802160"/>
            <a:ext cx="3957480" cy="4194000"/>
          </a:xfrm>
          <a:prstGeom prst="rect">
            <a:avLst/>
          </a:prstGeom>
          <a:noFill/>
          <a:ln w="9525">
            <a:solidFill>
              <a:srgbClr val="A5A5A5"/>
            </a:solidFill>
            <a:miter/>
          </a:ln>
        </p:spPr>
      </p:pic>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ne-NP" sz="4400" b="1" u="none" strike="noStrike">
                <a:solidFill>
                  <a:srgbClr val="000000"/>
                </a:solidFill>
                <a:uFillTx/>
                <a:latin typeface="Kokila"/>
                <a:cs typeface="Kokila"/>
              </a:rPr>
              <a:t>भूमि लगतः प्लट रजिष्टर</a:t>
            </a:r>
            <a:endParaRPr lang="en-US" sz="4400" b="0" u="none" strike="noStrike">
              <a:solidFill>
                <a:srgbClr val="000000"/>
              </a:solidFill>
              <a:uFillTx/>
              <a:latin typeface="Arial"/>
            </a:endParaRPr>
          </a:p>
        </p:txBody>
      </p:sp>
      <p:pic>
        <p:nvPicPr>
          <p:cNvPr id="145" name="Picture 25" descr="Plot Register"/>
          <p:cNvPicPr/>
          <p:nvPr/>
        </p:nvPicPr>
        <p:blipFill>
          <a:blip r:embed="rId2"/>
          <a:stretch/>
        </p:blipFill>
        <p:spPr>
          <a:xfrm>
            <a:off x="797760" y="1803240"/>
            <a:ext cx="3291480" cy="4653000"/>
          </a:xfrm>
          <a:prstGeom prst="rect">
            <a:avLst/>
          </a:prstGeom>
          <a:noFill/>
          <a:ln w="0">
            <a:noFill/>
          </a:ln>
        </p:spPr>
      </p:pic>
      <p:pic>
        <p:nvPicPr>
          <p:cNvPr id="146" name="Picture 26" descr="Plot Register1"/>
          <p:cNvPicPr/>
          <p:nvPr/>
        </p:nvPicPr>
        <p:blipFill>
          <a:blip r:embed="rId3"/>
          <a:stretch/>
        </p:blipFill>
        <p:spPr>
          <a:xfrm>
            <a:off x="4355280" y="1831680"/>
            <a:ext cx="4348080" cy="4602240"/>
          </a:xfrm>
          <a:prstGeom prst="rect">
            <a:avLst/>
          </a:prstGeom>
          <a:noFill/>
          <a:ln w="0">
            <a:noFill/>
          </a:ln>
        </p:spPr>
      </p:pic>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ne-NP" sz="4400" b="1" u="none" strike="noStrike">
                <a:solidFill>
                  <a:srgbClr val="000000"/>
                </a:solidFill>
                <a:uFillTx/>
                <a:latin typeface="Kokila"/>
                <a:cs typeface="Kokila"/>
              </a:rPr>
              <a:t>भूमि लगतः जग्गाधनी दर्ता प्रमाण पुर्जा</a:t>
            </a:r>
            <a:endParaRPr lang="en-US" sz="4400" b="0" u="none" strike="noStrike">
              <a:solidFill>
                <a:srgbClr val="000000"/>
              </a:solidFill>
              <a:uFillTx/>
              <a:latin typeface="Arial"/>
            </a:endParaRPr>
          </a:p>
        </p:txBody>
      </p:sp>
      <p:pic>
        <p:nvPicPr>
          <p:cNvPr id="148" name="Picture 9" descr="Land Ownership Certificate1"/>
          <p:cNvPicPr/>
          <p:nvPr/>
        </p:nvPicPr>
        <p:blipFill>
          <a:blip r:embed="rId2"/>
          <a:stretch/>
        </p:blipFill>
        <p:spPr>
          <a:xfrm>
            <a:off x="5441040" y="1779120"/>
            <a:ext cx="5167440" cy="4413240"/>
          </a:xfrm>
          <a:prstGeom prst="rect">
            <a:avLst/>
          </a:prstGeom>
          <a:noFill/>
          <a:ln w="9525">
            <a:solidFill>
              <a:srgbClr val="A5A5A5"/>
            </a:solidFill>
            <a:miter/>
          </a:ln>
        </p:spPr>
      </p:pic>
      <p:pic>
        <p:nvPicPr>
          <p:cNvPr id="149" name="Picture 11" descr="Land Ownership Certificate"/>
          <p:cNvPicPr/>
          <p:nvPr/>
        </p:nvPicPr>
        <p:blipFill>
          <a:blip r:embed="rId3"/>
          <a:stretch/>
        </p:blipFill>
        <p:spPr>
          <a:xfrm>
            <a:off x="836280" y="1753920"/>
            <a:ext cx="4379040" cy="4348080"/>
          </a:xfrm>
          <a:prstGeom prst="rect">
            <a:avLst/>
          </a:prstGeom>
          <a:noFill/>
          <a:ln w="9525">
            <a:solidFill>
              <a:srgbClr val="A5A5A5"/>
            </a:solidFill>
            <a:miter/>
          </a:ln>
        </p:spPr>
      </p:pic>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PlaceHolder 1"/>
          <p:cNvSpPr>
            <a:spLocks noGrp="1"/>
          </p:cNvSpPr>
          <p:nvPr>
            <p:ph type="title"/>
          </p:nvPr>
        </p:nvSpPr>
        <p:spPr>
          <a:xfrm>
            <a:off x="838080" y="365040"/>
            <a:ext cx="10514880" cy="846720"/>
          </a:xfrm>
          <a:prstGeom prst="rect">
            <a:avLst/>
          </a:prstGeom>
          <a:noFill/>
          <a:ln w="0">
            <a:noFill/>
          </a:ln>
        </p:spPr>
        <p:txBody>
          <a:bodyPr lIns="0" tIns="0" rIns="0" bIns="0" anchor="t">
            <a:noAutofit/>
          </a:bodyPr>
          <a:lstStyle/>
          <a:p>
            <a:pPr indent="0" defTabSz="914400">
              <a:lnSpc>
                <a:spcPct val="90000"/>
              </a:lnSpc>
              <a:buNone/>
              <a:tabLst>
                <a:tab pos="0" algn="l"/>
              </a:tabLst>
            </a:pPr>
            <a:r>
              <a:rPr lang="ne-NP" sz="4400" b="0" u="none" strike="noStrike" dirty="0">
                <a:solidFill>
                  <a:schemeClr val="dk1"/>
                </a:solidFill>
                <a:uFillTx/>
                <a:latin typeface="Kalimati"/>
                <a:cs typeface="Kalimati" panose="00000400000000000000" pitchFamily="2"/>
              </a:rPr>
              <a:t>नक्सा सम्बन्धी आधारभूत विषय</a:t>
            </a:r>
            <a:endParaRPr lang="en-US" sz="4400" b="0" u="none" strike="noStrike" dirty="0">
              <a:solidFill>
                <a:schemeClr val="dk1"/>
              </a:solidFill>
              <a:uFillTx/>
              <a:latin typeface="Kalimati"/>
              <a:ea typeface="Microsoft YaHei"/>
              <a:cs typeface="Kalimati" panose="00000400000000000000" pitchFamily="2"/>
            </a:endParaRPr>
          </a:p>
        </p:txBody>
      </p:sp>
      <p:sp>
        <p:nvSpPr>
          <p:cNvPr id="151" name="PlaceHolder 2"/>
          <p:cNvSpPr>
            <a:spLocks noGrp="1"/>
          </p:cNvSpPr>
          <p:nvPr>
            <p:ph/>
          </p:nvPr>
        </p:nvSpPr>
        <p:spPr>
          <a:xfrm>
            <a:off x="391886" y="1671480"/>
            <a:ext cx="4874194" cy="4350600"/>
          </a:xfrm>
          <a:prstGeom prst="rect">
            <a:avLst/>
          </a:prstGeom>
          <a:noFill/>
          <a:ln w="0">
            <a:noFill/>
          </a:ln>
        </p:spPr>
        <p:txBody>
          <a:bodyPr lIns="91440" tIns="45720" rIns="91440" bIns="45720" anchor="t">
            <a:noAutofit/>
          </a:bodyPr>
          <a:lstStyle/>
          <a:p>
            <a:pPr marL="228600" indent="0" defTabSz="914400">
              <a:lnSpc>
                <a:spcPct val="90000"/>
              </a:lnSpc>
              <a:spcBef>
                <a:spcPts val="1001"/>
              </a:spcBef>
              <a:buNone/>
            </a:pPr>
            <a:r>
              <a:rPr lang="ne-NP" sz="1800" b="0" u="none" strike="noStrike" dirty="0">
                <a:solidFill>
                  <a:schemeClr val="dk1"/>
                </a:solidFill>
                <a:uFillTx/>
                <a:latin typeface="Kokila"/>
                <a:cs typeface="Kalimati" panose="00000400000000000000" pitchFamily="2"/>
              </a:rPr>
              <a:t>१</a:t>
            </a:r>
            <a:r>
              <a:rPr lang="en-US" sz="1800" b="0" u="none" strike="noStrike" dirty="0">
                <a:solidFill>
                  <a:schemeClr val="dk1"/>
                </a:solidFill>
                <a:uFillTx/>
                <a:latin typeface="Kokila"/>
                <a:ea typeface="Microsoft YaHei"/>
                <a:cs typeface="Kalimati" panose="00000400000000000000" pitchFamily="2"/>
              </a:rPr>
              <a:t>. </a:t>
            </a:r>
            <a:r>
              <a:rPr lang="ne-NP" sz="1800" b="0" u="none" strike="noStrike" dirty="0">
                <a:solidFill>
                  <a:schemeClr val="dk1"/>
                </a:solidFill>
                <a:uFillTx/>
                <a:latin typeface="Kokila"/>
                <a:cs typeface="Kalimati" panose="00000400000000000000" pitchFamily="2"/>
              </a:rPr>
              <a:t>नियन्त्रण बिन्दु </a:t>
            </a:r>
            <a:r>
              <a:rPr lang="en-US" sz="1800" b="0" u="none" strike="noStrike" dirty="0">
                <a:solidFill>
                  <a:schemeClr val="dk1"/>
                </a:solidFill>
                <a:uFillTx/>
                <a:latin typeface="Kokila"/>
                <a:cs typeface="Kalimati" panose="00000400000000000000" pitchFamily="2"/>
              </a:rPr>
              <a:t>(Control Point)</a:t>
            </a:r>
            <a:endParaRPr lang="en-US" sz="1800" b="0" u="none" strike="noStrike" dirty="0">
              <a:solidFill>
                <a:srgbClr val="000000"/>
              </a:solidFill>
              <a:uFillTx/>
              <a:latin typeface="Arial"/>
              <a:cs typeface="Kalimati" panose="00000400000000000000" pitchFamily="2"/>
            </a:endParaRPr>
          </a:p>
          <a:p>
            <a:pPr marL="864000" lvl="1" indent="-324000" defTabSz="914400">
              <a:lnSpc>
                <a:spcPct val="90000"/>
              </a:lnSpc>
              <a:spcBef>
                <a:spcPts val="1134"/>
              </a:spcBef>
              <a:buClr>
                <a:srgbClr val="000000"/>
              </a:buClr>
              <a:buSzPct val="75000"/>
              <a:buFont typeface="Symbol" charset="2"/>
              <a:buChar char=""/>
            </a:pPr>
            <a:r>
              <a:rPr lang="ne-NP" b="0" u="none" strike="noStrike" dirty="0">
                <a:solidFill>
                  <a:schemeClr val="dk1"/>
                </a:solidFill>
                <a:uFillTx/>
                <a:latin typeface="Kokila"/>
                <a:cs typeface="Kalimati" panose="00000400000000000000" pitchFamily="2"/>
              </a:rPr>
              <a:t>नियन्त्रण बिन्दु नक्साङ्कन कार्यको लागि नभई नहुने आधारभूत पूर्वाधार हुन। साविकमा राष्ट्रिय स्तरको नियन्त्रण बिन्दुको सञ्जाल स्थापित नहुँदा स्थानीय नियन्त्रण बिन्दुको आधारमा नक्सा तयार गरिन्थ्यो। यसलाई फ्रीसिट नक्सा</a:t>
            </a:r>
            <a:r>
              <a:rPr lang="en-US" b="0" u="none" strike="noStrike" dirty="0">
                <a:solidFill>
                  <a:schemeClr val="dk1"/>
                </a:solidFill>
                <a:uFillTx/>
                <a:latin typeface="Kokila"/>
                <a:cs typeface="Kalimati" panose="00000400000000000000" pitchFamily="2"/>
              </a:rPr>
              <a:t> </a:t>
            </a:r>
            <a:r>
              <a:rPr lang="en-US" b="0" u="none" strike="noStrike" dirty="0" err="1">
                <a:solidFill>
                  <a:schemeClr val="dk1"/>
                </a:solidFill>
                <a:uFillTx/>
                <a:latin typeface="Kokila"/>
                <a:cs typeface="Kalimati" panose="00000400000000000000" pitchFamily="2"/>
              </a:rPr>
              <a:t>भनिन्छ</a:t>
            </a:r>
            <a:r>
              <a:rPr lang="en-US" b="0" u="none" strike="noStrike" dirty="0">
                <a:solidFill>
                  <a:schemeClr val="dk1"/>
                </a:solidFill>
                <a:uFillTx/>
                <a:latin typeface="Kokila"/>
                <a:cs typeface="Kalimati" panose="00000400000000000000" pitchFamily="2"/>
              </a:rPr>
              <a:t>। </a:t>
            </a:r>
            <a:endParaRPr lang="en-US" b="0" u="none" strike="noStrike" dirty="0">
              <a:solidFill>
                <a:srgbClr val="000000"/>
              </a:solidFill>
              <a:uFillTx/>
              <a:latin typeface="Arial"/>
              <a:cs typeface="Kalimati" panose="00000400000000000000" pitchFamily="2"/>
            </a:endParaRPr>
          </a:p>
          <a:p>
            <a:pPr marL="864000" lvl="1" indent="-324000" defTabSz="914400">
              <a:lnSpc>
                <a:spcPct val="90000"/>
              </a:lnSpc>
              <a:spcBef>
                <a:spcPts val="1134"/>
              </a:spcBef>
              <a:buClr>
                <a:srgbClr val="000000"/>
              </a:buClr>
              <a:buSzPct val="75000"/>
              <a:buFont typeface="Symbol" charset="2"/>
              <a:buChar char=""/>
            </a:pPr>
            <a:r>
              <a:rPr lang="ne-NP" b="0" u="none" strike="noStrike" dirty="0">
                <a:solidFill>
                  <a:schemeClr val="dk1"/>
                </a:solidFill>
                <a:uFillTx/>
                <a:latin typeface="Kokila"/>
                <a:cs typeface="Kalimati" panose="00000400000000000000" pitchFamily="2"/>
              </a:rPr>
              <a:t>उदाहरणको लागिः नक्सा सिट</a:t>
            </a:r>
            <a:r>
              <a:rPr lang="en-US" b="0" u="none" strike="noStrike" dirty="0">
                <a:solidFill>
                  <a:schemeClr val="dk1"/>
                </a:solidFill>
                <a:uFillTx/>
                <a:latin typeface="Kokila"/>
                <a:cs typeface="Kalimati" panose="00000400000000000000" pitchFamily="2"/>
              </a:rPr>
              <a:t>, </a:t>
            </a:r>
            <a:r>
              <a:rPr lang="ne-NP" b="0" u="none" strike="noStrike" dirty="0">
                <a:solidFill>
                  <a:schemeClr val="dk1"/>
                </a:solidFill>
                <a:uFillTx/>
                <a:latin typeface="Kokila"/>
                <a:cs typeface="Kalimati" panose="00000400000000000000" pitchFamily="2"/>
              </a:rPr>
              <a:t>बलाजु ३</a:t>
            </a:r>
            <a:r>
              <a:rPr lang="en-US" b="0" u="none" strike="noStrike" dirty="0">
                <a:solidFill>
                  <a:schemeClr val="dk1"/>
                </a:solidFill>
                <a:uFillTx/>
                <a:latin typeface="Kokila"/>
                <a:cs typeface="Kalimati" panose="00000400000000000000" pitchFamily="2"/>
              </a:rPr>
              <a:t>(</a:t>
            </a:r>
            <a:r>
              <a:rPr lang="ne-NP" b="0" u="none" strike="noStrike" dirty="0">
                <a:solidFill>
                  <a:schemeClr val="dk1"/>
                </a:solidFill>
                <a:uFillTx/>
                <a:latin typeface="Kokila"/>
                <a:cs typeface="Kalimati" panose="00000400000000000000" pitchFamily="2"/>
              </a:rPr>
              <a:t>क</a:t>
            </a:r>
            <a:r>
              <a:rPr lang="en-US" b="0" u="none" strike="noStrike" dirty="0">
                <a:solidFill>
                  <a:schemeClr val="dk1"/>
                </a:solidFill>
                <a:uFillTx/>
                <a:latin typeface="Kokila"/>
                <a:cs typeface="Kalimati" panose="00000400000000000000" pitchFamily="2"/>
              </a:rPr>
              <a:t>)</a:t>
            </a:r>
            <a:endParaRPr lang="en-US" b="0" u="none" strike="noStrike" dirty="0">
              <a:solidFill>
                <a:srgbClr val="000000"/>
              </a:solidFill>
              <a:uFillTx/>
              <a:latin typeface="Arial"/>
              <a:cs typeface="Kalimati" panose="00000400000000000000" pitchFamily="2"/>
            </a:endParaRPr>
          </a:p>
          <a:p>
            <a:pPr marL="864000" lvl="1" indent="-324000" defTabSz="914400">
              <a:lnSpc>
                <a:spcPct val="90000"/>
              </a:lnSpc>
              <a:spcBef>
                <a:spcPts val="1134"/>
              </a:spcBef>
              <a:buClr>
                <a:srgbClr val="000000"/>
              </a:buClr>
              <a:buSzPct val="75000"/>
              <a:buFont typeface="Symbol" charset="2"/>
              <a:buChar char=""/>
            </a:pPr>
            <a:r>
              <a:rPr lang="ne-NP" b="0" u="none" strike="noStrike" dirty="0">
                <a:solidFill>
                  <a:schemeClr val="dk1"/>
                </a:solidFill>
                <a:uFillTx/>
                <a:latin typeface="Kokila"/>
                <a:cs typeface="Kalimati" panose="00000400000000000000" pitchFamily="2"/>
              </a:rPr>
              <a:t>हाल नियन्त्रण बिन्दुहरूको राष्ट्रिय सञ्जाल स्थापित भै सोही आधारमा नक्सा तयार गरिन्छ। यसलाई ट्रिग सिट नक्सा भनिन्छ।  </a:t>
            </a:r>
            <a:endParaRPr lang="en-US" b="0" u="none" strike="noStrike" dirty="0">
              <a:solidFill>
                <a:srgbClr val="000000"/>
              </a:solidFill>
              <a:uFillTx/>
              <a:latin typeface="Arial"/>
              <a:cs typeface="Kalimati" panose="00000400000000000000" pitchFamily="2"/>
            </a:endParaRPr>
          </a:p>
          <a:p>
            <a:pPr marL="864000" lvl="1" indent="-324000" defTabSz="914400">
              <a:lnSpc>
                <a:spcPct val="90000"/>
              </a:lnSpc>
              <a:spcBef>
                <a:spcPts val="1134"/>
              </a:spcBef>
              <a:buClr>
                <a:srgbClr val="000000"/>
              </a:buClr>
              <a:buSzPct val="75000"/>
              <a:buFont typeface="Symbol" charset="2"/>
              <a:buChar char=""/>
            </a:pPr>
            <a:r>
              <a:rPr lang="ne-NP" b="0" u="none" strike="noStrike" dirty="0">
                <a:solidFill>
                  <a:schemeClr val="dk1"/>
                </a:solidFill>
                <a:uFillTx/>
                <a:latin typeface="Kokila"/>
                <a:cs typeface="Kalimati" panose="00000400000000000000" pitchFamily="2"/>
              </a:rPr>
              <a:t>उदाहरणको लागिः नक्सा सिट</a:t>
            </a:r>
            <a:r>
              <a:rPr lang="en-US" b="0" u="none" strike="noStrike" dirty="0">
                <a:solidFill>
                  <a:schemeClr val="dk1"/>
                </a:solidFill>
                <a:uFillTx/>
                <a:latin typeface="Kokila"/>
                <a:cs typeface="Kalimati" panose="00000400000000000000" pitchFamily="2"/>
              </a:rPr>
              <a:t>, </a:t>
            </a:r>
            <a:r>
              <a:rPr lang="ne-NP" b="0" u="none" strike="noStrike" dirty="0">
                <a:solidFill>
                  <a:schemeClr val="dk1"/>
                </a:solidFill>
                <a:uFillTx/>
                <a:latin typeface="Kokila"/>
                <a:cs typeface="Kalimati" panose="00000400000000000000" pitchFamily="2"/>
              </a:rPr>
              <a:t>०८४</a:t>
            </a:r>
            <a:r>
              <a:rPr lang="en-US" b="0" u="none" strike="noStrike" dirty="0">
                <a:solidFill>
                  <a:schemeClr val="dk1"/>
                </a:solidFill>
                <a:uFillTx/>
                <a:latin typeface="Kokila"/>
                <a:cs typeface="Kalimati" panose="00000400000000000000" pitchFamily="2"/>
              </a:rPr>
              <a:t>-</a:t>
            </a:r>
            <a:r>
              <a:rPr lang="ne-NP" b="0" u="none" strike="noStrike" dirty="0">
                <a:solidFill>
                  <a:schemeClr val="dk1"/>
                </a:solidFill>
                <a:uFillTx/>
                <a:latin typeface="Kokila"/>
                <a:cs typeface="Kalimati" panose="00000400000000000000" pitchFamily="2"/>
              </a:rPr>
              <a:t>१२४८‍</a:t>
            </a:r>
            <a:r>
              <a:rPr lang="en-US" b="0" u="none" strike="noStrike" dirty="0">
                <a:solidFill>
                  <a:schemeClr val="dk1"/>
                </a:solidFill>
                <a:uFillTx/>
                <a:latin typeface="Kokila"/>
                <a:cs typeface="Kalimati" panose="00000400000000000000" pitchFamily="2"/>
              </a:rPr>
              <a:t>-</a:t>
            </a:r>
            <a:r>
              <a:rPr lang="ne-NP" b="0" u="none" strike="noStrike" dirty="0">
                <a:solidFill>
                  <a:schemeClr val="dk1"/>
                </a:solidFill>
                <a:uFillTx/>
                <a:latin typeface="Kokila"/>
                <a:cs typeface="Kalimati" panose="00000400000000000000" pitchFamily="2"/>
              </a:rPr>
              <a:t>०२</a:t>
            </a:r>
            <a:endParaRPr lang="en-US" b="0" u="none" strike="noStrike" dirty="0">
              <a:solidFill>
                <a:srgbClr val="000000"/>
              </a:solidFill>
              <a:uFillTx/>
              <a:latin typeface="Arial"/>
              <a:cs typeface="Kalimati" panose="00000400000000000000" pitchFamily="2"/>
            </a:endParaRPr>
          </a:p>
        </p:txBody>
      </p:sp>
      <p:pic>
        <p:nvPicPr>
          <p:cNvPr id="152" name="Picture 14" descr="Cadastral local Control"/>
          <p:cNvPicPr/>
          <p:nvPr/>
        </p:nvPicPr>
        <p:blipFill>
          <a:blip r:embed="rId2"/>
          <a:stretch/>
        </p:blipFill>
        <p:spPr>
          <a:xfrm>
            <a:off x="5266080" y="1777320"/>
            <a:ext cx="3400920" cy="4250880"/>
          </a:xfrm>
          <a:prstGeom prst="rect">
            <a:avLst/>
          </a:prstGeom>
          <a:noFill/>
          <a:ln w="0">
            <a:noFill/>
          </a:ln>
        </p:spPr>
      </p:pic>
      <p:graphicFrame>
        <p:nvGraphicFramePr>
          <p:cNvPr id="153" name="Object 1"/>
          <p:cNvGraphicFramePr/>
          <p:nvPr/>
        </p:nvGraphicFramePr>
        <p:xfrm>
          <a:off x="8544240" y="1758960"/>
          <a:ext cx="3470760" cy="4319280"/>
        </p:xfrm>
        <a:graphic>
          <a:graphicData uri="http://schemas.openxmlformats.org/presentationml/2006/ole">
            <mc:AlternateContent xmlns:mc="http://schemas.openxmlformats.org/markup-compatibility/2006">
              <mc:Choice xmlns:v="urn:schemas-microsoft-com:vml" Requires="v">
                <p:oleObj r:id="rId3" imgW="0" imgH="0" progId="">
                  <p:embed/>
                </p:oleObj>
              </mc:Choice>
              <mc:Fallback>
                <p:oleObj r:id="rId3" imgW="0" imgH="0" progId="">
                  <p:embed/>
                  <p:pic>
                    <p:nvPicPr>
                      <p:cNvPr id="153" name="Object 1"/>
                      <p:cNvPicPr/>
                      <p:nvPr/>
                    </p:nvPicPr>
                    <p:blipFill>
                      <a:blip r:embed="rId4"/>
                      <a:stretch/>
                    </p:blipFill>
                    <p:spPr>
                      <a:xfrm>
                        <a:off x="8544240" y="1758960"/>
                        <a:ext cx="3470760" cy="4319280"/>
                      </a:xfrm>
                      <a:prstGeom prst="rect">
                        <a:avLst/>
                      </a:prstGeom>
                      <a:noFill/>
                      <a:ln w="0">
                        <a:noFill/>
                      </a:ln>
                    </p:spPr>
                  </p:pic>
                </p:oleObj>
              </mc:Fallback>
            </mc:AlternateContent>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PlaceHolder 1"/>
          <p:cNvSpPr>
            <a:spLocks noGrp="1"/>
          </p:cNvSpPr>
          <p:nvPr>
            <p:ph type="title"/>
          </p:nvPr>
        </p:nvSpPr>
        <p:spPr>
          <a:xfrm>
            <a:off x="838080" y="365040"/>
            <a:ext cx="10514880" cy="846720"/>
          </a:xfrm>
          <a:prstGeom prst="rect">
            <a:avLst/>
          </a:prstGeom>
          <a:noFill/>
          <a:ln w="0">
            <a:noFill/>
          </a:ln>
        </p:spPr>
        <p:txBody>
          <a:bodyPr lIns="0" tIns="0" rIns="0" bIns="0" anchor="t">
            <a:noAutofit/>
          </a:bodyPr>
          <a:lstStyle/>
          <a:p>
            <a:pPr indent="0" defTabSz="914400">
              <a:lnSpc>
                <a:spcPct val="90000"/>
              </a:lnSpc>
              <a:buNone/>
              <a:tabLst>
                <a:tab pos="0" algn="l"/>
              </a:tabLst>
            </a:pPr>
            <a:r>
              <a:rPr lang="ne-NP" sz="4000" b="0" u="none" strike="noStrike" dirty="0">
                <a:solidFill>
                  <a:schemeClr val="dk1"/>
                </a:solidFill>
                <a:uFillTx/>
                <a:latin typeface="Kalimati"/>
                <a:cs typeface="Kalimati" panose="00000400000000000000" pitchFamily="2"/>
              </a:rPr>
              <a:t>नक्सा सम्बन्धी आधारभूत विषय</a:t>
            </a:r>
            <a:endParaRPr lang="en-US" sz="4000" b="0" u="none" strike="noStrike" dirty="0">
              <a:solidFill>
                <a:schemeClr val="dk1"/>
              </a:solidFill>
              <a:uFillTx/>
              <a:latin typeface="Kalimati"/>
              <a:ea typeface="Microsoft YaHei"/>
              <a:cs typeface="Kalimati" panose="00000400000000000000" pitchFamily="2"/>
            </a:endParaRPr>
          </a:p>
        </p:txBody>
      </p:sp>
      <p:sp>
        <p:nvSpPr>
          <p:cNvPr id="156" name="PlaceHolder 2"/>
          <p:cNvSpPr>
            <a:spLocks noGrp="1"/>
          </p:cNvSpPr>
          <p:nvPr>
            <p:ph/>
          </p:nvPr>
        </p:nvSpPr>
        <p:spPr>
          <a:xfrm>
            <a:off x="272143" y="1434600"/>
            <a:ext cx="6237514" cy="5228640"/>
          </a:xfrm>
          <a:prstGeom prst="rect">
            <a:avLst/>
          </a:prstGeom>
          <a:noFill/>
          <a:ln w="0">
            <a:noFill/>
          </a:ln>
        </p:spPr>
        <p:txBody>
          <a:bodyPr lIns="91440" tIns="45720" rIns="91440" bIns="45720" anchor="t">
            <a:noAutofit/>
          </a:bodyPr>
          <a:lstStyle/>
          <a:p>
            <a:pPr marL="228600" indent="0" defTabSz="914400">
              <a:lnSpc>
                <a:spcPct val="90000"/>
              </a:lnSpc>
              <a:spcBef>
                <a:spcPts val="1001"/>
              </a:spcBef>
              <a:buNone/>
            </a:pPr>
            <a:r>
              <a:rPr lang="ne-NP" sz="2800" b="0" u="none" strike="noStrike" dirty="0">
                <a:solidFill>
                  <a:schemeClr val="dk1"/>
                </a:solidFill>
                <a:uFillTx/>
                <a:latin typeface="Kokila"/>
                <a:cs typeface="Kokila"/>
              </a:rPr>
              <a:t>२</a:t>
            </a:r>
            <a:r>
              <a:rPr lang="en-US" sz="2800" b="0" u="none" strike="noStrike" dirty="0">
                <a:solidFill>
                  <a:schemeClr val="dk1"/>
                </a:solidFill>
                <a:uFillTx/>
                <a:latin typeface="Kokila"/>
                <a:ea typeface="Microsoft YaHei"/>
              </a:rPr>
              <a:t>. </a:t>
            </a:r>
            <a:r>
              <a:rPr lang="ne-NP" sz="2800" b="0" u="none" strike="noStrike" dirty="0">
                <a:solidFill>
                  <a:schemeClr val="dk1"/>
                </a:solidFill>
                <a:uFillTx/>
                <a:latin typeface="Kokila"/>
                <a:cs typeface="Kokila"/>
              </a:rPr>
              <a:t>नक्साको स्केल वा माननाप </a:t>
            </a:r>
            <a:r>
              <a:rPr lang="en-US" sz="2800" b="0" u="none" strike="noStrike" dirty="0">
                <a:solidFill>
                  <a:schemeClr val="dk1"/>
                </a:solidFill>
                <a:uFillTx/>
                <a:latin typeface="Kokila"/>
                <a:ea typeface="Microsoft YaHei"/>
              </a:rPr>
              <a:t>(Scale)</a:t>
            </a:r>
            <a:endParaRPr lang="en-US" sz="2800" b="0" u="none" strike="noStrike" dirty="0">
              <a:solidFill>
                <a:srgbClr val="000000"/>
              </a:solidFill>
              <a:uFillTx/>
              <a:latin typeface="Arial"/>
            </a:endParaRPr>
          </a:p>
          <a:p>
            <a:pPr marL="864000" lvl="1" indent="-324000" algn="just" defTabSz="914400">
              <a:lnSpc>
                <a:spcPct val="90000"/>
              </a:lnSpc>
              <a:spcBef>
                <a:spcPts val="1001"/>
              </a:spcBef>
              <a:buClr>
                <a:srgbClr val="000000"/>
              </a:buClr>
              <a:buSzPct val="75000"/>
              <a:buFont typeface="Symbol" charset="2"/>
              <a:buChar char=""/>
            </a:pPr>
            <a:r>
              <a:rPr lang="ne-NP" sz="2800" b="0" u="none" strike="noStrike" dirty="0">
                <a:solidFill>
                  <a:srgbClr val="000000"/>
                </a:solidFill>
                <a:uFillTx/>
                <a:latin typeface="Kokila"/>
                <a:cs typeface="Kokila"/>
              </a:rPr>
              <a:t>नक्सा तयार गर्दा नक्सामा उतार्दाको दूरीको</a:t>
            </a:r>
            <a:r>
              <a:rPr lang="en-US" sz="2800" b="0" u="none" strike="noStrike" dirty="0">
                <a:solidFill>
                  <a:srgbClr val="000000"/>
                </a:solidFill>
                <a:uFillTx/>
                <a:latin typeface="Kokila"/>
                <a:cs typeface="Kokila"/>
              </a:rPr>
              <a:t> </a:t>
            </a:r>
            <a:r>
              <a:rPr lang="ne-NP" sz="2800" b="0" u="none" strike="noStrike" dirty="0">
                <a:solidFill>
                  <a:srgbClr val="000000"/>
                </a:solidFill>
                <a:uFillTx/>
                <a:latin typeface="Kokila"/>
                <a:cs typeface="Kokila"/>
              </a:rPr>
              <a:t>जमीनमा नापी गरेको दूरी</a:t>
            </a:r>
            <a:r>
              <a:rPr lang="en-US" sz="2800" b="0" u="none" strike="noStrike" dirty="0">
                <a:solidFill>
                  <a:srgbClr val="000000"/>
                </a:solidFill>
                <a:uFillTx/>
                <a:latin typeface="Kokila"/>
                <a:cs typeface="Kokila"/>
              </a:rPr>
              <a:t> </a:t>
            </a:r>
            <a:r>
              <a:rPr lang="ne-NP" sz="2800" b="0" u="none" strike="noStrike" dirty="0">
                <a:solidFill>
                  <a:srgbClr val="000000"/>
                </a:solidFill>
                <a:uFillTx/>
                <a:latin typeface="Kokila"/>
                <a:cs typeface="Kokila"/>
              </a:rPr>
              <a:t>संगको अनुपातलाई माननाप भनिन्छ । </a:t>
            </a:r>
            <a:endParaRPr lang="en-US" sz="2800" b="0" u="none" strike="noStrike" dirty="0">
              <a:solidFill>
                <a:srgbClr val="000000"/>
              </a:solidFill>
              <a:uFillTx/>
              <a:latin typeface="Arial"/>
            </a:endParaRPr>
          </a:p>
          <a:p>
            <a:pPr marL="864000" lvl="1" indent="-324000" algn="just" defTabSz="914400">
              <a:lnSpc>
                <a:spcPct val="90000"/>
              </a:lnSpc>
              <a:spcBef>
                <a:spcPts val="499"/>
              </a:spcBef>
              <a:buClr>
                <a:srgbClr val="000000"/>
              </a:buClr>
              <a:buSzPct val="75000"/>
              <a:buFont typeface="Symbol" charset="2"/>
              <a:buChar char=""/>
            </a:pPr>
            <a:r>
              <a:rPr lang="ne-NP" sz="2800" b="0" u="none" strike="noStrike" dirty="0">
                <a:solidFill>
                  <a:srgbClr val="000000"/>
                </a:solidFill>
                <a:uFillTx/>
                <a:latin typeface="Kokila"/>
                <a:cs typeface="Kokila"/>
              </a:rPr>
              <a:t>उदाहरणको लागि जमीनको ५०० मीटर दूरीलाई नक्सामा १ मीटरले देखाइन्छ भने त्यस्तो नक्साको माननाप १</a:t>
            </a:r>
            <a:r>
              <a:rPr lang="en-US" sz="2800" b="0" u="none" strike="noStrike" dirty="0">
                <a:solidFill>
                  <a:srgbClr val="000000"/>
                </a:solidFill>
                <a:uFillTx/>
                <a:latin typeface="Kokila"/>
              </a:rPr>
              <a:t>:</a:t>
            </a:r>
            <a:r>
              <a:rPr lang="ne-NP" sz="2800" b="0" u="none" strike="noStrike" dirty="0">
                <a:solidFill>
                  <a:srgbClr val="000000"/>
                </a:solidFill>
                <a:uFillTx/>
                <a:latin typeface="Kokila"/>
                <a:cs typeface="Kokila"/>
              </a:rPr>
              <a:t>५०० हुन्छ</a:t>
            </a:r>
            <a:endParaRPr lang="en-US" sz="2800" b="0" u="none" strike="noStrike" dirty="0">
              <a:solidFill>
                <a:srgbClr val="000000"/>
              </a:solidFill>
              <a:uFillTx/>
              <a:latin typeface="Arial"/>
            </a:endParaRPr>
          </a:p>
          <a:p>
            <a:pPr marL="864000" lvl="1" indent="-324000" algn="just" defTabSz="914400">
              <a:lnSpc>
                <a:spcPct val="90000"/>
              </a:lnSpc>
              <a:spcBef>
                <a:spcPts val="499"/>
              </a:spcBef>
              <a:buClr>
                <a:srgbClr val="000000"/>
              </a:buClr>
              <a:buSzPct val="75000"/>
              <a:buFont typeface="Symbol" charset="2"/>
              <a:buChar char=""/>
            </a:pPr>
            <a:r>
              <a:rPr lang="ne-NP" sz="2800" b="0" u="none" strike="noStrike" dirty="0">
                <a:solidFill>
                  <a:srgbClr val="000000"/>
                </a:solidFill>
                <a:uFillTx/>
                <a:latin typeface="Kokila"/>
                <a:cs typeface="Kokila"/>
              </a:rPr>
              <a:t>त्यसैगरी जमीनको ४०० फिटको दूरीलाई नक्सामा १ ईञ्चले देखाइन्छ भने त्यस्तो नक्साको माननाप १</a:t>
            </a:r>
            <a:r>
              <a:rPr lang="en-US" sz="2800" b="0" u="none" strike="noStrike" dirty="0">
                <a:solidFill>
                  <a:srgbClr val="000000"/>
                </a:solidFill>
                <a:uFillTx/>
                <a:latin typeface="Kokila"/>
              </a:rPr>
              <a:t>:</a:t>
            </a:r>
            <a:r>
              <a:rPr lang="ne-NP" sz="2800" b="0" u="none" strike="noStrike" dirty="0">
                <a:solidFill>
                  <a:srgbClr val="000000"/>
                </a:solidFill>
                <a:uFillTx/>
                <a:latin typeface="Kokila"/>
                <a:cs typeface="Kokila"/>
              </a:rPr>
              <a:t>४८०० हुन्छ</a:t>
            </a:r>
            <a:endParaRPr lang="en-US" sz="2800" b="0" u="none" strike="noStrike" dirty="0">
              <a:solidFill>
                <a:srgbClr val="000000"/>
              </a:solidFill>
              <a:uFillTx/>
              <a:latin typeface="Arial"/>
            </a:endParaRPr>
          </a:p>
          <a:p>
            <a:pPr marL="864000" lvl="1" indent="-324000" algn="just" defTabSz="914400">
              <a:lnSpc>
                <a:spcPct val="90000"/>
              </a:lnSpc>
              <a:spcBef>
                <a:spcPts val="1001"/>
              </a:spcBef>
              <a:buClr>
                <a:srgbClr val="000000"/>
              </a:buClr>
              <a:buSzPct val="75000"/>
              <a:buFont typeface="Symbol" charset="2"/>
              <a:buChar char=""/>
              <a:tabLst>
                <a:tab pos="0" algn="l"/>
              </a:tabLst>
            </a:pPr>
            <a:r>
              <a:rPr lang="ne-NP" sz="2800" b="0" u="none" strike="noStrike" dirty="0">
                <a:solidFill>
                  <a:srgbClr val="000000"/>
                </a:solidFill>
                <a:uFillTx/>
                <a:latin typeface="Kokila"/>
                <a:cs typeface="Kokila"/>
              </a:rPr>
              <a:t>जमीनको वास्तविक स्वरूपलाई न्यूनीकरण गरी उतारिने भएको हुनाले बांगोटिंगो सिमाना भएको कित्ताको आकारमा सामान्य फरक पर्न सक्ने हुन्छ </a:t>
            </a:r>
            <a:endParaRPr lang="en-US" sz="2800" b="0" u="none" strike="noStrike" dirty="0">
              <a:solidFill>
                <a:srgbClr val="000000"/>
              </a:solidFill>
              <a:uFillTx/>
              <a:latin typeface="Arial"/>
            </a:endParaRPr>
          </a:p>
        </p:txBody>
      </p:sp>
      <p:sp>
        <p:nvSpPr>
          <p:cNvPr id="157" name="PlaceHolder 12"/>
          <p:cNvSpPr txBox="1"/>
          <p:nvPr/>
        </p:nvSpPr>
        <p:spPr>
          <a:xfrm>
            <a:off x="7070725" y="957943"/>
            <a:ext cx="4849131" cy="5900057"/>
          </a:xfrm>
          <a:prstGeom prst="rect">
            <a:avLst/>
          </a:prstGeom>
          <a:solidFill>
            <a:srgbClr val="50938A"/>
          </a:solidFill>
          <a:ln w="0">
            <a:noFill/>
          </a:ln>
        </p:spPr>
        <p:txBody>
          <a:bodyPr anchor="t">
            <a:noAutofit/>
          </a:bodyPr>
          <a:lstStyle/>
          <a:p>
            <a:pPr defTabSz="914400">
              <a:lnSpc>
                <a:spcPct val="90000"/>
              </a:lnSpc>
              <a:spcBef>
                <a:spcPts val="1001"/>
              </a:spcBef>
              <a:buClr>
                <a:srgbClr val="000000"/>
              </a:buClr>
            </a:pPr>
            <a:r>
              <a:rPr lang="en-US" sz="2800" b="0" u="none" strike="noStrike" dirty="0">
                <a:solidFill>
                  <a:srgbClr val="FFFFFF"/>
                </a:solidFill>
                <a:uFillTx/>
                <a:latin typeface="Kokila"/>
              </a:rPr>
              <a:t>Scale (s) = map distance/Ground distance</a:t>
            </a:r>
            <a:endParaRPr lang="en-US" sz="2800" b="0" u="none" strike="noStrike" dirty="0">
              <a:solidFill>
                <a:srgbClr val="FFFFFF"/>
              </a:solidFill>
              <a:uFillTx/>
              <a:latin typeface="Arial"/>
            </a:endParaRPr>
          </a:p>
          <a:p>
            <a:pPr defTabSz="914400">
              <a:lnSpc>
                <a:spcPct val="150000"/>
              </a:lnSpc>
              <a:spcBef>
                <a:spcPts val="1001"/>
              </a:spcBef>
            </a:pPr>
            <a:r>
              <a:rPr lang="en-US" sz="2800" b="0" u="none" strike="noStrike" dirty="0">
                <a:solidFill>
                  <a:srgbClr val="FFFFFF"/>
                </a:solidFill>
                <a:uFillTx/>
                <a:latin typeface="Kokila"/>
              </a:rPr>
              <a:t>S = 1 m / 500 m</a:t>
            </a:r>
            <a:endParaRPr lang="en-US" sz="2800" b="0" u="none" strike="noStrike" dirty="0">
              <a:solidFill>
                <a:srgbClr val="FFFFFF"/>
              </a:solidFill>
              <a:uFillTx/>
              <a:latin typeface="Arial"/>
            </a:endParaRPr>
          </a:p>
          <a:p>
            <a:pPr defTabSz="914400">
              <a:lnSpc>
                <a:spcPct val="150000"/>
              </a:lnSpc>
              <a:spcBef>
                <a:spcPts val="1001"/>
              </a:spcBef>
            </a:pPr>
            <a:r>
              <a:rPr lang="en-US" sz="2800" b="0" u="none" strike="noStrike" dirty="0">
                <a:solidFill>
                  <a:srgbClr val="FFFFFF"/>
                </a:solidFill>
                <a:uFillTx/>
                <a:latin typeface="Kokila"/>
              </a:rPr>
              <a:t>= 1:500 </a:t>
            </a:r>
            <a:endParaRPr lang="en-US" sz="2800" b="0" u="none" strike="noStrike" dirty="0">
              <a:solidFill>
                <a:srgbClr val="FFFFFF"/>
              </a:solidFill>
              <a:uFillTx/>
              <a:latin typeface="Arial"/>
            </a:endParaRPr>
          </a:p>
          <a:p>
            <a:pPr defTabSz="914400">
              <a:lnSpc>
                <a:spcPct val="150000"/>
              </a:lnSpc>
              <a:spcBef>
                <a:spcPts val="1001"/>
              </a:spcBef>
            </a:pPr>
            <a:r>
              <a:rPr lang="en-US" sz="2800" b="0" u="none" strike="noStrike" dirty="0">
                <a:solidFill>
                  <a:srgbClr val="FFFFFF"/>
                </a:solidFill>
                <a:uFillTx/>
                <a:latin typeface="Kokila"/>
              </a:rPr>
              <a:t>(Scale is Unit less)</a:t>
            </a:r>
            <a:endParaRPr lang="en-US" sz="2800" b="0" u="none" strike="noStrike" dirty="0">
              <a:solidFill>
                <a:srgbClr val="FFFFFF"/>
              </a:solidFill>
              <a:uFillTx/>
              <a:latin typeface="Arial"/>
            </a:endParaRPr>
          </a:p>
          <a:p>
            <a:pPr defTabSz="914400">
              <a:lnSpc>
                <a:spcPct val="150000"/>
              </a:lnSpc>
              <a:spcBef>
                <a:spcPts val="1001"/>
              </a:spcBef>
            </a:pPr>
            <a:r>
              <a:rPr lang="en-US" sz="2800" b="0" u="none" strike="noStrike" dirty="0">
                <a:solidFill>
                  <a:srgbClr val="FFFFFF"/>
                </a:solidFill>
                <a:uFillTx/>
                <a:latin typeface="Kokila"/>
              </a:rPr>
              <a:t>S = 1 inch / 400 feet</a:t>
            </a:r>
            <a:endParaRPr lang="en-US" sz="2800" b="0" u="none" strike="noStrike" dirty="0">
              <a:solidFill>
                <a:srgbClr val="FFFFFF"/>
              </a:solidFill>
              <a:uFillTx/>
              <a:latin typeface="Arial"/>
            </a:endParaRPr>
          </a:p>
          <a:p>
            <a:pPr defTabSz="914400">
              <a:lnSpc>
                <a:spcPct val="150000"/>
              </a:lnSpc>
              <a:spcBef>
                <a:spcPts val="1001"/>
              </a:spcBef>
            </a:pPr>
            <a:r>
              <a:rPr lang="en-US" sz="2800" b="0" u="none" strike="noStrike" dirty="0">
                <a:solidFill>
                  <a:srgbClr val="FFFFFF"/>
                </a:solidFill>
                <a:uFillTx/>
                <a:latin typeface="Kokila"/>
              </a:rPr>
              <a:t>= 1 inch / 400 x 12 inch</a:t>
            </a:r>
            <a:endParaRPr lang="en-US" sz="2800" b="0" u="none" strike="noStrike" dirty="0">
              <a:solidFill>
                <a:srgbClr val="FFFFFF"/>
              </a:solidFill>
              <a:uFillTx/>
              <a:latin typeface="Arial"/>
            </a:endParaRPr>
          </a:p>
          <a:p>
            <a:pPr defTabSz="914400">
              <a:lnSpc>
                <a:spcPct val="150000"/>
              </a:lnSpc>
              <a:spcBef>
                <a:spcPts val="1001"/>
              </a:spcBef>
            </a:pPr>
            <a:r>
              <a:rPr lang="en-US" sz="2800" b="0" u="none" strike="noStrike" dirty="0">
                <a:solidFill>
                  <a:srgbClr val="FFFFFF"/>
                </a:solidFill>
                <a:uFillTx/>
                <a:latin typeface="Kokila"/>
              </a:rPr>
              <a:t>= 1 inch / 4800 inch</a:t>
            </a:r>
            <a:endParaRPr lang="en-US" sz="2800" b="0" u="none" strike="noStrike" dirty="0">
              <a:solidFill>
                <a:srgbClr val="FFFFFF"/>
              </a:solidFill>
              <a:uFillTx/>
              <a:latin typeface="Arial"/>
            </a:endParaRPr>
          </a:p>
          <a:p>
            <a:pPr defTabSz="914400">
              <a:lnSpc>
                <a:spcPct val="150000"/>
              </a:lnSpc>
              <a:spcBef>
                <a:spcPts val="1001"/>
              </a:spcBef>
            </a:pPr>
            <a:r>
              <a:rPr lang="en-US" sz="2800" b="0" u="none" strike="noStrike" dirty="0">
                <a:solidFill>
                  <a:srgbClr val="FFFFFF"/>
                </a:solidFill>
                <a:uFillTx/>
                <a:latin typeface="Kokila"/>
              </a:rPr>
              <a:t>= 1:4800</a:t>
            </a:r>
            <a:endParaRPr lang="en-US" sz="2800" b="0" u="none" strike="noStrike" dirty="0">
              <a:solidFill>
                <a:srgbClr val="FFFFFF"/>
              </a:solidFill>
              <a:uFillTx/>
              <a:latin typeface="Arial"/>
            </a:endParaRPr>
          </a:p>
          <a:p>
            <a:pPr defTabSz="914400">
              <a:lnSpc>
                <a:spcPct val="90000"/>
              </a:lnSpc>
              <a:spcBef>
                <a:spcPts val="1001"/>
              </a:spcBef>
            </a:pPr>
            <a:endParaRPr lang="en-US" sz="1800" b="0" u="none" strike="noStrike" dirty="0">
              <a:solidFill>
                <a:srgbClr val="FFFFFF"/>
              </a:solidFill>
              <a:uFillTx/>
              <a:latin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ne-NP" sz="4000" b="0" u="none" strike="noStrike">
                <a:solidFill>
                  <a:schemeClr val="dk1"/>
                </a:solidFill>
                <a:uFillTx/>
                <a:latin typeface="Kalimati"/>
                <a:cs typeface="Kalimati"/>
              </a:rPr>
              <a:t>नेपालमा प्रयोग हुने कित्तानापी नक्साको माननाप</a:t>
            </a:r>
            <a:endParaRPr lang="en-US" sz="4000" b="0" u="none" strike="noStrike">
              <a:solidFill>
                <a:srgbClr val="000000"/>
              </a:solidFill>
              <a:uFillTx/>
              <a:latin typeface="Arial"/>
            </a:endParaRPr>
          </a:p>
        </p:txBody>
      </p:sp>
      <p:sp>
        <p:nvSpPr>
          <p:cNvPr id="159" name="PlaceHolder 2"/>
          <p:cNvSpPr>
            <a:spLocks noGrp="1"/>
          </p:cNvSpPr>
          <p:nvPr>
            <p:ph/>
          </p:nvPr>
        </p:nvSpPr>
        <p:spPr>
          <a:xfrm>
            <a:off x="838080" y="1825560"/>
            <a:ext cx="10514880" cy="4350600"/>
          </a:xfrm>
          <a:prstGeom prst="rect">
            <a:avLst/>
          </a:prstGeom>
          <a:noFill/>
          <a:ln w="0">
            <a:noFill/>
          </a:ln>
        </p:spPr>
        <p:txBody>
          <a:bodyPr lIns="91440" tIns="45720" rIns="91440" bIns="45720" anchor="t">
            <a:noAutofit/>
          </a:bodyPr>
          <a:lstStyle/>
          <a:p>
            <a:pPr marL="685800" lvl="1" indent="-228600" defTabSz="914400">
              <a:lnSpc>
                <a:spcPct val="90000"/>
              </a:lnSpc>
              <a:spcBef>
                <a:spcPts val="499"/>
              </a:spcBef>
              <a:buClr>
                <a:srgbClr val="000000"/>
              </a:buClr>
              <a:buFont typeface="Arial"/>
              <a:buChar char="•"/>
            </a:pPr>
            <a:r>
              <a:rPr lang="ne-NP" sz="3200" b="0" u="none" strike="noStrike">
                <a:solidFill>
                  <a:schemeClr val="dk1"/>
                </a:solidFill>
                <a:uFillTx/>
                <a:latin typeface="Kalimati"/>
                <a:cs typeface="Kalimati"/>
              </a:rPr>
              <a:t>बिगतमा प्रयोग भएका कित्तानापी नक्साको माननाप</a:t>
            </a:r>
            <a:endParaRPr lang="en-US" sz="3200" b="0" u="none" strike="noStrike">
              <a:solidFill>
                <a:srgbClr val="000000"/>
              </a:solidFill>
              <a:uFillTx/>
              <a:latin typeface="Arial"/>
            </a:endParaRPr>
          </a:p>
          <a:p>
            <a:pPr marL="1143000" lvl="2" indent="-228600" defTabSz="914400">
              <a:lnSpc>
                <a:spcPct val="90000"/>
              </a:lnSpc>
              <a:spcBef>
                <a:spcPts val="499"/>
              </a:spcBef>
              <a:buClr>
                <a:srgbClr val="000000"/>
              </a:buClr>
              <a:buFont typeface="Arial"/>
              <a:buChar char="•"/>
            </a:pPr>
            <a:r>
              <a:rPr lang="en-GB" sz="2800" b="0" u="none" strike="noStrike">
                <a:solidFill>
                  <a:schemeClr val="dk1"/>
                </a:solidFill>
                <a:uFillTx/>
                <a:latin typeface="Calibri"/>
              </a:rPr>
              <a:t>1 inch to 400 feet </a:t>
            </a:r>
            <a:r>
              <a:rPr lang="en-US" sz="2800" b="0" u="none" strike="noStrike">
                <a:solidFill>
                  <a:schemeClr val="dk1"/>
                </a:solidFill>
                <a:uFillTx/>
                <a:latin typeface="Calibri"/>
              </a:rPr>
              <a:t>(1: 4800)</a:t>
            </a:r>
            <a:endParaRPr lang="en-US" sz="2800" b="0" u="none" strike="noStrike">
              <a:solidFill>
                <a:srgbClr val="000000"/>
              </a:solidFill>
              <a:uFillTx/>
              <a:latin typeface="Arial"/>
            </a:endParaRPr>
          </a:p>
          <a:p>
            <a:pPr marL="1143000" lvl="2" indent="-228600" defTabSz="914400">
              <a:lnSpc>
                <a:spcPct val="90000"/>
              </a:lnSpc>
              <a:spcBef>
                <a:spcPts val="499"/>
              </a:spcBef>
              <a:buClr>
                <a:srgbClr val="000000"/>
              </a:buClr>
              <a:buFont typeface="Arial"/>
              <a:buChar char="•"/>
            </a:pPr>
            <a:r>
              <a:rPr lang="en-GB" sz="2800" b="0" u="none" strike="noStrike">
                <a:solidFill>
                  <a:schemeClr val="dk1"/>
                </a:solidFill>
                <a:uFillTx/>
                <a:latin typeface="Calibri"/>
              </a:rPr>
              <a:t>1 inch to 200 feet  (1: 2400)</a:t>
            </a:r>
            <a:endParaRPr lang="en-US" sz="2800" b="0" u="none" strike="noStrike">
              <a:solidFill>
                <a:srgbClr val="000000"/>
              </a:solidFill>
              <a:uFillTx/>
              <a:latin typeface="Arial"/>
            </a:endParaRPr>
          </a:p>
          <a:p>
            <a:pPr marL="1143000" lvl="2" indent="-228600" defTabSz="914400">
              <a:lnSpc>
                <a:spcPct val="90000"/>
              </a:lnSpc>
              <a:spcBef>
                <a:spcPts val="499"/>
              </a:spcBef>
              <a:buClr>
                <a:srgbClr val="000000"/>
              </a:buClr>
              <a:buFont typeface="Arial"/>
              <a:buChar char="•"/>
            </a:pPr>
            <a:r>
              <a:rPr lang="en-GB" sz="2800" b="0" u="none" strike="noStrike">
                <a:solidFill>
                  <a:schemeClr val="dk1"/>
                </a:solidFill>
                <a:uFillTx/>
                <a:latin typeface="Calibri"/>
              </a:rPr>
              <a:t>1 inch to 100 feet  (1:1200)</a:t>
            </a:r>
            <a:endParaRPr lang="en-US" sz="2800" b="0" u="none" strike="noStrike">
              <a:solidFill>
                <a:srgbClr val="000000"/>
              </a:solidFill>
              <a:uFillTx/>
              <a:latin typeface="Arial"/>
            </a:endParaRPr>
          </a:p>
          <a:p>
            <a:pPr indent="0" defTabSz="914400">
              <a:lnSpc>
                <a:spcPct val="90000"/>
              </a:lnSpc>
              <a:spcBef>
                <a:spcPts val="499"/>
              </a:spcBef>
              <a:buNone/>
              <a:tabLst>
                <a:tab pos="0" algn="l"/>
              </a:tabLst>
            </a:pPr>
            <a:endParaRPr lang="en-US" sz="2800" b="0" u="none" strike="noStrike">
              <a:solidFill>
                <a:srgbClr val="000000"/>
              </a:solidFill>
              <a:uFillTx/>
              <a:latin typeface="Arial"/>
            </a:endParaRPr>
          </a:p>
          <a:p>
            <a:pPr marL="685800" lvl="1" indent="-228600" defTabSz="914400">
              <a:lnSpc>
                <a:spcPct val="90000"/>
              </a:lnSpc>
              <a:spcBef>
                <a:spcPts val="499"/>
              </a:spcBef>
              <a:buClr>
                <a:srgbClr val="000000"/>
              </a:buClr>
              <a:buFont typeface="Arial"/>
              <a:buChar char="•"/>
            </a:pPr>
            <a:r>
              <a:rPr lang="ne-NP" sz="3200" b="0" u="none" strike="noStrike">
                <a:solidFill>
                  <a:schemeClr val="dk1"/>
                </a:solidFill>
                <a:uFillTx/>
                <a:latin typeface="Kalimati"/>
                <a:cs typeface="Kalimati"/>
              </a:rPr>
              <a:t>हाल प्रयोगमा रहेको कित्तानापी नक्साको माननाप </a:t>
            </a:r>
            <a:endParaRPr lang="en-US" sz="3200" b="0" u="none" strike="noStrike">
              <a:solidFill>
                <a:srgbClr val="000000"/>
              </a:solidFill>
              <a:uFillTx/>
              <a:latin typeface="Arial"/>
            </a:endParaRPr>
          </a:p>
          <a:p>
            <a:pPr marL="1143000" lvl="2" indent="-228600" defTabSz="914400">
              <a:lnSpc>
                <a:spcPct val="90000"/>
              </a:lnSpc>
              <a:spcBef>
                <a:spcPts val="499"/>
              </a:spcBef>
              <a:buClr>
                <a:srgbClr val="000000"/>
              </a:buClr>
              <a:buFont typeface="Arial"/>
              <a:buChar char="•"/>
              <a:tabLst>
                <a:tab pos="0" algn="l"/>
              </a:tabLst>
            </a:pPr>
            <a:r>
              <a:rPr lang="en-GB" sz="2800" b="0" u="none" strike="noStrike">
                <a:solidFill>
                  <a:schemeClr val="dk1"/>
                </a:solidFill>
                <a:uFillTx/>
                <a:latin typeface="Calibri"/>
              </a:rPr>
              <a:t>1: 2500</a:t>
            </a:r>
            <a:endParaRPr lang="en-US" sz="2800" b="0" u="none" strike="noStrike">
              <a:solidFill>
                <a:srgbClr val="000000"/>
              </a:solidFill>
              <a:uFillTx/>
              <a:latin typeface="Arial"/>
            </a:endParaRPr>
          </a:p>
          <a:p>
            <a:pPr marL="1143000" lvl="2" indent="-228600" defTabSz="914400">
              <a:lnSpc>
                <a:spcPct val="90000"/>
              </a:lnSpc>
              <a:spcBef>
                <a:spcPts val="499"/>
              </a:spcBef>
              <a:buClr>
                <a:srgbClr val="000000"/>
              </a:buClr>
              <a:buFont typeface="Arial"/>
              <a:buChar char="•"/>
              <a:tabLst>
                <a:tab pos="0" algn="l"/>
              </a:tabLst>
            </a:pPr>
            <a:r>
              <a:rPr lang="en-GB" sz="2800" b="0" u="none" strike="noStrike">
                <a:solidFill>
                  <a:schemeClr val="dk1"/>
                </a:solidFill>
                <a:uFillTx/>
                <a:latin typeface="Calibri"/>
              </a:rPr>
              <a:t>1: 1250</a:t>
            </a:r>
            <a:endParaRPr lang="en-US" sz="2800" b="0" u="none" strike="noStrike">
              <a:solidFill>
                <a:srgbClr val="000000"/>
              </a:solidFill>
              <a:uFillTx/>
              <a:latin typeface="Arial"/>
            </a:endParaRPr>
          </a:p>
          <a:p>
            <a:pPr marL="1143000" lvl="2" indent="-228600" defTabSz="914400">
              <a:lnSpc>
                <a:spcPct val="90000"/>
              </a:lnSpc>
              <a:spcBef>
                <a:spcPts val="499"/>
              </a:spcBef>
              <a:buClr>
                <a:srgbClr val="000000"/>
              </a:buClr>
              <a:buFont typeface="Arial"/>
              <a:buChar char="•"/>
              <a:tabLst>
                <a:tab pos="0" algn="l"/>
              </a:tabLst>
            </a:pPr>
            <a:r>
              <a:rPr lang="en-GB" sz="2800" b="0" u="none" strike="noStrike">
                <a:solidFill>
                  <a:schemeClr val="dk1"/>
                </a:solidFill>
                <a:uFillTx/>
                <a:latin typeface="Calibri"/>
              </a:rPr>
              <a:t>1: 500</a:t>
            </a:r>
            <a:endParaRPr lang="en-US" sz="2800" b="0" u="none" strike="noStrike">
              <a:solidFill>
                <a:srgbClr val="000000"/>
              </a:solidFill>
              <a:uFillTx/>
              <a:latin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PlaceHolder 1"/>
          <p:cNvSpPr>
            <a:spLocks noGrp="1"/>
          </p:cNvSpPr>
          <p:nvPr>
            <p:ph type="title"/>
          </p:nvPr>
        </p:nvSpPr>
        <p:spPr>
          <a:xfrm>
            <a:off x="838080" y="365040"/>
            <a:ext cx="10514880" cy="846720"/>
          </a:xfrm>
          <a:prstGeom prst="rect">
            <a:avLst/>
          </a:prstGeom>
          <a:noFill/>
          <a:ln w="0">
            <a:noFill/>
          </a:ln>
        </p:spPr>
        <p:txBody>
          <a:bodyPr lIns="0" tIns="0" rIns="0" bIns="0" anchor="t">
            <a:noAutofit/>
          </a:bodyPr>
          <a:lstStyle/>
          <a:p>
            <a:pPr indent="0" defTabSz="914400">
              <a:lnSpc>
                <a:spcPct val="90000"/>
              </a:lnSpc>
              <a:buNone/>
              <a:tabLst>
                <a:tab pos="0" algn="l"/>
              </a:tabLst>
            </a:pPr>
            <a:r>
              <a:rPr lang="ne-NP" sz="4400" b="0" u="none" strike="noStrike" dirty="0">
                <a:solidFill>
                  <a:schemeClr val="dk1"/>
                </a:solidFill>
                <a:uFillTx/>
                <a:latin typeface="Kalimati"/>
                <a:cs typeface="Kalimati" panose="00000400000000000000" pitchFamily="2"/>
              </a:rPr>
              <a:t>नक्साको बिवेचना</a:t>
            </a:r>
            <a:endParaRPr lang="en-US" sz="4400" b="0" u="none" strike="noStrike" dirty="0">
              <a:solidFill>
                <a:schemeClr val="dk1"/>
              </a:solidFill>
              <a:uFillTx/>
              <a:latin typeface="Kalimati"/>
              <a:ea typeface="Microsoft YaHei"/>
              <a:cs typeface="Kalimati" panose="00000400000000000000" pitchFamily="2"/>
            </a:endParaRPr>
          </a:p>
        </p:txBody>
      </p:sp>
      <p:sp>
        <p:nvSpPr>
          <p:cNvPr id="161" name="PlaceHolder 2"/>
          <p:cNvSpPr>
            <a:spLocks noGrp="1"/>
          </p:cNvSpPr>
          <p:nvPr>
            <p:ph/>
          </p:nvPr>
        </p:nvSpPr>
        <p:spPr>
          <a:xfrm>
            <a:off x="838080" y="1410220"/>
            <a:ext cx="10514880" cy="435060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ne-NP" sz="3200" b="0" u="none" strike="noStrike" dirty="0">
                <a:solidFill>
                  <a:schemeClr val="dk1"/>
                </a:solidFill>
                <a:uFillTx/>
                <a:latin typeface="Kokila"/>
                <a:cs typeface="Kokila"/>
              </a:rPr>
              <a:t>नक्साको स्केल </a:t>
            </a:r>
            <a:r>
              <a:rPr lang="en-US" sz="3200" b="0" u="none" strike="noStrike" dirty="0">
                <a:solidFill>
                  <a:schemeClr val="dk1"/>
                </a:solidFill>
                <a:uFillTx/>
                <a:latin typeface="Kokila"/>
              </a:rPr>
              <a:t>(Scale)</a:t>
            </a:r>
            <a:endParaRPr lang="en-US" sz="32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ne-NP" sz="3200" b="0" u="none" strike="noStrike" dirty="0">
                <a:solidFill>
                  <a:schemeClr val="dk1"/>
                </a:solidFill>
                <a:uFillTx/>
                <a:latin typeface="Kokila"/>
                <a:cs typeface="Kokila"/>
              </a:rPr>
              <a:t>नक्सामा सामावेश भएका बिषयवस्तु </a:t>
            </a:r>
            <a:r>
              <a:rPr lang="en-US" sz="3200" b="0" u="none" strike="noStrike" dirty="0">
                <a:solidFill>
                  <a:schemeClr val="dk1"/>
                </a:solidFill>
                <a:uFillTx/>
                <a:latin typeface="Kokila"/>
              </a:rPr>
              <a:t>(Content)</a:t>
            </a:r>
            <a:endParaRPr lang="en-US" sz="32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ne-NP" sz="3200" b="0" u="none" strike="noStrike" dirty="0">
                <a:solidFill>
                  <a:schemeClr val="dk1"/>
                </a:solidFill>
                <a:uFillTx/>
                <a:latin typeface="Kokila"/>
                <a:cs typeface="Kokila"/>
              </a:rPr>
              <a:t>नक्सा तयार गर्नुको उद्देश्य </a:t>
            </a:r>
            <a:r>
              <a:rPr lang="en-US" sz="3200" b="0" u="none" strike="noStrike" dirty="0">
                <a:solidFill>
                  <a:schemeClr val="dk1"/>
                </a:solidFill>
                <a:uFillTx/>
                <a:latin typeface="Kokila"/>
              </a:rPr>
              <a:t>(Purpose)</a:t>
            </a:r>
            <a:endParaRPr lang="en-US" sz="32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ne-NP" sz="3200" b="0" u="none" strike="noStrike" dirty="0">
                <a:solidFill>
                  <a:schemeClr val="dk1"/>
                </a:solidFill>
                <a:uFillTx/>
                <a:latin typeface="Kokila"/>
                <a:cs typeface="Kokila"/>
              </a:rPr>
              <a:t>नक्साको शुद्धता </a:t>
            </a:r>
            <a:r>
              <a:rPr lang="en-US" sz="3200" b="0" u="none" strike="noStrike" dirty="0">
                <a:solidFill>
                  <a:schemeClr val="dk1"/>
                </a:solidFill>
                <a:uFillTx/>
                <a:latin typeface="Kokila"/>
              </a:rPr>
              <a:t>(Accuracy)</a:t>
            </a:r>
            <a:endParaRPr lang="en-US" sz="32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ne-NP" sz="3200" b="0" u="none" strike="noStrike" dirty="0">
                <a:solidFill>
                  <a:schemeClr val="dk1"/>
                </a:solidFill>
                <a:uFillTx/>
                <a:latin typeface="Kokila"/>
                <a:cs typeface="Kokila"/>
              </a:rPr>
              <a:t>नक्सा तयार गर्ने प्रविधी </a:t>
            </a:r>
            <a:r>
              <a:rPr lang="en-US" sz="3200" b="0" u="none" strike="noStrike" dirty="0">
                <a:solidFill>
                  <a:schemeClr val="dk1"/>
                </a:solidFill>
                <a:uFillTx/>
                <a:latin typeface="Kokila"/>
              </a:rPr>
              <a:t>(Technology)</a:t>
            </a:r>
            <a:endParaRPr lang="en-US" sz="32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ne-NP" sz="3200" b="0" u="none" strike="noStrike" dirty="0">
                <a:solidFill>
                  <a:schemeClr val="dk1"/>
                </a:solidFill>
                <a:uFillTx/>
                <a:latin typeface="Kokila"/>
                <a:cs typeface="Kokila"/>
              </a:rPr>
              <a:t>नक्सा तयार गर्ने जनशक्ति </a:t>
            </a:r>
            <a:r>
              <a:rPr lang="en-US" sz="3200" b="0" u="none" strike="noStrike" dirty="0">
                <a:solidFill>
                  <a:schemeClr val="dk1"/>
                </a:solidFill>
                <a:uFillTx/>
                <a:latin typeface="Kokila"/>
              </a:rPr>
              <a:t>(Human Resources)</a:t>
            </a:r>
            <a:endParaRPr lang="en-US" sz="32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ne-NP" sz="3200" b="0" u="none" strike="noStrike" dirty="0">
                <a:solidFill>
                  <a:schemeClr val="dk1"/>
                </a:solidFill>
                <a:uFillTx/>
                <a:latin typeface="Kokila"/>
                <a:cs typeface="Kokila"/>
              </a:rPr>
              <a:t>नक्सा तयार भएको समय </a:t>
            </a:r>
            <a:r>
              <a:rPr lang="en-US" sz="3200" b="0" u="none" strike="noStrike" dirty="0">
                <a:solidFill>
                  <a:schemeClr val="dk1"/>
                </a:solidFill>
                <a:uFillTx/>
                <a:latin typeface="Kokila"/>
              </a:rPr>
              <a:t>(Time/Duration)</a:t>
            </a:r>
            <a:endParaRPr lang="en-US" sz="32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ne-NP" sz="3200" b="0" u="none" strike="noStrike" dirty="0">
                <a:solidFill>
                  <a:schemeClr val="dk1"/>
                </a:solidFill>
                <a:uFillTx/>
                <a:latin typeface="Kokila"/>
                <a:cs typeface="Kokila"/>
              </a:rPr>
              <a:t>नक्साको व्याख्या </a:t>
            </a:r>
            <a:r>
              <a:rPr lang="en-US" sz="3200" b="0" u="none" strike="noStrike" dirty="0">
                <a:solidFill>
                  <a:schemeClr val="dk1"/>
                </a:solidFill>
                <a:uFillTx/>
                <a:latin typeface="Kokila"/>
              </a:rPr>
              <a:t>(Interpretation)</a:t>
            </a:r>
            <a:endParaRPr lang="en-US" sz="32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pPr>
            <a:r>
              <a:rPr lang="ne-NP" sz="3200" b="0" u="none" strike="noStrike" dirty="0">
                <a:solidFill>
                  <a:schemeClr val="dk1"/>
                </a:solidFill>
                <a:uFillTx/>
                <a:latin typeface="Kokila"/>
                <a:cs typeface="Kokila"/>
              </a:rPr>
              <a:t>नक्साको उपयोग उपयुक्त छ कि छैन </a:t>
            </a:r>
            <a:r>
              <a:rPr lang="en-US" sz="3200" b="0" u="none" strike="noStrike" dirty="0">
                <a:solidFill>
                  <a:schemeClr val="dk1"/>
                </a:solidFill>
                <a:uFillTx/>
                <a:latin typeface="Kokila"/>
              </a:rPr>
              <a:t>(Appropriateness)</a:t>
            </a:r>
            <a:endParaRPr lang="en-US" sz="3200" b="0" u="none" strike="noStrike" dirty="0">
              <a:solidFill>
                <a:srgbClr val="000000"/>
              </a:solidFill>
              <a:uFillTx/>
              <a:latin typeface="Arial"/>
            </a:endParaRPr>
          </a:p>
          <a:p>
            <a:pPr indent="0" defTabSz="914400">
              <a:lnSpc>
                <a:spcPct val="90000"/>
              </a:lnSpc>
              <a:spcBef>
                <a:spcPts val="1001"/>
              </a:spcBef>
              <a:buNone/>
              <a:tabLst>
                <a:tab pos="0" algn="l"/>
              </a:tabLst>
            </a:pPr>
            <a:endParaRPr lang="en-US" sz="3200" b="0" u="none" strike="noStrike" dirty="0">
              <a:solidFill>
                <a:srgbClr val="000000"/>
              </a:solidFill>
              <a:uFillTx/>
              <a:latin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ne-NP" sz="4400" b="0" u="none" strike="noStrike">
                <a:solidFill>
                  <a:schemeClr val="dk1"/>
                </a:solidFill>
                <a:uFillTx/>
                <a:latin typeface="Kalimati"/>
                <a:cs typeface="Kalimati"/>
              </a:rPr>
              <a:t>नक्साको बिवेचना</a:t>
            </a:r>
            <a:endParaRPr lang="en-US" sz="4400" b="0" u="none" strike="noStrike">
              <a:solidFill>
                <a:srgbClr val="000000"/>
              </a:solidFill>
              <a:uFillTx/>
              <a:latin typeface="Arial"/>
            </a:endParaRPr>
          </a:p>
        </p:txBody>
      </p:sp>
      <p:sp>
        <p:nvSpPr>
          <p:cNvPr id="163" name="PlaceHolder 2"/>
          <p:cNvSpPr>
            <a:spLocks noGrp="1"/>
          </p:cNvSpPr>
          <p:nvPr>
            <p:ph/>
          </p:nvPr>
        </p:nvSpPr>
        <p:spPr>
          <a:xfrm>
            <a:off x="838080" y="1607844"/>
            <a:ext cx="5866560" cy="435060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ne-NP" sz="2800" b="0" u="none" strike="noStrike" dirty="0">
                <a:solidFill>
                  <a:schemeClr val="dk1"/>
                </a:solidFill>
                <a:uFillTx/>
                <a:latin typeface="Kokila"/>
                <a:cs typeface="Kokila"/>
              </a:rPr>
              <a:t>साबिकको कित्तानापी नक्सा</a:t>
            </a:r>
            <a:endParaRPr lang="en-US" sz="28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tabLst>
                <a:tab pos="0" algn="l"/>
              </a:tabLst>
            </a:pPr>
            <a:r>
              <a:rPr lang="ne-NP" sz="2800" b="0" u="none" strike="noStrike" dirty="0">
                <a:solidFill>
                  <a:schemeClr val="dk1"/>
                </a:solidFill>
                <a:uFillTx/>
                <a:latin typeface="Kokila"/>
                <a:cs typeface="Kokila"/>
              </a:rPr>
              <a:t>भूमिसुधार कार्यक्रम र हदबन्दी कार्यान्वयनको लागि सुचना संकलन</a:t>
            </a:r>
            <a:r>
              <a:rPr lang="en-US" sz="2800" b="0" u="none" strike="noStrike" dirty="0">
                <a:solidFill>
                  <a:schemeClr val="dk1"/>
                </a:solidFill>
                <a:uFillTx/>
                <a:latin typeface="Kokila"/>
              </a:rPr>
              <a:t>, </a:t>
            </a:r>
            <a:r>
              <a:rPr lang="ne-NP" sz="2800" b="0" u="none" strike="noStrike" dirty="0">
                <a:solidFill>
                  <a:schemeClr val="dk1"/>
                </a:solidFill>
                <a:uFillTx/>
                <a:latin typeface="Kokila"/>
                <a:cs typeface="Kokila"/>
              </a:rPr>
              <a:t>भूमिकर संकलन गर्न</a:t>
            </a:r>
            <a:endParaRPr lang="en-US" sz="28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tabLst>
                <a:tab pos="0" algn="l"/>
              </a:tabLst>
            </a:pPr>
            <a:r>
              <a:rPr lang="ne-NP" sz="2800" b="0" u="none" strike="noStrike" dirty="0">
                <a:solidFill>
                  <a:schemeClr val="dk1"/>
                </a:solidFill>
                <a:uFillTx/>
                <a:latin typeface="Kokila"/>
                <a:cs typeface="Kokila"/>
              </a:rPr>
              <a:t>कित्ता सिमाना</a:t>
            </a:r>
            <a:r>
              <a:rPr lang="en-US" sz="2800" b="0" u="none" strike="noStrike" dirty="0">
                <a:solidFill>
                  <a:schemeClr val="dk1"/>
                </a:solidFill>
                <a:uFillTx/>
                <a:latin typeface="Kokila"/>
              </a:rPr>
              <a:t>, </a:t>
            </a:r>
            <a:r>
              <a:rPr lang="ne-NP" sz="2800" b="0" u="none" strike="noStrike" dirty="0">
                <a:solidFill>
                  <a:schemeClr val="dk1"/>
                </a:solidFill>
                <a:uFillTx/>
                <a:latin typeface="Kokila"/>
                <a:cs typeface="Kokila"/>
              </a:rPr>
              <a:t>घर</a:t>
            </a:r>
            <a:r>
              <a:rPr lang="en-US" sz="2800" b="0" u="none" strike="noStrike" dirty="0">
                <a:solidFill>
                  <a:schemeClr val="dk1"/>
                </a:solidFill>
                <a:uFillTx/>
                <a:latin typeface="Kokila"/>
              </a:rPr>
              <a:t>, </a:t>
            </a:r>
            <a:r>
              <a:rPr lang="ne-NP" sz="2800" b="0" u="none" strike="noStrike" dirty="0">
                <a:solidFill>
                  <a:schemeClr val="dk1"/>
                </a:solidFill>
                <a:uFillTx/>
                <a:latin typeface="Kokila"/>
                <a:cs typeface="Kokila"/>
              </a:rPr>
              <a:t>बाटो</a:t>
            </a:r>
            <a:r>
              <a:rPr lang="en-US" sz="2800" b="0" u="none" strike="noStrike" dirty="0">
                <a:solidFill>
                  <a:schemeClr val="dk1"/>
                </a:solidFill>
                <a:uFillTx/>
                <a:latin typeface="Kokila"/>
              </a:rPr>
              <a:t>, </a:t>
            </a:r>
            <a:r>
              <a:rPr lang="ne-NP" sz="2800" b="0" u="none" strike="noStrike" dirty="0">
                <a:solidFill>
                  <a:schemeClr val="dk1"/>
                </a:solidFill>
                <a:uFillTx/>
                <a:latin typeface="Kokila"/>
                <a:cs typeface="Kokila"/>
              </a:rPr>
              <a:t>खोला आदी</a:t>
            </a:r>
            <a:endParaRPr lang="en-US" sz="28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tabLst>
                <a:tab pos="0" algn="l"/>
              </a:tabLst>
            </a:pPr>
            <a:r>
              <a:rPr lang="ne-NP" sz="2800" b="0" u="none" strike="noStrike" dirty="0">
                <a:solidFill>
                  <a:schemeClr val="dk1"/>
                </a:solidFill>
                <a:uFillTx/>
                <a:latin typeface="Kokila"/>
                <a:cs typeface="Kokila"/>
              </a:rPr>
              <a:t>सानो माननाप </a:t>
            </a:r>
            <a:endParaRPr lang="en-US" sz="28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tabLst>
                <a:tab pos="0" algn="l"/>
              </a:tabLst>
            </a:pPr>
            <a:r>
              <a:rPr lang="ne-NP" sz="2800" b="0" u="none" strike="noStrike" dirty="0">
                <a:solidFill>
                  <a:schemeClr val="dk1"/>
                </a:solidFill>
                <a:uFillTx/>
                <a:latin typeface="Kokila"/>
                <a:cs typeface="Kokila"/>
              </a:rPr>
              <a:t>प्लेन टेबुल बिधी</a:t>
            </a:r>
            <a:endParaRPr lang="en-US" sz="28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tabLst>
                <a:tab pos="0" algn="l"/>
              </a:tabLst>
            </a:pPr>
            <a:r>
              <a:rPr lang="ne-NP" sz="2800" b="0" u="none" strike="noStrike" dirty="0">
                <a:solidFill>
                  <a:schemeClr val="dk1"/>
                </a:solidFill>
                <a:uFillTx/>
                <a:latin typeface="Kokila"/>
                <a:cs typeface="Kokila"/>
              </a:rPr>
              <a:t>राष्ट्रियस्तरका नियन्त्रण बिन्दु बिना तयार</a:t>
            </a:r>
            <a:endParaRPr lang="en-US" sz="28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tabLst>
                <a:tab pos="0" algn="l"/>
              </a:tabLst>
            </a:pPr>
            <a:r>
              <a:rPr lang="ne-NP" sz="2800" b="0" u="none" strike="noStrike" dirty="0">
                <a:solidFill>
                  <a:schemeClr val="dk1"/>
                </a:solidFill>
                <a:uFillTx/>
                <a:latin typeface="Kokila"/>
                <a:cs typeface="Kokila"/>
              </a:rPr>
              <a:t>जनशक्तिको शिक्षा र तालिमको स्तर</a:t>
            </a:r>
            <a:endParaRPr lang="en-US" sz="28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tabLst>
                <a:tab pos="0" algn="l"/>
              </a:tabLst>
            </a:pPr>
            <a:r>
              <a:rPr lang="ne-NP" sz="2800" b="0" u="none" strike="noStrike" dirty="0">
                <a:solidFill>
                  <a:schemeClr val="dk1"/>
                </a:solidFill>
                <a:uFillTx/>
                <a:latin typeface="Kokila"/>
                <a:cs typeface="Kokila"/>
              </a:rPr>
              <a:t>कम शुद्धता</a:t>
            </a:r>
            <a:endParaRPr lang="en-US" sz="28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tabLst>
                <a:tab pos="0" algn="l"/>
              </a:tabLst>
            </a:pPr>
            <a:r>
              <a:rPr lang="ne-NP" sz="2800" b="0" u="none" strike="noStrike" dirty="0">
                <a:solidFill>
                  <a:schemeClr val="dk1"/>
                </a:solidFill>
                <a:uFillTx/>
                <a:latin typeface="Kokila"/>
                <a:cs typeface="Kokila"/>
              </a:rPr>
              <a:t>धेरै समय पहिले तयार भएका</a:t>
            </a:r>
            <a:endParaRPr lang="en-US" sz="2800" b="0" u="none" strike="noStrike" dirty="0">
              <a:solidFill>
                <a:srgbClr val="000000"/>
              </a:solidFill>
              <a:uFillTx/>
              <a:latin typeface="Arial"/>
            </a:endParaRPr>
          </a:p>
          <a:p>
            <a:pPr indent="0" defTabSz="914400">
              <a:lnSpc>
                <a:spcPct val="90000"/>
              </a:lnSpc>
              <a:spcBef>
                <a:spcPts val="1001"/>
              </a:spcBef>
              <a:buNone/>
              <a:tabLst>
                <a:tab pos="0" algn="l"/>
              </a:tabLst>
            </a:pPr>
            <a:endParaRPr lang="en-US" sz="2800" b="0" u="none" strike="noStrike" dirty="0">
              <a:solidFill>
                <a:srgbClr val="000000"/>
              </a:solidFill>
              <a:uFillTx/>
              <a:latin typeface="Arial"/>
            </a:endParaRPr>
          </a:p>
        </p:txBody>
      </p:sp>
      <p:pic>
        <p:nvPicPr>
          <p:cNvPr id="164" name="Picture 4" descr="Cadastral local Control"/>
          <p:cNvPicPr/>
          <p:nvPr/>
        </p:nvPicPr>
        <p:blipFill>
          <a:blip r:embed="rId2"/>
          <a:stretch/>
        </p:blipFill>
        <p:spPr>
          <a:xfrm>
            <a:off x="6705720" y="0"/>
            <a:ext cx="5485680" cy="6857280"/>
          </a:xfrm>
          <a:prstGeom prst="rect">
            <a:avLst/>
          </a:prstGeom>
          <a:noFill/>
          <a:ln w="0">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ne-NP" sz="4400" b="0" u="none" strike="noStrike">
                <a:solidFill>
                  <a:schemeClr val="dk1"/>
                </a:solidFill>
                <a:uFillTx/>
                <a:latin typeface="Kalimati"/>
                <a:cs typeface="Kalimati"/>
              </a:rPr>
              <a:t>नक्साको बिवेचना</a:t>
            </a:r>
            <a:endParaRPr lang="en-US" sz="4400" b="0" u="none" strike="noStrike">
              <a:solidFill>
                <a:srgbClr val="000000"/>
              </a:solidFill>
              <a:uFillTx/>
              <a:latin typeface="Arial"/>
            </a:endParaRPr>
          </a:p>
        </p:txBody>
      </p:sp>
      <p:sp>
        <p:nvSpPr>
          <p:cNvPr id="166" name="PlaceHolder 2"/>
          <p:cNvSpPr>
            <a:spLocks noGrp="1"/>
          </p:cNvSpPr>
          <p:nvPr>
            <p:ph/>
          </p:nvPr>
        </p:nvSpPr>
        <p:spPr>
          <a:xfrm>
            <a:off x="411120" y="1459080"/>
            <a:ext cx="5684400" cy="539820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ne-NP" sz="3200" b="0" u="none" strike="noStrike" dirty="0">
                <a:solidFill>
                  <a:schemeClr val="dk1"/>
                </a:solidFill>
                <a:uFillTx/>
                <a:latin typeface="Kokila"/>
                <a:cs typeface="Kokila"/>
              </a:rPr>
              <a:t>हालको नक्सा</a:t>
            </a:r>
            <a:endParaRPr lang="en-US" sz="32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tabLst>
                <a:tab pos="0" algn="l"/>
              </a:tabLst>
            </a:pPr>
            <a:r>
              <a:rPr lang="ne-NP" sz="3200" b="0" u="none" strike="noStrike" dirty="0">
                <a:solidFill>
                  <a:schemeClr val="dk1"/>
                </a:solidFill>
                <a:uFillTx/>
                <a:latin typeface="Kokila"/>
                <a:cs typeface="Kokila"/>
              </a:rPr>
              <a:t>नक्साको शुद्धतामा बृद्धी</a:t>
            </a:r>
            <a:endParaRPr lang="en-US" sz="32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tabLst>
                <a:tab pos="0" algn="l"/>
              </a:tabLst>
            </a:pPr>
            <a:r>
              <a:rPr lang="ne-NP" sz="3200" b="0" u="none" strike="noStrike" dirty="0">
                <a:solidFill>
                  <a:schemeClr val="dk1"/>
                </a:solidFill>
                <a:uFillTx/>
                <a:latin typeface="Kokila"/>
                <a:cs typeface="Kokila"/>
              </a:rPr>
              <a:t>कित्ताको साँध सिमानामा थप प्रष्टता</a:t>
            </a:r>
            <a:endParaRPr lang="en-US" sz="32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tabLst>
                <a:tab pos="0" algn="l"/>
              </a:tabLst>
            </a:pPr>
            <a:r>
              <a:rPr lang="ne-NP" sz="3200" b="0" u="none" strike="noStrike" dirty="0">
                <a:solidFill>
                  <a:schemeClr val="dk1"/>
                </a:solidFill>
                <a:uFillTx/>
                <a:latin typeface="Kokila"/>
                <a:cs typeface="Kokila"/>
              </a:rPr>
              <a:t>सानो माननापमा रहेका नक्सामा स</a:t>
            </a:r>
            <a:r>
              <a:rPr lang="en-US" sz="3200" b="0" u="none" strike="noStrike" dirty="0">
                <a:solidFill>
                  <a:schemeClr val="dk1"/>
                </a:solidFill>
                <a:uFillTx/>
                <a:latin typeface="Kokila"/>
              </a:rPr>
              <a:t>-</a:t>
            </a:r>
            <a:r>
              <a:rPr lang="ne-NP" sz="3200" b="0" u="none" strike="noStrike" dirty="0">
                <a:solidFill>
                  <a:schemeClr val="dk1"/>
                </a:solidFill>
                <a:uFillTx/>
                <a:latin typeface="Kokila"/>
                <a:cs typeface="Kokila"/>
              </a:rPr>
              <a:t>साना कित्ता नक्सांकन गर्न कठिनाइ हुने भएकोले तुलनात्मक रुपमा ठूलो माननापमा तयार </a:t>
            </a:r>
            <a:endParaRPr lang="en-US" sz="32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tabLst>
                <a:tab pos="0" algn="l"/>
              </a:tabLst>
            </a:pPr>
            <a:r>
              <a:rPr lang="ne-NP" sz="3200" b="0" u="none" strike="noStrike" dirty="0">
                <a:solidFill>
                  <a:schemeClr val="dk1"/>
                </a:solidFill>
                <a:uFillTx/>
                <a:latin typeface="Kokila"/>
                <a:cs typeface="Kokila"/>
              </a:rPr>
              <a:t>नियन्त्रण बिन्दुको राष्ट्रिय सञ्जालको आधारमा नक्सा तयार</a:t>
            </a:r>
            <a:endParaRPr lang="en-US" sz="32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tabLst>
                <a:tab pos="0" algn="l"/>
              </a:tabLst>
            </a:pPr>
            <a:r>
              <a:rPr lang="ne-NP" sz="3200" b="0" u="none" strike="noStrike" dirty="0">
                <a:solidFill>
                  <a:schemeClr val="dk1"/>
                </a:solidFill>
                <a:uFillTx/>
                <a:latin typeface="Kokila"/>
                <a:cs typeface="Kokila"/>
              </a:rPr>
              <a:t>तुलनात्मक रुपमा नया प्रविधी र जनशक्तिको प्रयोग</a:t>
            </a:r>
            <a:endParaRPr lang="en-US" sz="3200" b="0" u="none" strike="noStrike" dirty="0">
              <a:solidFill>
                <a:srgbClr val="000000"/>
              </a:solidFill>
              <a:uFillTx/>
              <a:latin typeface="Arial"/>
            </a:endParaRPr>
          </a:p>
          <a:p>
            <a:pPr marL="228600" indent="-228600" defTabSz="914400">
              <a:lnSpc>
                <a:spcPct val="90000"/>
              </a:lnSpc>
              <a:spcBef>
                <a:spcPts val="1001"/>
              </a:spcBef>
              <a:buClr>
                <a:srgbClr val="000000"/>
              </a:buClr>
              <a:buFont typeface="Arial"/>
              <a:buChar char="•"/>
              <a:tabLst>
                <a:tab pos="0" algn="l"/>
              </a:tabLst>
            </a:pPr>
            <a:r>
              <a:rPr lang="ne-NP" sz="3200" b="0" u="none" strike="noStrike" dirty="0">
                <a:solidFill>
                  <a:schemeClr val="dk1"/>
                </a:solidFill>
                <a:uFillTx/>
                <a:latin typeface="Kokila"/>
                <a:cs typeface="Kokila"/>
              </a:rPr>
              <a:t>केही समय अघि मात्र तयार भएका </a:t>
            </a:r>
            <a:endParaRPr lang="en-US" sz="3200" b="0" u="none" strike="noStrike" dirty="0">
              <a:solidFill>
                <a:srgbClr val="000000"/>
              </a:solidFill>
              <a:uFillTx/>
              <a:latin typeface="Arial"/>
            </a:endParaRPr>
          </a:p>
          <a:p>
            <a:pPr indent="0" defTabSz="914400">
              <a:lnSpc>
                <a:spcPct val="90000"/>
              </a:lnSpc>
              <a:spcBef>
                <a:spcPts val="1001"/>
              </a:spcBef>
              <a:buNone/>
              <a:tabLst>
                <a:tab pos="0" algn="l"/>
              </a:tabLst>
            </a:pPr>
            <a:endParaRPr lang="en-US" sz="3200" b="0" u="none" strike="noStrike" dirty="0">
              <a:solidFill>
                <a:srgbClr val="000000"/>
              </a:solidFill>
              <a:uFillTx/>
              <a:latin typeface="Arial"/>
            </a:endParaRPr>
          </a:p>
        </p:txBody>
      </p:sp>
      <p:pic>
        <p:nvPicPr>
          <p:cNvPr id="167" name="Picture 5" descr="Cadastral map with Geodetic Control"/>
          <p:cNvPicPr/>
          <p:nvPr/>
        </p:nvPicPr>
        <p:blipFill>
          <a:blip r:embed="rId2"/>
          <a:stretch/>
        </p:blipFill>
        <p:spPr>
          <a:xfrm>
            <a:off x="6095880" y="0"/>
            <a:ext cx="6095160" cy="6857280"/>
          </a:xfrm>
          <a:prstGeom prst="rect">
            <a:avLst/>
          </a:prstGeom>
          <a:noFill/>
          <a:ln w="0">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PlaceHolder 1"/>
          <p:cNvSpPr>
            <a:spLocks noGrp="1"/>
          </p:cNvSpPr>
          <p:nvPr>
            <p:ph/>
          </p:nvPr>
        </p:nvSpPr>
        <p:spPr>
          <a:xfrm>
            <a:off x="838080" y="1825560"/>
            <a:ext cx="10596240" cy="4350600"/>
          </a:xfrm>
          <a:prstGeom prst="rect">
            <a:avLst/>
          </a:prstGeom>
          <a:noFill/>
          <a:ln w="0">
            <a:noFill/>
          </a:ln>
        </p:spPr>
        <p:txBody>
          <a:bodyPr lIns="91440" tIns="45720" rIns="91440" bIns="45720" anchor="t">
            <a:normAutofit lnSpcReduction="9999"/>
          </a:bodyPr>
          <a:lstStyle/>
          <a:p>
            <a:pPr indent="0" defTabSz="914400">
              <a:lnSpc>
                <a:spcPct val="90000"/>
              </a:lnSpc>
              <a:spcBef>
                <a:spcPts val="1001"/>
              </a:spcBef>
              <a:buNone/>
              <a:tabLst>
                <a:tab pos="0" algn="l"/>
              </a:tabLst>
            </a:pPr>
            <a:r>
              <a:rPr lang="ne-NP" sz="3600" b="0" u="none" strike="noStrike">
                <a:solidFill>
                  <a:schemeClr val="dk1"/>
                </a:solidFill>
                <a:uFillTx/>
                <a:latin typeface="Kokila"/>
                <a:cs typeface="Kokila"/>
              </a:rPr>
              <a:t>डिजिटल नक्सा</a:t>
            </a:r>
            <a:endParaRPr lang="en-US" sz="36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tabLst>
                <a:tab pos="0" algn="l"/>
              </a:tabLst>
            </a:pPr>
            <a:r>
              <a:rPr lang="ne-NP" sz="3600" b="0" u="none" strike="noStrike">
                <a:solidFill>
                  <a:schemeClr val="dk1"/>
                </a:solidFill>
                <a:uFillTx/>
                <a:latin typeface="Kokila"/>
                <a:cs typeface="Kokila"/>
              </a:rPr>
              <a:t>उच्च प्रविधी र जनशक्तिको प्रयोग</a:t>
            </a:r>
            <a:endParaRPr lang="en-US" sz="36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tabLst>
                <a:tab pos="0" algn="l"/>
              </a:tabLst>
            </a:pPr>
            <a:r>
              <a:rPr lang="ne-NP" sz="3600" b="0" u="none" strike="noStrike">
                <a:solidFill>
                  <a:schemeClr val="dk1"/>
                </a:solidFill>
                <a:uFillTx/>
                <a:latin typeface="Kokila"/>
                <a:cs typeface="Kokila"/>
              </a:rPr>
              <a:t>माननापको समस्या नभएको</a:t>
            </a:r>
            <a:endParaRPr lang="en-US" sz="36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tabLst>
                <a:tab pos="0" algn="l"/>
              </a:tabLst>
            </a:pPr>
            <a:r>
              <a:rPr lang="ne-NP" sz="3600" b="0" u="none" strike="noStrike">
                <a:solidFill>
                  <a:schemeClr val="dk1"/>
                </a:solidFill>
                <a:uFillTx/>
                <a:latin typeface="Kokila"/>
                <a:cs typeface="Kokila"/>
              </a:rPr>
              <a:t>कित्ताका प्रत्येक कुनाको गणितीय नापजाँच </a:t>
            </a:r>
            <a:r>
              <a:rPr lang="en-US" sz="3600" b="0" u="none" strike="noStrike">
                <a:solidFill>
                  <a:schemeClr val="dk1"/>
                </a:solidFill>
                <a:uFillTx/>
                <a:latin typeface="Kokila"/>
              </a:rPr>
              <a:t>(Coordinates)</a:t>
            </a:r>
            <a:endParaRPr lang="en-US" sz="36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tabLst>
                <a:tab pos="0" algn="l"/>
              </a:tabLst>
            </a:pPr>
            <a:r>
              <a:rPr lang="ne-NP" sz="3600" b="0" u="none" strike="noStrike">
                <a:solidFill>
                  <a:schemeClr val="dk1"/>
                </a:solidFill>
                <a:uFillTx/>
                <a:latin typeface="Kokila"/>
                <a:cs typeface="Kokila"/>
              </a:rPr>
              <a:t>उच्च गुणस्तर र शुद्धता</a:t>
            </a:r>
            <a:endParaRPr lang="en-US" sz="36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tabLst>
                <a:tab pos="0" algn="l"/>
              </a:tabLst>
            </a:pPr>
            <a:r>
              <a:rPr lang="ne-NP" sz="3600" b="0" u="none" strike="noStrike">
                <a:solidFill>
                  <a:schemeClr val="dk1"/>
                </a:solidFill>
                <a:uFillTx/>
                <a:latin typeface="Kokila"/>
                <a:cs typeface="Kokila"/>
              </a:rPr>
              <a:t>सिमा चिन्ह हराए वा नष्ट भए पनि पुन</a:t>
            </a:r>
            <a:r>
              <a:rPr lang="en-US" sz="3600" b="0" u="none" strike="noStrike">
                <a:solidFill>
                  <a:schemeClr val="dk1"/>
                </a:solidFill>
                <a:uFillTx/>
                <a:latin typeface="Kokila"/>
              </a:rPr>
              <a:t>: </a:t>
            </a:r>
            <a:r>
              <a:rPr lang="ne-NP" sz="3600" b="0" u="none" strike="noStrike">
                <a:solidFill>
                  <a:schemeClr val="dk1"/>
                </a:solidFill>
                <a:uFillTx/>
                <a:latin typeface="Kokila"/>
                <a:cs typeface="Kokila"/>
              </a:rPr>
              <a:t>सजिलै पत्ता लगाउन सकिने</a:t>
            </a:r>
            <a:endParaRPr lang="en-US" sz="3600" b="0" u="none" strike="noStrike">
              <a:solidFill>
                <a:srgbClr val="000000"/>
              </a:solidFill>
              <a:uFillTx/>
              <a:latin typeface="Arial"/>
            </a:endParaRPr>
          </a:p>
          <a:p>
            <a:pPr marL="228600" indent="-228600" defTabSz="914400">
              <a:lnSpc>
                <a:spcPct val="90000"/>
              </a:lnSpc>
              <a:spcBef>
                <a:spcPts val="1001"/>
              </a:spcBef>
              <a:buClr>
                <a:srgbClr val="000000"/>
              </a:buClr>
              <a:buFont typeface="Arial"/>
              <a:buChar char="•"/>
              <a:tabLst>
                <a:tab pos="0" algn="l"/>
              </a:tabLst>
            </a:pPr>
            <a:r>
              <a:rPr lang="ne-NP" sz="3600" b="0" u="none" strike="noStrike">
                <a:solidFill>
                  <a:schemeClr val="dk1"/>
                </a:solidFill>
                <a:uFillTx/>
                <a:latin typeface="Kokila"/>
                <a:cs typeface="Kokila"/>
              </a:rPr>
              <a:t>कम्प्यूटरबाट क्षेत्रफल गणना</a:t>
            </a:r>
            <a:endParaRPr lang="en-US" sz="3600" b="0" u="none" strike="noStrike">
              <a:solidFill>
                <a:srgbClr val="000000"/>
              </a:solidFill>
              <a:uFillTx/>
              <a:latin typeface="Arial"/>
            </a:endParaRPr>
          </a:p>
          <a:p>
            <a:pPr indent="0" defTabSz="914400">
              <a:lnSpc>
                <a:spcPct val="90000"/>
              </a:lnSpc>
              <a:spcBef>
                <a:spcPts val="1001"/>
              </a:spcBef>
              <a:buNone/>
              <a:tabLst>
                <a:tab pos="0" algn="l"/>
              </a:tabLst>
            </a:pPr>
            <a:endParaRPr lang="en-US" sz="3600" b="0" u="none" strike="noStrike">
              <a:solidFill>
                <a:srgbClr val="000000"/>
              </a:solidFill>
              <a:uFillTx/>
              <a:latin typeface="Arial"/>
            </a:endParaRPr>
          </a:p>
          <a:p>
            <a:pPr indent="0" defTabSz="914400">
              <a:lnSpc>
                <a:spcPct val="90000"/>
              </a:lnSpc>
              <a:spcBef>
                <a:spcPts val="1001"/>
              </a:spcBef>
              <a:buNone/>
              <a:tabLst>
                <a:tab pos="0" algn="l"/>
              </a:tabLst>
            </a:pPr>
            <a:endParaRPr lang="en-US" sz="3600" b="0" u="none" strike="noStrike">
              <a:solidFill>
                <a:srgbClr val="000000"/>
              </a:solidFill>
              <a:uFillTx/>
              <a:latin typeface="Arial"/>
            </a:endParaRPr>
          </a:p>
          <a:p>
            <a:pPr indent="0" defTabSz="914400">
              <a:lnSpc>
                <a:spcPct val="90000"/>
              </a:lnSpc>
              <a:spcBef>
                <a:spcPts val="1001"/>
              </a:spcBef>
              <a:buNone/>
              <a:tabLst>
                <a:tab pos="0" algn="l"/>
              </a:tabLst>
            </a:pPr>
            <a:endParaRPr lang="en-US" sz="3600" b="0" u="none" strike="noStrike">
              <a:solidFill>
                <a:srgbClr val="000000"/>
              </a:solidFill>
              <a:uFillTx/>
              <a:latin typeface="Arial"/>
            </a:endParaRPr>
          </a:p>
        </p:txBody>
      </p:sp>
      <p:sp>
        <p:nvSpPr>
          <p:cNvPr id="169" name="PlaceHolder 2"/>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ne-NP" sz="4400" b="0" u="none" strike="noStrike">
                <a:solidFill>
                  <a:schemeClr val="dk1"/>
                </a:solidFill>
                <a:uFillTx/>
                <a:latin typeface="Kalimati"/>
                <a:cs typeface="Kalimati"/>
              </a:rPr>
              <a:t>नक्साको बिवेचना</a:t>
            </a:r>
            <a:endParaRPr lang="en-US" sz="4400" b="0" u="none" strike="noStrike">
              <a:solidFill>
                <a:srgbClr val="000000"/>
              </a:solidFill>
              <a:uFillTx/>
              <a:latin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ne-NP" sz="4400" b="1" u="none" strike="noStrike">
                <a:solidFill>
                  <a:srgbClr val="000000"/>
                </a:solidFill>
                <a:uFillTx/>
                <a:latin typeface="Kokila"/>
                <a:cs typeface="Kokila"/>
              </a:rPr>
              <a:t>नक्शाको प्लटिङ त्रुटी</a:t>
            </a:r>
            <a:endParaRPr lang="en-US" sz="4400" b="0" u="none" strike="noStrike">
              <a:solidFill>
                <a:srgbClr val="000000"/>
              </a:solidFill>
              <a:uFillTx/>
              <a:latin typeface="Arial"/>
            </a:endParaRPr>
          </a:p>
        </p:txBody>
      </p:sp>
      <p:sp>
        <p:nvSpPr>
          <p:cNvPr id="175" name="PlaceHolder 2"/>
          <p:cNvSpPr>
            <a:spLocks noGrp="1"/>
          </p:cNvSpPr>
          <p:nvPr>
            <p:ph/>
          </p:nvPr>
        </p:nvSpPr>
        <p:spPr>
          <a:xfrm>
            <a:off x="541800" y="1825560"/>
            <a:ext cx="7411320" cy="4908240"/>
          </a:xfrm>
          <a:prstGeom prst="rect">
            <a:avLst/>
          </a:prstGeom>
          <a:noFill/>
          <a:ln w="0">
            <a:noFill/>
          </a:ln>
        </p:spPr>
        <p:txBody>
          <a:bodyPr lIns="91440" tIns="45720" rIns="91440" bIns="45720" anchor="t">
            <a:normAutofit lnSpcReduction="10000"/>
          </a:bodyPr>
          <a:lstStyle/>
          <a:p>
            <a:pPr marL="228600" indent="-228600" algn="just" defTabSz="914400">
              <a:lnSpc>
                <a:spcPct val="90000"/>
              </a:lnSpc>
              <a:spcBef>
                <a:spcPts val="289"/>
              </a:spcBef>
              <a:spcAft>
                <a:spcPts val="289"/>
              </a:spcAft>
              <a:buClr>
                <a:srgbClr val="000000"/>
              </a:buClr>
              <a:buFont typeface="Arial"/>
              <a:buChar char="•"/>
            </a:pPr>
            <a:r>
              <a:rPr lang="ne-NP" sz="2800" b="0" u="none" strike="noStrike" dirty="0">
                <a:solidFill>
                  <a:srgbClr val="000000"/>
                </a:solidFill>
                <a:uFillTx/>
                <a:latin typeface="Kokila"/>
                <a:cs typeface="Kokila"/>
              </a:rPr>
              <a:t>जमीनमा रहेको डिटेल नक्शामा उतार्दा प्रयोग हुने पेन्सिलको टुप्पोको साइज १ मिलिमीटरको १ चौथाइ हुनुपर्छ भन्ने मान्यता छ । </a:t>
            </a:r>
            <a:endParaRPr lang="en-US" sz="2800" b="0" u="none" strike="noStrike" dirty="0">
              <a:solidFill>
                <a:srgbClr val="000000"/>
              </a:solidFill>
              <a:uFillTx/>
              <a:latin typeface="Arial"/>
            </a:endParaRPr>
          </a:p>
          <a:p>
            <a:pPr marL="228600" indent="-228600" algn="just" defTabSz="914400">
              <a:lnSpc>
                <a:spcPct val="90000"/>
              </a:lnSpc>
              <a:spcBef>
                <a:spcPts val="289"/>
              </a:spcBef>
              <a:spcAft>
                <a:spcPts val="289"/>
              </a:spcAft>
              <a:buClr>
                <a:srgbClr val="000000"/>
              </a:buClr>
              <a:buFont typeface="Arial"/>
              <a:buChar char="•"/>
            </a:pPr>
            <a:r>
              <a:rPr lang="ne-NP" sz="2800" b="0" u="none" strike="noStrike" dirty="0">
                <a:solidFill>
                  <a:srgbClr val="000000"/>
                </a:solidFill>
                <a:uFillTx/>
                <a:latin typeface="Kokila"/>
                <a:cs typeface="Kokila"/>
              </a:rPr>
              <a:t>नक्शामा १ विन्दूको नाप १ मिलिमीटरको १ चौथाइ हुन्छ </a:t>
            </a:r>
            <a:endParaRPr lang="en-US" sz="2800" b="0" u="none" strike="noStrike" dirty="0">
              <a:solidFill>
                <a:srgbClr val="000000"/>
              </a:solidFill>
              <a:uFillTx/>
              <a:latin typeface="Arial"/>
            </a:endParaRPr>
          </a:p>
          <a:p>
            <a:pPr marL="228600" indent="-228600" algn="just" defTabSz="914400">
              <a:lnSpc>
                <a:spcPct val="90000"/>
              </a:lnSpc>
              <a:spcBef>
                <a:spcPts val="289"/>
              </a:spcBef>
              <a:spcAft>
                <a:spcPts val="289"/>
              </a:spcAft>
              <a:buClr>
                <a:srgbClr val="000000"/>
              </a:buClr>
              <a:buFont typeface="Arial"/>
              <a:buChar char="•"/>
            </a:pPr>
            <a:r>
              <a:rPr lang="ne-NP" sz="2800" b="0" u="none" strike="noStrike" dirty="0">
                <a:solidFill>
                  <a:srgbClr val="000000"/>
                </a:solidFill>
                <a:uFillTx/>
                <a:latin typeface="Kokila"/>
                <a:cs typeface="Kokila"/>
              </a:rPr>
              <a:t>माननाप </a:t>
            </a:r>
            <a:r>
              <a:rPr lang="en-US" sz="2800" b="0" u="none" strike="noStrike" dirty="0">
                <a:solidFill>
                  <a:srgbClr val="000000"/>
                </a:solidFill>
                <a:uFillTx/>
                <a:latin typeface="Kokila"/>
                <a:ea typeface="Microsoft YaHei"/>
              </a:rPr>
              <a:t>(Scale) </a:t>
            </a:r>
            <a:r>
              <a:rPr lang="ne-NP" sz="2800" b="0" u="none" strike="noStrike" dirty="0">
                <a:solidFill>
                  <a:srgbClr val="000000"/>
                </a:solidFill>
                <a:uFillTx/>
                <a:latin typeface="Kokila"/>
                <a:cs typeface="Kokila"/>
              </a:rPr>
              <a:t>अनुसारको प्लटिङ त्रुटी </a:t>
            </a:r>
            <a:r>
              <a:rPr lang="en-US" sz="2800" b="0" u="none" strike="noStrike" dirty="0">
                <a:solidFill>
                  <a:srgbClr val="000000"/>
                </a:solidFill>
                <a:uFillTx/>
                <a:latin typeface="Kokila"/>
                <a:ea typeface="Microsoft YaHei"/>
              </a:rPr>
              <a:t>(Plotting Error) </a:t>
            </a:r>
            <a:r>
              <a:rPr lang="ne-NP" sz="2800" b="0" u="none" strike="noStrike" dirty="0">
                <a:solidFill>
                  <a:srgbClr val="000000"/>
                </a:solidFill>
                <a:uFillTx/>
                <a:latin typeface="Kokila"/>
                <a:cs typeface="Kokila"/>
              </a:rPr>
              <a:t>भन्नाले १ मिलिमीटरको १ चौथाइ हुन आउछ </a:t>
            </a:r>
            <a:endParaRPr lang="en-US" sz="2800" b="0" u="none" strike="noStrike" dirty="0">
              <a:solidFill>
                <a:srgbClr val="000000"/>
              </a:solidFill>
              <a:uFillTx/>
              <a:latin typeface="Arial"/>
            </a:endParaRPr>
          </a:p>
          <a:p>
            <a:pPr marL="685800" lvl="1" indent="-228600" algn="just" defTabSz="914400">
              <a:lnSpc>
                <a:spcPct val="90000"/>
              </a:lnSpc>
              <a:spcBef>
                <a:spcPts val="289"/>
              </a:spcBef>
              <a:spcAft>
                <a:spcPts val="289"/>
              </a:spcAft>
              <a:buClr>
                <a:srgbClr val="0000CC"/>
              </a:buClr>
              <a:buFont typeface="Wingdings" charset="2"/>
              <a:buChar char=""/>
            </a:pPr>
            <a:r>
              <a:rPr lang="ne-NP" sz="2800" b="0" u="none" strike="noStrike" dirty="0">
                <a:solidFill>
                  <a:srgbClr val="000000"/>
                </a:solidFill>
                <a:uFillTx/>
                <a:latin typeface="Kokila"/>
                <a:cs typeface="Kokila"/>
              </a:rPr>
              <a:t>उदाहरणको लागि १</a:t>
            </a:r>
            <a:r>
              <a:rPr lang="en-US" sz="2800" b="0" u="none" strike="noStrike" dirty="0">
                <a:solidFill>
                  <a:srgbClr val="000000"/>
                </a:solidFill>
                <a:uFillTx/>
                <a:latin typeface="Kokila"/>
                <a:ea typeface="Microsoft YaHei"/>
              </a:rPr>
              <a:t>:</a:t>
            </a:r>
            <a:r>
              <a:rPr lang="ne-NP" sz="2800" b="0" u="none" strike="noStrike" dirty="0">
                <a:solidFill>
                  <a:srgbClr val="000000"/>
                </a:solidFill>
                <a:uFillTx/>
                <a:latin typeface="Kokila"/>
                <a:cs typeface="Kokila"/>
              </a:rPr>
              <a:t>५०० माननाप को नक्शाको प्लटिङ त्रुटी </a:t>
            </a:r>
            <a:r>
              <a:rPr lang="en-US" sz="2800" b="0" u="none" strike="noStrike" dirty="0">
                <a:solidFill>
                  <a:srgbClr val="000000"/>
                </a:solidFill>
                <a:uFillTx/>
                <a:latin typeface="Kokila"/>
                <a:ea typeface="Microsoft YaHei"/>
              </a:rPr>
              <a:t>= </a:t>
            </a:r>
            <a:r>
              <a:rPr lang="ne-NP" sz="2800" b="0" u="none" strike="noStrike" dirty="0">
                <a:solidFill>
                  <a:srgbClr val="000000"/>
                </a:solidFill>
                <a:uFillTx/>
                <a:latin typeface="Kokila"/>
                <a:cs typeface="Kokila"/>
              </a:rPr>
              <a:t>५०० मिलिमिटरको एक चौथाइ अर्थात ५००</a:t>
            </a:r>
            <a:r>
              <a:rPr lang="en-US" sz="2800" b="0" u="none" strike="noStrike" dirty="0">
                <a:solidFill>
                  <a:srgbClr val="000000"/>
                </a:solidFill>
                <a:uFillTx/>
                <a:latin typeface="Kokila"/>
                <a:ea typeface="Microsoft YaHei"/>
              </a:rPr>
              <a:t>/</a:t>
            </a:r>
            <a:r>
              <a:rPr lang="ne-NP" sz="2800" b="0" u="none" strike="noStrike" dirty="0">
                <a:solidFill>
                  <a:srgbClr val="000000"/>
                </a:solidFill>
                <a:uFillTx/>
                <a:latin typeface="Kokila"/>
                <a:cs typeface="Kokila"/>
              </a:rPr>
              <a:t>४</a:t>
            </a:r>
            <a:r>
              <a:rPr lang="en-US" sz="2800" b="0" u="none" strike="noStrike" dirty="0">
                <a:solidFill>
                  <a:srgbClr val="000000"/>
                </a:solidFill>
                <a:uFillTx/>
                <a:latin typeface="Kokila"/>
                <a:ea typeface="Microsoft YaHei"/>
              </a:rPr>
              <a:t>= </a:t>
            </a:r>
            <a:r>
              <a:rPr lang="ne-NP" sz="2800" b="0" u="none" strike="noStrike" dirty="0">
                <a:solidFill>
                  <a:srgbClr val="000000"/>
                </a:solidFill>
                <a:uFillTx/>
                <a:latin typeface="Kokila"/>
                <a:cs typeface="Kokila"/>
              </a:rPr>
              <a:t>१२५ मि</a:t>
            </a:r>
            <a:r>
              <a:rPr lang="en-US" sz="2800" b="0" u="none" strike="noStrike" dirty="0">
                <a:solidFill>
                  <a:srgbClr val="000000"/>
                </a:solidFill>
                <a:uFillTx/>
                <a:latin typeface="Kokila"/>
                <a:ea typeface="Microsoft YaHei"/>
              </a:rPr>
              <a:t>.</a:t>
            </a:r>
            <a:r>
              <a:rPr lang="ne-NP" sz="2800" b="0" u="none" strike="noStrike" dirty="0">
                <a:solidFill>
                  <a:srgbClr val="000000"/>
                </a:solidFill>
                <a:uFillTx/>
                <a:latin typeface="Kokila"/>
                <a:cs typeface="Kokila"/>
              </a:rPr>
              <a:t>मि</a:t>
            </a:r>
            <a:r>
              <a:rPr lang="en-US" sz="2800" b="0" u="none" strike="noStrike" dirty="0">
                <a:solidFill>
                  <a:srgbClr val="000000"/>
                </a:solidFill>
                <a:uFillTx/>
                <a:latin typeface="Kokila"/>
                <a:ea typeface="Microsoft YaHei"/>
              </a:rPr>
              <a:t>. </a:t>
            </a:r>
            <a:r>
              <a:rPr lang="ne-NP" sz="2800" b="0" u="none" strike="noStrike" dirty="0">
                <a:solidFill>
                  <a:srgbClr val="000000"/>
                </a:solidFill>
                <a:uFillTx/>
                <a:latin typeface="Kokila"/>
                <a:cs typeface="Kokila"/>
              </a:rPr>
              <a:t>अर्थात १२</a:t>
            </a:r>
            <a:r>
              <a:rPr lang="en-US" sz="2800" b="0" u="none" strike="noStrike" dirty="0">
                <a:solidFill>
                  <a:srgbClr val="000000"/>
                </a:solidFill>
                <a:uFillTx/>
                <a:latin typeface="Kokila"/>
                <a:ea typeface="Microsoft YaHei"/>
              </a:rPr>
              <a:t>.</a:t>
            </a:r>
            <a:r>
              <a:rPr lang="ne-NP" sz="2800" b="0" u="none" strike="noStrike" dirty="0">
                <a:solidFill>
                  <a:srgbClr val="000000"/>
                </a:solidFill>
                <a:uFillTx/>
                <a:latin typeface="Kokila"/>
                <a:cs typeface="Kokila"/>
              </a:rPr>
              <a:t>५ से</a:t>
            </a:r>
            <a:r>
              <a:rPr lang="en-US" sz="2800" b="0" u="none" strike="noStrike" dirty="0">
                <a:solidFill>
                  <a:srgbClr val="000000"/>
                </a:solidFill>
                <a:uFillTx/>
                <a:latin typeface="Kokila"/>
                <a:ea typeface="Microsoft YaHei"/>
              </a:rPr>
              <a:t>.</a:t>
            </a:r>
            <a:r>
              <a:rPr lang="ne-NP" sz="2800" b="0" u="none" strike="noStrike" dirty="0">
                <a:solidFill>
                  <a:srgbClr val="000000"/>
                </a:solidFill>
                <a:uFillTx/>
                <a:latin typeface="Kokila"/>
                <a:cs typeface="Kokila"/>
              </a:rPr>
              <a:t>मी हुन आउँछ </a:t>
            </a:r>
            <a:endParaRPr lang="en-US" sz="2800" b="0" u="none" strike="noStrike" dirty="0">
              <a:solidFill>
                <a:srgbClr val="000000"/>
              </a:solidFill>
              <a:uFillTx/>
              <a:latin typeface="Arial"/>
            </a:endParaRPr>
          </a:p>
          <a:p>
            <a:pPr marL="685800" lvl="1" indent="-228600" algn="just" defTabSz="914400">
              <a:lnSpc>
                <a:spcPct val="90000"/>
              </a:lnSpc>
              <a:spcBef>
                <a:spcPts val="289"/>
              </a:spcBef>
              <a:spcAft>
                <a:spcPts val="289"/>
              </a:spcAft>
              <a:buClr>
                <a:srgbClr val="000000"/>
              </a:buClr>
              <a:buFont typeface="Wingdings" charset="2"/>
              <a:buChar char=""/>
            </a:pPr>
            <a:r>
              <a:rPr lang="ne-NP" sz="2800" b="0" u="none" strike="noStrike" dirty="0">
                <a:solidFill>
                  <a:srgbClr val="000000"/>
                </a:solidFill>
                <a:uFillTx/>
                <a:latin typeface="Kokila"/>
                <a:cs typeface="Kokila"/>
              </a:rPr>
              <a:t>त्यसैगरी १</a:t>
            </a:r>
            <a:r>
              <a:rPr lang="en-US" sz="2800" b="0" u="none" strike="noStrike" dirty="0">
                <a:solidFill>
                  <a:srgbClr val="000000"/>
                </a:solidFill>
                <a:uFillTx/>
                <a:latin typeface="Kokila"/>
                <a:ea typeface="Microsoft YaHei"/>
              </a:rPr>
              <a:t>:</a:t>
            </a:r>
            <a:r>
              <a:rPr lang="ne-NP" sz="2800" b="0" u="none" strike="noStrike" dirty="0">
                <a:solidFill>
                  <a:srgbClr val="000000"/>
                </a:solidFill>
                <a:uFillTx/>
                <a:latin typeface="Kokila"/>
                <a:cs typeface="Kokila"/>
              </a:rPr>
              <a:t>१२५० र १</a:t>
            </a:r>
            <a:r>
              <a:rPr lang="en-US" sz="2800" b="0" u="none" strike="noStrike" dirty="0">
                <a:solidFill>
                  <a:srgbClr val="000000"/>
                </a:solidFill>
                <a:uFillTx/>
                <a:latin typeface="Kokila"/>
                <a:ea typeface="Microsoft YaHei"/>
              </a:rPr>
              <a:t>:</a:t>
            </a:r>
            <a:r>
              <a:rPr lang="ne-NP" sz="2800" b="0" u="none" strike="noStrike" dirty="0">
                <a:solidFill>
                  <a:srgbClr val="000000"/>
                </a:solidFill>
                <a:uFillTx/>
                <a:latin typeface="Kokila"/>
                <a:cs typeface="Kokila"/>
              </a:rPr>
              <a:t>२५०० को माननापको नक्शाको प्लटिङ त्रुटी क्रमशः ३१</a:t>
            </a:r>
            <a:r>
              <a:rPr lang="en-US" sz="2800" b="0" u="none" strike="noStrike" dirty="0">
                <a:solidFill>
                  <a:srgbClr val="000000"/>
                </a:solidFill>
                <a:uFillTx/>
                <a:latin typeface="Kokila"/>
                <a:ea typeface="Microsoft YaHei"/>
              </a:rPr>
              <a:t>.</a:t>
            </a:r>
            <a:r>
              <a:rPr lang="ne-NP" sz="2800" b="0" u="none" strike="noStrike" dirty="0">
                <a:solidFill>
                  <a:srgbClr val="000000"/>
                </a:solidFill>
                <a:uFillTx/>
                <a:latin typeface="Kokila"/>
                <a:cs typeface="Kokila"/>
              </a:rPr>
              <a:t>२५ र ६२</a:t>
            </a:r>
            <a:r>
              <a:rPr lang="en-US" sz="2800" b="0" u="none" strike="noStrike" dirty="0">
                <a:solidFill>
                  <a:srgbClr val="000000"/>
                </a:solidFill>
                <a:uFillTx/>
                <a:latin typeface="Kokila"/>
                <a:ea typeface="Microsoft YaHei"/>
              </a:rPr>
              <a:t>.</a:t>
            </a:r>
            <a:r>
              <a:rPr lang="ne-NP" sz="2800" b="0" u="none" strike="noStrike" dirty="0">
                <a:solidFill>
                  <a:srgbClr val="000000"/>
                </a:solidFill>
                <a:uFillTx/>
                <a:latin typeface="Kokila"/>
                <a:cs typeface="Kokila"/>
              </a:rPr>
              <a:t>५ से</a:t>
            </a:r>
            <a:r>
              <a:rPr lang="en-US" sz="2800" b="0" u="none" strike="noStrike" dirty="0">
                <a:solidFill>
                  <a:srgbClr val="000000"/>
                </a:solidFill>
                <a:uFillTx/>
                <a:latin typeface="Kokila"/>
                <a:ea typeface="Microsoft YaHei"/>
              </a:rPr>
              <a:t>.</a:t>
            </a:r>
            <a:r>
              <a:rPr lang="ne-NP" sz="2800" b="0" u="none" strike="noStrike" dirty="0">
                <a:solidFill>
                  <a:srgbClr val="000000"/>
                </a:solidFill>
                <a:uFillTx/>
                <a:latin typeface="Kokila"/>
                <a:cs typeface="Kokila"/>
              </a:rPr>
              <a:t>मी</a:t>
            </a:r>
            <a:r>
              <a:rPr lang="en-US" sz="2800" b="0" u="none" strike="noStrike" dirty="0">
                <a:solidFill>
                  <a:srgbClr val="000000"/>
                </a:solidFill>
                <a:uFillTx/>
                <a:latin typeface="Kokila"/>
                <a:ea typeface="Microsoft YaHei"/>
              </a:rPr>
              <a:t>. </a:t>
            </a:r>
            <a:r>
              <a:rPr lang="ne-NP" sz="2800" b="0" u="none" strike="noStrike" dirty="0">
                <a:solidFill>
                  <a:srgbClr val="000000"/>
                </a:solidFill>
                <a:uFillTx/>
                <a:latin typeface="Kokila"/>
                <a:cs typeface="Kokila"/>
              </a:rPr>
              <a:t>हुन आउँछ । </a:t>
            </a:r>
            <a:endParaRPr lang="en-US" sz="2800" b="0" u="none" strike="noStrike" dirty="0">
              <a:solidFill>
                <a:srgbClr val="000000"/>
              </a:solidFill>
              <a:uFillTx/>
              <a:latin typeface="Arial"/>
            </a:endParaRPr>
          </a:p>
          <a:p>
            <a:pPr marL="685800" lvl="1" indent="-228600" algn="just" defTabSz="914400">
              <a:lnSpc>
                <a:spcPct val="90000"/>
              </a:lnSpc>
              <a:spcBef>
                <a:spcPts val="289"/>
              </a:spcBef>
              <a:spcAft>
                <a:spcPts val="289"/>
              </a:spcAft>
              <a:buClr>
                <a:srgbClr val="000000"/>
              </a:buClr>
              <a:buFont typeface="Wingdings" charset="2"/>
              <a:buChar char=""/>
            </a:pPr>
            <a:r>
              <a:rPr lang="ne-NP" sz="2800" b="0" u="none" strike="noStrike" dirty="0">
                <a:solidFill>
                  <a:srgbClr val="000000"/>
                </a:solidFill>
                <a:uFillTx/>
                <a:latin typeface="Kokila"/>
                <a:cs typeface="Kokila"/>
              </a:rPr>
              <a:t>यसको अर्थ दुई भिन्न ब्यक्तिले एउटै दूरी नक्सामा मापन गर्दा नक्सा कोर्दा त्यति अङ्क सम्मको छुट फरक मान्य हुने गर्दछ</a:t>
            </a:r>
            <a:endParaRPr lang="en-US" sz="2800" b="0" u="none" strike="noStrike" dirty="0">
              <a:solidFill>
                <a:srgbClr val="000000"/>
              </a:solidFill>
              <a:uFillTx/>
              <a:latin typeface="Arial"/>
            </a:endParaRPr>
          </a:p>
        </p:txBody>
      </p:sp>
      <p:pic>
        <p:nvPicPr>
          <p:cNvPr id="176" name="Picture 10"/>
          <p:cNvPicPr/>
          <p:nvPr/>
        </p:nvPicPr>
        <p:blipFill>
          <a:blip r:embed="rId2"/>
          <a:srcRect l="37269" t="13189" r="36061" b="5324"/>
          <a:stretch/>
        </p:blipFill>
        <p:spPr>
          <a:xfrm>
            <a:off x="8268840" y="3600"/>
            <a:ext cx="3990960" cy="6853320"/>
          </a:xfrm>
          <a:prstGeom prst="rect">
            <a:avLst/>
          </a:prstGeom>
          <a:noFill/>
          <a:ln w="0">
            <a:noFill/>
          </a:ln>
        </p:spPr>
      </p:pic>
    </p:spTree>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PlaceHolder 1"/>
          <p:cNvSpPr>
            <a:spLocks noGrp="1"/>
          </p:cNvSpPr>
          <p:nvPr>
            <p:ph type="title"/>
          </p:nvPr>
        </p:nvSpPr>
        <p:spPr>
          <a:xfrm>
            <a:off x="211320" y="365040"/>
            <a:ext cx="10514880" cy="132480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400" b="0" u="none" strike="noStrike">
                <a:solidFill>
                  <a:schemeClr val="dk1"/>
                </a:solidFill>
                <a:uFillTx/>
                <a:latin typeface="Calibri Light"/>
              </a:rPr>
              <a:t>How to read measurements?</a:t>
            </a:r>
            <a:endParaRPr lang="en-US" sz="4400" b="0" u="none" strike="noStrike">
              <a:solidFill>
                <a:srgbClr val="000000"/>
              </a:solidFill>
              <a:uFillTx/>
              <a:latin typeface="Arial"/>
            </a:endParaRPr>
          </a:p>
        </p:txBody>
      </p:sp>
      <p:pic>
        <p:nvPicPr>
          <p:cNvPr id="178" name="Picture 7" descr="PEDILYS 12&quot; Large Steel Enclosure Thermometer, Decorative Indoor ..."/>
          <p:cNvPicPr/>
          <p:nvPr/>
        </p:nvPicPr>
        <p:blipFill>
          <a:blip r:embed="rId2"/>
          <a:srcRect l="42025" t="26170" r="19502" b="39225"/>
          <a:stretch/>
        </p:blipFill>
        <p:spPr>
          <a:xfrm>
            <a:off x="7007040" y="30960"/>
            <a:ext cx="5115960" cy="4602240"/>
          </a:xfrm>
          <a:prstGeom prst="rect">
            <a:avLst/>
          </a:prstGeom>
          <a:noFill/>
          <a:ln w="0">
            <a:noFill/>
          </a:ln>
        </p:spPr>
      </p:pic>
      <p:sp>
        <p:nvSpPr>
          <p:cNvPr id="179" name="TextBox 3"/>
          <p:cNvSpPr/>
          <p:nvPr/>
        </p:nvSpPr>
        <p:spPr>
          <a:xfrm>
            <a:off x="1469160" y="5589360"/>
            <a:ext cx="3256200" cy="39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2000" b="1" u="none" strike="noStrike">
                <a:solidFill>
                  <a:schemeClr val="dk1"/>
                </a:solidFill>
                <a:uFillTx/>
                <a:latin typeface="Calibri"/>
              </a:rPr>
              <a:t>8.85 or 8.875 or 8.9  cm</a:t>
            </a:r>
            <a:endParaRPr lang="en-US" sz="2000" b="0" u="none" strike="noStrike">
              <a:solidFill>
                <a:srgbClr val="000000"/>
              </a:solidFill>
              <a:uFillTx/>
              <a:latin typeface="Arial"/>
            </a:endParaRPr>
          </a:p>
        </p:txBody>
      </p:sp>
      <p:pic>
        <p:nvPicPr>
          <p:cNvPr id="180" name="Picture 8" descr="How to Read a Tape Measure | Tape measure, Tape reading ..."/>
          <p:cNvPicPr/>
          <p:nvPr/>
        </p:nvPicPr>
        <p:blipFill>
          <a:blip r:embed="rId3"/>
          <a:stretch/>
        </p:blipFill>
        <p:spPr>
          <a:xfrm>
            <a:off x="810360" y="1581120"/>
            <a:ext cx="5714280" cy="3817080"/>
          </a:xfrm>
          <a:prstGeom prst="rect">
            <a:avLst/>
          </a:prstGeom>
          <a:noFill/>
          <a:ln w="0">
            <a:noFill/>
          </a:ln>
        </p:spPr>
      </p:pic>
      <p:cxnSp>
        <p:nvCxnSpPr>
          <p:cNvPr id="181" name="Straight Arrow Connector 2"/>
          <p:cNvCxnSpPr/>
          <p:nvPr/>
        </p:nvCxnSpPr>
        <p:spPr>
          <a:xfrm flipV="1">
            <a:off x="1849320" y="5136840"/>
            <a:ext cx="720" cy="453240"/>
          </a:xfrm>
          <a:prstGeom prst="straightConnector1">
            <a:avLst/>
          </a:prstGeom>
          <a:ln w="38100">
            <a:solidFill>
              <a:srgbClr val="5B9BD5"/>
            </a:solidFill>
            <a:round/>
            <a:tailEnd type="arrow" w="med" len="med"/>
          </a:ln>
        </p:spPr>
      </p:cxnSp>
      <p:sp>
        <p:nvSpPr>
          <p:cNvPr id="182" name="TextBox 4"/>
          <p:cNvSpPr/>
          <p:nvPr/>
        </p:nvSpPr>
        <p:spPr>
          <a:xfrm>
            <a:off x="8607960" y="5135760"/>
            <a:ext cx="3256200" cy="39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2000" b="1" u="none" strike="noStrike">
                <a:solidFill>
                  <a:schemeClr val="dk1"/>
                </a:solidFill>
                <a:uFillTx/>
                <a:latin typeface="Calibri"/>
              </a:rPr>
              <a:t>67.7 or 67.8 or 67.9  degree</a:t>
            </a:r>
            <a:endParaRPr lang="en-US" sz="2000" b="0" u="none" strike="noStrike">
              <a:solidFill>
                <a:srgbClr val="000000"/>
              </a:solidFill>
              <a:uFillTx/>
              <a:latin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PlaceHolder 1"/>
          <p:cNvSpPr>
            <a:spLocks noGrp="1"/>
          </p:cNvSpPr>
          <p:nvPr>
            <p:ph/>
          </p:nvPr>
        </p:nvSpPr>
        <p:spPr>
          <a:xfrm>
            <a:off x="920520" y="366840"/>
            <a:ext cx="10514880" cy="435060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US" sz="2400" b="0" u="none" strike="noStrike" dirty="0">
                <a:solidFill>
                  <a:schemeClr val="dk1"/>
                </a:solidFill>
                <a:uFillTx/>
                <a:latin typeface="Calibri"/>
              </a:rPr>
              <a:t>Scale 1:500 which means 1cm in map = 500 cm = 5m in ground</a:t>
            </a:r>
            <a:endParaRPr lang="en-US" sz="2400" b="0" u="none" strike="noStrike" dirty="0">
              <a:solidFill>
                <a:srgbClr val="000000"/>
              </a:solidFill>
              <a:uFillTx/>
              <a:latin typeface="Arial"/>
            </a:endParaRPr>
          </a:p>
          <a:p>
            <a:pPr indent="0" defTabSz="914400">
              <a:lnSpc>
                <a:spcPct val="90000"/>
              </a:lnSpc>
              <a:spcBef>
                <a:spcPts val="1001"/>
              </a:spcBef>
              <a:buNone/>
              <a:tabLst>
                <a:tab pos="0" algn="l"/>
              </a:tabLst>
            </a:pPr>
            <a:r>
              <a:rPr lang="en-US" sz="2400" b="0" u="none" strike="noStrike" dirty="0">
                <a:solidFill>
                  <a:schemeClr val="dk1"/>
                </a:solidFill>
                <a:uFillTx/>
                <a:latin typeface="Calibri"/>
              </a:rPr>
              <a:t>If it is 8.85 cm in map, it will be </a:t>
            </a:r>
            <a:r>
              <a:rPr lang="en-US" sz="2400" b="1" u="none" strike="noStrike" dirty="0">
                <a:solidFill>
                  <a:schemeClr val="dk1"/>
                </a:solidFill>
                <a:uFillTx/>
                <a:latin typeface="Calibri"/>
              </a:rPr>
              <a:t>8.85*5m = 44.25m </a:t>
            </a:r>
            <a:r>
              <a:rPr lang="en-US" sz="2400" b="0" u="none" strike="noStrike" dirty="0">
                <a:solidFill>
                  <a:schemeClr val="dk1"/>
                </a:solidFill>
                <a:uFillTx/>
                <a:latin typeface="Calibri"/>
              </a:rPr>
              <a:t>in ground</a:t>
            </a:r>
            <a:endParaRPr lang="en-US" sz="2400" b="0" u="none" strike="noStrike" dirty="0">
              <a:solidFill>
                <a:srgbClr val="000000"/>
              </a:solidFill>
              <a:uFillTx/>
              <a:latin typeface="Arial"/>
            </a:endParaRPr>
          </a:p>
          <a:p>
            <a:pPr indent="0" defTabSz="914400">
              <a:lnSpc>
                <a:spcPct val="90000"/>
              </a:lnSpc>
              <a:spcBef>
                <a:spcPts val="1001"/>
              </a:spcBef>
              <a:buNone/>
              <a:tabLst>
                <a:tab pos="0" algn="l"/>
              </a:tabLst>
            </a:pPr>
            <a:r>
              <a:rPr lang="en-US" sz="2400" b="0" u="none" strike="noStrike" dirty="0">
                <a:solidFill>
                  <a:schemeClr val="dk1"/>
                </a:solidFill>
                <a:uFillTx/>
                <a:latin typeface="Calibri"/>
              </a:rPr>
              <a:t>If it is 8.875 cm in map, it will be </a:t>
            </a:r>
            <a:r>
              <a:rPr lang="en-US" sz="2400" b="1" u="none" strike="noStrike" dirty="0">
                <a:solidFill>
                  <a:schemeClr val="dk1"/>
                </a:solidFill>
                <a:uFillTx/>
                <a:latin typeface="Calibri"/>
              </a:rPr>
              <a:t>8.875*5m = 44.375 m </a:t>
            </a:r>
            <a:r>
              <a:rPr lang="en-US" sz="2400" b="0" u="none" strike="noStrike" dirty="0">
                <a:solidFill>
                  <a:schemeClr val="dk1"/>
                </a:solidFill>
                <a:uFillTx/>
                <a:latin typeface="Calibri"/>
              </a:rPr>
              <a:t>in ground</a:t>
            </a:r>
            <a:endParaRPr lang="en-US" sz="2400" b="0" u="none" strike="noStrike" dirty="0">
              <a:solidFill>
                <a:srgbClr val="000000"/>
              </a:solidFill>
              <a:uFillTx/>
              <a:latin typeface="Arial"/>
            </a:endParaRPr>
          </a:p>
          <a:p>
            <a:pPr indent="0" defTabSz="914400">
              <a:lnSpc>
                <a:spcPct val="90000"/>
              </a:lnSpc>
              <a:spcBef>
                <a:spcPts val="1001"/>
              </a:spcBef>
              <a:buNone/>
              <a:tabLst>
                <a:tab pos="0" algn="l"/>
              </a:tabLst>
            </a:pPr>
            <a:r>
              <a:rPr lang="en-US" sz="2400" b="0" u="none" strike="noStrike" dirty="0">
                <a:solidFill>
                  <a:schemeClr val="dk1"/>
                </a:solidFill>
                <a:uFillTx/>
                <a:latin typeface="Calibri"/>
              </a:rPr>
              <a:t>The difference is </a:t>
            </a:r>
            <a:r>
              <a:rPr lang="en-US" sz="2400" b="1" u="none" strike="noStrike" dirty="0">
                <a:solidFill>
                  <a:schemeClr val="dk1"/>
                </a:solidFill>
                <a:uFillTx/>
                <a:latin typeface="Calibri"/>
              </a:rPr>
              <a:t>12.5 cm </a:t>
            </a:r>
            <a:endParaRPr lang="en-US" sz="2400" b="0" u="none" strike="noStrike" dirty="0">
              <a:solidFill>
                <a:srgbClr val="000000"/>
              </a:solidFill>
              <a:uFillTx/>
              <a:latin typeface="Arial"/>
            </a:endParaRPr>
          </a:p>
          <a:p>
            <a:pPr indent="0" defTabSz="914400">
              <a:lnSpc>
                <a:spcPct val="90000"/>
              </a:lnSpc>
              <a:spcBef>
                <a:spcPts val="1001"/>
              </a:spcBef>
              <a:buNone/>
              <a:tabLst>
                <a:tab pos="0" algn="l"/>
              </a:tabLst>
            </a:pPr>
            <a:endParaRPr lang="en-US" sz="2400" b="0" u="none" strike="noStrike" dirty="0">
              <a:solidFill>
                <a:srgbClr val="000000"/>
              </a:solidFill>
              <a:uFillTx/>
              <a:latin typeface="Arial"/>
            </a:endParaRPr>
          </a:p>
          <a:p>
            <a:pPr indent="0" defTabSz="914400">
              <a:lnSpc>
                <a:spcPct val="90000"/>
              </a:lnSpc>
              <a:spcBef>
                <a:spcPts val="1001"/>
              </a:spcBef>
              <a:buNone/>
              <a:tabLst>
                <a:tab pos="0" algn="l"/>
              </a:tabLst>
            </a:pPr>
            <a:r>
              <a:rPr lang="en-US" sz="2400" b="0" u="none" strike="noStrike" dirty="0">
                <a:solidFill>
                  <a:schemeClr val="dk1"/>
                </a:solidFill>
                <a:uFillTx/>
                <a:latin typeface="Calibri"/>
              </a:rPr>
              <a:t>Scale 1:1250 which means 1cm in map = 1250 cm = 12.5m in ground</a:t>
            </a:r>
            <a:endParaRPr lang="en-US" sz="2400" b="0" u="none" strike="noStrike" dirty="0">
              <a:solidFill>
                <a:srgbClr val="000000"/>
              </a:solidFill>
              <a:uFillTx/>
              <a:latin typeface="Arial"/>
            </a:endParaRPr>
          </a:p>
          <a:p>
            <a:pPr indent="0" defTabSz="914400">
              <a:lnSpc>
                <a:spcPct val="90000"/>
              </a:lnSpc>
              <a:spcBef>
                <a:spcPts val="1001"/>
              </a:spcBef>
              <a:buNone/>
              <a:tabLst>
                <a:tab pos="0" algn="l"/>
              </a:tabLst>
            </a:pPr>
            <a:r>
              <a:rPr lang="en-US" sz="2400" b="0" u="none" strike="noStrike" dirty="0">
                <a:solidFill>
                  <a:schemeClr val="dk1"/>
                </a:solidFill>
                <a:uFillTx/>
                <a:latin typeface="Calibri"/>
              </a:rPr>
              <a:t>If it is 8.85 cm in map, it will be </a:t>
            </a:r>
            <a:r>
              <a:rPr lang="en-US" sz="2400" b="1" u="none" strike="noStrike" dirty="0">
                <a:solidFill>
                  <a:schemeClr val="dk1"/>
                </a:solidFill>
                <a:uFillTx/>
                <a:latin typeface="Calibri"/>
              </a:rPr>
              <a:t>8.85*12.5m = 110.625m </a:t>
            </a:r>
            <a:r>
              <a:rPr lang="en-US" sz="2400" b="0" u="none" strike="noStrike" dirty="0">
                <a:solidFill>
                  <a:schemeClr val="dk1"/>
                </a:solidFill>
                <a:uFillTx/>
                <a:latin typeface="Calibri"/>
              </a:rPr>
              <a:t>in ground</a:t>
            </a:r>
            <a:endParaRPr lang="en-US" sz="2400" b="0" u="none" strike="noStrike" dirty="0">
              <a:solidFill>
                <a:srgbClr val="000000"/>
              </a:solidFill>
              <a:uFillTx/>
              <a:latin typeface="Arial"/>
            </a:endParaRPr>
          </a:p>
          <a:p>
            <a:pPr indent="0" defTabSz="914400">
              <a:lnSpc>
                <a:spcPct val="90000"/>
              </a:lnSpc>
              <a:spcBef>
                <a:spcPts val="1001"/>
              </a:spcBef>
              <a:buNone/>
              <a:tabLst>
                <a:tab pos="0" algn="l"/>
              </a:tabLst>
            </a:pPr>
            <a:r>
              <a:rPr lang="en-US" sz="2400" b="0" u="none" strike="noStrike" dirty="0">
                <a:solidFill>
                  <a:schemeClr val="dk1"/>
                </a:solidFill>
                <a:uFillTx/>
                <a:latin typeface="Calibri"/>
              </a:rPr>
              <a:t>If it is 8.875 cm in map, it will be </a:t>
            </a:r>
            <a:r>
              <a:rPr lang="en-US" sz="2400" b="1" u="none" strike="noStrike" dirty="0">
                <a:solidFill>
                  <a:schemeClr val="dk1"/>
                </a:solidFill>
                <a:uFillTx/>
                <a:latin typeface="Calibri"/>
              </a:rPr>
              <a:t>8.875*12.5m = 110.9375 m </a:t>
            </a:r>
            <a:r>
              <a:rPr lang="en-US" sz="2400" b="0" u="none" strike="noStrike" dirty="0">
                <a:solidFill>
                  <a:schemeClr val="dk1"/>
                </a:solidFill>
                <a:uFillTx/>
                <a:latin typeface="Calibri"/>
              </a:rPr>
              <a:t>in ground</a:t>
            </a:r>
            <a:endParaRPr lang="en-US" sz="2400" b="0" u="none" strike="noStrike" dirty="0">
              <a:solidFill>
                <a:srgbClr val="000000"/>
              </a:solidFill>
              <a:uFillTx/>
              <a:latin typeface="Arial"/>
            </a:endParaRPr>
          </a:p>
          <a:p>
            <a:pPr indent="0" defTabSz="914400">
              <a:lnSpc>
                <a:spcPct val="90000"/>
              </a:lnSpc>
              <a:spcBef>
                <a:spcPts val="1001"/>
              </a:spcBef>
              <a:buNone/>
              <a:tabLst>
                <a:tab pos="0" algn="l"/>
              </a:tabLst>
            </a:pPr>
            <a:r>
              <a:rPr lang="en-US" sz="2400" b="0" u="none" strike="noStrike" dirty="0">
                <a:solidFill>
                  <a:schemeClr val="dk1"/>
                </a:solidFill>
                <a:uFillTx/>
                <a:latin typeface="Calibri"/>
              </a:rPr>
              <a:t>The difference is </a:t>
            </a:r>
            <a:r>
              <a:rPr lang="en-US" sz="2400" b="1" u="none" strike="noStrike" dirty="0">
                <a:solidFill>
                  <a:schemeClr val="dk1"/>
                </a:solidFill>
                <a:uFillTx/>
                <a:latin typeface="Calibri"/>
              </a:rPr>
              <a:t>31.25 cm</a:t>
            </a:r>
            <a:endParaRPr lang="en-US" sz="2400" b="0" u="none" strike="noStrike" dirty="0">
              <a:solidFill>
                <a:srgbClr val="000000"/>
              </a:solidFill>
              <a:uFillTx/>
              <a:latin typeface="Arial"/>
            </a:endParaRPr>
          </a:p>
          <a:p>
            <a:pPr indent="0" defTabSz="914400">
              <a:lnSpc>
                <a:spcPct val="90000"/>
              </a:lnSpc>
              <a:spcBef>
                <a:spcPts val="1001"/>
              </a:spcBef>
              <a:buNone/>
              <a:tabLst>
                <a:tab pos="0" algn="l"/>
              </a:tabLst>
            </a:pPr>
            <a:endParaRPr lang="en-US" sz="2400" b="0" u="none" strike="noStrike" dirty="0">
              <a:solidFill>
                <a:srgbClr val="000000"/>
              </a:solidFill>
              <a:uFillTx/>
              <a:latin typeface="Arial"/>
            </a:endParaRPr>
          </a:p>
          <a:p>
            <a:pPr indent="0" defTabSz="914400">
              <a:lnSpc>
                <a:spcPct val="90000"/>
              </a:lnSpc>
              <a:spcBef>
                <a:spcPts val="1001"/>
              </a:spcBef>
              <a:buNone/>
              <a:tabLst>
                <a:tab pos="0" algn="l"/>
              </a:tabLst>
            </a:pPr>
            <a:r>
              <a:rPr lang="en-US" sz="2400" b="0" u="none" strike="noStrike" dirty="0">
                <a:solidFill>
                  <a:schemeClr val="dk1"/>
                </a:solidFill>
                <a:uFillTx/>
                <a:latin typeface="Calibri"/>
              </a:rPr>
              <a:t>Scale 1:2500 which means 1cm in map = 2500 cm = 25m in ground</a:t>
            </a:r>
            <a:endParaRPr lang="en-US" sz="2400" b="0" u="none" strike="noStrike" dirty="0">
              <a:solidFill>
                <a:srgbClr val="000000"/>
              </a:solidFill>
              <a:uFillTx/>
              <a:latin typeface="Arial"/>
            </a:endParaRPr>
          </a:p>
          <a:p>
            <a:pPr indent="0" defTabSz="914400">
              <a:lnSpc>
                <a:spcPct val="90000"/>
              </a:lnSpc>
              <a:spcBef>
                <a:spcPts val="1001"/>
              </a:spcBef>
              <a:buNone/>
              <a:tabLst>
                <a:tab pos="0" algn="l"/>
              </a:tabLst>
            </a:pPr>
            <a:r>
              <a:rPr lang="en-US" sz="2400" b="0" u="none" strike="noStrike" dirty="0">
                <a:solidFill>
                  <a:schemeClr val="dk1"/>
                </a:solidFill>
                <a:uFillTx/>
                <a:latin typeface="Calibri"/>
              </a:rPr>
              <a:t>If it is 8.85 cm in map, it will be </a:t>
            </a:r>
            <a:r>
              <a:rPr lang="en-US" sz="2400" b="1" u="none" strike="noStrike" dirty="0">
                <a:solidFill>
                  <a:schemeClr val="dk1"/>
                </a:solidFill>
                <a:uFillTx/>
                <a:latin typeface="Calibri"/>
              </a:rPr>
              <a:t>8.85*25m = 221.25m </a:t>
            </a:r>
            <a:r>
              <a:rPr lang="en-US" sz="2400" b="0" u="none" strike="noStrike" dirty="0">
                <a:solidFill>
                  <a:schemeClr val="dk1"/>
                </a:solidFill>
                <a:uFillTx/>
                <a:latin typeface="Calibri"/>
              </a:rPr>
              <a:t>in ground</a:t>
            </a:r>
            <a:endParaRPr lang="en-US" sz="2400" b="0" u="none" strike="noStrike" dirty="0">
              <a:solidFill>
                <a:srgbClr val="000000"/>
              </a:solidFill>
              <a:uFillTx/>
              <a:latin typeface="Arial"/>
            </a:endParaRPr>
          </a:p>
          <a:p>
            <a:pPr indent="0" defTabSz="914400">
              <a:lnSpc>
                <a:spcPct val="90000"/>
              </a:lnSpc>
              <a:spcBef>
                <a:spcPts val="1001"/>
              </a:spcBef>
              <a:buNone/>
              <a:tabLst>
                <a:tab pos="0" algn="l"/>
              </a:tabLst>
            </a:pPr>
            <a:r>
              <a:rPr lang="en-US" sz="2400" b="0" u="none" strike="noStrike" dirty="0">
                <a:solidFill>
                  <a:schemeClr val="dk1"/>
                </a:solidFill>
                <a:uFillTx/>
                <a:latin typeface="Calibri"/>
              </a:rPr>
              <a:t>If it is 8.875 cm in map, it will be </a:t>
            </a:r>
            <a:r>
              <a:rPr lang="en-US" sz="2400" b="1" u="none" strike="noStrike" dirty="0">
                <a:solidFill>
                  <a:schemeClr val="dk1"/>
                </a:solidFill>
                <a:uFillTx/>
                <a:latin typeface="Calibri"/>
              </a:rPr>
              <a:t>8.875*25m = 221.875 m </a:t>
            </a:r>
            <a:r>
              <a:rPr lang="en-US" sz="2400" b="0" u="none" strike="noStrike" dirty="0">
                <a:solidFill>
                  <a:schemeClr val="dk1"/>
                </a:solidFill>
                <a:uFillTx/>
                <a:latin typeface="Calibri"/>
              </a:rPr>
              <a:t>in ground</a:t>
            </a:r>
            <a:endParaRPr lang="en-US" sz="2400" b="0" u="none" strike="noStrike" dirty="0">
              <a:solidFill>
                <a:srgbClr val="000000"/>
              </a:solidFill>
              <a:uFillTx/>
              <a:latin typeface="Arial"/>
            </a:endParaRPr>
          </a:p>
          <a:p>
            <a:pPr indent="0" defTabSz="914400">
              <a:lnSpc>
                <a:spcPct val="90000"/>
              </a:lnSpc>
              <a:spcBef>
                <a:spcPts val="1001"/>
              </a:spcBef>
              <a:buNone/>
              <a:tabLst>
                <a:tab pos="0" algn="l"/>
              </a:tabLst>
            </a:pPr>
            <a:r>
              <a:rPr lang="en-US" sz="2400" b="0" u="none" strike="noStrike" dirty="0">
                <a:solidFill>
                  <a:schemeClr val="dk1"/>
                </a:solidFill>
                <a:uFillTx/>
                <a:latin typeface="Calibri"/>
              </a:rPr>
              <a:t>The difference is </a:t>
            </a:r>
            <a:r>
              <a:rPr lang="en-US" sz="2400" b="1" u="none" strike="noStrike" dirty="0">
                <a:solidFill>
                  <a:schemeClr val="dk1"/>
                </a:solidFill>
                <a:uFillTx/>
                <a:latin typeface="Calibri"/>
              </a:rPr>
              <a:t>62.5 cm</a:t>
            </a:r>
            <a:endParaRPr lang="en-US" sz="2400" b="0" u="none" strike="noStrike" dirty="0">
              <a:solidFill>
                <a:srgbClr val="000000"/>
              </a:solidFill>
              <a:uFillTx/>
              <a:latin typeface="Arial"/>
            </a:endParaRPr>
          </a:p>
          <a:p>
            <a:pPr indent="0" defTabSz="914400">
              <a:lnSpc>
                <a:spcPct val="90000"/>
              </a:lnSpc>
              <a:spcBef>
                <a:spcPts val="1001"/>
              </a:spcBef>
              <a:buNone/>
              <a:tabLst>
                <a:tab pos="0" algn="l"/>
              </a:tabLst>
            </a:pPr>
            <a:endParaRPr lang="en-US" sz="2400" b="0" u="none" strike="noStrike" dirty="0">
              <a:solidFill>
                <a:srgbClr val="000000"/>
              </a:solidFill>
              <a:uFillTx/>
              <a:latin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ne-NP" sz="4400" b="1" u="none" strike="noStrike">
                <a:solidFill>
                  <a:srgbClr val="000000"/>
                </a:solidFill>
                <a:uFillTx/>
                <a:latin typeface="Kokila"/>
                <a:cs typeface="Kokila"/>
              </a:rPr>
              <a:t>जग्गाको क्षेत्रफलको इकाइ </a:t>
            </a:r>
            <a:endParaRPr lang="en-US" sz="4400" b="0" u="none" strike="noStrike">
              <a:solidFill>
                <a:srgbClr val="000000"/>
              </a:solidFill>
              <a:uFillTx/>
              <a:latin typeface="Arial"/>
            </a:endParaRPr>
          </a:p>
        </p:txBody>
      </p:sp>
      <p:sp>
        <p:nvSpPr>
          <p:cNvPr id="185" name="PlaceHolder 2"/>
          <p:cNvSpPr>
            <a:spLocks noGrp="1"/>
          </p:cNvSpPr>
          <p:nvPr>
            <p:ph/>
          </p:nvPr>
        </p:nvSpPr>
        <p:spPr>
          <a:xfrm>
            <a:off x="838080" y="1825560"/>
            <a:ext cx="10514520" cy="4350240"/>
          </a:xfrm>
          <a:prstGeom prst="rect">
            <a:avLst/>
          </a:prstGeom>
          <a:noFill/>
          <a:ln w="0">
            <a:noFill/>
          </a:ln>
        </p:spPr>
        <p:txBody>
          <a:bodyPr lIns="91440" tIns="45720" rIns="91440" bIns="45720" anchor="t">
            <a:normAutofit/>
          </a:bodyPr>
          <a:lstStyle/>
          <a:p>
            <a:pPr marL="285840" indent="-285840" algn="just" defTabSz="914400">
              <a:lnSpc>
                <a:spcPct val="90000"/>
              </a:lnSpc>
              <a:spcBef>
                <a:spcPts val="865"/>
              </a:spcBef>
              <a:spcAft>
                <a:spcPts val="431"/>
              </a:spcAft>
              <a:buClr>
                <a:srgbClr val="000000"/>
              </a:buClr>
              <a:buFont typeface="Arial"/>
              <a:buChar char="•"/>
            </a:pPr>
            <a:r>
              <a:rPr lang="en-US" sz="2400" u="none" strike="noStrike" dirty="0">
                <a:solidFill>
                  <a:srgbClr val="000000"/>
                </a:solidFill>
                <a:uFillTx/>
                <a:latin typeface="Kalimati"/>
                <a:cs typeface="Kalimati" panose="00000400000000000000" pitchFamily="2"/>
              </a:rPr>
              <a:t>1 </a:t>
            </a:r>
            <a:r>
              <a:rPr lang="ne-NP" sz="2400" u="none" strike="noStrike" dirty="0">
                <a:solidFill>
                  <a:srgbClr val="000000"/>
                </a:solidFill>
                <a:uFillTx/>
                <a:latin typeface="Kalimati"/>
                <a:cs typeface="Kalimati" panose="00000400000000000000" pitchFamily="2"/>
              </a:rPr>
              <a:t>हेक्टर </a:t>
            </a:r>
            <a:r>
              <a:rPr lang="en-US" sz="2400" u="none" strike="noStrike" dirty="0">
                <a:solidFill>
                  <a:srgbClr val="000000"/>
                </a:solidFill>
                <a:uFillTx/>
                <a:latin typeface="Kalimati"/>
                <a:ea typeface="Microsoft YaHei"/>
                <a:cs typeface="Kalimati" panose="00000400000000000000" pitchFamily="2"/>
              </a:rPr>
              <a:t>(</a:t>
            </a:r>
            <a:r>
              <a:rPr lang="ne-NP" sz="2400" u="none" strike="noStrike" dirty="0">
                <a:solidFill>
                  <a:srgbClr val="000000"/>
                </a:solidFill>
                <a:uFillTx/>
                <a:latin typeface="Kalimati"/>
                <a:cs typeface="Kalimati" panose="00000400000000000000" pitchFamily="2"/>
              </a:rPr>
              <a:t>१०</a:t>
            </a:r>
            <a:r>
              <a:rPr lang="en-US" sz="2400" u="none" strike="noStrike" dirty="0">
                <a:solidFill>
                  <a:srgbClr val="000000"/>
                </a:solidFill>
                <a:uFillTx/>
                <a:latin typeface="Kalimati"/>
                <a:ea typeface="Microsoft YaHei"/>
                <a:cs typeface="Kalimati" panose="00000400000000000000" pitchFamily="2"/>
              </a:rPr>
              <a:t>,</a:t>
            </a:r>
            <a:r>
              <a:rPr lang="ne-NP" sz="2400" u="none" strike="noStrike" dirty="0">
                <a:solidFill>
                  <a:srgbClr val="000000"/>
                </a:solidFill>
                <a:uFillTx/>
                <a:latin typeface="Kalimati"/>
                <a:cs typeface="Kalimati" panose="00000400000000000000" pitchFamily="2"/>
              </a:rPr>
              <a:t>००० वर्गमीटर</a:t>
            </a:r>
            <a:r>
              <a:rPr lang="en-US" sz="2400" u="none" strike="noStrike" dirty="0">
                <a:solidFill>
                  <a:srgbClr val="000000"/>
                </a:solidFill>
                <a:uFillTx/>
                <a:latin typeface="Kalimati"/>
                <a:ea typeface="Microsoft YaHei"/>
                <a:cs typeface="Kalimati" panose="00000400000000000000" pitchFamily="2"/>
              </a:rPr>
              <a:t>)</a:t>
            </a:r>
            <a:endParaRPr lang="en-US" sz="2400" u="none" strike="noStrike" dirty="0">
              <a:solidFill>
                <a:srgbClr val="000000"/>
              </a:solidFill>
              <a:uFillTx/>
              <a:latin typeface="Arial"/>
              <a:cs typeface="Kalimati" panose="00000400000000000000" pitchFamily="2"/>
            </a:endParaRPr>
          </a:p>
          <a:p>
            <a:pPr marL="36720" indent="-285840" algn="just" defTabSz="914400">
              <a:lnSpc>
                <a:spcPct val="90000"/>
              </a:lnSpc>
              <a:spcBef>
                <a:spcPts val="865"/>
              </a:spcBef>
              <a:spcAft>
                <a:spcPts val="431"/>
              </a:spcAft>
              <a:buClr>
                <a:srgbClr val="000000"/>
              </a:buClr>
              <a:buFont typeface="Arial"/>
              <a:buChar char="•"/>
            </a:pPr>
            <a:r>
              <a:rPr lang="en-US" sz="2400" u="none" strike="noStrike" dirty="0">
                <a:solidFill>
                  <a:srgbClr val="000000"/>
                </a:solidFill>
                <a:uFillTx/>
                <a:latin typeface="Kalimati"/>
                <a:cs typeface="Kalimati" panose="00000400000000000000" pitchFamily="2"/>
              </a:rPr>
              <a:t>1 </a:t>
            </a:r>
            <a:r>
              <a:rPr lang="ne-NP" sz="2400" u="none" strike="noStrike" dirty="0">
                <a:solidFill>
                  <a:srgbClr val="000000"/>
                </a:solidFill>
                <a:uFillTx/>
                <a:latin typeface="Kalimati"/>
                <a:cs typeface="Kalimati" panose="00000400000000000000" pitchFamily="2"/>
              </a:rPr>
              <a:t>बिगाहा </a:t>
            </a:r>
            <a:r>
              <a:rPr lang="en-US" sz="2400" u="none" strike="noStrike" dirty="0">
                <a:solidFill>
                  <a:srgbClr val="000000"/>
                </a:solidFill>
                <a:uFillTx/>
                <a:latin typeface="Kalimati"/>
                <a:ea typeface="Microsoft YaHei"/>
                <a:cs typeface="Kalimati" panose="00000400000000000000" pitchFamily="2"/>
              </a:rPr>
              <a:t>(</a:t>
            </a:r>
            <a:r>
              <a:rPr lang="ne-NP" sz="2400" u="none" strike="noStrike" dirty="0">
                <a:solidFill>
                  <a:srgbClr val="000000"/>
                </a:solidFill>
                <a:uFillTx/>
                <a:latin typeface="Kalimati"/>
                <a:cs typeface="Kalimati" panose="00000400000000000000" pitchFamily="2"/>
              </a:rPr>
              <a:t>२० कट्ठा वा ७२९०० बर्गफिट वा ६७७२</a:t>
            </a:r>
            <a:r>
              <a:rPr lang="en-US" sz="2400" u="none" strike="noStrike" dirty="0">
                <a:solidFill>
                  <a:srgbClr val="000000"/>
                </a:solidFill>
                <a:uFillTx/>
                <a:latin typeface="Kalimati"/>
                <a:ea typeface="Microsoft YaHei"/>
                <a:cs typeface="Kalimati" panose="00000400000000000000" pitchFamily="2"/>
              </a:rPr>
              <a:t>.</a:t>
            </a:r>
            <a:r>
              <a:rPr lang="ne-NP" sz="2400" u="none" strike="noStrike" dirty="0">
                <a:solidFill>
                  <a:srgbClr val="000000"/>
                </a:solidFill>
                <a:uFillTx/>
                <a:latin typeface="Kalimati"/>
                <a:cs typeface="Kalimati" panose="00000400000000000000" pitchFamily="2"/>
              </a:rPr>
              <a:t>६३ वर्गमीटर</a:t>
            </a:r>
            <a:r>
              <a:rPr lang="en-US" sz="2400" u="none" strike="noStrike" dirty="0">
                <a:solidFill>
                  <a:srgbClr val="000000"/>
                </a:solidFill>
                <a:uFillTx/>
                <a:latin typeface="Kalimati"/>
                <a:ea typeface="Microsoft YaHei"/>
                <a:cs typeface="Kalimati" panose="00000400000000000000" pitchFamily="2"/>
              </a:rPr>
              <a:t>)</a:t>
            </a:r>
            <a:endParaRPr lang="en-US" sz="2400" u="none" strike="noStrike" dirty="0">
              <a:solidFill>
                <a:srgbClr val="000000"/>
              </a:solidFill>
              <a:uFillTx/>
              <a:latin typeface="Arial"/>
              <a:cs typeface="Kalimati" panose="00000400000000000000" pitchFamily="2"/>
            </a:endParaRPr>
          </a:p>
          <a:p>
            <a:pPr marL="36720" indent="-285840" algn="just" defTabSz="914400">
              <a:lnSpc>
                <a:spcPct val="90000"/>
              </a:lnSpc>
              <a:spcBef>
                <a:spcPts val="865"/>
              </a:spcBef>
              <a:spcAft>
                <a:spcPts val="431"/>
              </a:spcAft>
              <a:buClr>
                <a:srgbClr val="000000"/>
              </a:buClr>
              <a:buFont typeface="Arial"/>
              <a:buChar char="•"/>
            </a:pPr>
            <a:r>
              <a:rPr lang="en-US" sz="2400" u="none" strike="noStrike" dirty="0">
                <a:solidFill>
                  <a:srgbClr val="000000"/>
                </a:solidFill>
                <a:uFillTx/>
                <a:latin typeface="Kalimati"/>
                <a:cs typeface="Kalimati" panose="00000400000000000000" pitchFamily="2"/>
              </a:rPr>
              <a:t>1 </a:t>
            </a:r>
            <a:r>
              <a:rPr lang="ne-NP" sz="2400" u="none" strike="noStrike" dirty="0">
                <a:solidFill>
                  <a:srgbClr val="000000"/>
                </a:solidFill>
                <a:uFillTx/>
                <a:latin typeface="Kalimati"/>
                <a:cs typeface="Kalimati" panose="00000400000000000000" pitchFamily="2"/>
              </a:rPr>
              <a:t>कट्ठा </a:t>
            </a:r>
            <a:r>
              <a:rPr lang="en-US" sz="2400" u="none" strike="noStrike" dirty="0">
                <a:solidFill>
                  <a:srgbClr val="000000"/>
                </a:solidFill>
                <a:uFillTx/>
                <a:latin typeface="Kalimati"/>
                <a:ea typeface="Microsoft YaHei"/>
                <a:cs typeface="Kalimati" panose="00000400000000000000" pitchFamily="2"/>
              </a:rPr>
              <a:t>(</a:t>
            </a:r>
            <a:r>
              <a:rPr lang="ne-NP" sz="2400" u="none" strike="noStrike" dirty="0">
                <a:solidFill>
                  <a:srgbClr val="000000"/>
                </a:solidFill>
                <a:uFillTx/>
                <a:latin typeface="Kalimati"/>
                <a:cs typeface="Kalimati" panose="00000400000000000000" pitchFamily="2"/>
              </a:rPr>
              <a:t>२० धुर वा </a:t>
            </a:r>
            <a:r>
              <a:rPr lang="en-US" sz="2400" u="none" strike="noStrike" dirty="0">
                <a:solidFill>
                  <a:srgbClr val="000000"/>
                </a:solidFill>
                <a:uFillTx/>
                <a:latin typeface="Kalimati"/>
                <a:ea typeface="Microsoft YaHei"/>
                <a:cs typeface="Kalimati" panose="00000400000000000000" pitchFamily="2"/>
              </a:rPr>
              <a:t>3645 </a:t>
            </a:r>
            <a:r>
              <a:rPr lang="ne-NP" sz="2400" u="none" strike="noStrike" dirty="0">
                <a:solidFill>
                  <a:srgbClr val="000000"/>
                </a:solidFill>
                <a:uFillTx/>
                <a:latin typeface="Kalimati"/>
                <a:cs typeface="Kalimati" panose="00000400000000000000" pitchFamily="2"/>
              </a:rPr>
              <a:t>बर्गफिट वा </a:t>
            </a:r>
            <a:r>
              <a:rPr lang="en-US" sz="2400" u="none" strike="noStrike" dirty="0">
                <a:solidFill>
                  <a:srgbClr val="000000"/>
                </a:solidFill>
                <a:uFillTx/>
                <a:latin typeface="Kalimati"/>
                <a:ea typeface="Microsoft YaHei"/>
                <a:cs typeface="Kalimati" panose="00000400000000000000" pitchFamily="2"/>
              </a:rPr>
              <a:t>338.63 </a:t>
            </a:r>
            <a:r>
              <a:rPr lang="ne-NP" sz="2400" u="none" strike="noStrike" dirty="0">
                <a:solidFill>
                  <a:srgbClr val="000000"/>
                </a:solidFill>
                <a:uFillTx/>
                <a:latin typeface="Kalimati"/>
                <a:cs typeface="Kalimati" panose="00000400000000000000" pitchFamily="2"/>
              </a:rPr>
              <a:t>वर्गमीटर</a:t>
            </a:r>
            <a:r>
              <a:rPr lang="en-US" sz="2400" u="none" strike="noStrike" dirty="0">
                <a:solidFill>
                  <a:srgbClr val="000000"/>
                </a:solidFill>
                <a:uFillTx/>
                <a:latin typeface="Kalimati"/>
                <a:ea typeface="Microsoft YaHei"/>
                <a:cs typeface="Kalimati" panose="00000400000000000000" pitchFamily="2"/>
              </a:rPr>
              <a:t>)</a:t>
            </a:r>
            <a:endParaRPr lang="en-US" sz="2400" u="none" strike="noStrike" dirty="0">
              <a:solidFill>
                <a:srgbClr val="000000"/>
              </a:solidFill>
              <a:uFillTx/>
              <a:latin typeface="Arial"/>
              <a:cs typeface="Kalimati" panose="00000400000000000000" pitchFamily="2"/>
            </a:endParaRPr>
          </a:p>
          <a:p>
            <a:pPr marL="36720" indent="-285840" algn="just" defTabSz="914400">
              <a:lnSpc>
                <a:spcPct val="90000"/>
              </a:lnSpc>
              <a:spcBef>
                <a:spcPts val="865"/>
              </a:spcBef>
              <a:spcAft>
                <a:spcPts val="431"/>
              </a:spcAft>
              <a:buClr>
                <a:srgbClr val="000000"/>
              </a:buClr>
              <a:buFont typeface="Arial"/>
              <a:buChar char="•"/>
            </a:pPr>
            <a:r>
              <a:rPr lang="en-US" sz="2400" u="none" strike="noStrike" dirty="0">
                <a:solidFill>
                  <a:srgbClr val="000000"/>
                </a:solidFill>
                <a:uFillTx/>
                <a:latin typeface="Kalimati"/>
                <a:cs typeface="Kalimati" panose="00000400000000000000" pitchFamily="2"/>
              </a:rPr>
              <a:t>1 </a:t>
            </a:r>
            <a:r>
              <a:rPr lang="ne-NP" sz="2400" u="none" strike="noStrike" dirty="0">
                <a:solidFill>
                  <a:srgbClr val="000000"/>
                </a:solidFill>
                <a:uFillTx/>
                <a:latin typeface="Kalimati"/>
                <a:cs typeface="Kalimati" panose="00000400000000000000" pitchFamily="2"/>
              </a:rPr>
              <a:t>धुर </a:t>
            </a:r>
            <a:r>
              <a:rPr lang="en-US" sz="2400" u="none" strike="noStrike" dirty="0">
                <a:solidFill>
                  <a:srgbClr val="000000"/>
                </a:solidFill>
                <a:uFillTx/>
                <a:latin typeface="Kalimati"/>
                <a:ea typeface="Microsoft YaHei"/>
                <a:cs typeface="Kalimati" panose="00000400000000000000" pitchFamily="2"/>
              </a:rPr>
              <a:t>(182.25 </a:t>
            </a:r>
            <a:r>
              <a:rPr lang="ne-NP" sz="2400" u="none" strike="noStrike" dirty="0">
                <a:solidFill>
                  <a:srgbClr val="000000"/>
                </a:solidFill>
                <a:uFillTx/>
                <a:latin typeface="Kalimati"/>
                <a:cs typeface="Kalimati" panose="00000400000000000000" pitchFamily="2"/>
              </a:rPr>
              <a:t>बर्गफिट वा </a:t>
            </a:r>
            <a:r>
              <a:rPr lang="en-US" sz="2400" u="none" strike="noStrike" dirty="0">
                <a:solidFill>
                  <a:srgbClr val="000000"/>
                </a:solidFill>
                <a:uFillTx/>
                <a:latin typeface="Kalimati"/>
                <a:ea typeface="Microsoft YaHei"/>
                <a:cs typeface="Kalimati" panose="00000400000000000000" pitchFamily="2"/>
              </a:rPr>
              <a:t>16.93 </a:t>
            </a:r>
            <a:r>
              <a:rPr lang="ne-NP" sz="2400" u="none" strike="noStrike" dirty="0">
                <a:solidFill>
                  <a:srgbClr val="000000"/>
                </a:solidFill>
                <a:uFillTx/>
                <a:latin typeface="Kalimati"/>
                <a:cs typeface="Kalimati" panose="00000400000000000000" pitchFamily="2"/>
              </a:rPr>
              <a:t>वर्गमीटर</a:t>
            </a:r>
            <a:r>
              <a:rPr lang="en-US" sz="2400" u="none" strike="noStrike" dirty="0">
                <a:solidFill>
                  <a:srgbClr val="000000"/>
                </a:solidFill>
                <a:uFillTx/>
                <a:latin typeface="Kalimati"/>
                <a:ea typeface="Microsoft YaHei"/>
                <a:cs typeface="Kalimati" panose="00000400000000000000" pitchFamily="2"/>
              </a:rPr>
              <a:t>)</a:t>
            </a:r>
            <a:endParaRPr lang="en-US" sz="2400" u="none" strike="noStrike" dirty="0">
              <a:solidFill>
                <a:srgbClr val="000000"/>
              </a:solidFill>
              <a:uFillTx/>
              <a:latin typeface="Arial"/>
              <a:cs typeface="Kalimati" panose="00000400000000000000" pitchFamily="2"/>
            </a:endParaRPr>
          </a:p>
          <a:p>
            <a:pPr marL="36720" indent="-285840" algn="just" defTabSz="914400">
              <a:lnSpc>
                <a:spcPct val="90000"/>
              </a:lnSpc>
              <a:spcBef>
                <a:spcPts val="865"/>
              </a:spcBef>
              <a:spcAft>
                <a:spcPts val="431"/>
              </a:spcAft>
              <a:buClr>
                <a:srgbClr val="000000"/>
              </a:buClr>
              <a:buFont typeface="Arial"/>
              <a:buChar char="•"/>
            </a:pPr>
            <a:r>
              <a:rPr lang="en-US" sz="2400" u="none" strike="noStrike" dirty="0">
                <a:solidFill>
                  <a:srgbClr val="000000"/>
                </a:solidFill>
                <a:uFillTx/>
                <a:latin typeface="Kalimati"/>
                <a:cs typeface="Kalimati" panose="00000400000000000000" pitchFamily="2"/>
              </a:rPr>
              <a:t>1 </a:t>
            </a:r>
            <a:r>
              <a:rPr lang="ne-NP" sz="2400" u="none" strike="noStrike" dirty="0">
                <a:solidFill>
                  <a:srgbClr val="000000"/>
                </a:solidFill>
                <a:uFillTx/>
                <a:latin typeface="Kalimati"/>
                <a:cs typeface="Kalimati" panose="00000400000000000000" pitchFamily="2"/>
              </a:rPr>
              <a:t>रोपनी </a:t>
            </a:r>
            <a:r>
              <a:rPr lang="en-US" sz="2400" u="none" strike="noStrike" dirty="0">
                <a:solidFill>
                  <a:srgbClr val="000000"/>
                </a:solidFill>
                <a:uFillTx/>
                <a:latin typeface="Kalimati"/>
                <a:ea typeface="Microsoft YaHei"/>
                <a:cs typeface="Kalimati" panose="00000400000000000000" pitchFamily="2"/>
              </a:rPr>
              <a:t>(16 </a:t>
            </a:r>
            <a:r>
              <a:rPr lang="ne-NP" sz="2400" u="none" strike="noStrike" dirty="0">
                <a:solidFill>
                  <a:srgbClr val="000000"/>
                </a:solidFill>
                <a:uFillTx/>
                <a:latin typeface="Kalimati"/>
                <a:cs typeface="Kalimati" panose="00000400000000000000" pitchFamily="2"/>
              </a:rPr>
              <a:t>आना वा ५४७६ बर्गफिट वा ५०८</a:t>
            </a:r>
            <a:r>
              <a:rPr lang="en-US" sz="2400" u="none" strike="noStrike" dirty="0">
                <a:solidFill>
                  <a:srgbClr val="000000"/>
                </a:solidFill>
                <a:uFillTx/>
                <a:latin typeface="Kalimati"/>
                <a:ea typeface="Microsoft YaHei"/>
                <a:cs typeface="Kalimati" panose="00000400000000000000" pitchFamily="2"/>
              </a:rPr>
              <a:t>.</a:t>
            </a:r>
            <a:r>
              <a:rPr lang="ne-NP" sz="2400" u="none" strike="noStrike" dirty="0">
                <a:solidFill>
                  <a:srgbClr val="000000"/>
                </a:solidFill>
                <a:uFillTx/>
                <a:latin typeface="Kalimati"/>
                <a:cs typeface="Kalimati" panose="00000400000000000000" pitchFamily="2"/>
              </a:rPr>
              <a:t>७४</a:t>
            </a:r>
            <a:r>
              <a:rPr lang="en-US" sz="2400" u="none" strike="noStrike" dirty="0">
                <a:solidFill>
                  <a:srgbClr val="000000"/>
                </a:solidFill>
                <a:uFillTx/>
                <a:latin typeface="Kalimati"/>
                <a:ea typeface="Microsoft YaHei"/>
                <a:cs typeface="Kalimati" panose="00000400000000000000" pitchFamily="2"/>
              </a:rPr>
              <a:t> </a:t>
            </a:r>
            <a:r>
              <a:rPr lang="en-US" sz="2400" u="none" strike="noStrike" dirty="0" err="1">
                <a:solidFill>
                  <a:srgbClr val="000000"/>
                </a:solidFill>
                <a:uFillTx/>
                <a:latin typeface="Kalimati"/>
                <a:ea typeface="Microsoft YaHei"/>
                <a:cs typeface="Kalimati" panose="00000400000000000000" pitchFamily="2"/>
              </a:rPr>
              <a:t>वर्गमीटर</a:t>
            </a:r>
            <a:r>
              <a:rPr lang="en-US" sz="2400" u="none" strike="noStrike" dirty="0">
                <a:solidFill>
                  <a:srgbClr val="000000"/>
                </a:solidFill>
                <a:uFillTx/>
                <a:latin typeface="Kalimati"/>
                <a:ea typeface="Microsoft YaHei"/>
                <a:cs typeface="Kalimati" panose="00000400000000000000" pitchFamily="2"/>
              </a:rPr>
              <a:t>)</a:t>
            </a:r>
            <a:endParaRPr lang="en-US" sz="2400" u="none" strike="noStrike" dirty="0">
              <a:solidFill>
                <a:srgbClr val="000000"/>
              </a:solidFill>
              <a:uFillTx/>
              <a:latin typeface="Arial"/>
              <a:cs typeface="Kalimati" panose="00000400000000000000" pitchFamily="2"/>
            </a:endParaRPr>
          </a:p>
          <a:p>
            <a:pPr marL="36720" indent="-285840" algn="just" defTabSz="914400">
              <a:lnSpc>
                <a:spcPct val="90000"/>
              </a:lnSpc>
              <a:spcBef>
                <a:spcPts val="865"/>
              </a:spcBef>
              <a:spcAft>
                <a:spcPts val="431"/>
              </a:spcAft>
              <a:buClr>
                <a:srgbClr val="000000"/>
              </a:buClr>
              <a:buFont typeface="Arial"/>
              <a:buChar char="•"/>
            </a:pPr>
            <a:r>
              <a:rPr lang="en-US" sz="2400" u="none" strike="noStrike" dirty="0">
                <a:solidFill>
                  <a:srgbClr val="000000"/>
                </a:solidFill>
                <a:uFillTx/>
                <a:latin typeface="Kalimati"/>
                <a:cs typeface="Kalimati" panose="00000400000000000000" pitchFamily="2"/>
              </a:rPr>
              <a:t>1 </a:t>
            </a:r>
            <a:r>
              <a:rPr lang="ne-NP" sz="2400" u="none" strike="noStrike" dirty="0">
                <a:solidFill>
                  <a:srgbClr val="000000"/>
                </a:solidFill>
                <a:uFillTx/>
                <a:latin typeface="Kalimati"/>
                <a:cs typeface="Kalimati" panose="00000400000000000000" pitchFamily="2"/>
              </a:rPr>
              <a:t>आना </a:t>
            </a:r>
            <a:r>
              <a:rPr lang="en-US" sz="2400" u="none" strike="noStrike" dirty="0">
                <a:solidFill>
                  <a:srgbClr val="000000"/>
                </a:solidFill>
                <a:uFillTx/>
                <a:latin typeface="Kalimati"/>
                <a:ea typeface="Microsoft YaHei"/>
                <a:cs typeface="Kalimati" panose="00000400000000000000" pitchFamily="2"/>
              </a:rPr>
              <a:t>(4 </a:t>
            </a:r>
            <a:r>
              <a:rPr lang="ne-NP" sz="2400" u="none" strike="noStrike" dirty="0">
                <a:solidFill>
                  <a:srgbClr val="000000"/>
                </a:solidFill>
                <a:uFillTx/>
                <a:latin typeface="Kalimati"/>
                <a:cs typeface="Kalimati" panose="00000400000000000000" pitchFamily="2"/>
              </a:rPr>
              <a:t>पैसा वा ३४२</a:t>
            </a:r>
            <a:r>
              <a:rPr lang="en-US" sz="2400" u="none" strike="noStrike" dirty="0">
                <a:solidFill>
                  <a:srgbClr val="000000"/>
                </a:solidFill>
                <a:uFillTx/>
                <a:latin typeface="Kalimati"/>
                <a:ea typeface="Microsoft YaHei"/>
                <a:cs typeface="Kalimati" panose="00000400000000000000" pitchFamily="2"/>
              </a:rPr>
              <a:t>.</a:t>
            </a:r>
            <a:r>
              <a:rPr lang="ne-NP" sz="2400" u="none" strike="noStrike" dirty="0">
                <a:solidFill>
                  <a:srgbClr val="000000"/>
                </a:solidFill>
                <a:uFillTx/>
                <a:latin typeface="Kalimati"/>
                <a:cs typeface="Kalimati" panose="00000400000000000000" pitchFamily="2"/>
              </a:rPr>
              <a:t>२५ बर्गफिट वा ३१</a:t>
            </a:r>
            <a:r>
              <a:rPr lang="en-US" sz="2400" u="none" strike="noStrike" dirty="0">
                <a:solidFill>
                  <a:srgbClr val="000000"/>
                </a:solidFill>
                <a:uFillTx/>
                <a:latin typeface="Kalimati"/>
                <a:ea typeface="Microsoft YaHei"/>
                <a:cs typeface="Kalimati" panose="00000400000000000000" pitchFamily="2"/>
              </a:rPr>
              <a:t>.</a:t>
            </a:r>
            <a:r>
              <a:rPr lang="ne-NP" sz="2400" u="none" strike="noStrike" dirty="0">
                <a:solidFill>
                  <a:srgbClr val="000000"/>
                </a:solidFill>
                <a:uFillTx/>
                <a:latin typeface="Kalimati"/>
                <a:cs typeface="Kalimati" panose="00000400000000000000" pitchFamily="2"/>
              </a:rPr>
              <a:t>७९</a:t>
            </a:r>
            <a:r>
              <a:rPr lang="en-US" sz="2400" u="none" strike="noStrike" dirty="0">
                <a:solidFill>
                  <a:srgbClr val="000000"/>
                </a:solidFill>
                <a:uFillTx/>
                <a:latin typeface="Kalimati"/>
                <a:ea typeface="Microsoft YaHei"/>
                <a:cs typeface="Kalimati" panose="00000400000000000000" pitchFamily="2"/>
              </a:rPr>
              <a:t> </a:t>
            </a:r>
            <a:r>
              <a:rPr lang="en-US" sz="2400" u="none" strike="noStrike" dirty="0" err="1">
                <a:solidFill>
                  <a:srgbClr val="000000"/>
                </a:solidFill>
                <a:uFillTx/>
                <a:latin typeface="Kalimati"/>
                <a:ea typeface="Microsoft YaHei"/>
                <a:cs typeface="Kalimati" panose="00000400000000000000" pitchFamily="2"/>
              </a:rPr>
              <a:t>वर्गमीटर</a:t>
            </a:r>
            <a:r>
              <a:rPr lang="en-US" sz="2400" u="none" strike="noStrike" dirty="0">
                <a:solidFill>
                  <a:srgbClr val="000000"/>
                </a:solidFill>
                <a:uFillTx/>
                <a:latin typeface="Kalimati"/>
                <a:ea typeface="Microsoft YaHei"/>
                <a:cs typeface="Kalimati" panose="00000400000000000000" pitchFamily="2"/>
              </a:rPr>
              <a:t>)</a:t>
            </a:r>
            <a:endParaRPr lang="en-US" sz="2400" u="none" strike="noStrike" dirty="0">
              <a:solidFill>
                <a:srgbClr val="000000"/>
              </a:solidFill>
              <a:uFillTx/>
              <a:latin typeface="Arial"/>
              <a:cs typeface="Kalimati" panose="00000400000000000000" pitchFamily="2"/>
            </a:endParaRPr>
          </a:p>
          <a:p>
            <a:pPr marL="36720" indent="-285840" algn="just" defTabSz="914400">
              <a:lnSpc>
                <a:spcPct val="90000"/>
              </a:lnSpc>
              <a:spcBef>
                <a:spcPts val="865"/>
              </a:spcBef>
              <a:spcAft>
                <a:spcPts val="431"/>
              </a:spcAft>
              <a:buClr>
                <a:srgbClr val="000000"/>
              </a:buClr>
              <a:buFont typeface="Arial"/>
              <a:buChar char="•"/>
            </a:pPr>
            <a:r>
              <a:rPr lang="en-US" sz="2400" dirty="0">
                <a:solidFill>
                  <a:srgbClr val="000000"/>
                </a:solidFill>
                <a:latin typeface="Kalimati"/>
                <a:cs typeface="Kalimati" panose="00000400000000000000" pitchFamily="2"/>
              </a:rPr>
              <a:t>1 </a:t>
            </a:r>
            <a:r>
              <a:rPr lang="ne-NP" sz="2400" u="none" strike="noStrike" dirty="0">
                <a:solidFill>
                  <a:srgbClr val="000000"/>
                </a:solidFill>
                <a:uFillTx/>
                <a:latin typeface="Kalimati"/>
                <a:cs typeface="Kalimati" panose="00000400000000000000" pitchFamily="2"/>
              </a:rPr>
              <a:t>पैसा </a:t>
            </a:r>
            <a:r>
              <a:rPr lang="en-US" sz="2400" u="none" strike="noStrike" dirty="0">
                <a:solidFill>
                  <a:srgbClr val="000000"/>
                </a:solidFill>
                <a:uFillTx/>
                <a:latin typeface="Kalimati"/>
                <a:ea typeface="Microsoft YaHei"/>
                <a:cs typeface="Kalimati" panose="00000400000000000000" pitchFamily="2"/>
              </a:rPr>
              <a:t>(4 </a:t>
            </a:r>
            <a:r>
              <a:rPr lang="ne-NP" sz="2400" u="none" strike="noStrike" dirty="0">
                <a:solidFill>
                  <a:srgbClr val="000000"/>
                </a:solidFill>
                <a:uFillTx/>
                <a:latin typeface="Kalimati"/>
                <a:cs typeface="Kalimati" panose="00000400000000000000" pitchFamily="2"/>
              </a:rPr>
              <a:t>दाम वा ८५</a:t>
            </a:r>
            <a:r>
              <a:rPr lang="en-US" sz="2400" u="none" strike="noStrike" dirty="0">
                <a:solidFill>
                  <a:srgbClr val="000000"/>
                </a:solidFill>
                <a:uFillTx/>
                <a:latin typeface="Kalimati"/>
                <a:ea typeface="Microsoft YaHei"/>
                <a:cs typeface="Kalimati" panose="00000400000000000000" pitchFamily="2"/>
              </a:rPr>
              <a:t>.</a:t>
            </a:r>
            <a:r>
              <a:rPr lang="ne-NP" sz="2400" u="none" strike="noStrike" dirty="0">
                <a:solidFill>
                  <a:srgbClr val="000000"/>
                </a:solidFill>
                <a:uFillTx/>
                <a:latin typeface="Kalimati"/>
                <a:cs typeface="Kalimati" panose="00000400000000000000" pitchFamily="2"/>
              </a:rPr>
              <a:t>५६ बर्गफिट वा ७</a:t>
            </a:r>
            <a:r>
              <a:rPr lang="en-US" sz="2400" u="none" strike="noStrike" dirty="0">
                <a:solidFill>
                  <a:srgbClr val="000000"/>
                </a:solidFill>
                <a:uFillTx/>
                <a:latin typeface="Kalimati"/>
                <a:ea typeface="Microsoft YaHei"/>
                <a:cs typeface="Kalimati" panose="00000400000000000000" pitchFamily="2"/>
              </a:rPr>
              <a:t>.</a:t>
            </a:r>
            <a:r>
              <a:rPr lang="ne-NP" sz="2400" u="none" strike="noStrike" dirty="0">
                <a:solidFill>
                  <a:srgbClr val="000000"/>
                </a:solidFill>
                <a:uFillTx/>
                <a:latin typeface="Kalimati"/>
                <a:cs typeface="Kalimati" panose="00000400000000000000" pitchFamily="2"/>
              </a:rPr>
              <a:t>९</a:t>
            </a:r>
            <a:r>
              <a:rPr lang="en-US" sz="2400" u="none" strike="noStrike" dirty="0">
                <a:solidFill>
                  <a:srgbClr val="000000"/>
                </a:solidFill>
                <a:uFillTx/>
                <a:latin typeface="Kalimati"/>
                <a:ea typeface="Microsoft YaHei"/>
                <a:cs typeface="Kalimati" panose="00000400000000000000" pitchFamily="2"/>
              </a:rPr>
              <a:t> </a:t>
            </a:r>
            <a:r>
              <a:rPr lang="en-US" sz="2400" u="none" strike="noStrike" dirty="0" err="1">
                <a:solidFill>
                  <a:srgbClr val="000000"/>
                </a:solidFill>
                <a:uFillTx/>
                <a:latin typeface="Kalimati"/>
                <a:ea typeface="Microsoft YaHei"/>
                <a:cs typeface="Kalimati" panose="00000400000000000000" pitchFamily="2"/>
              </a:rPr>
              <a:t>वर्गमीटर</a:t>
            </a:r>
            <a:r>
              <a:rPr lang="en-US" sz="2400" u="none" strike="noStrike" dirty="0">
                <a:solidFill>
                  <a:srgbClr val="000000"/>
                </a:solidFill>
                <a:uFillTx/>
                <a:latin typeface="Kalimati"/>
                <a:ea typeface="Microsoft YaHei"/>
                <a:cs typeface="Kalimati" panose="00000400000000000000" pitchFamily="2"/>
              </a:rPr>
              <a:t>)</a:t>
            </a:r>
            <a:endParaRPr lang="en-US" sz="2400" u="none" strike="noStrike" dirty="0">
              <a:solidFill>
                <a:srgbClr val="000000"/>
              </a:solidFill>
              <a:uFillTx/>
              <a:latin typeface="Arial"/>
              <a:cs typeface="Kalimati" panose="00000400000000000000" pitchFamily="2"/>
            </a:endParaRPr>
          </a:p>
          <a:p>
            <a:pPr marL="36720" indent="-285840" algn="just" defTabSz="914400">
              <a:lnSpc>
                <a:spcPct val="90000"/>
              </a:lnSpc>
              <a:spcBef>
                <a:spcPts val="865"/>
              </a:spcBef>
              <a:spcAft>
                <a:spcPts val="431"/>
              </a:spcAft>
              <a:buClr>
                <a:srgbClr val="000000"/>
              </a:buClr>
              <a:buFont typeface="Arial"/>
              <a:buChar char="•"/>
            </a:pPr>
            <a:r>
              <a:rPr lang="en-US" sz="2400" u="none" strike="noStrike" dirty="0">
                <a:solidFill>
                  <a:srgbClr val="000000"/>
                </a:solidFill>
                <a:uFillTx/>
                <a:latin typeface="Kalimati"/>
                <a:cs typeface="Kalimati" panose="00000400000000000000" pitchFamily="2"/>
              </a:rPr>
              <a:t>1 </a:t>
            </a:r>
            <a:r>
              <a:rPr lang="ne-NP" sz="2400" u="none" strike="noStrike" dirty="0">
                <a:solidFill>
                  <a:srgbClr val="000000"/>
                </a:solidFill>
                <a:uFillTx/>
                <a:latin typeface="Kalimati"/>
                <a:cs typeface="Kalimati" panose="00000400000000000000" pitchFamily="2"/>
              </a:rPr>
              <a:t>दाम </a:t>
            </a:r>
            <a:r>
              <a:rPr lang="en-US" sz="2400" u="none" strike="noStrike" dirty="0">
                <a:solidFill>
                  <a:srgbClr val="000000"/>
                </a:solidFill>
                <a:uFillTx/>
                <a:latin typeface="Kalimati"/>
                <a:ea typeface="Microsoft YaHei"/>
                <a:cs typeface="Kalimati" panose="00000400000000000000" pitchFamily="2"/>
              </a:rPr>
              <a:t>(</a:t>
            </a:r>
            <a:r>
              <a:rPr lang="ne-NP" sz="2400" u="none" strike="noStrike" dirty="0">
                <a:solidFill>
                  <a:srgbClr val="000000"/>
                </a:solidFill>
                <a:uFillTx/>
                <a:latin typeface="Kalimati"/>
                <a:cs typeface="Kalimati" panose="00000400000000000000" pitchFamily="2"/>
              </a:rPr>
              <a:t>२१</a:t>
            </a:r>
            <a:r>
              <a:rPr lang="en-US" sz="2400" u="none" strike="noStrike" dirty="0">
                <a:solidFill>
                  <a:srgbClr val="000000"/>
                </a:solidFill>
                <a:uFillTx/>
                <a:latin typeface="Kalimati"/>
                <a:ea typeface="Microsoft YaHei"/>
                <a:cs typeface="Kalimati" panose="00000400000000000000" pitchFamily="2"/>
              </a:rPr>
              <a:t>.</a:t>
            </a:r>
            <a:r>
              <a:rPr lang="ne-NP" sz="2400" u="none" strike="noStrike" dirty="0">
                <a:solidFill>
                  <a:srgbClr val="000000"/>
                </a:solidFill>
                <a:uFillTx/>
                <a:latin typeface="Kalimati"/>
                <a:cs typeface="Kalimati" panose="00000400000000000000" pitchFamily="2"/>
              </a:rPr>
              <a:t>३ बर्गफिट वा १</a:t>
            </a:r>
            <a:r>
              <a:rPr lang="en-US" sz="2400" u="none" strike="noStrike" dirty="0">
                <a:solidFill>
                  <a:srgbClr val="000000"/>
                </a:solidFill>
                <a:uFillTx/>
                <a:latin typeface="Kalimati"/>
                <a:ea typeface="Microsoft YaHei"/>
                <a:cs typeface="Kalimati" panose="00000400000000000000" pitchFamily="2"/>
              </a:rPr>
              <a:t>.</a:t>
            </a:r>
            <a:r>
              <a:rPr lang="ne-NP" sz="2400" u="none" strike="noStrike" dirty="0">
                <a:solidFill>
                  <a:srgbClr val="000000"/>
                </a:solidFill>
                <a:uFillTx/>
                <a:latin typeface="Kalimati"/>
                <a:cs typeface="Kalimati" panose="00000400000000000000" pitchFamily="2"/>
              </a:rPr>
              <a:t>९९</a:t>
            </a:r>
            <a:r>
              <a:rPr lang="en-US" sz="2400" u="none" strike="noStrike" dirty="0">
                <a:solidFill>
                  <a:srgbClr val="000000"/>
                </a:solidFill>
                <a:uFillTx/>
                <a:latin typeface="Kalimati"/>
                <a:ea typeface="Microsoft YaHei"/>
                <a:cs typeface="Kalimati" panose="00000400000000000000" pitchFamily="2"/>
              </a:rPr>
              <a:t> </a:t>
            </a:r>
            <a:r>
              <a:rPr lang="en-US" sz="2400" u="none" strike="noStrike" dirty="0" err="1">
                <a:solidFill>
                  <a:srgbClr val="000000"/>
                </a:solidFill>
                <a:uFillTx/>
                <a:latin typeface="Kalimati"/>
                <a:ea typeface="Microsoft YaHei"/>
                <a:cs typeface="Kalimati" panose="00000400000000000000" pitchFamily="2"/>
              </a:rPr>
              <a:t>वर्गमीटर</a:t>
            </a:r>
            <a:r>
              <a:rPr lang="en-US" sz="2400" u="none" strike="noStrike" dirty="0">
                <a:solidFill>
                  <a:srgbClr val="000000"/>
                </a:solidFill>
                <a:uFillTx/>
                <a:latin typeface="Kalimati"/>
                <a:ea typeface="Microsoft YaHei"/>
                <a:cs typeface="Kalimati" panose="00000400000000000000" pitchFamily="2"/>
              </a:rPr>
              <a:t>)</a:t>
            </a:r>
            <a:endParaRPr lang="en-US" sz="2400" u="none" strike="noStrike" dirty="0">
              <a:solidFill>
                <a:srgbClr val="000000"/>
              </a:solidFill>
              <a:uFillTx/>
              <a:latin typeface="Arial"/>
              <a:cs typeface="Kalimati" panose="00000400000000000000" pitchFamily="2"/>
            </a:endParaRPr>
          </a:p>
        </p:txBody>
      </p:sp>
    </p:spTree>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ne-NP" sz="4400" b="1" u="none" strike="noStrike">
                <a:solidFill>
                  <a:srgbClr val="000000"/>
                </a:solidFill>
                <a:uFillTx/>
                <a:latin typeface="Kokila"/>
                <a:cs typeface="Kokila"/>
              </a:rPr>
              <a:t>जग्गाको क्षेत्रफलको इकाइ </a:t>
            </a:r>
            <a:endParaRPr lang="en-US" sz="4400" b="0" u="none" strike="noStrike">
              <a:solidFill>
                <a:srgbClr val="000000"/>
              </a:solidFill>
              <a:uFillTx/>
              <a:latin typeface="Arial"/>
            </a:endParaRPr>
          </a:p>
        </p:txBody>
      </p:sp>
      <p:sp>
        <p:nvSpPr>
          <p:cNvPr id="187" name="PlaceHolder 2"/>
          <p:cNvSpPr>
            <a:spLocks noGrp="1"/>
          </p:cNvSpPr>
          <p:nvPr>
            <p:ph/>
          </p:nvPr>
        </p:nvSpPr>
        <p:spPr>
          <a:xfrm>
            <a:off x="838080" y="1825560"/>
            <a:ext cx="10514520" cy="4350240"/>
          </a:xfrm>
          <a:prstGeom prst="rect">
            <a:avLst/>
          </a:prstGeom>
          <a:noFill/>
          <a:ln w="0">
            <a:noFill/>
          </a:ln>
        </p:spPr>
        <p:txBody>
          <a:bodyPr lIns="91440" tIns="45720" rIns="91440" bIns="45720" anchor="t">
            <a:normAutofit/>
          </a:bodyPr>
          <a:lstStyle/>
          <a:p>
            <a:pPr marL="285840" indent="0" algn="just" defTabSz="914400">
              <a:lnSpc>
                <a:spcPct val="90000"/>
              </a:lnSpc>
              <a:spcBef>
                <a:spcPts val="1001"/>
              </a:spcBef>
              <a:buNone/>
              <a:tabLst>
                <a:tab pos="0" algn="l"/>
              </a:tabLst>
            </a:pPr>
            <a:endParaRPr lang="en-US" sz="3200" b="0" u="none" strike="noStrike">
              <a:solidFill>
                <a:srgbClr val="000000"/>
              </a:solidFill>
              <a:uFillTx/>
              <a:latin typeface="Arial"/>
            </a:endParaRPr>
          </a:p>
          <a:p>
            <a:pPr marL="285840" indent="0" algn="just" defTabSz="914400">
              <a:lnSpc>
                <a:spcPct val="90000"/>
              </a:lnSpc>
              <a:spcBef>
                <a:spcPts val="1001"/>
              </a:spcBef>
              <a:buNone/>
              <a:tabLst>
                <a:tab pos="0" algn="l"/>
              </a:tabLst>
            </a:pPr>
            <a:r>
              <a:rPr lang="ne-NP" sz="3600" b="0" u="none" strike="noStrike">
                <a:solidFill>
                  <a:schemeClr val="dk1"/>
                </a:solidFill>
                <a:uFillTx/>
                <a:latin typeface="Kokila"/>
                <a:cs typeface="Kokila"/>
              </a:rPr>
              <a:t>श्रेस्तामा क्षेत्रफल लेख्ने तरिका</a:t>
            </a:r>
            <a:endParaRPr lang="en-US" sz="3600" b="0" u="none" strike="noStrike">
              <a:solidFill>
                <a:srgbClr val="000000"/>
              </a:solidFill>
              <a:uFillTx/>
              <a:latin typeface="Arial"/>
            </a:endParaRPr>
          </a:p>
          <a:p>
            <a:pPr marL="743040" lvl="1" indent="-285840" algn="just" defTabSz="914400">
              <a:lnSpc>
                <a:spcPct val="90000"/>
              </a:lnSpc>
              <a:spcBef>
                <a:spcPts val="499"/>
              </a:spcBef>
              <a:buClr>
                <a:srgbClr val="FF0000"/>
              </a:buClr>
              <a:buFont typeface="Arial"/>
              <a:buChar char="•"/>
              <a:tabLst>
                <a:tab pos="0" algn="l"/>
              </a:tabLst>
            </a:pPr>
            <a:r>
              <a:rPr lang="ne-NP" sz="2800" b="1" u="none" strike="noStrike">
                <a:solidFill>
                  <a:srgbClr val="FF0000"/>
                </a:solidFill>
                <a:uFillTx/>
                <a:latin typeface="Kokila"/>
                <a:cs typeface="Kokila"/>
              </a:rPr>
              <a:t>१</a:t>
            </a:r>
            <a:r>
              <a:rPr lang="en-US" sz="2800" b="1" u="none" strike="noStrike">
                <a:solidFill>
                  <a:srgbClr val="FF0000"/>
                </a:solidFill>
                <a:uFillTx/>
                <a:latin typeface="Kokila"/>
              </a:rPr>
              <a:t>,</a:t>
            </a:r>
            <a:r>
              <a:rPr lang="ne-NP" sz="2800" b="1" u="none" strike="noStrike">
                <a:solidFill>
                  <a:srgbClr val="FF0000"/>
                </a:solidFill>
                <a:uFillTx/>
                <a:latin typeface="Kokila"/>
                <a:cs typeface="Kokila"/>
              </a:rPr>
              <a:t>२३४५</a:t>
            </a:r>
            <a:r>
              <a:rPr lang="en-US" sz="2800" b="1" u="none" strike="noStrike">
                <a:solidFill>
                  <a:srgbClr val="FF0000"/>
                </a:solidFill>
                <a:uFillTx/>
                <a:latin typeface="Kokila"/>
              </a:rPr>
              <a:t>.</a:t>
            </a:r>
            <a:r>
              <a:rPr lang="ne-NP" sz="2800" b="1" u="none" strike="noStrike">
                <a:solidFill>
                  <a:srgbClr val="FF0000"/>
                </a:solidFill>
                <a:uFillTx/>
                <a:latin typeface="Kokila"/>
                <a:cs typeface="Kokila"/>
              </a:rPr>
              <a:t>६७ </a:t>
            </a:r>
            <a:r>
              <a:rPr lang="ne-NP" sz="2800" b="0" u="none" strike="noStrike">
                <a:solidFill>
                  <a:schemeClr val="dk1"/>
                </a:solidFill>
                <a:uFillTx/>
                <a:latin typeface="Kokila"/>
                <a:cs typeface="Kokila"/>
              </a:rPr>
              <a:t>व</a:t>
            </a:r>
            <a:r>
              <a:rPr lang="en-US" sz="2800" b="0" u="none" strike="noStrike">
                <a:solidFill>
                  <a:schemeClr val="dk1"/>
                </a:solidFill>
                <a:uFillTx/>
                <a:latin typeface="Kokila"/>
              </a:rPr>
              <a:t>.</a:t>
            </a:r>
            <a:r>
              <a:rPr lang="ne-NP" sz="2800" b="0" u="none" strike="noStrike">
                <a:solidFill>
                  <a:schemeClr val="dk1"/>
                </a:solidFill>
                <a:uFillTx/>
                <a:latin typeface="Kokila"/>
                <a:cs typeface="Kokila"/>
              </a:rPr>
              <a:t>मी </a:t>
            </a:r>
            <a:r>
              <a:rPr lang="en-US" sz="2800" b="0" u="none" strike="noStrike">
                <a:solidFill>
                  <a:schemeClr val="dk1"/>
                </a:solidFill>
                <a:uFillTx/>
                <a:latin typeface="Kokila"/>
              </a:rPr>
              <a:t>(</a:t>
            </a:r>
            <a:r>
              <a:rPr lang="ne-NP" sz="2800" b="0" u="none" strike="noStrike">
                <a:solidFill>
                  <a:schemeClr val="dk1"/>
                </a:solidFill>
                <a:uFillTx/>
                <a:latin typeface="Kokila"/>
                <a:cs typeface="Kokila"/>
              </a:rPr>
              <a:t>हेक्टर</a:t>
            </a:r>
            <a:r>
              <a:rPr lang="en-US" sz="2800" b="0" u="none" strike="noStrike">
                <a:solidFill>
                  <a:schemeClr val="dk1"/>
                </a:solidFill>
                <a:uFillTx/>
                <a:latin typeface="Kokila"/>
              </a:rPr>
              <a:t>, </a:t>
            </a:r>
            <a:r>
              <a:rPr lang="ne-NP" sz="2800" b="0" u="none" strike="noStrike">
                <a:solidFill>
                  <a:schemeClr val="dk1"/>
                </a:solidFill>
                <a:uFillTx/>
                <a:latin typeface="Kokila"/>
                <a:cs typeface="Kokila"/>
              </a:rPr>
              <a:t>वर्गमीटर</a:t>
            </a:r>
            <a:r>
              <a:rPr lang="en-US" sz="2800" b="0" u="none" strike="noStrike">
                <a:solidFill>
                  <a:schemeClr val="dk1"/>
                </a:solidFill>
                <a:uFillTx/>
                <a:latin typeface="Kokila"/>
              </a:rPr>
              <a:t>)</a:t>
            </a:r>
            <a:endParaRPr lang="en-US" sz="2800" b="0" u="none" strike="noStrike">
              <a:solidFill>
                <a:srgbClr val="000000"/>
              </a:solidFill>
              <a:uFillTx/>
              <a:latin typeface="Arial"/>
            </a:endParaRPr>
          </a:p>
          <a:p>
            <a:pPr marL="743040" lvl="1" indent="-285840" algn="just" defTabSz="914400">
              <a:lnSpc>
                <a:spcPct val="90000"/>
              </a:lnSpc>
              <a:spcBef>
                <a:spcPts val="499"/>
              </a:spcBef>
              <a:buClr>
                <a:srgbClr val="000000"/>
              </a:buClr>
              <a:buFont typeface="Arial"/>
              <a:buChar char="•"/>
              <a:tabLst>
                <a:tab pos="0" algn="l"/>
              </a:tabLst>
            </a:pPr>
            <a:r>
              <a:rPr lang="ne-NP" sz="2800" b="0" u="none" strike="noStrike">
                <a:solidFill>
                  <a:schemeClr val="dk1"/>
                </a:solidFill>
                <a:uFillTx/>
                <a:latin typeface="Kokila"/>
                <a:cs typeface="Kokila"/>
              </a:rPr>
              <a:t>१</a:t>
            </a:r>
            <a:r>
              <a:rPr lang="en-US" sz="2800" b="0" u="none" strike="noStrike">
                <a:solidFill>
                  <a:schemeClr val="dk1"/>
                </a:solidFill>
                <a:uFillTx/>
                <a:latin typeface="Kokila"/>
              </a:rPr>
              <a:t>-</a:t>
            </a:r>
            <a:r>
              <a:rPr lang="ne-NP" sz="2800" b="0" u="none" strike="noStrike">
                <a:solidFill>
                  <a:schemeClr val="dk1"/>
                </a:solidFill>
                <a:uFillTx/>
                <a:latin typeface="Kokila"/>
                <a:cs typeface="Kokila"/>
              </a:rPr>
              <a:t>१</a:t>
            </a:r>
            <a:r>
              <a:rPr lang="en-US" sz="2800" b="0" u="none" strike="noStrike">
                <a:solidFill>
                  <a:schemeClr val="dk1"/>
                </a:solidFill>
                <a:uFillTx/>
                <a:latin typeface="Kokila"/>
              </a:rPr>
              <a:t>-</a:t>
            </a:r>
            <a:r>
              <a:rPr lang="ne-NP" sz="2800" b="0" u="none" strike="noStrike">
                <a:solidFill>
                  <a:schemeClr val="dk1"/>
                </a:solidFill>
                <a:uFillTx/>
                <a:latin typeface="Kokila"/>
                <a:cs typeface="Kokila"/>
              </a:rPr>
              <a:t>१ </a:t>
            </a:r>
            <a:r>
              <a:rPr lang="en-US" sz="2800" b="0" u="none" strike="noStrike">
                <a:solidFill>
                  <a:schemeClr val="dk1"/>
                </a:solidFill>
                <a:uFillTx/>
                <a:latin typeface="Kokila"/>
              </a:rPr>
              <a:t>(</a:t>
            </a:r>
            <a:r>
              <a:rPr lang="ne-NP" sz="2800" b="0" u="none" strike="noStrike">
                <a:solidFill>
                  <a:schemeClr val="dk1"/>
                </a:solidFill>
                <a:uFillTx/>
                <a:latin typeface="Kokila"/>
                <a:cs typeface="Kokila"/>
              </a:rPr>
              <a:t>बिगाहा</a:t>
            </a:r>
            <a:r>
              <a:rPr lang="en-US" sz="2800" b="0" u="none" strike="noStrike">
                <a:solidFill>
                  <a:schemeClr val="dk1"/>
                </a:solidFill>
                <a:uFillTx/>
                <a:latin typeface="Kokila"/>
              </a:rPr>
              <a:t>- </a:t>
            </a:r>
            <a:r>
              <a:rPr lang="ne-NP" sz="2800" b="0" u="none" strike="noStrike">
                <a:solidFill>
                  <a:schemeClr val="dk1"/>
                </a:solidFill>
                <a:uFillTx/>
                <a:latin typeface="Kokila"/>
                <a:cs typeface="Kokila"/>
              </a:rPr>
              <a:t>कट्ठा</a:t>
            </a:r>
            <a:r>
              <a:rPr lang="en-US" sz="2800" b="0" u="none" strike="noStrike">
                <a:solidFill>
                  <a:schemeClr val="dk1"/>
                </a:solidFill>
                <a:uFillTx/>
                <a:latin typeface="Kokila"/>
              </a:rPr>
              <a:t>-</a:t>
            </a:r>
            <a:r>
              <a:rPr lang="ne-NP" sz="2800" b="0" u="none" strike="noStrike">
                <a:solidFill>
                  <a:schemeClr val="dk1"/>
                </a:solidFill>
                <a:uFillTx/>
                <a:latin typeface="Kokila"/>
                <a:cs typeface="Kokila"/>
              </a:rPr>
              <a:t>धूर</a:t>
            </a:r>
            <a:r>
              <a:rPr lang="en-US" sz="2800" b="0" u="none" strike="noStrike">
                <a:solidFill>
                  <a:schemeClr val="dk1"/>
                </a:solidFill>
                <a:uFillTx/>
                <a:latin typeface="Kokila"/>
              </a:rPr>
              <a:t>)</a:t>
            </a:r>
            <a:endParaRPr lang="en-US" sz="2800" b="0" u="none" strike="noStrike">
              <a:solidFill>
                <a:srgbClr val="000000"/>
              </a:solidFill>
              <a:uFillTx/>
              <a:latin typeface="Arial"/>
            </a:endParaRPr>
          </a:p>
          <a:p>
            <a:pPr marL="743040" lvl="1" indent="-285840" algn="just" defTabSz="914400">
              <a:lnSpc>
                <a:spcPct val="90000"/>
              </a:lnSpc>
              <a:spcBef>
                <a:spcPts val="499"/>
              </a:spcBef>
              <a:buClr>
                <a:srgbClr val="000000"/>
              </a:buClr>
              <a:buFont typeface="Arial"/>
              <a:buChar char="•"/>
              <a:tabLst>
                <a:tab pos="0" algn="l"/>
              </a:tabLst>
            </a:pPr>
            <a:r>
              <a:rPr lang="ne-NP" sz="2800" b="0" u="none" strike="noStrike">
                <a:solidFill>
                  <a:schemeClr val="dk1"/>
                </a:solidFill>
                <a:uFillTx/>
                <a:latin typeface="Kokila"/>
                <a:cs typeface="Kokila"/>
              </a:rPr>
              <a:t>१</a:t>
            </a:r>
            <a:r>
              <a:rPr lang="en-US" sz="2800" b="0" u="none" strike="noStrike">
                <a:solidFill>
                  <a:schemeClr val="dk1"/>
                </a:solidFill>
                <a:uFillTx/>
                <a:latin typeface="Kokila"/>
              </a:rPr>
              <a:t>-</a:t>
            </a:r>
            <a:r>
              <a:rPr lang="ne-NP" sz="2800" b="0" u="none" strike="noStrike">
                <a:solidFill>
                  <a:schemeClr val="dk1"/>
                </a:solidFill>
                <a:uFillTx/>
                <a:latin typeface="Kokila"/>
                <a:cs typeface="Kokila"/>
              </a:rPr>
              <a:t>१</a:t>
            </a:r>
            <a:r>
              <a:rPr lang="en-US" sz="2800" b="0" u="none" strike="noStrike">
                <a:solidFill>
                  <a:schemeClr val="dk1"/>
                </a:solidFill>
                <a:uFillTx/>
                <a:latin typeface="Kokila"/>
              </a:rPr>
              <a:t>-</a:t>
            </a:r>
            <a:r>
              <a:rPr lang="ne-NP" sz="2800" b="0" u="none" strike="noStrike">
                <a:solidFill>
                  <a:schemeClr val="dk1"/>
                </a:solidFill>
                <a:uFillTx/>
                <a:latin typeface="Kokila"/>
                <a:cs typeface="Kokila"/>
              </a:rPr>
              <a:t>१</a:t>
            </a:r>
            <a:r>
              <a:rPr lang="en-US" sz="2800" b="0" u="none" strike="noStrike">
                <a:solidFill>
                  <a:schemeClr val="dk1"/>
                </a:solidFill>
                <a:uFillTx/>
                <a:latin typeface="Kokila"/>
              </a:rPr>
              <a:t>-</a:t>
            </a:r>
            <a:r>
              <a:rPr lang="ne-NP" sz="2800" b="0" u="none" strike="noStrike">
                <a:solidFill>
                  <a:schemeClr val="dk1"/>
                </a:solidFill>
                <a:uFillTx/>
                <a:latin typeface="Kokila"/>
                <a:cs typeface="Kokila"/>
              </a:rPr>
              <a:t>१ </a:t>
            </a:r>
            <a:r>
              <a:rPr lang="en-US" sz="2800" b="0" u="none" strike="noStrike">
                <a:solidFill>
                  <a:schemeClr val="dk1"/>
                </a:solidFill>
                <a:uFillTx/>
                <a:latin typeface="Kokila"/>
              </a:rPr>
              <a:t>(</a:t>
            </a:r>
            <a:r>
              <a:rPr lang="ne-NP" sz="2800" b="0" u="none" strike="noStrike">
                <a:solidFill>
                  <a:schemeClr val="dk1"/>
                </a:solidFill>
                <a:uFillTx/>
                <a:latin typeface="Kokila"/>
                <a:cs typeface="Kokila"/>
              </a:rPr>
              <a:t>रोपनी</a:t>
            </a:r>
            <a:r>
              <a:rPr lang="en-US" sz="2800" b="0" u="none" strike="noStrike">
                <a:solidFill>
                  <a:schemeClr val="dk1"/>
                </a:solidFill>
                <a:uFillTx/>
                <a:latin typeface="Kokila"/>
              </a:rPr>
              <a:t>- </a:t>
            </a:r>
            <a:r>
              <a:rPr lang="ne-NP" sz="2800" b="0" u="none" strike="noStrike">
                <a:solidFill>
                  <a:schemeClr val="dk1"/>
                </a:solidFill>
                <a:uFillTx/>
                <a:latin typeface="Kokila"/>
                <a:cs typeface="Kokila"/>
              </a:rPr>
              <a:t>आना</a:t>
            </a:r>
            <a:r>
              <a:rPr lang="en-US" sz="2800" b="0" u="none" strike="noStrike">
                <a:solidFill>
                  <a:schemeClr val="dk1"/>
                </a:solidFill>
                <a:uFillTx/>
                <a:latin typeface="Kokila"/>
              </a:rPr>
              <a:t>-</a:t>
            </a:r>
            <a:r>
              <a:rPr lang="ne-NP" sz="2800" b="0" u="none" strike="noStrike">
                <a:solidFill>
                  <a:schemeClr val="dk1"/>
                </a:solidFill>
                <a:uFillTx/>
                <a:latin typeface="Kokila"/>
                <a:cs typeface="Kokila"/>
              </a:rPr>
              <a:t>पैसा</a:t>
            </a:r>
            <a:r>
              <a:rPr lang="en-US" sz="2800" b="0" u="none" strike="noStrike">
                <a:solidFill>
                  <a:schemeClr val="dk1"/>
                </a:solidFill>
                <a:uFillTx/>
                <a:latin typeface="Kokila"/>
              </a:rPr>
              <a:t>- </a:t>
            </a:r>
            <a:r>
              <a:rPr lang="ne-NP" sz="2800" b="0" u="none" strike="noStrike">
                <a:solidFill>
                  <a:schemeClr val="dk1"/>
                </a:solidFill>
                <a:uFillTx/>
                <a:latin typeface="Kokila"/>
                <a:cs typeface="Kokila"/>
              </a:rPr>
              <a:t>दाम</a:t>
            </a:r>
            <a:r>
              <a:rPr lang="en-US" sz="2800" b="0" u="none" strike="noStrike">
                <a:solidFill>
                  <a:schemeClr val="dk1"/>
                </a:solidFill>
                <a:uFillTx/>
                <a:latin typeface="Kokila"/>
              </a:rPr>
              <a:t>) </a:t>
            </a:r>
            <a:endParaRPr lang="en-US" sz="2800" b="0" u="none" strike="noStrike">
              <a:solidFill>
                <a:srgbClr val="000000"/>
              </a:solidFill>
              <a:uFillTx/>
              <a:latin typeface="Arial"/>
            </a:endParaRPr>
          </a:p>
          <a:p>
            <a:pPr indent="0" algn="just" defTabSz="914400">
              <a:lnSpc>
                <a:spcPct val="90000"/>
              </a:lnSpc>
              <a:spcBef>
                <a:spcPts val="1001"/>
              </a:spcBef>
              <a:buNone/>
              <a:tabLst>
                <a:tab pos="0" algn="l"/>
              </a:tabLst>
            </a:pPr>
            <a:endParaRPr lang="en-US" sz="3600" b="0" u="none" strike="noStrike">
              <a:solidFill>
                <a:srgbClr val="000000"/>
              </a:solidFill>
              <a:uFillTx/>
              <a:latin typeface="Arial"/>
            </a:endParaRPr>
          </a:p>
        </p:txBody>
      </p:sp>
    </p:spTree>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PlaceHolder 1"/>
          <p:cNvSpPr>
            <a:spLocks noGrp="1"/>
          </p:cNvSpPr>
          <p:nvPr>
            <p:ph type="title"/>
          </p:nvPr>
        </p:nvSpPr>
        <p:spPr>
          <a:xfrm>
            <a:off x="609480" y="274320"/>
            <a:ext cx="10972440" cy="1142640"/>
          </a:xfrm>
          <a:prstGeom prst="rect">
            <a:avLst/>
          </a:prstGeom>
          <a:noFill/>
          <a:ln w="0">
            <a:noFill/>
          </a:ln>
        </p:spPr>
        <p:txBody>
          <a:bodyPr lIns="91440" tIns="45720" rIns="91440" bIns="45720" anchor="ctr">
            <a:noAutofit/>
          </a:bodyPr>
          <a:lstStyle/>
          <a:p>
            <a:pPr indent="0" algn="ctr">
              <a:lnSpc>
                <a:spcPct val="100000"/>
              </a:lnSpc>
              <a:buNone/>
              <a:tabLst>
                <a:tab pos="0" algn="l"/>
              </a:tabLst>
            </a:pPr>
            <a:r>
              <a:rPr lang="en-US" sz="4840" b="0" u="none" strike="noStrike">
                <a:solidFill>
                  <a:srgbClr val="000000"/>
                </a:solidFill>
                <a:uFillTx/>
                <a:latin typeface="Calibri"/>
              </a:rPr>
              <a:t>Area Calculation</a:t>
            </a:r>
            <a:endParaRPr lang="en-US" sz="4840" b="0" u="none" strike="noStrike">
              <a:solidFill>
                <a:srgbClr val="000000"/>
              </a:solidFill>
              <a:uFillTx/>
              <a:latin typeface="Arial"/>
            </a:endParaRPr>
          </a:p>
        </p:txBody>
      </p:sp>
      <p:pic>
        <p:nvPicPr>
          <p:cNvPr id="189" name="Content Placeholder 20"/>
          <p:cNvPicPr/>
          <p:nvPr/>
        </p:nvPicPr>
        <p:blipFill>
          <a:blip r:embed="rId2"/>
          <a:stretch/>
        </p:blipFill>
        <p:spPr>
          <a:xfrm>
            <a:off x="498600" y="1219320"/>
            <a:ext cx="10042200" cy="5598360"/>
          </a:xfrm>
          <a:prstGeom prst="rect">
            <a:avLst/>
          </a:prstGeom>
          <a:noFill/>
          <a:ln w="0">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 name="PlaceHolder 1"/>
          <p:cNvSpPr>
            <a:spLocks noGrp="1"/>
          </p:cNvSpPr>
          <p:nvPr>
            <p:ph type="title"/>
          </p:nvPr>
        </p:nvSpPr>
        <p:spPr>
          <a:xfrm>
            <a:off x="609480" y="274320"/>
            <a:ext cx="10972440" cy="1142640"/>
          </a:xfrm>
          <a:prstGeom prst="rect">
            <a:avLst/>
          </a:prstGeom>
          <a:noFill/>
          <a:ln w="0">
            <a:noFill/>
          </a:ln>
        </p:spPr>
        <p:txBody>
          <a:bodyPr lIns="91440" tIns="45720" rIns="91440" bIns="45720" anchor="ctr">
            <a:noAutofit/>
          </a:bodyPr>
          <a:lstStyle/>
          <a:p>
            <a:pPr indent="0" algn="ctr">
              <a:lnSpc>
                <a:spcPct val="100000"/>
              </a:lnSpc>
              <a:buNone/>
              <a:tabLst>
                <a:tab pos="0" algn="l"/>
              </a:tabLst>
            </a:pPr>
            <a:r>
              <a:rPr lang="en-US" sz="4840" b="0" u="none" strike="noStrike">
                <a:solidFill>
                  <a:srgbClr val="000000"/>
                </a:solidFill>
                <a:uFillTx/>
                <a:latin typeface="Calibri"/>
              </a:rPr>
              <a:t>Area Calculation</a:t>
            </a:r>
            <a:endParaRPr lang="en-US" sz="4840" b="0" u="none" strike="noStrike">
              <a:solidFill>
                <a:srgbClr val="000000"/>
              </a:solidFill>
              <a:uFillTx/>
              <a:latin typeface="Arial"/>
            </a:endParaRPr>
          </a:p>
        </p:txBody>
      </p:sp>
      <p:pic>
        <p:nvPicPr>
          <p:cNvPr id="191" name="Content Placeholder 21"/>
          <p:cNvPicPr/>
          <p:nvPr/>
        </p:nvPicPr>
        <p:blipFill>
          <a:blip r:embed="rId2"/>
          <a:stretch/>
        </p:blipFill>
        <p:spPr>
          <a:xfrm>
            <a:off x="0" y="0"/>
            <a:ext cx="12191760" cy="6857640"/>
          </a:xfrm>
          <a:prstGeom prst="rect">
            <a:avLst/>
          </a:prstGeom>
          <a:noFill/>
          <a:ln w="0">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PlaceHolder 1"/>
          <p:cNvSpPr>
            <a:spLocks noGrp="1"/>
          </p:cNvSpPr>
          <p:nvPr>
            <p:ph type="title"/>
          </p:nvPr>
        </p:nvSpPr>
        <p:spPr>
          <a:xfrm>
            <a:off x="609480" y="274320"/>
            <a:ext cx="10972440" cy="1142640"/>
          </a:xfrm>
          <a:prstGeom prst="rect">
            <a:avLst/>
          </a:prstGeom>
          <a:noFill/>
          <a:ln w="0">
            <a:noFill/>
          </a:ln>
        </p:spPr>
        <p:txBody>
          <a:bodyPr lIns="91440" tIns="45720" rIns="91440" bIns="45720" anchor="ctr">
            <a:noAutofit/>
          </a:bodyPr>
          <a:lstStyle/>
          <a:p>
            <a:pPr indent="0" algn="ctr">
              <a:lnSpc>
                <a:spcPct val="100000"/>
              </a:lnSpc>
              <a:buNone/>
              <a:tabLst>
                <a:tab pos="0" algn="l"/>
              </a:tabLst>
            </a:pPr>
            <a:r>
              <a:rPr lang="en-US" sz="4840" b="0" u="none" strike="noStrike">
                <a:solidFill>
                  <a:srgbClr val="000000"/>
                </a:solidFill>
                <a:uFillTx/>
                <a:latin typeface="Calibri"/>
              </a:rPr>
              <a:t>Area Calculation</a:t>
            </a:r>
            <a:endParaRPr lang="en-US" sz="4840" b="0" u="none" strike="noStrike">
              <a:solidFill>
                <a:srgbClr val="000000"/>
              </a:solidFill>
              <a:uFillTx/>
              <a:latin typeface="Arial"/>
            </a:endParaRPr>
          </a:p>
        </p:txBody>
      </p:sp>
      <p:pic>
        <p:nvPicPr>
          <p:cNvPr id="193" name="Content Placeholder 22"/>
          <p:cNvPicPr/>
          <p:nvPr/>
        </p:nvPicPr>
        <p:blipFill>
          <a:blip r:embed="rId2"/>
          <a:stretch/>
        </p:blipFill>
        <p:spPr>
          <a:xfrm>
            <a:off x="1218960" y="2147760"/>
            <a:ext cx="8819640" cy="3719160"/>
          </a:xfrm>
          <a:prstGeom prst="rect">
            <a:avLst/>
          </a:prstGeom>
          <a:noFill/>
          <a:ln w="0">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PlaceHolder 1"/>
          <p:cNvSpPr>
            <a:spLocks noGrp="1"/>
          </p:cNvSpPr>
          <p:nvPr>
            <p:ph type="title"/>
          </p:nvPr>
        </p:nvSpPr>
        <p:spPr>
          <a:xfrm rot="16200000">
            <a:off x="-2601360" y="2603160"/>
            <a:ext cx="6856920" cy="1652400"/>
          </a:xfrm>
          <a:prstGeom prst="rect">
            <a:avLst/>
          </a:prstGeom>
          <a:solidFill>
            <a:schemeClr val="lt1"/>
          </a:solidFill>
          <a:ln w="0">
            <a:noFill/>
          </a:ln>
        </p:spPr>
        <p:txBody>
          <a:bodyPr lIns="91440" tIns="45720" rIns="91440" bIns="45720" anchor="ctr">
            <a:noAutofit/>
          </a:bodyPr>
          <a:lstStyle/>
          <a:p>
            <a:pPr indent="0" algn="ctr" defTabSz="914400">
              <a:lnSpc>
                <a:spcPct val="90000"/>
              </a:lnSpc>
              <a:buNone/>
              <a:tabLst>
                <a:tab pos="0" algn="l"/>
              </a:tabLst>
            </a:pPr>
            <a:r>
              <a:rPr lang="ne-NP" sz="4400" b="1" u="none" strike="noStrike">
                <a:solidFill>
                  <a:srgbClr val="0000FF"/>
                </a:solidFill>
                <a:uFillTx/>
                <a:latin typeface="Kokila"/>
                <a:cs typeface="Kokila"/>
              </a:rPr>
              <a:t>नक्शामा नाप्ने अभ्यास</a:t>
            </a:r>
            <a:br>
              <a:rPr sz="4400"/>
            </a:br>
            <a:r>
              <a:rPr lang="ne-NP" sz="2800" b="1" u="none" strike="noStrike">
                <a:solidFill>
                  <a:srgbClr val="FF0000"/>
                </a:solidFill>
                <a:uFillTx/>
                <a:latin typeface="Kokila"/>
                <a:cs typeface="Kokila"/>
              </a:rPr>
              <a:t>नक्शाको माननापः</a:t>
            </a:r>
            <a:r>
              <a:rPr lang="en-US" sz="2800" b="1" u="none" strike="noStrike">
                <a:solidFill>
                  <a:srgbClr val="FF0000"/>
                </a:solidFill>
                <a:uFillTx/>
                <a:latin typeface="Kokila"/>
              </a:rPr>
              <a:t>- </a:t>
            </a:r>
            <a:r>
              <a:rPr lang="ne-NP" sz="2800" b="1" u="none" strike="noStrike">
                <a:solidFill>
                  <a:srgbClr val="FF0000"/>
                </a:solidFill>
                <a:uFillTx/>
                <a:latin typeface="Kokila"/>
                <a:cs typeface="Kokila"/>
              </a:rPr>
              <a:t>१</a:t>
            </a:r>
            <a:r>
              <a:rPr lang="en-US" sz="2800" b="1" u="none" strike="noStrike">
                <a:solidFill>
                  <a:srgbClr val="FF0000"/>
                </a:solidFill>
                <a:uFillTx/>
                <a:latin typeface="Kokila"/>
              </a:rPr>
              <a:t>:</a:t>
            </a:r>
            <a:r>
              <a:rPr lang="ne-NP" sz="2800" b="1" u="none" strike="noStrike">
                <a:solidFill>
                  <a:srgbClr val="FF0000"/>
                </a:solidFill>
                <a:uFillTx/>
                <a:latin typeface="Kokila"/>
                <a:cs typeface="Kokila"/>
              </a:rPr>
              <a:t>२५००</a:t>
            </a:r>
            <a:endParaRPr lang="en-US" sz="2800" b="0" u="none" strike="noStrike">
              <a:solidFill>
                <a:srgbClr val="000000"/>
              </a:solidFill>
              <a:uFillTx/>
              <a:latin typeface="Arial"/>
            </a:endParaRPr>
          </a:p>
        </p:txBody>
      </p:sp>
      <p:pic>
        <p:nvPicPr>
          <p:cNvPr id="199" name="Content Placeholder 24"/>
          <p:cNvPicPr/>
          <p:nvPr/>
        </p:nvPicPr>
        <p:blipFill>
          <a:blip r:embed="rId3"/>
          <a:srcRect t="2839"/>
          <a:stretch/>
        </p:blipFill>
        <p:spPr>
          <a:xfrm rot="5400000">
            <a:off x="3418200" y="-1908360"/>
            <a:ext cx="6714360" cy="10675440"/>
          </a:xfrm>
          <a:prstGeom prst="rect">
            <a:avLst/>
          </a:prstGeom>
          <a:noFill/>
          <a:ln w="0">
            <a:noFill/>
          </a:ln>
        </p:spPr>
      </p:pic>
    </p:spTree>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400" b="1" u="none" strike="noStrike">
                <a:solidFill>
                  <a:srgbClr val="0000FF"/>
                </a:solidFill>
                <a:uFillTx/>
                <a:latin typeface="Kokila"/>
              </a:rPr>
              <a:t>1:2500, 1mm= 2500/1000= 2.5m</a:t>
            </a:r>
            <a:endParaRPr lang="en-US" sz="4400" b="0" u="none" strike="noStrike">
              <a:solidFill>
                <a:srgbClr val="000000"/>
              </a:solidFill>
              <a:uFillTx/>
              <a:latin typeface="Arial"/>
            </a:endParaRPr>
          </a:p>
        </p:txBody>
      </p:sp>
      <p:sp>
        <p:nvSpPr>
          <p:cNvPr id="201" name="PlaceHolder 2"/>
          <p:cNvSpPr>
            <a:spLocks noGrp="1"/>
          </p:cNvSpPr>
          <p:nvPr>
            <p:ph/>
          </p:nvPr>
        </p:nvSpPr>
        <p:spPr>
          <a:xfrm>
            <a:off x="838080" y="1825560"/>
            <a:ext cx="10514520" cy="4350240"/>
          </a:xfrm>
          <a:prstGeom prst="rect">
            <a:avLst/>
          </a:prstGeom>
          <a:noFill/>
          <a:ln w="0">
            <a:noFill/>
          </a:ln>
        </p:spPr>
        <p:txBody>
          <a:bodyPr lIns="91440" tIns="45720" rIns="91440" bIns="45720" anchor="t">
            <a:normAutofit/>
          </a:bodyPr>
          <a:lstStyle/>
          <a:p>
            <a:pPr marL="228600" indent="-228600" algn="just" defTabSz="914400">
              <a:lnSpc>
                <a:spcPct val="90000"/>
              </a:lnSpc>
              <a:spcBef>
                <a:spcPts val="1001"/>
              </a:spcBef>
              <a:buClr>
                <a:srgbClr val="000000"/>
              </a:buClr>
              <a:buFont typeface="Arial"/>
              <a:buChar char="•"/>
            </a:pPr>
            <a:r>
              <a:rPr lang="en-US" sz="2800" b="0" u="none" strike="noStrike">
                <a:solidFill>
                  <a:schemeClr val="dk1"/>
                </a:solidFill>
                <a:uFillTx/>
                <a:latin typeface="Kokila"/>
              </a:rPr>
              <a:t>L=</a:t>
            </a:r>
            <a:r>
              <a:rPr lang="en-US" sz="4800" b="0" u="none" strike="noStrike">
                <a:solidFill>
                  <a:schemeClr val="dk1"/>
                </a:solidFill>
                <a:uFillTx/>
                <a:latin typeface="Kokila"/>
              </a:rPr>
              <a:t> </a:t>
            </a:r>
            <a:endParaRPr lang="en-US" sz="4800" b="0" u="none" strike="noStrike">
              <a:solidFill>
                <a:srgbClr val="000000"/>
              </a:solidFill>
              <a:uFillTx/>
              <a:latin typeface="Arial"/>
            </a:endParaRPr>
          </a:p>
          <a:p>
            <a:pPr indent="0" algn="just" defTabSz="914400">
              <a:lnSpc>
                <a:spcPct val="90000"/>
              </a:lnSpc>
              <a:spcBef>
                <a:spcPts val="1001"/>
              </a:spcBef>
              <a:buNone/>
              <a:tabLst>
                <a:tab pos="0" algn="l"/>
              </a:tabLst>
            </a:pPr>
            <a:endParaRPr lang="en-US" sz="2800" b="0" u="none" strike="noStrike">
              <a:solidFill>
                <a:srgbClr val="000000"/>
              </a:solidFill>
              <a:uFillTx/>
              <a:latin typeface="Arial"/>
            </a:endParaRPr>
          </a:p>
          <a:p>
            <a:pPr marL="228600" indent="-228600" algn="just" defTabSz="914400">
              <a:lnSpc>
                <a:spcPct val="90000"/>
              </a:lnSpc>
              <a:spcBef>
                <a:spcPts val="1001"/>
              </a:spcBef>
              <a:buClr>
                <a:srgbClr val="000000"/>
              </a:buClr>
              <a:buFont typeface="Arial"/>
              <a:buChar char="•"/>
              <a:tabLst>
                <a:tab pos="0" algn="l"/>
              </a:tabLst>
            </a:pPr>
            <a:r>
              <a:rPr lang="en-US" sz="2800" b="0" u="none" strike="noStrike">
                <a:solidFill>
                  <a:schemeClr val="dk1"/>
                </a:solidFill>
                <a:uFillTx/>
                <a:latin typeface="Kokila"/>
              </a:rPr>
              <a:t>B=</a:t>
            </a:r>
            <a:endParaRPr lang="en-US" sz="2800" b="0" u="none" strike="noStrike">
              <a:solidFill>
                <a:srgbClr val="000000"/>
              </a:solidFill>
              <a:uFillTx/>
              <a:latin typeface="Arial"/>
            </a:endParaRPr>
          </a:p>
          <a:p>
            <a:pPr indent="0" algn="just" defTabSz="914400">
              <a:lnSpc>
                <a:spcPct val="90000"/>
              </a:lnSpc>
              <a:spcBef>
                <a:spcPts val="1001"/>
              </a:spcBef>
              <a:buNone/>
              <a:tabLst>
                <a:tab pos="0" algn="l"/>
              </a:tabLst>
            </a:pPr>
            <a:endParaRPr lang="en-US" sz="2800" b="0" u="none" strike="noStrike">
              <a:solidFill>
                <a:srgbClr val="000000"/>
              </a:solidFill>
              <a:uFillTx/>
              <a:latin typeface="Arial"/>
            </a:endParaRPr>
          </a:p>
          <a:p>
            <a:pPr marL="228600" indent="-228600" algn="just" defTabSz="914400">
              <a:lnSpc>
                <a:spcPct val="90000"/>
              </a:lnSpc>
              <a:spcBef>
                <a:spcPts val="1001"/>
              </a:spcBef>
              <a:buClr>
                <a:srgbClr val="000000"/>
              </a:buClr>
              <a:buFont typeface="Arial"/>
              <a:buChar char="•"/>
              <a:tabLst>
                <a:tab pos="0" algn="l"/>
              </a:tabLst>
            </a:pPr>
            <a:r>
              <a:rPr lang="en-US" sz="2800" b="0" u="none" strike="noStrike">
                <a:solidFill>
                  <a:schemeClr val="dk1"/>
                </a:solidFill>
                <a:uFillTx/>
                <a:latin typeface="Kokila"/>
              </a:rPr>
              <a:t>A =</a:t>
            </a:r>
            <a:endParaRPr lang="en-US" sz="2800" b="0" u="none" strike="noStrike">
              <a:solidFill>
                <a:srgbClr val="000000"/>
              </a:solidFill>
              <a:uFillTx/>
              <a:latin typeface="Arial"/>
            </a:endParaRPr>
          </a:p>
        </p:txBody>
      </p:sp>
      <p:sp>
        <p:nvSpPr>
          <p:cNvPr id="202" name="TextBox 5"/>
          <p:cNvSpPr/>
          <p:nvPr/>
        </p:nvSpPr>
        <p:spPr>
          <a:xfrm>
            <a:off x="1893600" y="1972080"/>
            <a:ext cx="1098000" cy="943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2800" b="0" u="none" strike="noStrike">
                <a:solidFill>
                  <a:schemeClr val="dk1"/>
                </a:solidFill>
                <a:uFillTx/>
                <a:latin typeface="Kokila"/>
              </a:rPr>
              <a:t>28 mm </a:t>
            </a:r>
            <a:endParaRPr lang="en-US" sz="2800" b="0" u="none" strike="noStrike">
              <a:solidFill>
                <a:srgbClr val="000000"/>
              </a:solidFill>
              <a:uFillTx/>
              <a:latin typeface="Arial"/>
            </a:endParaRPr>
          </a:p>
        </p:txBody>
      </p:sp>
      <p:sp>
        <p:nvSpPr>
          <p:cNvPr id="203" name="TextBox 7"/>
          <p:cNvSpPr/>
          <p:nvPr/>
        </p:nvSpPr>
        <p:spPr>
          <a:xfrm>
            <a:off x="1893600" y="3033000"/>
            <a:ext cx="1024200" cy="943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2800" b="0" u="none" strike="noStrike">
                <a:solidFill>
                  <a:schemeClr val="dk1"/>
                </a:solidFill>
                <a:uFillTx/>
                <a:latin typeface="Kokila"/>
              </a:rPr>
              <a:t>24 mm </a:t>
            </a:r>
            <a:endParaRPr lang="en-US" sz="2800" b="0" u="none" strike="noStrike">
              <a:solidFill>
                <a:srgbClr val="000000"/>
              </a:solidFill>
              <a:uFillTx/>
              <a:latin typeface="Arial"/>
            </a:endParaRPr>
          </a:p>
        </p:txBody>
      </p:sp>
      <p:sp>
        <p:nvSpPr>
          <p:cNvPr id="204" name="TextBox 8"/>
          <p:cNvSpPr/>
          <p:nvPr/>
        </p:nvSpPr>
        <p:spPr>
          <a:xfrm>
            <a:off x="2918520" y="1990800"/>
            <a:ext cx="2360160" cy="943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2800" b="0" u="none" strike="noStrike">
                <a:solidFill>
                  <a:schemeClr val="dk1"/>
                </a:solidFill>
                <a:uFillTx/>
                <a:latin typeface="Kokila"/>
              </a:rPr>
              <a:t>= 28x2.5= 70 m</a:t>
            </a:r>
            <a:endParaRPr lang="en-US" sz="2800" b="0" u="none" strike="noStrike">
              <a:solidFill>
                <a:srgbClr val="000000"/>
              </a:solidFill>
              <a:uFillTx/>
              <a:latin typeface="Arial"/>
            </a:endParaRPr>
          </a:p>
        </p:txBody>
      </p:sp>
      <p:sp>
        <p:nvSpPr>
          <p:cNvPr id="205" name="TextBox 9"/>
          <p:cNvSpPr/>
          <p:nvPr/>
        </p:nvSpPr>
        <p:spPr>
          <a:xfrm>
            <a:off x="2918520" y="3033000"/>
            <a:ext cx="2360160" cy="943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2800" b="0" u="none" strike="noStrike">
                <a:solidFill>
                  <a:schemeClr val="dk1"/>
                </a:solidFill>
                <a:uFillTx/>
                <a:latin typeface="Kokila"/>
              </a:rPr>
              <a:t>= 24x2.5 = 60 m</a:t>
            </a:r>
            <a:endParaRPr lang="en-US" sz="2800" b="0" u="none" strike="noStrike">
              <a:solidFill>
                <a:srgbClr val="000000"/>
              </a:solidFill>
              <a:uFillTx/>
              <a:latin typeface="Arial"/>
            </a:endParaRPr>
          </a:p>
        </p:txBody>
      </p:sp>
      <p:sp>
        <p:nvSpPr>
          <p:cNvPr id="206" name="TextBox 11"/>
          <p:cNvSpPr/>
          <p:nvPr/>
        </p:nvSpPr>
        <p:spPr>
          <a:xfrm>
            <a:off x="1893600" y="4035600"/>
            <a:ext cx="2943720" cy="516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2800" b="0" u="none" strike="noStrike">
                <a:solidFill>
                  <a:schemeClr val="dk1"/>
                </a:solidFill>
                <a:uFillTx/>
                <a:latin typeface="Kokila"/>
              </a:rPr>
              <a:t>L x B = 4,200m</a:t>
            </a:r>
            <a:r>
              <a:rPr lang="en-US" sz="2800" b="0" u="none" strike="noStrike" baseline="30000">
                <a:solidFill>
                  <a:schemeClr val="dk1"/>
                </a:solidFill>
                <a:uFillTx/>
                <a:latin typeface="Kokila"/>
              </a:rPr>
              <a:t>2</a:t>
            </a:r>
            <a:r>
              <a:rPr lang="en-US" sz="2800" b="0" u="none" strike="noStrike">
                <a:solidFill>
                  <a:schemeClr val="dk1"/>
                </a:solidFill>
                <a:uFillTx/>
                <a:latin typeface="Kokila"/>
              </a:rPr>
              <a:t> </a:t>
            </a:r>
            <a:endParaRPr lang="en-US" sz="2800" b="0" u="none" strike="noStrike">
              <a:solidFill>
                <a:srgbClr val="000000"/>
              </a:solidFill>
              <a:uFillTx/>
              <a:latin typeface="Arial"/>
            </a:endParaRPr>
          </a:p>
        </p:txBody>
      </p:sp>
      <p:sp>
        <p:nvSpPr>
          <p:cNvPr id="207" name="TextBox 13"/>
          <p:cNvSpPr/>
          <p:nvPr/>
        </p:nvSpPr>
        <p:spPr>
          <a:xfrm>
            <a:off x="8560440" y="1825560"/>
            <a:ext cx="3343320" cy="2224080"/>
          </a:xfrm>
          <a:prstGeom prst="rect">
            <a:avLst/>
          </a:prstGeom>
          <a:solidFill>
            <a:schemeClr val="tx2">
              <a:lumMod val="20000"/>
              <a:lumOff val="8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ne-NP" sz="2000" b="0" u="none" strike="noStrike">
                <a:solidFill>
                  <a:schemeClr val="dk1"/>
                </a:solidFill>
                <a:uFillTx/>
                <a:latin typeface="Kokila"/>
                <a:cs typeface="Kokila"/>
              </a:rPr>
              <a:t>१ आना </a:t>
            </a:r>
            <a:r>
              <a:rPr lang="en-US" sz="2000" b="0" u="none" strike="noStrike">
                <a:solidFill>
                  <a:schemeClr val="dk1"/>
                </a:solidFill>
                <a:uFillTx/>
                <a:latin typeface="Kokila"/>
              </a:rPr>
              <a:t>= </a:t>
            </a:r>
            <a:r>
              <a:rPr lang="ne-NP" sz="2000" b="0" u="none" strike="noStrike">
                <a:solidFill>
                  <a:schemeClr val="dk1"/>
                </a:solidFill>
                <a:uFillTx/>
                <a:latin typeface="Kokila"/>
                <a:cs typeface="Kokila"/>
              </a:rPr>
              <a:t>४ पैसा</a:t>
            </a:r>
            <a:endParaRPr lang="en-US" sz="2000" b="0" u="none" strike="noStrike">
              <a:solidFill>
                <a:srgbClr val="000000"/>
              </a:solidFill>
              <a:uFillTx/>
              <a:latin typeface="Arial"/>
            </a:endParaRPr>
          </a:p>
          <a:p>
            <a:pPr defTabSz="914400">
              <a:lnSpc>
                <a:spcPct val="100000"/>
              </a:lnSpc>
            </a:pPr>
            <a:r>
              <a:rPr lang="ne-NP" sz="2000" b="0" u="none" strike="noStrike">
                <a:solidFill>
                  <a:schemeClr val="dk1"/>
                </a:solidFill>
                <a:uFillTx/>
                <a:latin typeface="Kokila"/>
                <a:cs typeface="Kokila"/>
              </a:rPr>
              <a:t>१ पैसा </a:t>
            </a:r>
            <a:r>
              <a:rPr lang="en-US" sz="2000" b="0" u="none" strike="noStrike">
                <a:solidFill>
                  <a:schemeClr val="dk1"/>
                </a:solidFill>
                <a:uFillTx/>
                <a:latin typeface="Kokila"/>
              </a:rPr>
              <a:t>= </a:t>
            </a:r>
            <a:r>
              <a:rPr lang="ne-NP" sz="2000" b="0" u="none" strike="noStrike">
                <a:solidFill>
                  <a:schemeClr val="dk1"/>
                </a:solidFill>
                <a:uFillTx/>
                <a:latin typeface="Kokila"/>
                <a:cs typeface="Kokila"/>
              </a:rPr>
              <a:t>४ दाम </a:t>
            </a:r>
            <a:endParaRPr lang="en-US" sz="2000" b="0" u="none" strike="noStrike">
              <a:solidFill>
                <a:srgbClr val="000000"/>
              </a:solidFill>
              <a:uFillTx/>
              <a:latin typeface="Arial"/>
            </a:endParaRPr>
          </a:p>
          <a:p>
            <a:pPr defTabSz="914400">
              <a:lnSpc>
                <a:spcPct val="100000"/>
              </a:lnSpc>
            </a:pPr>
            <a:r>
              <a:rPr lang="ne-NP" sz="2000" b="0" u="none" strike="noStrike">
                <a:solidFill>
                  <a:schemeClr val="dk1"/>
                </a:solidFill>
                <a:uFillTx/>
                <a:latin typeface="Kokila"/>
                <a:cs typeface="Kokila"/>
              </a:rPr>
              <a:t>१ आना</a:t>
            </a:r>
            <a:r>
              <a:rPr lang="en-US" sz="2000" b="0" u="none" strike="noStrike">
                <a:solidFill>
                  <a:schemeClr val="dk1"/>
                </a:solidFill>
                <a:uFillTx/>
                <a:latin typeface="Kokila"/>
              </a:rPr>
              <a:t>= </a:t>
            </a:r>
            <a:r>
              <a:rPr lang="ne-NP" sz="2000" b="0" u="none" strike="noStrike">
                <a:solidFill>
                  <a:schemeClr val="dk1"/>
                </a:solidFill>
                <a:uFillTx/>
                <a:latin typeface="Kokila"/>
                <a:cs typeface="Kokila"/>
              </a:rPr>
              <a:t>३१</a:t>
            </a:r>
            <a:r>
              <a:rPr lang="en-US" sz="2000" b="0" u="none" strike="noStrike">
                <a:solidFill>
                  <a:schemeClr val="dk1"/>
                </a:solidFill>
                <a:uFillTx/>
                <a:latin typeface="Kokila"/>
              </a:rPr>
              <a:t>.</a:t>
            </a:r>
            <a:r>
              <a:rPr lang="ne-NP" sz="2000" b="0" u="none" strike="noStrike">
                <a:solidFill>
                  <a:schemeClr val="dk1"/>
                </a:solidFill>
                <a:uFillTx/>
                <a:latin typeface="Kokila"/>
                <a:cs typeface="Kokila"/>
              </a:rPr>
              <a:t>८ वर्ग</a:t>
            </a:r>
            <a:r>
              <a:rPr lang="en-US" sz="2000" b="0" u="none" strike="noStrike">
                <a:solidFill>
                  <a:schemeClr val="dk1"/>
                </a:solidFill>
                <a:uFillTx/>
                <a:latin typeface="Kokila"/>
              </a:rPr>
              <a:t>.</a:t>
            </a:r>
            <a:r>
              <a:rPr lang="ne-NP" sz="2000" b="0" u="none" strike="noStrike">
                <a:solidFill>
                  <a:schemeClr val="dk1"/>
                </a:solidFill>
                <a:uFillTx/>
                <a:latin typeface="Kokila"/>
                <a:cs typeface="Kokila"/>
              </a:rPr>
              <a:t>मी </a:t>
            </a:r>
            <a:r>
              <a:rPr lang="en-US" sz="2000" b="0" u="none" strike="noStrike">
                <a:solidFill>
                  <a:schemeClr val="dk1"/>
                </a:solidFill>
                <a:uFillTx/>
                <a:latin typeface="Kokila"/>
              </a:rPr>
              <a:t>= </a:t>
            </a:r>
            <a:r>
              <a:rPr lang="ne-NP" sz="2000" b="0" u="none" strike="noStrike">
                <a:solidFill>
                  <a:schemeClr val="dk1"/>
                </a:solidFill>
                <a:uFillTx/>
                <a:latin typeface="Kokila"/>
                <a:cs typeface="Kokila"/>
              </a:rPr>
              <a:t>३४२</a:t>
            </a:r>
            <a:r>
              <a:rPr lang="en-US" sz="2000" b="0" u="none" strike="noStrike">
                <a:solidFill>
                  <a:schemeClr val="dk1"/>
                </a:solidFill>
                <a:uFillTx/>
                <a:latin typeface="Kokila"/>
              </a:rPr>
              <a:t>.</a:t>
            </a:r>
            <a:r>
              <a:rPr lang="ne-NP" sz="2000" b="0" u="none" strike="noStrike">
                <a:solidFill>
                  <a:schemeClr val="dk1"/>
                </a:solidFill>
                <a:uFillTx/>
                <a:latin typeface="Kokila"/>
                <a:cs typeface="Kokila"/>
              </a:rPr>
              <a:t>२५ व</a:t>
            </a:r>
            <a:r>
              <a:rPr lang="en-US" sz="2000" b="0" u="none" strike="noStrike">
                <a:solidFill>
                  <a:schemeClr val="dk1"/>
                </a:solidFill>
                <a:uFillTx/>
                <a:latin typeface="Kokila"/>
              </a:rPr>
              <a:t>.</a:t>
            </a:r>
            <a:r>
              <a:rPr lang="ne-NP" sz="2000" b="0" u="none" strike="noStrike">
                <a:solidFill>
                  <a:schemeClr val="dk1"/>
                </a:solidFill>
                <a:uFillTx/>
                <a:latin typeface="Kokila"/>
                <a:cs typeface="Kokila"/>
              </a:rPr>
              <a:t>फिट</a:t>
            </a:r>
            <a:endParaRPr lang="en-US" sz="2000" b="0" u="none" strike="noStrike">
              <a:solidFill>
                <a:srgbClr val="000000"/>
              </a:solidFill>
              <a:uFillTx/>
              <a:latin typeface="Arial"/>
            </a:endParaRPr>
          </a:p>
          <a:p>
            <a:pPr defTabSz="914400">
              <a:lnSpc>
                <a:spcPct val="100000"/>
              </a:lnSpc>
            </a:pPr>
            <a:endParaRPr lang="en-US" sz="2000" b="0" u="none" strike="noStrike">
              <a:solidFill>
                <a:srgbClr val="000000"/>
              </a:solidFill>
              <a:uFillTx/>
              <a:latin typeface="Arial"/>
            </a:endParaRPr>
          </a:p>
          <a:p>
            <a:pPr defTabSz="914400">
              <a:lnSpc>
                <a:spcPct val="100000"/>
              </a:lnSpc>
            </a:pPr>
            <a:r>
              <a:rPr lang="ne-NP" sz="2000" b="0" u="none" strike="noStrike">
                <a:solidFill>
                  <a:schemeClr val="dk1"/>
                </a:solidFill>
                <a:uFillTx/>
                <a:latin typeface="Kokila"/>
                <a:cs typeface="Kokila"/>
              </a:rPr>
              <a:t>१ मीटर </a:t>
            </a:r>
            <a:r>
              <a:rPr lang="en-US" sz="2000" b="0" u="none" strike="noStrike">
                <a:solidFill>
                  <a:schemeClr val="dk1"/>
                </a:solidFill>
                <a:uFillTx/>
                <a:latin typeface="Kokila"/>
              </a:rPr>
              <a:t>= </a:t>
            </a:r>
            <a:r>
              <a:rPr lang="ne-NP" sz="2000" b="0" u="none" strike="noStrike">
                <a:solidFill>
                  <a:schemeClr val="dk1"/>
                </a:solidFill>
                <a:uFillTx/>
                <a:latin typeface="Kokila"/>
                <a:cs typeface="Kokila"/>
              </a:rPr>
              <a:t>३</a:t>
            </a:r>
            <a:r>
              <a:rPr lang="en-US" sz="2000" b="0" u="none" strike="noStrike">
                <a:solidFill>
                  <a:schemeClr val="dk1"/>
                </a:solidFill>
                <a:uFillTx/>
                <a:latin typeface="Kokila"/>
              </a:rPr>
              <a:t>.</a:t>
            </a:r>
            <a:r>
              <a:rPr lang="ne-NP" sz="2000" b="0" u="none" strike="noStrike">
                <a:solidFill>
                  <a:schemeClr val="dk1"/>
                </a:solidFill>
                <a:uFillTx/>
                <a:latin typeface="Kokila"/>
                <a:cs typeface="Kokila"/>
              </a:rPr>
              <a:t>२८०८ फिट</a:t>
            </a:r>
            <a:endParaRPr lang="en-US" sz="2000" b="0" u="none" strike="noStrike">
              <a:solidFill>
                <a:srgbClr val="000000"/>
              </a:solidFill>
              <a:uFillTx/>
              <a:latin typeface="Arial"/>
            </a:endParaRPr>
          </a:p>
          <a:p>
            <a:pPr defTabSz="914400">
              <a:lnSpc>
                <a:spcPct val="100000"/>
              </a:lnSpc>
            </a:pPr>
            <a:r>
              <a:rPr lang="ne-NP" sz="2000" b="0" u="none" strike="noStrike">
                <a:solidFill>
                  <a:schemeClr val="dk1"/>
                </a:solidFill>
                <a:uFillTx/>
                <a:latin typeface="Kokila"/>
                <a:cs typeface="Kokila"/>
              </a:rPr>
              <a:t>१ फिट </a:t>
            </a:r>
            <a:r>
              <a:rPr lang="en-US" sz="2000" b="0" u="none" strike="noStrike">
                <a:solidFill>
                  <a:schemeClr val="dk1"/>
                </a:solidFill>
                <a:uFillTx/>
                <a:latin typeface="Kokila"/>
              </a:rPr>
              <a:t>= </a:t>
            </a:r>
            <a:r>
              <a:rPr lang="ne-NP" sz="2000" b="0" u="none" strike="noStrike">
                <a:solidFill>
                  <a:schemeClr val="dk1"/>
                </a:solidFill>
                <a:uFillTx/>
                <a:latin typeface="Kokila"/>
                <a:cs typeface="Kokila"/>
              </a:rPr>
              <a:t>३०</a:t>
            </a:r>
            <a:r>
              <a:rPr lang="en-US" sz="2000" b="0" u="none" strike="noStrike">
                <a:solidFill>
                  <a:schemeClr val="dk1"/>
                </a:solidFill>
                <a:uFillTx/>
                <a:latin typeface="Kokila"/>
              </a:rPr>
              <a:t>.</a:t>
            </a:r>
            <a:r>
              <a:rPr lang="ne-NP" sz="2000" b="0" u="none" strike="noStrike">
                <a:solidFill>
                  <a:schemeClr val="dk1"/>
                </a:solidFill>
                <a:uFillTx/>
                <a:latin typeface="Kokila"/>
                <a:cs typeface="Kokila"/>
              </a:rPr>
              <a:t>४८ से</a:t>
            </a:r>
            <a:r>
              <a:rPr lang="en-US" sz="2000" b="0" u="none" strike="noStrike">
                <a:solidFill>
                  <a:schemeClr val="dk1"/>
                </a:solidFill>
                <a:uFillTx/>
                <a:latin typeface="Kokila"/>
              </a:rPr>
              <a:t>.</a:t>
            </a:r>
            <a:r>
              <a:rPr lang="ne-NP" sz="2000" b="0" u="none" strike="noStrike">
                <a:solidFill>
                  <a:schemeClr val="dk1"/>
                </a:solidFill>
                <a:uFillTx/>
                <a:latin typeface="Kokila"/>
                <a:cs typeface="Kokila"/>
              </a:rPr>
              <a:t>मी</a:t>
            </a:r>
            <a:r>
              <a:rPr lang="en-US" sz="2000" b="0" u="none" strike="noStrike">
                <a:solidFill>
                  <a:schemeClr val="dk1"/>
                </a:solidFill>
                <a:uFillTx/>
                <a:latin typeface="Kokila"/>
              </a:rPr>
              <a:t>.</a:t>
            </a:r>
            <a:endParaRPr lang="en-US" sz="2000" b="0" u="none" strike="noStrike">
              <a:solidFill>
                <a:srgbClr val="000000"/>
              </a:solidFill>
              <a:uFillTx/>
              <a:latin typeface="Arial"/>
            </a:endParaRPr>
          </a:p>
        </p:txBody>
      </p:sp>
      <p:sp>
        <p:nvSpPr>
          <p:cNvPr id="208" name="TextBox 14"/>
          <p:cNvSpPr/>
          <p:nvPr/>
        </p:nvSpPr>
        <p:spPr>
          <a:xfrm>
            <a:off x="7641000" y="4989240"/>
            <a:ext cx="4339080" cy="119887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743040" lvl="1" indent="-285840" defTabSz="914400">
              <a:lnSpc>
                <a:spcPct val="100000"/>
              </a:lnSpc>
              <a:buClr>
                <a:srgbClr val="000000"/>
              </a:buClr>
              <a:buFont typeface="Wingdings" charset="2"/>
              <a:buChar char=""/>
            </a:pPr>
            <a:r>
              <a:rPr lang="ne-NP" sz="2400" b="0" u="none" strike="noStrike" dirty="0">
                <a:solidFill>
                  <a:schemeClr val="dk1"/>
                </a:solidFill>
                <a:uFillTx/>
                <a:latin typeface="Kokila"/>
                <a:cs typeface="Kalimati" panose="00000400000000000000" pitchFamily="2"/>
              </a:rPr>
              <a:t>८</a:t>
            </a:r>
            <a:r>
              <a:rPr lang="en-US" sz="2400" b="0" u="none" strike="noStrike" dirty="0">
                <a:solidFill>
                  <a:schemeClr val="dk1"/>
                </a:solidFill>
                <a:uFillTx/>
                <a:latin typeface="Kokila"/>
                <a:ea typeface="KaiTi"/>
                <a:cs typeface="Kalimati" panose="00000400000000000000" pitchFamily="2"/>
              </a:rPr>
              <a:t> </a:t>
            </a:r>
            <a:r>
              <a:rPr lang="en-US" sz="2400" b="0" u="none" strike="noStrike" dirty="0" err="1">
                <a:solidFill>
                  <a:schemeClr val="dk1"/>
                </a:solidFill>
                <a:uFillTx/>
                <a:latin typeface="Kokila"/>
                <a:ea typeface="KaiTi"/>
                <a:cs typeface="Kalimati" panose="00000400000000000000" pitchFamily="2"/>
              </a:rPr>
              <a:t>रोपनी</a:t>
            </a:r>
            <a:r>
              <a:rPr lang="en-US" sz="2400" b="0" u="none" strike="noStrike" dirty="0">
                <a:solidFill>
                  <a:schemeClr val="dk1"/>
                </a:solidFill>
                <a:uFillTx/>
                <a:latin typeface="Kokila"/>
                <a:ea typeface="KaiTi"/>
                <a:cs typeface="Kalimati" panose="00000400000000000000" pitchFamily="2"/>
              </a:rPr>
              <a:t> ४ </a:t>
            </a:r>
            <a:r>
              <a:rPr lang="en-US" sz="2400" b="0" u="none" strike="noStrike" dirty="0" err="1">
                <a:solidFill>
                  <a:schemeClr val="dk1"/>
                </a:solidFill>
                <a:uFillTx/>
                <a:latin typeface="Kokila"/>
                <a:ea typeface="KaiTi"/>
                <a:cs typeface="Kalimati" panose="00000400000000000000" pitchFamily="2"/>
              </a:rPr>
              <a:t>आना</a:t>
            </a:r>
            <a:r>
              <a:rPr lang="en-US" sz="2400" b="0" u="none" strike="noStrike" dirty="0">
                <a:solidFill>
                  <a:schemeClr val="dk1"/>
                </a:solidFill>
                <a:uFillTx/>
                <a:latin typeface="Kokila"/>
                <a:ea typeface="KaiTi"/>
                <a:cs typeface="Kalimati" panose="00000400000000000000" pitchFamily="2"/>
              </a:rPr>
              <a:t> ० </a:t>
            </a:r>
            <a:r>
              <a:rPr lang="en-US" sz="2400" b="0" u="none" strike="noStrike" dirty="0" err="1">
                <a:solidFill>
                  <a:schemeClr val="dk1"/>
                </a:solidFill>
                <a:uFillTx/>
                <a:latin typeface="Kokila"/>
                <a:ea typeface="KaiTi"/>
                <a:cs typeface="Kalimati" panose="00000400000000000000" pitchFamily="2"/>
              </a:rPr>
              <a:t>पैसा</a:t>
            </a:r>
            <a:r>
              <a:rPr lang="en-US" sz="2400" b="0" u="none" strike="noStrike" dirty="0">
                <a:solidFill>
                  <a:schemeClr val="dk1"/>
                </a:solidFill>
                <a:uFillTx/>
                <a:latin typeface="Kokila"/>
                <a:ea typeface="KaiTi"/>
                <a:cs typeface="Kalimati" panose="00000400000000000000" pitchFamily="2"/>
              </a:rPr>
              <a:t> १.</a:t>
            </a:r>
            <a:r>
              <a:rPr lang="ne-NP" sz="2400" b="0" u="none" strike="noStrike" dirty="0">
                <a:solidFill>
                  <a:schemeClr val="dk1"/>
                </a:solidFill>
                <a:uFillTx/>
                <a:latin typeface="Kokila"/>
                <a:cs typeface="Kalimati" panose="00000400000000000000" pitchFamily="2"/>
              </a:rPr>
              <a:t>४५ दाम</a:t>
            </a:r>
            <a:endParaRPr lang="en-US" sz="2400" b="0" u="none" strike="noStrike" dirty="0">
              <a:solidFill>
                <a:srgbClr val="000000"/>
              </a:solidFill>
              <a:uFillTx/>
              <a:latin typeface="Arial"/>
              <a:cs typeface="Kalimati" panose="00000400000000000000" pitchFamily="2"/>
            </a:endParaRPr>
          </a:p>
          <a:p>
            <a:pPr marL="743040" lvl="1" indent="-285840" defTabSz="914400">
              <a:lnSpc>
                <a:spcPct val="100000"/>
              </a:lnSpc>
              <a:buClr>
                <a:srgbClr val="000000"/>
              </a:buClr>
              <a:buFont typeface="Wingdings" charset="2"/>
              <a:buChar char=""/>
            </a:pPr>
            <a:r>
              <a:rPr lang="ne-NP" sz="2400" b="0" u="none" strike="noStrike" dirty="0">
                <a:solidFill>
                  <a:schemeClr val="dk1"/>
                </a:solidFill>
                <a:uFillTx/>
                <a:latin typeface="Kokila"/>
                <a:cs typeface="Kalimati" panose="00000400000000000000" pitchFamily="2"/>
              </a:rPr>
              <a:t>०बिघा १२ कट्ठा ८ धुर</a:t>
            </a:r>
            <a:endParaRPr lang="en-US" sz="2400" b="0" u="none" strike="noStrike" dirty="0">
              <a:solidFill>
                <a:srgbClr val="000000"/>
              </a:solidFill>
              <a:uFillTx/>
              <a:latin typeface="Arial"/>
              <a:cs typeface="Kalimati" panose="00000400000000000000" pitchFamily="2"/>
            </a:endParaRPr>
          </a:p>
        </p:txBody>
      </p:sp>
      <p:sp>
        <p:nvSpPr>
          <p:cNvPr id="209" name="TextBox 16"/>
          <p:cNvSpPr/>
          <p:nvPr/>
        </p:nvSpPr>
        <p:spPr>
          <a:xfrm>
            <a:off x="197280" y="4640400"/>
            <a:ext cx="79862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800" b="0" u="none" strike="noStrike">
                <a:solidFill>
                  <a:schemeClr val="dk1"/>
                </a:solidFill>
                <a:uFillTx/>
                <a:latin typeface="Kokila"/>
              </a:rPr>
              <a:t>4200÷508.74= 8.25569 = 8- (.25569 x 16) = 8- (4.09) = 8- 4- (.09x4) = 8-4-0- (.36x4) = 8-4-0-1.45</a:t>
            </a:r>
            <a:endParaRPr lang="en-US" sz="1800" b="0" u="none" strike="noStrike">
              <a:solidFill>
                <a:srgbClr val="000000"/>
              </a:solidFill>
              <a:uFillTx/>
              <a:latin typeface="Arial"/>
            </a:endParaRPr>
          </a:p>
        </p:txBody>
      </p:sp>
      <p:sp>
        <p:nvSpPr>
          <p:cNvPr id="210" name="TextBox 19"/>
          <p:cNvSpPr/>
          <p:nvPr/>
        </p:nvSpPr>
        <p:spPr>
          <a:xfrm>
            <a:off x="207720" y="5370480"/>
            <a:ext cx="72158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800" b="0" u="none" strike="noStrike">
                <a:solidFill>
                  <a:schemeClr val="dk1"/>
                </a:solidFill>
                <a:uFillTx/>
                <a:latin typeface="Kokila"/>
              </a:rPr>
              <a:t>4200÷6772.63= 0.6201 = 0-(0.6201x20) = 0-12.4028 = 0-12- (.4028x20) = 0- 12- 8</a:t>
            </a:r>
            <a:endParaRPr lang="en-US" sz="1800" b="0" u="none" strike="noStrike">
              <a:solidFill>
                <a:srgbClr val="000000"/>
              </a:solidFill>
              <a:uFillTx/>
              <a:latin typeface="Arial"/>
            </a:endParaRPr>
          </a:p>
        </p:txBody>
      </p:sp>
    </p:spTree>
  </p:cSld>
  <p:clrMapOvr>
    <a:masterClrMapping/>
  </p:clrMapOvr>
  <p:transition>
    <p:fade/>
  </p:transition>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20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20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20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20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fill="hold" nodeType="clickEffect">
                                  <p:stCondLst>
                                    <p:cond delay="0"/>
                                  </p:stCondLst>
                                  <p:childTnLst>
                                    <p:set>
                                      <p:cBhvr>
                                        <p:cTn id="22" dur="1" fill="hold">
                                          <p:stCondLst>
                                            <p:cond delay="0"/>
                                          </p:stCondLst>
                                        </p:cTn>
                                        <p:tgtEl>
                                          <p:spTgt spid="20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fill="hold" nodeType="clickEffect">
                                  <p:stCondLst>
                                    <p:cond delay="0"/>
                                  </p:stCondLst>
                                  <p:childTnLst>
                                    <p:set>
                                      <p:cBhvr>
                                        <p:cTn id="26" dur="1" fill="hold">
                                          <p:stCondLst>
                                            <p:cond delay="0"/>
                                          </p:stCondLst>
                                        </p:cTn>
                                        <p:tgtEl>
                                          <p:spTgt spid="20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fill="hold" nodeType="clickEffect">
                                  <p:stCondLst>
                                    <p:cond delay="0"/>
                                  </p:stCondLst>
                                  <p:childTnLst>
                                    <p:set>
                                      <p:cBhvr>
                                        <p:cTn id="30" dur="1" fill="hold">
                                          <p:stCondLst>
                                            <p:cond delay="0"/>
                                          </p:stCondLst>
                                        </p:cTn>
                                        <p:tgtEl>
                                          <p:spTgt spid="20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fill="hold" nodeType="clickEffect">
                                  <p:stCondLst>
                                    <p:cond delay="0"/>
                                  </p:stCondLst>
                                  <p:childTnLst>
                                    <p:set>
                                      <p:cBhvr>
                                        <p:cTn id="34" dur="1" fill="hold">
                                          <p:stCondLst>
                                            <p:cond delay="0"/>
                                          </p:stCondLst>
                                        </p:cTn>
                                        <p:tgtEl>
                                          <p:spTgt spid="20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fill="hold" nodeType="clickEffect">
                                  <p:stCondLst>
                                    <p:cond delay="0"/>
                                  </p:stCondLst>
                                  <p:childTnLst>
                                    <p:set>
                                      <p:cBhvr>
                                        <p:cTn id="38" dur="1" fill="hold">
                                          <p:stCondLst>
                                            <p:cond delay="0"/>
                                          </p:stCondLst>
                                        </p:cTn>
                                        <p:tgtEl>
                                          <p:spTgt spid="2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 name="PlaceHolder 1"/>
          <p:cNvSpPr>
            <a:spLocks noGrp="1"/>
          </p:cNvSpPr>
          <p:nvPr>
            <p:ph/>
          </p:nvPr>
        </p:nvSpPr>
        <p:spPr>
          <a:xfrm>
            <a:off x="4234680" y="359280"/>
            <a:ext cx="7650720" cy="4940280"/>
          </a:xfrm>
          <a:prstGeom prst="rect">
            <a:avLst/>
          </a:prstGeom>
          <a:noFill/>
          <a:ln w="0">
            <a:noFill/>
          </a:ln>
        </p:spPr>
        <p:txBody>
          <a:bodyPr lIns="91440" tIns="45720" rIns="91440" bIns="45720" anchor="t">
            <a:normAutofit/>
          </a:bodyPr>
          <a:lstStyle/>
          <a:p>
            <a:pPr indent="0" algn="ctr" defTabSz="914400">
              <a:lnSpc>
                <a:spcPct val="90000"/>
              </a:lnSpc>
              <a:spcBef>
                <a:spcPts val="1001"/>
              </a:spcBef>
              <a:buNone/>
              <a:tabLst>
                <a:tab pos="0" algn="l"/>
              </a:tabLst>
            </a:pPr>
            <a:endParaRPr lang="en-US" sz="4000" b="0" u="none" strike="noStrike">
              <a:solidFill>
                <a:srgbClr val="000000"/>
              </a:solidFill>
              <a:uFillTx/>
              <a:latin typeface="Arial"/>
            </a:endParaRPr>
          </a:p>
          <a:p>
            <a:pPr indent="0" algn="ctr" defTabSz="914400">
              <a:lnSpc>
                <a:spcPct val="90000"/>
              </a:lnSpc>
              <a:spcBef>
                <a:spcPts val="1001"/>
              </a:spcBef>
              <a:buNone/>
              <a:tabLst>
                <a:tab pos="0" algn="l"/>
              </a:tabLst>
            </a:pPr>
            <a:endParaRPr lang="en-US" sz="4000" b="0" u="none" strike="noStrike">
              <a:solidFill>
                <a:srgbClr val="000000"/>
              </a:solidFill>
              <a:uFillTx/>
              <a:latin typeface="Arial"/>
            </a:endParaRPr>
          </a:p>
          <a:p>
            <a:pPr indent="0" algn="ctr" defTabSz="914400">
              <a:lnSpc>
                <a:spcPct val="90000"/>
              </a:lnSpc>
              <a:spcBef>
                <a:spcPts val="1001"/>
              </a:spcBef>
              <a:buNone/>
              <a:tabLst>
                <a:tab pos="0" algn="l"/>
              </a:tabLst>
            </a:pPr>
            <a:endParaRPr lang="en-US" sz="3200" b="0" u="none" strike="noStrike">
              <a:solidFill>
                <a:srgbClr val="000000"/>
              </a:solidFill>
              <a:uFillTx/>
              <a:latin typeface="Arial"/>
            </a:endParaRPr>
          </a:p>
          <a:p>
            <a:pPr indent="0" algn="ctr" defTabSz="914400">
              <a:lnSpc>
                <a:spcPct val="90000"/>
              </a:lnSpc>
              <a:spcBef>
                <a:spcPts val="1001"/>
              </a:spcBef>
              <a:buNone/>
              <a:tabLst>
                <a:tab pos="0" algn="l"/>
              </a:tabLst>
            </a:pPr>
            <a:r>
              <a:rPr lang="ne-NP" sz="3200" b="0" u="none" strike="noStrike">
                <a:solidFill>
                  <a:schemeClr val="dk1"/>
                </a:solidFill>
                <a:uFillTx/>
                <a:latin typeface="Times New Roman"/>
                <a:cs typeface="Kalimati"/>
              </a:rPr>
              <a:t>धन्यवाद</a:t>
            </a:r>
            <a:endParaRPr lang="en-US" sz="3200" b="0" u="none" strike="noStrike">
              <a:solidFill>
                <a:srgbClr val="000000"/>
              </a:solidFill>
              <a:uFillTx/>
              <a:latin typeface="Arial"/>
            </a:endParaRPr>
          </a:p>
          <a:p>
            <a:pPr indent="0" algn="ctr" defTabSz="914400">
              <a:lnSpc>
                <a:spcPct val="90000"/>
              </a:lnSpc>
              <a:spcBef>
                <a:spcPts val="1001"/>
              </a:spcBef>
              <a:buNone/>
              <a:tabLst>
                <a:tab pos="0" algn="l"/>
              </a:tabLst>
            </a:pPr>
            <a:endParaRPr lang="en-US" sz="9600" b="0" u="none" strike="noStrike">
              <a:solidFill>
                <a:srgbClr val="000000"/>
              </a:solidFill>
              <a:uFillTx/>
              <a:latin typeface="Arial"/>
            </a:endParaRPr>
          </a:p>
        </p:txBody>
      </p:sp>
      <p:sp>
        <p:nvSpPr>
          <p:cNvPr id="3" name="PlaceHolder 2"/>
          <p:cNvSpPr>
            <a:spLocks noGrp="1"/>
          </p:cNvSpPr>
          <p:nvPr>
            <p:ph type="ftr" idx="6"/>
          </p:nvPr>
        </p:nvSpPr>
        <p:spPr/>
        <p:txBody>
          <a:bodyPr/>
          <a:lstStyle/>
          <a:p>
            <a:r>
              <a:t>LMTC Presentation</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6.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7.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8.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9.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10.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1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29245</TotalTime>
  <Words>2626</Words>
  <Application>Microsoft Office PowerPoint</Application>
  <PresentationFormat>Widescreen</PresentationFormat>
  <Paragraphs>383</Paragraphs>
  <Slides>49</Slides>
  <Notes>1</Notes>
  <HiddenSlides>0</HiddenSlides>
  <MMClips>0</MMClips>
  <ScaleCrop>false</ScaleCrop>
  <HeadingPairs>
    <vt:vector size="8" baseType="variant">
      <vt:variant>
        <vt:lpstr>Fonts Used</vt:lpstr>
      </vt:variant>
      <vt:variant>
        <vt:i4>10</vt:i4>
      </vt:variant>
      <vt:variant>
        <vt:lpstr>Theme</vt:lpstr>
      </vt:variant>
      <vt:variant>
        <vt:i4>11</vt:i4>
      </vt:variant>
      <vt:variant>
        <vt:lpstr>Embedded OLE Servers</vt:lpstr>
      </vt:variant>
      <vt:variant>
        <vt:i4>0</vt:i4>
      </vt:variant>
      <vt:variant>
        <vt:lpstr>Slide Titles</vt:lpstr>
      </vt:variant>
      <vt:variant>
        <vt:i4>49</vt:i4>
      </vt:variant>
    </vt:vector>
  </HeadingPairs>
  <TitlesOfParts>
    <vt:vector size="70" baseType="lpstr">
      <vt:lpstr>Aptos</vt:lpstr>
      <vt:lpstr>Arial</vt:lpstr>
      <vt:lpstr>Calibri</vt:lpstr>
      <vt:lpstr>Calibri Light</vt:lpstr>
      <vt:lpstr>CIDFont+F1</vt:lpstr>
      <vt:lpstr>Kalimati</vt:lpstr>
      <vt:lpstr>Kokila</vt:lpstr>
      <vt:lpstr>Symbol</vt:lpstr>
      <vt:lpstr>Times New Roman</vt:lpstr>
      <vt:lpstr>Wingdings</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नेपालमा  जग्गा प्रशासन तथा नापनक्सा सम्बन्धी आधारभूत पक्ष </vt:lpstr>
      <vt:lpstr>विषयवस्तु</vt:lpstr>
      <vt:lpstr>भूमि र जग्गा</vt:lpstr>
      <vt:lpstr>Land Administration</vt:lpstr>
      <vt:lpstr>Land Management for Sustainable Development</vt:lpstr>
      <vt:lpstr>भू सम्बन्ध (Land Tenure)</vt:lpstr>
      <vt:lpstr>Land – Human Relations : Land Tenure</vt:lpstr>
      <vt:lpstr>विभिन्न किसिमका भू सम्बन्ध </vt:lpstr>
      <vt:lpstr>नेपालमा बिद्यमान भू-सम्बन्ध प्रणाली (२०२१ सम्म)</vt:lpstr>
      <vt:lpstr>PowerPoint Presentation</vt:lpstr>
      <vt:lpstr>हाल कायम भूसम्बन्ध</vt:lpstr>
      <vt:lpstr>हाल कायम भूसम्बन्ध (केही उदाहरण) </vt:lpstr>
      <vt:lpstr>जग्गा दर्ता</vt:lpstr>
      <vt:lpstr>जग्गा दर्ताका प्रकार</vt:lpstr>
      <vt:lpstr>जग्गा दर्ताको आधार</vt:lpstr>
      <vt:lpstr>साविक भूमि लगत </vt:lpstr>
      <vt:lpstr>हाल प्रचलित भूमि लगत </vt:lpstr>
      <vt:lpstr>भूमि लगत (Cadastre) का किसिम </vt:lpstr>
      <vt:lpstr>परम्परागत रूपमा ३ वटा मुख्य कार्यक्षेत्र:  १.भूमिसुधार</vt:lpstr>
      <vt:lpstr>२. मालपोत</vt:lpstr>
      <vt:lpstr>३. नापी</vt:lpstr>
      <vt:lpstr>Types of maps</vt:lpstr>
      <vt:lpstr>बिभिन्न किसिमका नक्सा</vt:lpstr>
      <vt:lpstr>Mapping techniques</vt:lpstr>
      <vt:lpstr>Mapping techniques</vt:lpstr>
      <vt:lpstr>Mapping techniques</vt:lpstr>
      <vt:lpstr>Mapping techniques</vt:lpstr>
      <vt:lpstr>भूमि लगतः नक्सा</vt:lpstr>
      <vt:lpstr>भूमि लगतः फिल्डबुक</vt:lpstr>
      <vt:lpstr>भूमि लगतः प्लट रजिष्टर</vt:lpstr>
      <vt:lpstr>भूमि लगतः जग्गाधनी दर्ता प्रमाण पुर्जा</vt:lpstr>
      <vt:lpstr>नक्सा सम्बन्धी आधारभूत विषय</vt:lpstr>
      <vt:lpstr>नक्सा सम्बन्धी आधारभूत विषय</vt:lpstr>
      <vt:lpstr>नेपालमा प्रयोग हुने कित्तानापी नक्साको माननाप</vt:lpstr>
      <vt:lpstr>नक्साको बिवेचना</vt:lpstr>
      <vt:lpstr>नक्साको बिवेचना</vt:lpstr>
      <vt:lpstr>नक्साको बिवेचना</vt:lpstr>
      <vt:lpstr>नक्साको बिवेचना</vt:lpstr>
      <vt:lpstr>नक्शाको प्लटिङ त्रुटी</vt:lpstr>
      <vt:lpstr>How to read measurements?</vt:lpstr>
      <vt:lpstr>PowerPoint Presentation</vt:lpstr>
      <vt:lpstr>जग्गाको क्षेत्रफलको इकाइ </vt:lpstr>
      <vt:lpstr>जग्गाको क्षेत्रफलको इकाइ </vt:lpstr>
      <vt:lpstr>Area Calculation</vt:lpstr>
      <vt:lpstr>Area Calculation</vt:lpstr>
      <vt:lpstr>Area Calculation</vt:lpstr>
      <vt:lpstr>नक्शामा नाप्ने अभ्यास नक्शाको माननापः- १:२५००</vt:lpstr>
      <vt:lpstr>1:2500, 1mm= 2500/1000= 2.5m</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Janak Raj Joshi</dc:creator>
  <dc:description/>
  <cp:lastModifiedBy>HP</cp:lastModifiedBy>
  <cp:revision>289</cp:revision>
  <dcterms:created xsi:type="dcterms:W3CDTF">2023-11-30T08:39:15Z</dcterms:created>
  <dcterms:modified xsi:type="dcterms:W3CDTF">2026-01-18T07:58:22Z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r8>14</vt:r8>
  </property>
</Properties>
</file>