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2A-D525-429E-8AE0-E451C0E50B9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8550-39BC-46B6-8AC0-CADEAD33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20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2A-D525-429E-8AE0-E451C0E50B9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8550-39BC-46B6-8AC0-CADEAD33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75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2A-D525-429E-8AE0-E451C0E50B9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8550-39BC-46B6-8AC0-CADEAD33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2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2A-D525-429E-8AE0-E451C0E50B9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8550-39BC-46B6-8AC0-CADEAD33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4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2A-D525-429E-8AE0-E451C0E50B9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8550-39BC-46B6-8AC0-CADEAD33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86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2A-D525-429E-8AE0-E451C0E50B9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8550-39BC-46B6-8AC0-CADEAD33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04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2A-D525-429E-8AE0-E451C0E50B9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8550-39BC-46B6-8AC0-CADEAD33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69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2A-D525-429E-8AE0-E451C0E50B9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8550-39BC-46B6-8AC0-CADEAD33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444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2A-D525-429E-8AE0-E451C0E50B9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8550-39BC-46B6-8AC0-CADEAD33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510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2A-D525-429E-8AE0-E451C0E50B9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8550-39BC-46B6-8AC0-CADEAD33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07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2A-D525-429E-8AE0-E451C0E50B9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F8550-39BC-46B6-8AC0-CADEAD33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101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F782A-D525-429E-8AE0-E451C0E50B91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F8550-39BC-46B6-8AC0-CADEAD33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7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e-NP" dirty="0" smtClean="0"/>
              <a:t>न्यायाधीशले मुद्दा हेर्न नहुने अवस्थाः</a:t>
            </a:r>
            <a:br>
              <a:rPr lang="ne-NP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e-NP" dirty="0" smtClean="0"/>
              <a:t>निष्पक्षता, न्यायिक पुर्वाग्रह र अयोग्यताको स्वयं घोषणा</a:t>
            </a:r>
          </a:p>
          <a:p>
            <a:r>
              <a:rPr lang="ne-NP" dirty="0" smtClean="0"/>
              <a:t>आनन्द मोहन भट्टराई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8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प्रस्तुतिकरणको खाका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विषय प्रवेश</a:t>
            </a:r>
          </a:p>
          <a:p>
            <a:r>
              <a:rPr lang="ne-NP" dirty="0" smtClean="0"/>
              <a:t>न्यायिक निष्पक्षता र आग्रह</a:t>
            </a:r>
          </a:p>
          <a:p>
            <a:r>
              <a:rPr lang="ne-NP" dirty="0" smtClean="0"/>
              <a:t>के हो अयोग्यताको स्वयं घोषणा</a:t>
            </a:r>
          </a:p>
          <a:p>
            <a:r>
              <a:rPr lang="ne-NP" dirty="0" smtClean="0"/>
              <a:t>आयोग्यताको स्वयं घोषणाको सीमा</a:t>
            </a:r>
          </a:p>
          <a:p>
            <a:r>
              <a:rPr lang="ne-NP" dirty="0" smtClean="0"/>
              <a:t>आर्थिक स्वार्थ र अयोग्यताको स्वयं घोषणा</a:t>
            </a:r>
          </a:p>
          <a:p>
            <a:r>
              <a:rPr lang="ne-NP" dirty="0" smtClean="0"/>
              <a:t>इजलास छनौट, मुद्दा हेर्ने जिद्दि र अयोग्यताको स्वयं घोषण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29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बिषय प्रवेश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निष्पक्षता न्यायाधीशको गहना</a:t>
            </a:r>
          </a:p>
          <a:p>
            <a:r>
              <a:rPr lang="ne-NP" dirty="0" smtClean="0"/>
              <a:t>व्यवहारतः कसरी सुनिस्चित गर्ने</a:t>
            </a:r>
          </a:p>
          <a:p>
            <a:r>
              <a:rPr lang="ne-NP" dirty="0" smtClean="0"/>
              <a:t>कानूनी व्यवस्था</a:t>
            </a:r>
          </a:p>
          <a:p>
            <a:r>
              <a:rPr lang="ne-NP" dirty="0" smtClean="0"/>
              <a:t>साविक मुलुकी ऐनको दफा ३० </a:t>
            </a:r>
          </a:p>
          <a:p>
            <a:r>
              <a:rPr lang="ne-NP" dirty="0" smtClean="0"/>
              <a:t>देकासं २७१ फौकासं २७६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165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e-NP" dirty="0" smtClean="0"/>
              <a:t>न्यायिक निष्पक्षता र आग्रह</a:t>
            </a:r>
            <a:br>
              <a:rPr lang="ne-NP" dirty="0" smtClean="0"/>
            </a:br>
            <a:r>
              <a:rPr lang="en-US" dirty="0" smtClean="0"/>
              <a:t>Judicial impartiality and Bias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निष्पक्षताः पुर्व धारणा बेगरको अवस्था</a:t>
            </a:r>
          </a:p>
          <a:p>
            <a:r>
              <a:rPr lang="ne-NP" dirty="0" smtClean="0"/>
              <a:t>लोकतन्त्र र विधिको शासनको लागि अपरिहार्य</a:t>
            </a:r>
          </a:p>
          <a:p>
            <a:r>
              <a:rPr lang="ne-NP" dirty="0" smtClean="0"/>
              <a:t>लोकतन्त्रमा सरकार विधिको शासन अन्तरगत चलेको छ वा छैन भनी निष्पक्षता पुर्वक हेर्ने र </a:t>
            </a:r>
          </a:p>
          <a:p>
            <a:r>
              <a:rPr lang="ne-NP" dirty="0" smtClean="0"/>
              <a:t>सरकार गठन देखि सरकार सञ्चालन सम्मका बिवादहरु हेर्ने निष्पक्ष निकाय जरुरी हुन्छ।</a:t>
            </a:r>
          </a:p>
          <a:p>
            <a:r>
              <a:rPr lang="ne-NP" dirty="0" smtClean="0"/>
              <a:t>निष्पक्षता र विचारमा स्थिरता वीचको विभेद</a:t>
            </a:r>
          </a:p>
          <a:p>
            <a:r>
              <a:rPr lang="ne-NP" dirty="0" smtClean="0"/>
              <a:t>विचारमा स्थीरता आग्रह होइन</a:t>
            </a:r>
          </a:p>
        </p:txBody>
      </p:sp>
    </p:spTree>
    <p:extLst>
      <p:ext uri="{BB962C8B-B14F-4D97-AF65-F5344CB8AC3E}">
        <p14:creationId xmlns:p14="http://schemas.microsoft.com/office/powerpoint/2010/main" val="888584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ne-NP" dirty="0" smtClean="0"/>
              <a:t>निस्पक्षता विचार सुन्य अवस्था होइन, न्यायाधीशका पनि विचार हुन सक्छन; आवेग संवेग कुनै विषयमा राय पनि हुन सक्छ तर ती कुनै कुराले न्यायलाई प्रभावित हुन दिनुहुदैन</a:t>
            </a:r>
          </a:p>
          <a:p>
            <a:r>
              <a:rPr lang="ne-NP" dirty="0" smtClean="0"/>
              <a:t>नजिरको सिद्दान्तले पनि निस्चित अवस्थामा विचारको वदलावलाई स्वीकार गर्छ</a:t>
            </a:r>
          </a:p>
          <a:p>
            <a:r>
              <a:rPr lang="en-US" dirty="0" smtClean="0"/>
              <a:t>The doctrine of precedent does not compel your lordship to follow a wrong path until you fall over the edge of the cliff- Lord Denning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537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के हो अयोग्यताको स्वयं घोषणा?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Disqualification and recusal- difference</a:t>
            </a:r>
          </a:p>
          <a:p>
            <a:r>
              <a:rPr lang="ne-NP" dirty="0" smtClean="0"/>
              <a:t>तर रिक्युजल को आधार पनि कानून र अदालतले अनुशरण गरिआएको व्यवहार हो</a:t>
            </a:r>
          </a:p>
          <a:p>
            <a:r>
              <a:rPr lang="en-US" dirty="0" smtClean="0"/>
              <a:t>Recusal</a:t>
            </a:r>
            <a:r>
              <a:rPr lang="ne-NP" dirty="0" smtClean="0"/>
              <a:t>-कारण खुलाउने वा नखुलाउने? </a:t>
            </a:r>
            <a:endParaRPr lang="ne-NP" dirty="0"/>
          </a:p>
          <a:p>
            <a:r>
              <a:rPr lang="ne-NP" dirty="0" smtClean="0"/>
              <a:t>अवं ३० नं को ऐतिहासिक आधार- मन्त्र सुनाउने गुरु, नाता, झगडिया र कारोवार</a:t>
            </a:r>
          </a:p>
          <a:p>
            <a:r>
              <a:rPr lang="ne-NP" dirty="0" smtClean="0"/>
              <a:t>देकासं २७१ पक्षले पनि निवेदन दिन सक्छ</a:t>
            </a:r>
          </a:p>
          <a:p>
            <a:r>
              <a:rPr lang="ne-NP" dirty="0" smtClean="0"/>
              <a:t>कहिले दिने?</a:t>
            </a:r>
          </a:p>
          <a:p>
            <a:r>
              <a:rPr lang="en-US" dirty="0" smtClean="0"/>
              <a:t>USA- bias and prejudice- party may file affidavit</a:t>
            </a:r>
          </a:p>
          <a:p>
            <a:r>
              <a:rPr lang="en-US" dirty="0" smtClean="0"/>
              <a:t>Judge may also recuse if there is objective ground to do so.</a:t>
            </a:r>
            <a:endParaRPr lang="ne-NP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259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e-NP" dirty="0" smtClean="0"/>
              <a:t>विवाद वारे पहिले जानकारी भएको अवस्था</a:t>
            </a:r>
          </a:p>
          <a:p>
            <a:r>
              <a:rPr lang="ne-NP" dirty="0" smtClean="0"/>
              <a:t>पहिले वकिल भई काम गरेको वा आफ्नो फर्मले मुद्दा हेरेको</a:t>
            </a:r>
          </a:p>
          <a:p>
            <a:r>
              <a:rPr lang="ne-NP" dirty="0" smtClean="0"/>
              <a:t>आफ्नो वा परिवारको कुनै सदस्यको आर्थिक वा अन्य स्वार्थ भएको अवस्था</a:t>
            </a:r>
          </a:p>
          <a:p>
            <a:r>
              <a:rPr lang="en-US" dirty="0" smtClean="0"/>
              <a:t>Recusal</a:t>
            </a:r>
            <a:r>
              <a:rPr lang="ne-NP" dirty="0" smtClean="0"/>
              <a:t> मुद्दाको शुरु मै गर्नु राम्रो हुन्छ</a:t>
            </a:r>
          </a:p>
          <a:p>
            <a:r>
              <a:rPr lang="ne-NP" dirty="0" smtClean="0"/>
              <a:t>आफ्नै छाँया देखि भाग्ने वा वस्तुनिष्ठ अवस्था हुनुपर्ने</a:t>
            </a:r>
          </a:p>
          <a:p>
            <a:r>
              <a:rPr lang="en-US" dirty="0" smtClean="0"/>
              <a:t>Duty to sit v duty to recuse?- dissolution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794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e-NP" dirty="0" smtClean="0"/>
              <a:t>न्यायाधीशहरुको आचार संहिता २०६५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e-NP" dirty="0" smtClean="0"/>
              <a:t>न्यायाधीशले मुद्दाक सुनुवाईवाट अलग राख्नुपर्ने अबस्था</a:t>
            </a:r>
          </a:p>
          <a:p>
            <a:r>
              <a:rPr lang="ne-NP" dirty="0" smtClean="0"/>
              <a:t>मुद्दाको कुनै खास पक्षप्रति आग्रह वा पुर्वाग्रह भएमा</a:t>
            </a:r>
          </a:p>
          <a:p>
            <a:r>
              <a:rPr lang="ne-NP" dirty="0" smtClean="0"/>
              <a:t>विवादित मुद्दाको प्रमाण सम्वन्धी तथ्यमा पुर्व जानकारी भएमा</a:t>
            </a:r>
          </a:p>
          <a:p>
            <a:r>
              <a:rPr lang="ne-NP" dirty="0" smtClean="0"/>
              <a:t>साक्षी वा कानून व्यवसायीको रुपमा काम गरेको भएमा</a:t>
            </a:r>
          </a:p>
          <a:p>
            <a:r>
              <a:rPr lang="ne-NP" dirty="0" smtClean="0"/>
              <a:t>बिवादकको परिणाममा न्यायाधीश वा परिवारको प्रत्यक्ष आर्थिक स्वार्थ भएमा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184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e-NP" dirty="0" smtClean="0"/>
              <a:t>जिल्लामा अर्को न्यायाधीश नभएमा के गर्ने- आवश्यकताको सिद्दान्त</a:t>
            </a:r>
          </a:p>
          <a:p>
            <a:r>
              <a:rPr lang="ne-NP" dirty="0" smtClean="0"/>
              <a:t>थुनछेक गरेको मुद्दा</a:t>
            </a:r>
          </a:p>
          <a:p>
            <a:r>
              <a:rPr lang="ne-NP" dirty="0" smtClean="0"/>
              <a:t>विपक्षी झिकाएको मुद्दा</a:t>
            </a:r>
          </a:p>
          <a:p>
            <a:r>
              <a:rPr lang="ne-NP" dirty="0" smtClean="0"/>
              <a:t>तायदाती आदेश गरेको मुद्दा</a:t>
            </a:r>
          </a:p>
          <a:p>
            <a:r>
              <a:rPr lang="ne-NP" dirty="0" smtClean="0"/>
              <a:t>अन्तरिम आदेश गरेका मुद्दा</a:t>
            </a:r>
          </a:p>
          <a:p>
            <a:r>
              <a:rPr lang="ne-NP" dirty="0" smtClean="0"/>
              <a:t>अनुमति दिएका मुद्दा</a:t>
            </a:r>
          </a:p>
          <a:p>
            <a:r>
              <a:rPr lang="ne-NP" dirty="0" smtClean="0"/>
              <a:t>नेपालमा न्यायाधीशहरुले कस्ता मुद्दा हेरेका छैनन?</a:t>
            </a:r>
          </a:p>
        </p:txBody>
      </p:sp>
    </p:spTree>
    <p:extLst>
      <p:ext uri="{BB962C8B-B14F-4D97-AF65-F5344CB8AC3E}">
        <p14:creationId xmlns:p14="http://schemas.microsoft.com/office/powerpoint/2010/main" val="3053415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अयोग्यताको स्वयं घोषणाको सीमा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e-NP" dirty="0" smtClean="0"/>
              <a:t>एउटा विवेकशील पर्यवेक्षकको नजरमा निष्पक्ष नदेखिने स्थिति</a:t>
            </a:r>
          </a:p>
          <a:p>
            <a:r>
              <a:rPr lang="ne-NP" dirty="0" smtClean="0"/>
              <a:t>निस्पक्ष नरहेको स्थिति- र निस्पक्ष नरहेको आशंका हुने स्थिति- </a:t>
            </a:r>
          </a:p>
          <a:p>
            <a:r>
              <a:rPr lang="ne-NP" dirty="0" smtClean="0"/>
              <a:t>एउटा कानून विरुद्दको स्थिति हो भने अर्को अचार उल्लंघनको अवस्था हुन सक्छ</a:t>
            </a:r>
          </a:p>
          <a:p>
            <a:r>
              <a:rPr lang="ne-NP" dirty="0" smtClean="0"/>
              <a:t>न्यायाधीशको कर्मचारीको निस्पक्षता???</a:t>
            </a:r>
          </a:p>
          <a:p>
            <a:r>
              <a:rPr lang="ne-NP" dirty="0" smtClean="0"/>
              <a:t>श्रीमति छोराछोरी कुनै ल फर्ममा संलग्न छ?</a:t>
            </a:r>
          </a:p>
          <a:p>
            <a:r>
              <a:rPr lang="ne-NP" dirty="0" smtClean="0"/>
              <a:t>शेयर स्वामित्व?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527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e-NP" dirty="0" smtClean="0"/>
              <a:t>इजलास छनौट गर्ने जिद्दी र आयोग्यताको स्वयं घोषणा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e-NP" dirty="0" smtClean="0"/>
              <a:t>नेपालः संसद विघटनको दोस्रो मुद्दा र मुद्दा हेर्ने र हेर्न नहुने जिद्दी</a:t>
            </a:r>
          </a:p>
          <a:p>
            <a:r>
              <a:rPr lang="ne-NP" dirty="0" smtClean="0"/>
              <a:t>भारतः अङ्कल जज सिन्ड्रिम</a:t>
            </a:r>
          </a:p>
          <a:p>
            <a:r>
              <a:rPr lang="ne-NP" dirty="0" smtClean="0"/>
              <a:t>नरिमान द्वारा छोराको इजलासमा वहस</a:t>
            </a:r>
            <a:endParaRPr lang="ne-NP" dirty="0"/>
          </a:p>
          <a:p>
            <a:r>
              <a:rPr lang="ne-NP" dirty="0" smtClean="0"/>
              <a:t>फोरम सपिङ र न्यायाधीशको भूमिका</a:t>
            </a:r>
          </a:p>
          <a:p>
            <a:r>
              <a:rPr lang="en-US" dirty="0" smtClean="0"/>
              <a:t>Calculated psychological offensives and mind games …need to be strongly repulsed.</a:t>
            </a:r>
          </a:p>
          <a:p>
            <a:r>
              <a:rPr lang="en-US" dirty="0" smtClean="0"/>
              <a:t>Case of Pinochet and lord Hoffman</a:t>
            </a:r>
            <a:endParaRPr lang="ne-NP" dirty="0" smtClean="0"/>
          </a:p>
        </p:txBody>
      </p:sp>
    </p:spTree>
    <p:extLst>
      <p:ext uri="{BB962C8B-B14F-4D97-AF65-F5344CB8AC3E}">
        <p14:creationId xmlns:p14="http://schemas.microsoft.com/office/powerpoint/2010/main" val="864392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e-NP" dirty="0" smtClean="0"/>
              <a:t>उपसंहार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e-NP" dirty="0" smtClean="0"/>
              <a:t>निस्पक्ष रहने र निस्पक्ष रहेको देखिने</a:t>
            </a:r>
          </a:p>
          <a:p>
            <a:r>
              <a:rPr lang="ne-NP" dirty="0" smtClean="0"/>
              <a:t>इजलासको पवित्रता प्रमुख विषय</a:t>
            </a:r>
          </a:p>
          <a:p>
            <a:r>
              <a:rPr lang="ne-NP" dirty="0" smtClean="0"/>
              <a:t>खुला दिमाग र खुला मनको खोजी</a:t>
            </a:r>
          </a:p>
          <a:p>
            <a:r>
              <a:rPr lang="ne-NP" dirty="0" smtClean="0"/>
              <a:t>बिवेकशील पर्यवेक्षक को दृष्टि महत्वपुर्ण</a:t>
            </a:r>
          </a:p>
          <a:p>
            <a:r>
              <a:rPr lang="ne-NP" dirty="0" smtClean="0"/>
              <a:t>यद्दपि सो पर्यवेक्षक को हो भन्ने कुरा तिलस्मी छ</a:t>
            </a:r>
          </a:p>
          <a:p>
            <a:r>
              <a:rPr lang="ne-NP" smtClean="0"/>
              <a:t>आचारका नियमहरुले परिस्थिति अनुसार काम गर्न छुट दिन्छन- यी कुनै ढुङ्गामा लेखिएका अक्षर होइनन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27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happens if the judge declines to recuse- does it become a matter of prohibition?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964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545</Words>
  <Application>Microsoft Office PowerPoint</Application>
  <PresentationFormat>On-screen Show (4:3)</PresentationFormat>
  <Paragraphs>76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न्यायाधीशले मुद्दा हेर्न नहुने अवस्थाः </vt:lpstr>
      <vt:lpstr>प्रस्तुतिकरणको खाका</vt:lpstr>
      <vt:lpstr>बिषय प्रवेश</vt:lpstr>
      <vt:lpstr>न्यायिक निष्पक्षता र आग्रह Judicial impartiality and Bias</vt:lpstr>
      <vt:lpstr>PowerPoint Presentation</vt:lpstr>
      <vt:lpstr>के हो अयोग्यताको स्वयं घोषणा?</vt:lpstr>
      <vt:lpstr>PowerPoint Presentation</vt:lpstr>
      <vt:lpstr>न्यायाधीशहरुको आचार संहिता २०६५</vt:lpstr>
      <vt:lpstr>PowerPoint Presentation</vt:lpstr>
      <vt:lpstr>अयोग्यताको स्वयं घोषणाको सीमा</vt:lpstr>
      <vt:lpstr>इजलास छनौट गर्ने जिद्दी र आयोग्यताको स्वयं घोषणा</vt:lpstr>
      <vt:lpstr>उपसंहार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न्यायाधीशले मुद्दा हेर्न नहुने अवस्थाः</dc:title>
  <dc:creator>Personal</dc:creator>
  <cp:lastModifiedBy>Personal</cp:lastModifiedBy>
  <cp:revision>14</cp:revision>
  <dcterms:created xsi:type="dcterms:W3CDTF">2026-01-12T00:34:14Z</dcterms:created>
  <dcterms:modified xsi:type="dcterms:W3CDTF">2026-01-12T06:50:16Z</dcterms:modified>
</cp:coreProperties>
</file>