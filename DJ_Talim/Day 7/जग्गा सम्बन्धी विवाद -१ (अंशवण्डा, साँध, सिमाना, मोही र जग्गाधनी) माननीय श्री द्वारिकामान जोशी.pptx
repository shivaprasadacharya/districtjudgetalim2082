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7" r:id="rId1"/>
  </p:sldMasterIdLst>
  <p:sldIdLst>
    <p:sldId id="256" r:id="rId2"/>
    <p:sldId id="290" r:id="rId3"/>
    <p:sldId id="291" r:id="rId4"/>
    <p:sldId id="264" r:id="rId5"/>
    <p:sldId id="265" r:id="rId6"/>
    <p:sldId id="266" r:id="rId7"/>
    <p:sldId id="267" r:id="rId8"/>
    <p:sldId id="268" r:id="rId9"/>
    <p:sldId id="269" r:id="rId10"/>
    <p:sldId id="297" r:id="rId11"/>
    <p:sldId id="298" r:id="rId12"/>
    <p:sldId id="292" r:id="rId13"/>
    <p:sldId id="293" r:id="rId14"/>
    <p:sldId id="299" r:id="rId15"/>
    <p:sldId id="300" r:id="rId16"/>
    <p:sldId id="302" r:id="rId17"/>
    <p:sldId id="303" r:id="rId18"/>
    <p:sldId id="306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AA2007-BABB-4010-A77D-B787CAF43CA6}" v="5" dt="2026-01-18T11:05:51.1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34" autoAdjust="0"/>
    <p:restoredTop sz="94660" autoAdjust="0"/>
  </p:normalViewPr>
  <p:slideViewPr>
    <p:cSldViewPr>
      <p:cViewPr varScale="1">
        <p:scale>
          <a:sx n="72" d="100"/>
          <a:sy n="72" d="100"/>
        </p:scale>
        <p:origin x="121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6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Joshi" userId="0659a75091855e16" providerId="LiveId" clId="{22AA278D-019C-42EB-95CA-943225DD1D61}"/>
    <pc:docChg chg="undo custSel addSld delSld modSld">
      <pc:chgData name="Pratik Joshi" userId="0659a75091855e16" providerId="LiveId" clId="{22AA278D-019C-42EB-95CA-943225DD1D61}" dt="2026-01-18T10:54:07.528" v="6263" actId="20577"/>
      <pc:docMkLst>
        <pc:docMk/>
      </pc:docMkLst>
      <pc:sldChg chg="modSp">
        <pc:chgData name="Pratik Joshi" userId="0659a75091855e16" providerId="LiveId" clId="{22AA278D-019C-42EB-95CA-943225DD1D61}" dt="2026-01-14T12:28:10.853" v="1001" actId="207"/>
        <pc:sldMkLst>
          <pc:docMk/>
          <pc:sldMk cId="0" sldId="256"/>
        </pc:sldMkLst>
        <pc:spChg chg="mod">
          <ac:chgData name="Pratik Joshi" userId="0659a75091855e16" providerId="LiveId" clId="{22AA278D-019C-42EB-95CA-943225DD1D61}" dt="2026-01-14T12:28:10.853" v="1001" actId="20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Pratik Joshi" userId="0659a75091855e16" providerId="LiveId" clId="{22AA278D-019C-42EB-95CA-943225DD1D61}" dt="2026-01-17T05:56:59.458" v="3592" actId="20577"/>
        <pc:sldMkLst>
          <pc:docMk/>
          <pc:sldMk cId="0" sldId="264"/>
        </pc:sldMkLst>
        <pc:spChg chg="mod">
          <ac:chgData name="Pratik Joshi" userId="0659a75091855e16" providerId="LiveId" clId="{22AA278D-019C-42EB-95CA-943225DD1D61}" dt="2026-01-17T05:56:59.458" v="3592" actId="20577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Pratik Joshi" userId="0659a75091855e16" providerId="LiveId" clId="{22AA278D-019C-42EB-95CA-943225DD1D61}" dt="2026-01-17T05:58:32.359" v="3608" actId="20577"/>
        <pc:sldMkLst>
          <pc:docMk/>
          <pc:sldMk cId="0" sldId="265"/>
        </pc:sldMkLst>
        <pc:spChg chg="mod">
          <ac:chgData name="Pratik Joshi" userId="0659a75091855e16" providerId="LiveId" clId="{22AA278D-019C-42EB-95CA-943225DD1D61}" dt="2026-01-17T05:57:36.514" v="3598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Pratik Joshi" userId="0659a75091855e16" providerId="LiveId" clId="{22AA278D-019C-42EB-95CA-943225DD1D61}" dt="2026-01-17T05:58:32.359" v="3608" actId="20577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Pratik Joshi" userId="0659a75091855e16" providerId="LiveId" clId="{22AA278D-019C-42EB-95CA-943225DD1D61}" dt="2026-01-18T10:37:48.238" v="6174" actId="123"/>
        <pc:sldMkLst>
          <pc:docMk/>
          <pc:sldMk cId="0" sldId="266"/>
        </pc:sldMkLst>
        <pc:spChg chg="mod">
          <ac:chgData name="Pratik Joshi" userId="0659a75091855e16" providerId="LiveId" clId="{22AA278D-019C-42EB-95CA-943225DD1D61}" dt="2026-01-17T05:55:24.942" v="3588" actId="255"/>
          <ac:spMkLst>
            <pc:docMk/>
            <pc:sldMk cId="0" sldId="266"/>
            <ac:spMk id="2" creationId="{00000000-0000-0000-0000-000000000000}"/>
          </ac:spMkLst>
        </pc:spChg>
        <pc:spChg chg="mod">
          <ac:chgData name="Pratik Joshi" userId="0659a75091855e16" providerId="LiveId" clId="{22AA278D-019C-42EB-95CA-943225DD1D61}" dt="2026-01-18T10:37:48.238" v="6174" actId="123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Pratik Joshi" userId="0659a75091855e16" providerId="LiveId" clId="{22AA278D-019C-42EB-95CA-943225DD1D61}" dt="2026-01-18T10:38:36.821" v="6176" actId="123"/>
        <pc:sldMkLst>
          <pc:docMk/>
          <pc:sldMk cId="0" sldId="267"/>
        </pc:sldMkLst>
        <pc:spChg chg="mod">
          <ac:chgData name="Pratik Joshi" userId="0659a75091855e16" providerId="LiveId" clId="{22AA278D-019C-42EB-95CA-943225DD1D61}" dt="2026-01-18T10:38:36.821" v="6176" actId="123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Pratik Joshi" userId="0659a75091855e16" providerId="LiveId" clId="{22AA278D-019C-42EB-95CA-943225DD1D61}" dt="2026-01-18T10:40:36.323" v="6204" actId="20577"/>
        <pc:sldMkLst>
          <pc:docMk/>
          <pc:sldMk cId="0" sldId="268"/>
        </pc:sldMkLst>
        <pc:spChg chg="mod">
          <ac:chgData name="Pratik Joshi" userId="0659a75091855e16" providerId="LiveId" clId="{22AA278D-019C-42EB-95CA-943225DD1D61}" dt="2026-01-18T10:40:36.323" v="6204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Pratik Joshi" userId="0659a75091855e16" providerId="LiveId" clId="{22AA278D-019C-42EB-95CA-943225DD1D61}" dt="2026-01-18T10:43:33.145" v="6232" actId="20577"/>
        <pc:sldMkLst>
          <pc:docMk/>
          <pc:sldMk cId="0" sldId="269"/>
        </pc:sldMkLst>
        <pc:spChg chg="mod">
          <ac:chgData name="Pratik Joshi" userId="0659a75091855e16" providerId="LiveId" clId="{22AA278D-019C-42EB-95CA-943225DD1D61}" dt="2026-01-18T10:43:33.145" v="6232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Pratik Joshi" userId="0659a75091855e16" providerId="LiveId" clId="{22AA278D-019C-42EB-95CA-943225DD1D61}" dt="2026-01-18T10:48:57.802" v="6248" actId="123"/>
        <pc:sldMkLst>
          <pc:docMk/>
          <pc:sldMk cId="0" sldId="270"/>
        </pc:sldMkLst>
        <pc:spChg chg="mod">
          <ac:chgData name="Pratik Joshi" userId="0659a75091855e16" providerId="LiveId" clId="{22AA278D-019C-42EB-95CA-943225DD1D61}" dt="2026-01-18T10:48:57.802" v="6248" actId="123"/>
          <ac:spMkLst>
            <pc:docMk/>
            <pc:sldMk cId="0" sldId="270"/>
            <ac:spMk id="3" creationId="{00000000-0000-0000-0000-000000000000}"/>
          </ac:spMkLst>
        </pc:spChg>
      </pc:sldChg>
      <pc:sldChg chg="del">
        <pc:chgData name="Pratik Joshi" userId="0659a75091855e16" providerId="LiveId" clId="{22AA278D-019C-42EB-95CA-943225DD1D61}" dt="2026-01-17T06:49:01.210" v="4863" actId="2696"/>
        <pc:sldMkLst>
          <pc:docMk/>
          <pc:sldMk cId="0" sldId="271"/>
        </pc:sldMkLst>
      </pc:sldChg>
      <pc:sldChg chg="del">
        <pc:chgData name="Pratik Joshi" userId="0659a75091855e16" providerId="LiveId" clId="{22AA278D-019C-42EB-95CA-943225DD1D61}" dt="2026-01-17T06:49:07.656" v="4864" actId="2696"/>
        <pc:sldMkLst>
          <pc:docMk/>
          <pc:sldMk cId="0" sldId="272"/>
        </pc:sldMkLst>
      </pc:sldChg>
      <pc:sldChg chg="del">
        <pc:chgData name="Pratik Joshi" userId="0659a75091855e16" providerId="LiveId" clId="{22AA278D-019C-42EB-95CA-943225DD1D61}" dt="2026-01-17T06:49:23.423" v="4865" actId="2696"/>
        <pc:sldMkLst>
          <pc:docMk/>
          <pc:sldMk cId="0" sldId="273"/>
        </pc:sldMkLst>
      </pc:sldChg>
      <pc:sldChg chg="del">
        <pc:chgData name="Pratik Joshi" userId="0659a75091855e16" providerId="LiveId" clId="{22AA278D-019C-42EB-95CA-943225DD1D61}" dt="2026-01-17T06:49:51.448" v="4867" actId="2696"/>
        <pc:sldMkLst>
          <pc:docMk/>
          <pc:sldMk cId="0" sldId="281"/>
        </pc:sldMkLst>
      </pc:sldChg>
      <pc:sldChg chg="modSp mod">
        <pc:chgData name="Pratik Joshi" userId="0659a75091855e16" providerId="LiveId" clId="{22AA278D-019C-42EB-95CA-943225DD1D61}" dt="2026-01-17T07:14:58.583" v="5573" actId="20577"/>
        <pc:sldMkLst>
          <pc:docMk/>
          <pc:sldMk cId="0" sldId="282"/>
        </pc:sldMkLst>
        <pc:spChg chg="mod">
          <ac:chgData name="Pratik Joshi" userId="0659a75091855e16" providerId="LiveId" clId="{22AA278D-019C-42EB-95CA-943225DD1D61}" dt="2026-01-17T07:14:58.583" v="5573" actId="20577"/>
          <ac:spMkLst>
            <pc:docMk/>
            <pc:sldMk cId="0" sldId="282"/>
            <ac:spMk id="3" creationId="{00000000-0000-0000-0000-000000000000}"/>
          </ac:spMkLst>
        </pc:spChg>
      </pc:sldChg>
      <pc:sldChg chg="modSp mod">
        <pc:chgData name="Pratik Joshi" userId="0659a75091855e16" providerId="LiveId" clId="{22AA278D-019C-42EB-95CA-943225DD1D61}" dt="2026-01-18T10:33:17.282" v="6100" actId="123"/>
        <pc:sldMkLst>
          <pc:docMk/>
          <pc:sldMk cId="0" sldId="283"/>
        </pc:sldMkLst>
        <pc:spChg chg="mod">
          <ac:chgData name="Pratik Joshi" userId="0659a75091855e16" providerId="LiveId" clId="{22AA278D-019C-42EB-95CA-943225DD1D61}" dt="2026-01-18T10:33:17.282" v="6100" actId="123"/>
          <ac:spMkLst>
            <pc:docMk/>
            <pc:sldMk cId="0" sldId="283"/>
            <ac:spMk id="3" creationId="{00000000-0000-0000-0000-000000000000}"/>
          </ac:spMkLst>
        </pc:spChg>
      </pc:sldChg>
      <pc:sldChg chg="modSp mod">
        <pc:chgData name="Pratik Joshi" userId="0659a75091855e16" providerId="LiveId" clId="{22AA278D-019C-42EB-95CA-943225DD1D61}" dt="2026-01-18T10:52:07.068" v="6255" actId="123"/>
        <pc:sldMkLst>
          <pc:docMk/>
          <pc:sldMk cId="0" sldId="284"/>
        </pc:sldMkLst>
        <pc:spChg chg="mod">
          <ac:chgData name="Pratik Joshi" userId="0659a75091855e16" providerId="LiveId" clId="{22AA278D-019C-42EB-95CA-943225DD1D61}" dt="2026-01-18T10:52:07.068" v="6255" actId="123"/>
          <ac:spMkLst>
            <pc:docMk/>
            <pc:sldMk cId="0" sldId="284"/>
            <ac:spMk id="3" creationId="{00000000-0000-0000-0000-000000000000}"/>
          </ac:spMkLst>
        </pc:spChg>
      </pc:sldChg>
      <pc:sldChg chg="modSp mod">
        <pc:chgData name="Pratik Joshi" userId="0659a75091855e16" providerId="LiveId" clId="{22AA278D-019C-42EB-95CA-943225DD1D61}" dt="2026-01-17T07:31:02.741" v="5907" actId="20577"/>
        <pc:sldMkLst>
          <pc:docMk/>
          <pc:sldMk cId="0" sldId="285"/>
        </pc:sldMkLst>
        <pc:spChg chg="mod">
          <ac:chgData name="Pratik Joshi" userId="0659a75091855e16" providerId="LiveId" clId="{22AA278D-019C-42EB-95CA-943225DD1D61}" dt="2026-01-17T07:31:02.741" v="5907" actId="20577"/>
          <ac:spMkLst>
            <pc:docMk/>
            <pc:sldMk cId="0" sldId="285"/>
            <ac:spMk id="3" creationId="{00000000-0000-0000-0000-000000000000}"/>
          </ac:spMkLst>
        </pc:spChg>
      </pc:sldChg>
      <pc:sldChg chg="modSp mod">
        <pc:chgData name="Pratik Joshi" userId="0659a75091855e16" providerId="LiveId" clId="{22AA278D-019C-42EB-95CA-943225DD1D61}" dt="2026-01-17T05:56:06.839" v="3589" actId="255"/>
        <pc:sldMkLst>
          <pc:docMk/>
          <pc:sldMk cId="0" sldId="290"/>
        </pc:sldMkLst>
        <pc:spChg chg="mod">
          <ac:chgData name="Pratik Joshi" userId="0659a75091855e16" providerId="LiveId" clId="{22AA278D-019C-42EB-95CA-943225DD1D61}" dt="2026-01-17T05:56:06.839" v="3589" actId="255"/>
          <ac:spMkLst>
            <pc:docMk/>
            <pc:sldMk cId="0" sldId="290"/>
            <ac:spMk id="2" creationId="{00000000-0000-0000-0000-000000000000}"/>
          </ac:spMkLst>
        </pc:spChg>
        <pc:spChg chg="mod">
          <ac:chgData name="Pratik Joshi" userId="0659a75091855e16" providerId="LiveId" clId="{22AA278D-019C-42EB-95CA-943225DD1D61}" dt="2026-01-14T10:20:50.684" v="4" actId="27636"/>
          <ac:spMkLst>
            <pc:docMk/>
            <pc:sldMk cId="0" sldId="290"/>
            <ac:spMk id="3" creationId="{00000000-0000-0000-0000-000000000000}"/>
          </ac:spMkLst>
        </pc:spChg>
      </pc:sldChg>
      <pc:sldChg chg="modSp mod">
        <pc:chgData name="Pratik Joshi" userId="0659a75091855e16" providerId="LiveId" clId="{22AA278D-019C-42EB-95CA-943225DD1D61}" dt="2026-01-14T10:21:35.667" v="11" actId="27636"/>
        <pc:sldMkLst>
          <pc:docMk/>
          <pc:sldMk cId="0" sldId="291"/>
        </pc:sldMkLst>
        <pc:spChg chg="mod">
          <ac:chgData name="Pratik Joshi" userId="0659a75091855e16" providerId="LiveId" clId="{22AA278D-019C-42EB-95CA-943225DD1D61}" dt="2026-01-14T10:21:35.667" v="11" actId="27636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Pratik Joshi" userId="0659a75091855e16" providerId="LiveId" clId="{22AA278D-019C-42EB-95CA-943225DD1D61}" dt="2026-01-17T06:48:26.259" v="4862" actId="255"/>
        <pc:sldMkLst>
          <pc:docMk/>
          <pc:sldMk cId="0" sldId="294"/>
        </pc:sldMkLst>
        <pc:spChg chg="mod">
          <ac:chgData name="Pratik Joshi" userId="0659a75091855e16" providerId="LiveId" clId="{22AA278D-019C-42EB-95CA-943225DD1D61}" dt="2026-01-17T06:48:26.259" v="4862" actId="255"/>
          <ac:spMkLst>
            <pc:docMk/>
            <pc:sldMk cId="0" sldId="294"/>
            <ac:spMk id="2" creationId="{00000000-0000-0000-0000-000000000000}"/>
          </ac:spMkLst>
        </pc:spChg>
      </pc:sldChg>
      <pc:sldChg chg="del">
        <pc:chgData name="Pratik Joshi" userId="0659a75091855e16" providerId="LiveId" clId="{22AA278D-019C-42EB-95CA-943225DD1D61}" dt="2026-01-17T06:49:45.424" v="4866" actId="2696"/>
        <pc:sldMkLst>
          <pc:docMk/>
          <pc:sldMk cId="0" sldId="295"/>
        </pc:sldMkLst>
      </pc:sldChg>
      <pc:sldChg chg="delSp modSp mod">
        <pc:chgData name="Pratik Joshi" userId="0659a75091855e16" providerId="LiveId" clId="{22AA278D-019C-42EB-95CA-943225DD1D61}" dt="2026-01-18T10:44:04.092" v="6233" actId="123"/>
        <pc:sldMkLst>
          <pc:docMk/>
          <pc:sldMk cId="4188838140" sldId="297"/>
        </pc:sldMkLst>
        <pc:spChg chg="mod">
          <ac:chgData name="Pratik Joshi" userId="0659a75091855e16" providerId="LiveId" clId="{22AA278D-019C-42EB-95CA-943225DD1D61}" dt="2026-01-18T10:44:04.092" v="6233" actId="123"/>
          <ac:spMkLst>
            <pc:docMk/>
            <pc:sldMk cId="4188838140" sldId="297"/>
            <ac:spMk id="5" creationId="{D797FD3B-D252-6CBC-6C97-9C399F349E3F}"/>
          </ac:spMkLst>
        </pc:spChg>
        <pc:spChg chg="del mod">
          <ac:chgData name="Pratik Joshi" userId="0659a75091855e16" providerId="LiveId" clId="{22AA278D-019C-42EB-95CA-943225DD1D61}" dt="2026-01-17T06:07:41.003" v="3989" actId="478"/>
          <ac:spMkLst>
            <pc:docMk/>
            <pc:sldMk cId="4188838140" sldId="297"/>
            <ac:spMk id="7" creationId="{A2149ABA-303F-1C83-217D-5E20206FFF98}"/>
          </ac:spMkLst>
        </pc:spChg>
      </pc:sldChg>
      <pc:sldChg chg="modSp mod">
        <pc:chgData name="Pratik Joshi" userId="0659a75091855e16" providerId="LiveId" clId="{22AA278D-019C-42EB-95CA-943225DD1D61}" dt="2026-01-18T10:45:22.807" v="6243" actId="123"/>
        <pc:sldMkLst>
          <pc:docMk/>
          <pc:sldMk cId="1733891252" sldId="298"/>
        </pc:sldMkLst>
        <pc:spChg chg="mod">
          <ac:chgData name="Pratik Joshi" userId="0659a75091855e16" providerId="LiveId" clId="{22AA278D-019C-42EB-95CA-943225DD1D61}" dt="2026-01-18T10:45:22.807" v="6243" actId="123"/>
          <ac:spMkLst>
            <pc:docMk/>
            <pc:sldMk cId="1733891252" sldId="298"/>
            <ac:spMk id="3" creationId="{D17D97C5-6C8B-3966-CC1F-ACE3D7B24E62}"/>
          </ac:spMkLst>
        </pc:spChg>
      </pc:sldChg>
      <pc:sldChg chg="modSp mod">
        <pc:chgData name="Pratik Joshi" userId="0659a75091855e16" providerId="LiveId" clId="{22AA278D-019C-42EB-95CA-943225DD1D61}" dt="2026-01-14T10:46:43.552" v="154" actId="5793"/>
        <pc:sldMkLst>
          <pc:docMk/>
          <pc:sldMk cId="3078093977" sldId="299"/>
        </pc:sldMkLst>
        <pc:spChg chg="mod">
          <ac:chgData name="Pratik Joshi" userId="0659a75091855e16" providerId="LiveId" clId="{22AA278D-019C-42EB-95CA-943225DD1D61}" dt="2026-01-14T10:46:43.552" v="154" actId="5793"/>
          <ac:spMkLst>
            <pc:docMk/>
            <pc:sldMk cId="3078093977" sldId="299"/>
            <ac:spMk id="3" creationId="{84B8AE22-C534-E4E0-4124-896930E598FB}"/>
          </ac:spMkLst>
        </pc:spChg>
      </pc:sldChg>
      <pc:sldChg chg="addSp modSp mod">
        <pc:chgData name="Pratik Joshi" userId="0659a75091855e16" providerId="LiveId" clId="{22AA278D-019C-42EB-95CA-943225DD1D61}" dt="2026-01-18T10:22:26.320" v="5942" actId="255"/>
        <pc:sldMkLst>
          <pc:docMk/>
          <pc:sldMk cId="3267122257" sldId="300"/>
        </pc:sldMkLst>
        <pc:spChg chg="add mod">
          <ac:chgData name="Pratik Joshi" userId="0659a75091855e16" providerId="LiveId" clId="{22AA278D-019C-42EB-95CA-943225DD1D61}" dt="2026-01-18T10:22:26.320" v="5942" actId="255"/>
          <ac:spMkLst>
            <pc:docMk/>
            <pc:sldMk cId="3267122257" sldId="300"/>
            <ac:spMk id="3" creationId="{284F8DED-100B-FC95-4B59-091851A69096}"/>
          </ac:spMkLst>
        </pc:spChg>
      </pc:sldChg>
      <pc:sldChg chg="addSp modSp new mod">
        <pc:chgData name="Pratik Joshi" userId="0659a75091855e16" providerId="LiveId" clId="{22AA278D-019C-42EB-95CA-943225DD1D61}" dt="2026-01-17T08:00:42.754" v="5908" actId="255"/>
        <pc:sldMkLst>
          <pc:docMk/>
          <pc:sldMk cId="1005746114" sldId="302"/>
        </pc:sldMkLst>
        <pc:spChg chg="add mod">
          <ac:chgData name="Pratik Joshi" userId="0659a75091855e16" providerId="LiveId" clId="{22AA278D-019C-42EB-95CA-943225DD1D61}" dt="2026-01-17T08:00:42.754" v="5908" actId="255"/>
          <ac:spMkLst>
            <pc:docMk/>
            <pc:sldMk cId="1005746114" sldId="302"/>
            <ac:spMk id="3" creationId="{D6506E9F-4E34-55B8-FC26-A99AC052F1FE}"/>
          </ac:spMkLst>
        </pc:spChg>
      </pc:sldChg>
      <pc:sldChg chg="addSp modSp add mod">
        <pc:chgData name="Pratik Joshi" userId="0659a75091855e16" providerId="LiveId" clId="{22AA278D-019C-42EB-95CA-943225DD1D61}" dt="2026-01-14T11:25:16.861" v="864" actId="20577"/>
        <pc:sldMkLst>
          <pc:docMk/>
          <pc:sldMk cId="2465136625" sldId="303"/>
        </pc:sldMkLst>
        <pc:spChg chg="add mod">
          <ac:chgData name="Pratik Joshi" userId="0659a75091855e16" providerId="LiveId" clId="{22AA278D-019C-42EB-95CA-943225DD1D61}" dt="2026-01-14T11:25:16.861" v="864" actId="20577"/>
          <ac:spMkLst>
            <pc:docMk/>
            <pc:sldMk cId="2465136625" sldId="303"/>
            <ac:spMk id="3" creationId="{8FA49E24-8E04-5EB1-A7A3-2C159C77F799}"/>
          </ac:spMkLst>
        </pc:spChg>
      </pc:sldChg>
      <pc:sldChg chg="addSp modSp add mod">
        <pc:chgData name="Pratik Joshi" userId="0659a75091855e16" providerId="LiveId" clId="{22AA278D-019C-42EB-95CA-943225DD1D61}" dt="2026-01-14T12:28:54.329" v="1004" actId="20577"/>
        <pc:sldMkLst>
          <pc:docMk/>
          <pc:sldMk cId="1944084855" sldId="304"/>
        </pc:sldMkLst>
        <pc:spChg chg="add mod">
          <ac:chgData name="Pratik Joshi" userId="0659a75091855e16" providerId="LiveId" clId="{22AA278D-019C-42EB-95CA-943225DD1D61}" dt="2026-01-14T12:28:54.329" v="1004" actId="20577"/>
          <ac:spMkLst>
            <pc:docMk/>
            <pc:sldMk cId="1944084855" sldId="304"/>
            <ac:spMk id="3" creationId="{5BBCF6E1-CE35-D88F-66B4-CCB800A6097D}"/>
          </ac:spMkLst>
        </pc:spChg>
      </pc:sldChg>
      <pc:sldChg chg="modSp new mod">
        <pc:chgData name="Pratik Joshi" userId="0659a75091855e16" providerId="LiveId" clId="{22AA278D-019C-42EB-95CA-943225DD1D61}" dt="2026-01-18T10:47:10.671" v="6246" actId="113"/>
        <pc:sldMkLst>
          <pc:docMk/>
          <pc:sldMk cId="3570457518" sldId="305"/>
        </pc:sldMkLst>
        <pc:spChg chg="mod">
          <ac:chgData name="Pratik Joshi" userId="0659a75091855e16" providerId="LiveId" clId="{22AA278D-019C-42EB-95CA-943225DD1D61}" dt="2026-01-18T10:47:10.671" v="6246" actId="113"/>
          <ac:spMkLst>
            <pc:docMk/>
            <pc:sldMk cId="3570457518" sldId="305"/>
            <ac:spMk id="5" creationId="{1655DE08-3FE4-00CB-ABF2-B8351DE1A550}"/>
          </ac:spMkLst>
        </pc:spChg>
      </pc:sldChg>
      <pc:sldChg chg="modSp mod">
        <pc:chgData name="Pratik Joshi" userId="0659a75091855e16" providerId="LiveId" clId="{22AA278D-019C-42EB-95CA-943225DD1D61}" dt="2026-01-16T11:50:06.704" v="2142" actId="20577"/>
        <pc:sldMkLst>
          <pc:docMk/>
          <pc:sldMk cId="4280538597" sldId="307"/>
        </pc:sldMkLst>
        <pc:spChg chg="mod">
          <ac:chgData name="Pratik Joshi" userId="0659a75091855e16" providerId="LiveId" clId="{22AA278D-019C-42EB-95CA-943225DD1D61}" dt="2026-01-16T11:50:06.704" v="2142" actId="20577"/>
          <ac:spMkLst>
            <pc:docMk/>
            <pc:sldMk cId="4280538597" sldId="307"/>
            <ac:spMk id="3" creationId="{6C120D74-8038-AB74-B21F-F42900672D7D}"/>
          </ac:spMkLst>
        </pc:spChg>
      </pc:sldChg>
      <pc:sldChg chg="modSp mod">
        <pc:chgData name="Pratik Joshi" userId="0659a75091855e16" providerId="LiveId" clId="{22AA278D-019C-42EB-95CA-943225DD1D61}" dt="2026-01-16T11:50:49.232" v="2149" actId="20577"/>
        <pc:sldMkLst>
          <pc:docMk/>
          <pc:sldMk cId="1007727422" sldId="310"/>
        </pc:sldMkLst>
        <pc:spChg chg="mod">
          <ac:chgData name="Pratik Joshi" userId="0659a75091855e16" providerId="LiveId" clId="{22AA278D-019C-42EB-95CA-943225DD1D61}" dt="2026-01-16T11:50:49.232" v="2149" actId="20577"/>
          <ac:spMkLst>
            <pc:docMk/>
            <pc:sldMk cId="1007727422" sldId="310"/>
            <ac:spMk id="5" creationId="{CB7B2F78-1CCA-B961-2B57-1461D360BE37}"/>
          </ac:spMkLst>
        </pc:spChg>
      </pc:sldChg>
      <pc:sldChg chg="addSp modSp new mod">
        <pc:chgData name="Pratik Joshi" userId="0659a75091855e16" providerId="LiveId" clId="{22AA278D-019C-42EB-95CA-943225DD1D61}" dt="2026-01-18T10:24:49.674" v="5951" actId="20577"/>
        <pc:sldMkLst>
          <pc:docMk/>
          <pc:sldMk cId="2372574501" sldId="311"/>
        </pc:sldMkLst>
        <pc:spChg chg="add mod">
          <ac:chgData name="Pratik Joshi" userId="0659a75091855e16" providerId="LiveId" clId="{22AA278D-019C-42EB-95CA-943225DD1D61}" dt="2026-01-18T10:24:49.674" v="5951" actId="20577"/>
          <ac:spMkLst>
            <pc:docMk/>
            <pc:sldMk cId="2372574501" sldId="311"/>
            <ac:spMk id="3" creationId="{3D737831-D8C1-89A8-A35C-13AFF5FA25BD}"/>
          </ac:spMkLst>
        </pc:spChg>
      </pc:sldChg>
      <pc:sldChg chg="addSp modSp new mod">
        <pc:chgData name="Pratik Joshi" userId="0659a75091855e16" providerId="LiveId" clId="{22AA278D-019C-42EB-95CA-943225DD1D61}" dt="2026-01-16T11:20:56.291" v="1548" actId="5793"/>
        <pc:sldMkLst>
          <pc:docMk/>
          <pc:sldMk cId="2193472444" sldId="312"/>
        </pc:sldMkLst>
        <pc:spChg chg="add mod">
          <ac:chgData name="Pratik Joshi" userId="0659a75091855e16" providerId="LiveId" clId="{22AA278D-019C-42EB-95CA-943225DD1D61}" dt="2026-01-16T11:20:56.291" v="1548" actId="5793"/>
          <ac:spMkLst>
            <pc:docMk/>
            <pc:sldMk cId="2193472444" sldId="312"/>
            <ac:spMk id="3" creationId="{00FE534A-D7BF-CDA6-94B2-2B6A9E04878C}"/>
          </ac:spMkLst>
        </pc:spChg>
      </pc:sldChg>
      <pc:sldChg chg="addSp modSp new mod">
        <pc:chgData name="Pratik Joshi" userId="0659a75091855e16" providerId="LiveId" clId="{22AA278D-019C-42EB-95CA-943225DD1D61}" dt="2026-01-16T12:07:36.781" v="2600" actId="20577"/>
        <pc:sldMkLst>
          <pc:docMk/>
          <pc:sldMk cId="2557900737" sldId="313"/>
        </pc:sldMkLst>
        <pc:spChg chg="add mod">
          <ac:chgData name="Pratik Joshi" userId="0659a75091855e16" providerId="LiveId" clId="{22AA278D-019C-42EB-95CA-943225DD1D61}" dt="2026-01-16T12:07:36.781" v="2600" actId="20577"/>
          <ac:spMkLst>
            <pc:docMk/>
            <pc:sldMk cId="2557900737" sldId="313"/>
            <ac:spMk id="3" creationId="{0E5B4287-7E8C-674E-64C7-7BA816ADCE7D}"/>
          </ac:spMkLst>
        </pc:spChg>
      </pc:sldChg>
      <pc:sldChg chg="addSp modSp new mod">
        <pc:chgData name="Pratik Joshi" userId="0659a75091855e16" providerId="LiveId" clId="{22AA278D-019C-42EB-95CA-943225DD1D61}" dt="2026-01-16T12:48:20.011" v="3223" actId="20577"/>
        <pc:sldMkLst>
          <pc:docMk/>
          <pc:sldMk cId="2188481820" sldId="314"/>
        </pc:sldMkLst>
        <pc:spChg chg="add mod">
          <ac:chgData name="Pratik Joshi" userId="0659a75091855e16" providerId="LiveId" clId="{22AA278D-019C-42EB-95CA-943225DD1D61}" dt="2026-01-16T12:48:20.011" v="3223" actId="20577"/>
          <ac:spMkLst>
            <pc:docMk/>
            <pc:sldMk cId="2188481820" sldId="314"/>
            <ac:spMk id="3" creationId="{F46787DE-F9BC-5E19-377B-5A146113978A}"/>
          </ac:spMkLst>
        </pc:spChg>
      </pc:sldChg>
      <pc:sldChg chg="addSp modSp new mod">
        <pc:chgData name="Pratik Joshi" userId="0659a75091855e16" providerId="LiveId" clId="{22AA278D-019C-42EB-95CA-943225DD1D61}" dt="2026-01-18T10:50:56.484" v="6253" actId="123"/>
        <pc:sldMkLst>
          <pc:docMk/>
          <pc:sldMk cId="2649256746" sldId="315"/>
        </pc:sldMkLst>
        <pc:spChg chg="add mod">
          <ac:chgData name="Pratik Joshi" userId="0659a75091855e16" providerId="LiveId" clId="{22AA278D-019C-42EB-95CA-943225DD1D61}" dt="2026-01-18T10:50:56.484" v="6253" actId="123"/>
          <ac:spMkLst>
            <pc:docMk/>
            <pc:sldMk cId="2649256746" sldId="315"/>
            <ac:spMk id="3" creationId="{772098C5-F1E7-1ECC-2DF8-6113ACB37AC3}"/>
          </ac:spMkLst>
        </pc:spChg>
      </pc:sldChg>
      <pc:sldChg chg="addSp modSp new mod">
        <pc:chgData name="Pratik Joshi" userId="0659a75091855e16" providerId="LiveId" clId="{22AA278D-019C-42EB-95CA-943225DD1D61}" dt="2026-01-18T10:54:07.528" v="6263" actId="20577"/>
        <pc:sldMkLst>
          <pc:docMk/>
          <pc:sldMk cId="2805018568" sldId="316"/>
        </pc:sldMkLst>
        <pc:spChg chg="add mod">
          <ac:chgData name="Pratik Joshi" userId="0659a75091855e16" providerId="LiveId" clId="{22AA278D-019C-42EB-95CA-943225DD1D61}" dt="2026-01-18T10:54:07.528" v="6263" actId="20577"/>
          <ac:spMkLst>
            <pc:docMk/>
            <pc:sldMk cId="2805018568" sldId="316"/>
            <ac:spMk id="3" creationId="{6AC3BE96-D5EB-5105-D5D8-B4DE7EA16E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E220-5402-4584-B0F0-F1346DB699C0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6533-05AC-4658-BB5D-7EE7C24282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82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E220-5402-4584-B0F0-F1346DB699C0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6533-05AC-4658-BB5D-7EE7C24282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2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E220-5402-4584-B0F0-F1346DB699C0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6533-05AC-4658-BB5D-7EE7C24282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12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E220-5402-4584-B0F0-F1346DB699C0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6533-05AC-4658-BB5D-7EE7C24282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06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E220-5402-4584-B0F0-F1346DB699C0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6533-05AC-4658-BB5D-7EE7C24282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092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E220-5402-4584-B0F0-F1346DB699C0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6533-05AC-4658-BB5D-7EE7C24282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7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E220-5402-4584-B0F0-F1346DB699C0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6533-05AC-4658-BB5D-7EE7C24282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03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E220-5402-4584-B0F0-F1346DB699C0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6533-05AC-4658-BB5D-7EE7C24282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80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E220-5402-4584-B0F0-F1346DB699C0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6533-05AC-4658-BB5D-7EE7C24282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86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E220-5402-4584-B0F0-F1346DB699C0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6533-05AC-4658-BB5D-7EE7C24282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6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E220-5402-4584-B0F0-F1346DB699C0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6533-05AC-4658-BB5D-7EE7C24282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2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7E220-5402-4584-B0F0-F1346DB699C0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26533-05AC-4658-BB5D-7EE7C24282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93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78" r:id="rId1"/>
    <p:sldLayoutId id="2147484179" r:id="rId2"/>
    <p:sldLayoutId id="2147484180" r:id="rId3"/>
    <p:sldLayoutId id="2147484181" r:id="rId4"/>
    <p:sldLayoutId id="2147484182" r:id="rId5"/>
    <p:sldLayoutId id="2147484183" r:id="rId6"/>
    <p:sldLayoutId id="2147484184" r:id="rId7"/>
    <p:sldLayoutId id="2147484185" r:id="rId8"/>
    <p:sldLayoutId id="2147484186" r:id="rId9"/>
    <p:sldLayoutId id="2147484187" r:id="rId10"/>
    <p:sldLayoutId id="21474841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1330" y="623274"/>
            <a:ext cx="8129270" cy="4786926"/>
          </a:xfrm>
        </p:spPr>
        <p:txBody>
          <a:bodyPr anchor="b">
            <a:normAutofit/>
          </a:bodyPr>
          <a:lstStyle/>
          <a:p>
            <a:pPr algn="l"/>
            <a:r>
              <a:rPr lang="en-US" sz="7000" b="1" dirty="0" err="1">
                <a:solidFill>
                  <a:srgbClr val="00B0F0"/>
                </a:solidFill>
                <a:highlight>
                  <a:srgbClr val="000000"/>
                </a:highlight>
                <a:latin typeface="Preeti" pitchFamily="2" charset="0"/>
              </a:rPr>
              <a:t>hUuf;DaGwL</a:t>
            </a:r>
            <a:r>
              <a:rPr lang="en-US" sz="7000" b="1" dirty="0">
                <a:solidFill>
                  <a:srgbClr val="00B0F0"/>
                </a:solidFill>
                <a:highlight>
                  <a:srgbClr val="000000"/>
                </a:highlight>
                <a:latin typeface="Preeti" pitchFamily="2" charset="0"/>
              </a:rPr>
              <a:t> </a:t>
            </a:r>
            <a:r>
              <a:rPr lang="en-US" sz="7000" b="1" dirty="0" err="1">
                <a:solidFill>
                  <a:srgbClr val="00B0F0"/>
                </a:solidFill>
                <a:highlight>
                  <a:srgbClr val="000000"/>
                </a:highlight>
                <a:latin typeface="Preeti" pitchFamily="2" charset="0"/>
              </a:rPr>
              <a:t>ljjfb</a:t>
            </a:r>
            <a:r>
              <a:rPr lang="en-US" sz="7000" b="1" dirty="0">
                <a:solidFill>
                  <a:srgbClr val="00B0F0"/>
                </a:solidFill>
                <a:highlight>
                  <a:srgbClr val="000000"/>
                </a:highlight>
                <a:latin typeface="Preeti" pitchFamily="2" charset="0"/>
              </a:rPr>
              <a:t> – </a:t>
            </a:r>
            <a:r>
              <a:rPr lang="en-US" sz="7000" b="1" dirty="0" err="1">
                <a:solidFill>
                  <a:srgbClr val="00B0F0"/>
                </a:solidFill>
                <a:highlight>
                  <a:srgbClr val="000000"/>
                </a:highlight>
                <a:latin typeface="Preeti" pitchFamily="2" charset="0"/>
              </a:rPr>
              <a:t>efu</a:t>
            </a:r>
            <a:r>
              <a:rPr lang="en-US" sz="7000" b="1" dirty="0">
                <a:solidFill>
                  <a:srgbClr val="00B0F0"/>
                </a:solidFill>
                <a:highlight>
                  <a:srgbClr val="000000"/>
                </a:highlight>
                <a:latin typeface="Preeti" pitchFamily="2" charset="0"/>
              </a:rPr>
              <a:t> !</a:t>
            </a:r>
            <a:br>
              <a:rPr lang="en-US" sz="6600" b="1" dirty="0">
                <a:highlight>
                  <a:srgbClr val="000000"/>
                </a:highlight>
                <a:latin typeface="Preeti" pitchFamily="2" charset="0"/>
              </a:rPr>
            </a:br>
            <a:r>
              <a:rPr lang="en-US" sz="6600" b="1" dirty="0">
                <a:highlight>
                  <a:srgbClr val="000000"/>
                </a:highlight>
                <a:latin typeface="Preeti" pitchFamily="2" charset="0"/>
              </a:rPr>
              <a:t>  </a:t>
            </a:r>
            <a:r>
              <a:rPr lang="en-US" sz="4400" b="1" dirty="0">
                <a:highlight>
                  <a:srgbClr val="000000"/>
                </a:highlight>
                <a:latin typeface="Preeti" pitchFamily="2" charset="0"/>
              </a:rPr>
              <a:t>-c+za08f, ;</a:t>
            </a:r>
            <a:r>
              <a:rPr lang="en-US" sz="4400" b="1" dirty="0" err="1">
                <a:highlight>
                  <a:srgbClr val="000000"/>
                </a:highlight>
                <a:latin typeface="Preeti" pitchFamily="2" charset="0"/>
              </a:rPr>
              <a:t>fFwl;dfgf</a:t>
            </a:r>
            <a:r>
              <a:rPr lang="en-US" sz="4400" b="1" dirty="0">
                <a:highlight>
                  <a:srgbClr val="000000"/>
                </a:highlight>
                <a:latin typeface="Preeti" pitchFamily="2" charset="0"/>
              </a:rPr>
              <a:t>, </a:t>
            </a:r>
            <a:r>
              <a:rPr lang="en-US" sz="4400" b="1" dirty="0" err="1">
                <a:highlight>
                  <a:srgbClr val="000000"/>
                </a:highlight>
                <a:latin typeface="Preeti" pitchFamily="2" charset="0"/>
              </a:rPr>
              <a:t>df</a:t>
            </a:r>
            <a:r>
              <a:rPr lang="en-US" sz="4400" b="1" dirty="0">
                <a:highlight>
                  <a:srgbClr val="000000"/>
                </a:highlight>
                <a:latin typeface="Preeti" pitchFamily="2" charset="0"/>
              </a:rPr>
              <a:t>]</a:t>
            </a:r>
            <a:r>
              <a:rPr lang="en-US" sz="4400" b="1" dirty="0" err="1">
                <a:highlight>
                  <a:srgbClr val="000000"/>
                </a:highlight>
                <a:latin typeface="Preeti" pitchFamily="2" charset="0"/>
              </a:rPr>
              <a:t>xL</a:t>
            </a:r>
            <a:r>
              <a:rPr lang="en-US" sz="4400" b="1" dirty="0">
                <a:highlight>
                  <a:srgbClr val="000000"/>
                </a:highlight>
                <a:latin typeface="Preeti" pitchFamily="2" charset="0"/>
              </a:rPr>
              <a:t> / </a:t>
            </a:r>
            <a:r>
              <a:rPr lang="en-US" sz="4400" b="1" dirty="0" err="1">
                <a:highlight>
                  <a:srgbClr val="000000"/>
                </a:highlight>
                <a:latin typeface="Preeti" pitchFamily="2" charset="0"/>
              </a:rPr>
              <a:t>hUufwgL</a:t>
            </a:r>
            <a:r>
              <a:rPr lang="en-US" sz="4400" b="1" dirty="0">
                <a:highlight>
                  <a:srgbClr val="000000"/>
                </a:highlight>
                <a:latin typeface="Preeti" pitchFamily="2" charset="0"/>
              </a:rPr>
              <a:t>_</a:t>
            </a:r>
            <a:br>
              <a:rPr lang="en-US" sz="4400" dirty="0">
                <a:latin typeface="Preeti" pitchFamily="2" charset="0"/>
              </a:rPr>
            </a:br>
            <a:br>
              <a:rPr lang="en-US" sz="4400" dirty="0">
                <a:latin typeface="Preeti" pitchFamily="2" charset="0"/>
              </a:rPr>
            </a:br>
            <a:r>
              <a:rPr lang="en-US" sz="4400" dirty="0">
                <a:latin typeface="Preeti" pitchFamily="2" charset="0"/>
              </a:rPr>
              <a:t>  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4582814"/>
            <a:ext cx="5349252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4000" b="1" dirty="0">
                <a:solidFill>
                  <a:srgbClr val="FFFF00"/>
                </a:solidFill>
                <a:latin typeface="Preeti" pitchFamily="2" charset="0"/>
              </a:rPr>
              <a:t>             </a:t>
            </a:r>
            <a:r>
              <a:rPr lang="en-US" sz="4000" b="1" dirty="0" err="1">
                <a:solidFill>
                  <a:srgbClr val="FFFF00"/>
                </a:solidFill>
                <a:latin typeface="Preeti" pitchFamily="2" charset="0"/>
              </a:rPr>
              <a:t>åfl</a:t>
            </a:r>
            <a:r>
              <a:rPr lang="en-US" sz="4000" b="1" dirty="0">
                <a:solidFill>
                  <a:srgbClr val="FFFF00"/>
                </a:solidFill>
                <a:latin typeface="Preeti" pitchFamily="2" charset="0"/>
              </a:rPr>
              <a:t>/</a:t>
            </a:r>
            <a:r>
              <a:rPr lang="en-US" sz="4000" b="1" dirty="0" err="1">
                <a:solidFill>
                  <a:srgbClr val="FFFF00"/>
                </a:solidFill>
                <a:latin typeface="Preeti" pitchFamily="2" charset="0"/>
              </a:rPr>
              <a:t>sfdfg</a:t>
            </a:r>
            <a:r>
              <a:rPr lang="en-US" sz="4000" b="1" dirty="0">
                <a:solidFill>
                  <a:srgbClr val="FFFF00"/>
                </a:solidFill>
                <a:latin typeface="Preeti" pitchFamily="2" charset="0"/>
              </a:rPr>
              <a:t> hf]</a:t>
            </a:r>
            <a:r>
              <a:rPr lang="en-US" sz="4000" b="1" dirty="0" err="1">
                <a:solidFill>
                  <a:srgbClr val="FFFF00"/>
                </a:solidFill>
                <a:latin typeface="Preeti" pitchFamily="2" charset="0"/>
              </a:rPr>
              <a:t>zL</a:t>
            </a:r>
            <a:endParaRPr lang="en-US" sz="4000" b="1" dirty="0">
              <a:solidFill>
                <a:srgbClr val="FFFF00"/>
              </a:solidFill>
              <a:latin typeface="Preeti" pitchFamily="2" charset="0"/>
            </a:endParaRPr>
          </a:p>
          <a:p>
            <a:pPr algn="l"/>
            <a:endParaRPr 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229600" cy="1252728"/>
          </a:xfrm>
        </p:spPr>
        <p:txBody>
          <a:bodyPr>
            <a:noAutofit/>
          </a:bodyPr>
          <a:lstStyle/>
          <a:p>
            <a:pPr algn="l"/>
            <a:r>
              <a:rPr lang="en-US" sz="4800" b="1" dirty="0">
                <a:solidFill>
                  <a:schemeClr val="accent3"/>
                </a:solidFill>
                <a:latin typeface="Preeti" pitchFamily="2" charset="0"/>
              </a:rPr>
              <a:t>!=;fdfGo </a:t>
            </a:r>
            <a:r>
              <a:rPr lang="en-US" sz="4800" b="1" dirty="0" err="1">
                <a:solidFill>
                  <a:schemeClr val="accent3"/>
                </a:solidFill>
                <a:latin typeface="Preeti" pitchFamily="2" charset="0"/>
              </a:rPr>
              <a:t>sfg"gL</a:t>
            </a:r>
            <a:r>
              <a:rPr lang="en-US" sz="4800" b="1" dirty="0">
                <a:solidFill>
                  <a:schemeClr val="accent3"/>
                </a:solidFill>
                <a:latin typeface="Preeti" pitchFamily="2" charset="0"/>
              </a:rPr>
              <a:t> l;4fGt </a:t>
            </a:r>
            <a:r>
              <a:rPr lang="en-US" sz="48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Preeti" pitchFamily="2" charset="0"/>
              </a:rPr>
              <a:t>M</a:t>
            </a:r>
            <a:br>
              <a:rPr lang="en-US" sz="4000" dirty="0">
                <a:solidFill>
                  <a:schemeClr val="bg2">
                    <a:lumMod val="40000"/>
                    <a:lumOff val="60000"/>
                  </a:schemeClr>
                </a:solidFill>
                <a:latin typeface="PCS NEPAL" pitchFamily="82" charset="0"/>
              </a:rPr>
            </a:br>
            <a:endParaRPr lang="en-US" sz="4000" dirty="0">
              <a:solidFill>
                <a:schemeClr val="bg2">
                  <a:lumMod val="40000"/>
                  <a:lumOff val="60000"/>
                </a:schemeClr>
              </a:solidFill>
              <a:latin typeface="PCS NEPAL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526280"/>
          </a:xfrm>
        </p:spPr>
        <p:txBody>
          <a:bodyPr>
            <a:normAutofit fontScale="92500" lnSpcReduction="10000"/>
          </a:bodyPr>
          <a:lstStyle/>
          <a:p>
            <a:pPr lvl="0">
              <a:buNone/>
            </a:pPr>
            <a:endParaRPr lang="en-US" sz="2400" dirty="0">
              <a:latin typeface="PCS NEPAL" pitchFamily="82" charset="0"/>
            </a:endParaRPr>
          </a:p>
          <a:p>
            <a:pPr lvl="0"/>
            <a:r>
              <a:rPr lang="en-US" sz="3200" b="1" dirty="0" err="1">
                <a:latin typeface="Preeti" pitchFamily="2" charset="0"/>
              </a:rPr>
              <a:t>sfg"gadf</a:t>
            </a:r>
            <a:r>
              <a:rPr lang="en-US" sz="3200" b="1" dirty="0">
                <a:latin typeface="Preeti" pitchFamily="2" charset="0"/>
              </a:rPr>
              <a:t>]</a:t>
            </a:r>
            <a:r>
              <a:rPr lang="en-US" sz="3200" b="1" dirty="0" err="1">
                <a:latin typeface="Preeti" pitchFamily="2" charset="0"/>
              </a:rPr>
              <a:t>lhd</a:t>
            </a:r>
            <a:r>
              <a:rPr lang="en-US" sz="3200" b="1" dirty="0">
                <a:latin typeface="Preeti" pitchFamily="2" charset="0"/>
              </a:rPr>
              <a:t> </a:t>
            </a:r>
            <a:r>
              <a:rPr lang="en-US" sz="3200" b="1" dirty="0" err="1">
                <a:latin typeface="Preeti" pitchFamily="2" charset="0"/>
              </a:rPr>
              <a:t>kfl</a:t>
            </a:r>
            <a:r>
              <a:rPr lang="en-US" sz="3200" b="1" dirty="0">
                <a:latin typeface="Preeti" pitchFamily="2" charset="0"/>
              </a:rPr>
              <a:t>/t </a:t>
            </a:r>
            <a:r>
              <a:rPr lang="en-US" sz="3200" b="1" dirty="0" err="1">
                <a:latin typeface="Preeti" pitchFamily="2" charset="0"/>
              </a:rPr>
              <a:t>lnvt</a:t>
            </a:r>
            <a:r>
              <a:rPr lang="en-US" sz="3200" b="1" dirty="0">
                <a:latin typeface="Preeti" pitchFamily="2" charset="0"/>
              </a:rPr>
              <a:t> a]u/ </a:t>
            </a:r>
            <a:r>
              <a:rPr lang="en-US" sz="3200" b="1" dirty="0" err="1">
                <a:latin typeface="Preeti" pitchFamily="2" charset="0"/>
              </a:rPr>
              <a:t>crn</a:t>
            </a:r>
            <a:r>
              <a:rPr lang="en-US" sz="3200" b="1" dirty="0">
                <a:latin typeface="Preeti" pitchFamily="2" charset="0"/>
              </a:rPr>
              <a:t> ;</a:t>
            </a:r>
            <a:r>
              <a:rPr lang="en-US" sz="3200" b="1" dirty="0" err="1">
                <a:latin typeface="Preeti" pitchFamily="2" charset="0"/>
              </a:rPr>
              <a:t>DklQsf</a:t>
            </a:r>
            <a:r>
              <a:rPr lang="en-US" sz="3200" b="1" dirty="0">
                <a:latin typeface="Preeti" pitchFamily="2" charset="0"/>
              </a:rPr>
              <a:t>] </a:t>
            </a:r>
            <a:r>
              <a:rPr lang="en-US" sz="3200" b="1" dirty="0" err="1">
                <a:latin typeface="Preeti" pitchFamily="2" charset="0"/>
              </a:rPr>
              <a:t>xs</a:t>
            </a:r>
            <a:r>
              <a:rPr lang="en-US" sz="3200" b="1" dirty="0">
                <a:latin typeface="Preeti" pitchFamily="2" charset="0"/>
              </a:rPr>
              <a:t> :</a:t>
            </a:r>
            <a:r>
              <a:rPr lang="en-US" sz="3200" b="1" dirty="0" err="1">
                <a:latin typeface="Preeti" pitchFamily="2" charset="0"/>
              </a:rPr>
              <a:t>jfldTj</a:t>
            </a:r>
            <a:r>
              <a:rPr lang="en-US" sz="3200" b="1" dirty="0">
                <a:latin typeface="Preeti" pitchFamily="2" charset="0"/>
              </a:rPr>
              <a:t> </a:t>
            </a:r>
            <a:r>
              <a:rPr lang="en-US" sz="3200" b="1" dirty="0" err="1">
                <a:latin typeface="Preeti" pitchFamily="2" charset="0"/>
              </a:rPr>
              <a:t>k|fKt</a:t>
            </a:r>
            <a:r>
              <a:rPr lang="en-US" sz="3200" b="1" dirty="0">
                <a:latin typeface="Preeti" pitchFamily="2" charset="0"/>
              </a:rPr>
              <a:t> </a:t>
            </a:r>
            <a:r>
              <a:rPr lang="en-US" sz="3200" b="1" dirty="0" err="1">
                <a:latin typeface="Preeti" pitchFamily="2" charset="0"/>
              </a:rPr>
              <a:t>x'g</a:t>
            </a:r>
            <a:r>
              <a:rPr lang="en-US" sz="3200" b="1" dirty="0">
                <a:latin typeface="Preeti" pitchFamily="2" charset="0"/>
              </a:rPr>
              <a:t> </a:t>
            </a:r>
            <a:r>
              <a:rPr lang="en-US" sz="3200" b="1" dirty="0" err="1">
                <a:latin typeface="Preeti" pitchFamily="2" charset="0"/>
              </a:rPr>
              <a:t>g;Sg</a:t>
            </a:r>
            <a:r>
              <a:rPr lang="en-US" sz="3200" b="1" dirty="0">
                <a:latin typeface="Preeti" pitchFamily="2" charset="0"/>
              </a:rPr>
              <a:t>] . </a:t>
            </a:r>
          </a:p>
          <a:p>
            <a:pPr lvl="0">
              <a:buNone/>
            </a:pPr>
            <a:r>
              <a:rPr lang="en-US" sz="2400" dirty="0">
                <a:latin typeface="Preeti" pitchFamily="2" charset="0"/>
              </a:rPr>
              <a:t>	                                                     </a:t>
            </a:r>
            <a:r>
              <a:rPr lang="en-US" sz="2200" dirty="0">
                <a:latin typeface="Preeti" pitchFamily="2" charset="0"/>
              </a:rPr>
              <a:t>-g]=sf=k,@)%% lg=g+=^*%(_</a:t>
            </a:r>
          </a:p>
          <a:p>
            <a:pPr lvl="0">
              <a:buNone/>
            </a:pPr>
            <a:endParaRPr lang="en-US" sz="2400" b="1" dirty="0">
              <a:latin typeface="Preeti" pitchFamily="2" charset="0"/>
            </a:endParaRPr>
          </a:p>
          <a:p>
            <a:pPr lvl="0"/>
            <a:r>
              <a:rPr lang="en-US" sz="3200" b="1" dirty="0" err="1">
                <a:latin typeface="Preeti" pitchFamily="2" charset="0"/>
              </a:rPr>
              <a:t>cfkm</a:t>
            </a:r>
            <a:r>
              <a:rPr lang="en-US" sz="3200" b="1" dirty="0">
                <a:latin typeface="Preeti" pitchFamily="2" charset="0"/>
              </a:rPr>
              <a:t>\</a:t>
            </a:r>
            <a:r>
              <a:rPr lang="en-US" sz="3200" b="1" dirty="0" err="1">
                <a:latin typeface="Preeti" pitchFamily="2" charset="0"/>
              </a:rPr>
              <a:t>gf</a:t>
            </a:r>
            <a:r>
              <a:rPr lang="en-US" sz="3200" b="1" dirty="0">
                <a:latin typeface="Preeti" pitchFamily="2" charset="0"/>
              </a:rPr>
              <a:t>] </a:t>
            </a:r>
            <a:r>
              <a:rPr lang="en-US" sz="3200" b="1" dirty="0" err="1">
                <a:latin typeface="Preeti" pitchFamily="2" charset="0"/>
              </a:rPr>
              <a:t>clwsf</a:t>
            </a:r>
            <a:r>
              <a:rPr lang="en-US" sz="3200" b="1" dirty="0">
                <a:latin typeface="Preeti" pitchFamily="2" charset="0"/>
              </a:rPr>
              <a:t>/</a:t>
            </a:r>
            <a:r>
              <a:rPr lang="en-US" sz="3200" b="1" dirty="0" err="1">
                <a:latin typeface="Preeti" pitchFamily="2" charset="0"/>
              </a:rPr>
              <a:t>eGbf</a:t>
            </a:r>
            <a:r>
              <a:rPr lang="en-US" sz="3200" b="1" dirty="0">
                <a:latin typeface="Preeti" pitchFamily="2" charset="0"/>
              </a:rPr>
              <a:t> </a:t>
            </a:r>
            <a:r>
              <a:rPr lang="en-US" sz="3200" b="1" dirty="0" err="1">
                <a:latin typeface="Preeti" pitchFamily="2" charset="0"/>
              </a:rPr>
              <a:t>clwsflwsf</a:t>
            </a:r>
            <a:r>
              <a:rPr lang="en-US" sz="3200" b="1" dirty="0">
                <a:latin typeface="Preeti" pitchFamily="2" charset="0"/>
              </a:rPr>
              <a:t>/ </a:t>
            </a:r>
            <a:r>
              <a:rPr lang="en-US" sz="3200" b="1" dirty="0" err="1">
                <a:latin typeface="Preeti" pitchFamily="2" charset="0"/>
              </a:rPr>
              <a:t>k|bfg</a:t>
            </a:r>
            <a:r>
              <a:rPr lang="en-US" sz="3200" b="1" dirty="0">
                <a:latin typeface="Preeti" pitchFamily="2" charset="0"/>
              </a:rPr>
              <a:t> </a:t>
            </a:r>
            <a:r>
              <a:rPr lang="en-US" sz="3200" b="1" dirty="0" err="1">
                <a:latin typeface="Preeti" pitchFamily="2" charset="0"/>
              </a:rPr>
              <a:t>ug</a:t>
            </a:r>
            <a:r>
              <a:rPr lang="en-US" sz="3200" b="1" dirty="0">
                <a:latin typeface="Preeti" pitchFamily="2" charset="0"/>
              </a:rPr>
              <a:t>{ </a:t>
            </a:r>
            <a:r>
              <a:rPr lang="en-US" sz="3200" b="1" dirty="0" err="1">
                <a:latin typeface="Preeti" pitchFamily="2" charset="0"/>
              </a:rPr>
              <a:t>gldNg</a:t>
            </a:r>
            <a:r>
              <a:rPr lang="en-US" sz="3200" b="1" dirty="0">
                <a:latin typeface="Preeti" pitchFamily="2" charset="0"/>
              </a:rPr>
              <a:t>] .   </a:t>
            </a:r>
          </a:p>
          <a:p>
            <a:pPr lvl="0">
              <a:buNone/>
            </a:pPr>
            <a:r>
              <a:rPr lang="en-US" sz="2400" dirty="0">
                <a:latin typeface="Preeti" pitchFamily="2" charset="0"/>
              </a:rPr>
              <a:t>                                                   	</a:t>
            </a:r>
            <a:r>
              <a:rPr lang="en-US" sz="2200" dirty="0">
                <a:latin typeface="Preeti" pitchFamily="2" charset="0"/>
              </a:rPr>
              <a:t>-g]=sf=k,@)^^ lg=g+=*!()_</a:t>
            </a:r>
          </a:p>
          <a:p>
            <a:pPr lvl="0"/>
            <a:endParaRPr lang="en-US" sz="2400" dirty="0">
              <a:latin typeface="Preeti" pitchFamily="2" charset="0"/>
            </a:endParaRPr>
          </a:p>
          <a:p>
            <a:pPr lvl="0"/>
            <a:r>
              <a:rPr lang="en-US" sz="3200" b="1" dirty="0" err="1">
                <a:latin typeface="Preeti" pitchFamily="2" charset="0"/>
              </a:rPr>
              <a:t>cfbftfn</a:t>
            </a:r>
            <a:r>
              <a:rPr lang="en-US" sz="3200" b="1" dirty="0">
                <a:latin typeface="Preeti" pitchFamily="2" charset="0"/>
              </a:rPr>
              <a:t>] bftfaf6 </a:t>
            </a:r>
            <a:r>
              <a:rPr lang="en-US" sz="3200" b="1" dirty="0" err="1">
                <a:latin typeface="Preeti" pitchFamily="2" charset="0"/>
              </a:rPr>
              <a:t>k|fKt</a:t>
            </a:r>
            <a:r>
              <a:rPr lang="en-US" sz="3200" b="1" dirty="0">
                <a:latin typeface="Preeti" pitchFamily="2" charset="0"/>
              </a:rPr>
              <a:t> u/]sf] </a:t>
            </a:r>
            <a:r>
              <a:rPr lang="en-US" sz="3200" b="1" dirty="0" err="1">
                <a:latin typeface="Preeti" pitchFamily="2" charset="0"/>
              </a:rPr>
              <a:t>eGbf</a:t>
            </a:r>
            <a:r>
              <a:rPr lang="en-US" sz="3200" b="1" dirty="0">
                <a:latin typeface="Preeti" pitchFamily="2" charset="0"/>
              </a:rPr>
              <a:t> </a:t>
            </a:r>
            <a:r>
              <a:rPr lang="en-US" sz="3200" b="1" dirty="0" err="1">
                <a:latin typeface="Preeti" pitchFamily="2" charset="0"/>
              </a:rPr>
              <a:t>clwsflwsf</a:t>
            </a:r>
            <a:r>
              <a:rPr lang="en-US" sz="3200" b="1" dirty="0">
                <a:latin typeface="Preeti" pitchFamily="2" charset="0"/>
              </a:rPr>
              <a:t>/ </a:t>
            </a:r>
            <a:r>
              <a:rPr lang="en-US" sz="3200" b="1" dirty="0" err="1">
                <a:latin typeface="Preeti" pitchFamily="2" charset="0"/>
              </a:rPr>
              <a:t>k|fKt</a:t>
            </a:r>
            <a:r>
              <a:rPr lang="en-US" sz="3200" b="1" dirty="0">
                <a:latin typeface="Preeti" pitchFamily="2" charset="0"/>
              </a:rPr>
              <a:t> ug{ </a:t>
            </a:r>
            <a:r>
              <a:rPr lang="en-US" sz="3200" b="1" dirty="0" err="1">
                <a:latin typeface="Preeti" pitchFamily="2" charset="0"/>
              </a:rPr>
              <a:t>g;Sg</a:t>
            </a:r>
            <a:r>
              <a:rPr lang="en-US" sz="3200" b="1" dirty="0">
                <a:latin typeface="Preeti" pitchFamily="2" charset="0"/>
              </a:rPr>
              <a:t>] . </a:t>
            </a:r>
          </a:p>
          <a:p>
            <a:pPr>
              <a:buNone/>
            </a:pPr>
            <a:r>
              <a:rPr lang="en-US" sz="2400" dirty="0">
                <a:latin typeface="Preeti" pitchFamily="2" charset="0"/>
              </a:rPr>
              <a:t>                                                      	</a:t>
            </a:r>
            <a:r>
              <a:rPr lang="en-US" sz="2200" dirty="0">
                <a:latin typeface="Preeti" pitchFamily="2" charset="0"/>
              </a:rPr>
              <a:t>-g]=sf=k, lg=g+=*@@(_</a:t>
            </a:r>
          </a:p>
          <a:p>
            <a:pPr lvl="0"/>
            <a:endParaRPr lang="en-US" sz="2400" dirty="0">
              <a:latin typeface="PCS NEPAL" pitchFamily="82" charset="0"/>
            </a:endParaRPr>
          </a:p>
          <a:p>
            <a:endParaRPr lang="en-US" sz="2400" dirty="0">
              <a:latin typeface="PCS NEPAL" pitchFamily="82" charset="0"/>
            </a:endParaRP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609600"/>
            <a:ext cx="8991600" cy="56388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b="1" dirty="0">
              <a:latin typeface="PCS NEPAL" pitchFamily="82" charset="0"/>
            </a:endParaRPr>
          </a:p>
          <a:p>
            <a:pPr lvl="0"/>
            <a:r>
              <a:rPr lang="en-US" sz="3200" b="1" dirty="0" err="1">
                <a:latin typeface="Preeti" pitchFamily="2" charset="0"/>
              </a:rPr>
              <a:t>lnlvt</a:t>
            </a:r>
            <a:r>
              <a:rPr lang="en-US" sz="3200" b="1" dirty="0">
                <a:latin typeface="Preeti" pitchFamily="2" charset="0"/>
              </a:rPr>
              <a:t> k|df0fsf] </a:t>
            </a:r>
            <a:r>
              <a:rPr lang="en-US" sz="3200" b="1" dirty="0" err="1">
                <a:latin typeface="Preeti" pitchFamily="2" charset="0"/>
              </a:rPr>
              <a:t>k|fwGotf</a:t>
            </a:r>
            <a:r>
              <a:rPr lang="en-US" sz="3200" b="1" dirty="0">
                <a:latin typeface="Preeti" pitchFamily="2" charset="0"/>
              </a:rPr>
              <a:t> </a:t>
            </a:r>
            <a:r>
              <a:rPr lang="en-US" sz="3200" b="1" dirty="0" err="1">
                <a:latin typeface="Preeti" pitchFamily="2" charset="0"/>
              </a:rPr>
              <a:t>x'g</a:t>
            </a:r>
            <a:r>
              <a:rPr lang="en-US" sz="3200" b="1" dirty="0">
                <a:latin typeface="Preeti" pitchFamily="2" charset="0"/>
              </a:rPr>
              <a:t>] . </a:t>
            </a:r>
          </a:p>
          <a:p>
            <a:pPr>
              <a:buNone/>
            </a:pPr>
            <a:r>
              <a:rPr lang="en-US" sz="2400" dirty="0">
                <a:latin typeface="Preeti" pitchFamily="2" charset="0"/>
              </a:rPr>
              <a:t>	                              </a:t>
            </a:r>
            <a:r>
              <a:rPr lang="en-US" sz="2200" dirty="0">
                <a:latin typeface="Preeti" pitchFamily="2" charset="0"/>
              </a:rPr>
              <a:t>-g]=sf=k,@)^^ lg=g+=*)(%_</a:t>
            </a:r>
          </a:p>
          <a:p>
            <a:pPr>
              <a:buNone/>
            </a:pPr>
            <a:endParaRPr lang="en-US" sz="2400" b="1" dirty="0">
              <a:latin typeface="Preeti" pitchFamily="2" charset="0"/>
            </a:endParaRPr>
          </a:p>
          <a:p>
            <a:pPr lvl="0"/>
            <a:r>
              <a:rPr lang="en-US" sz="3200" b="1" dirty="0" err="1">
                <a:latin typeface="Preeti" pitchFamily="2" charset="0"/>
              </a:rPr>
              <a:t>bfaL</a:t>
            </a:r>
            <a:r>
              <a:rPr lang="en-US" sz="3200" b="1" dirty="0">
                <a:latin typeface="Preeti" pitchFamily="2" charset="0"/>
              </a:rPr>
              <a:t> k|dfl0ft ug]{ </a:t>
            </a:r>
            <a:r>
              <a:rPr lang="en-US" sz="3200" b="1" dirty="0" err="1">
                <a:latin typeface="Preeti" pitchFamily="2" charset="0"/>
              </a:rPr>
              <a:t>ef</a:t>
            </a:r>
            <a:r>
              <a:rPr lang="en-US" sz="3200" b="1" dirty="0">
                <a:latin typeface="Preeti" pitchFamily="2" charset="0"/>
              </a:rPr>
              <a:t>/ </a:t>
            </a:r>
            <a:r>
              <a:rPr lang="en-US" sz="3200" b="1" dirty="0" err="1">
                <a:latin typeface="Preeti" pitchFamily="2" charset="0"/>
              </a:rPr>
              <a:t>jfbLsf</a:t>
            </a:r>
            <a:r>
              <a:rPr lang="en-US" sz="3200" b="1" dirty="0">
                <a:latin typeface="Preeti" pitchFamily="2" charset="0"/>
              </a:rPr>
              <a:t>] </a:t>
            </a:r>
            <a:r>
              <a:rPr lang="en-US" sz="3200" b="1" dirty="0" err="1">
                <a:latin typeface="Preeti" pitchFamily="2" charset="0"/>
              </a:rPr>
              <a:t>x'g</a:t>
            </a:r>
            <a:r>
              <a:rPr lang="en-US" sz="3200" b="1" dirty="0">
                <a:latin typeface="Preeti" pitchFamily="2" charset="0"/>
              </a:rPr>
              <a:t>] . </a:t>
            </a:r>
          </a:p>
          <a:p>
            <a:pPr>
              <a:buNone/>
            </a:pPr>
            <a:r>
              <a:rPr lang="en-US" sz="2400" dirty="0">
                <a:latin typeface="Preeti" pitchFamily="2" charset="0"/>
              </a:rPr>
              <a:t>                            	</a:t>
            </a:r>
            <a:r>
              <a:rPr lang="en-US" sz="2200" dirty="0">
                <a:latin typeface="Preeti" pitchFamily="2" charset="0"/>
              </a:rPr>
              <a:t>-g]=sf=k,@)$@ lg=g+=@%%$_</a:t>
            </a:r>
            <a:endParaRPr lang="en-US" sz="2400" b="1" dirty="0">
              <a:latin typeface="Preeti" pitchFamily="2" charset="0"/>
            </a:endParaRPr>
          </a:p>
          <a:p>
            <a:pPr>
              <a:buNone/>
            </a:pPr>
            <a:endParaRPr lang="en-US" sz="2400" dirty="0">
              <a:latin typeface="Preeti" pitchFamily="2" charset="0"/>
            </a:endParaRPr>
          </a:p>
          <a:p>
            <a:pPr lvl="0"/>
            <a:r>
              <a:rPr lang="en-US" sz="3200" b="1" dirty="0">
                <a:latin typeface="Preeti" pitchFamily="2" charset="0"/>
              </a:rPr>
              <a:t>bf]</a:t>
            </a:r>
            <a:r>
              <a:rPr lang="en-US" sz="3200" b="1" dirty="0" err="1">
                <a:latin typeface="Preeti" pitchFamily="2" charset="0"/>
              </a:rPr>
              <a:t>xf</a:t>
            </a:r>
            <a:r>
              <a:rPr lang="en-US" sz="3200" b="1" dirty="0">
                <a:latin typeface="Preeti" pitchFamily="2" charset="0"/>
              </a:rPr>
              <a:t>]/f] </a:t>
            </a:r>
            <a:r>
              <a:rPr lang="en-US" sz="3200" b="1" dirty="0" err="1">
                <a:latin typeface="Preeti" pitchFamily="2" charset="0"/>
              </a:rPr>
              <a:t>kf</a:t>
            </a:r>
            <a:r>
              <a:rPr lang="en-US" sz="3200" b="1" dirty="0">
                <a:latin typeface="Preeti" pitchFamily="2" charset="0"/>
              </a:rPr>
              <a:t>/L :</a:t>
            </a:r>
            <a:r>
              <a:rPr lang="en-US" sz="3200" b="1" dirty="0" err="1">
                <a:latin typeface="Preeti" pitchFamily="2" charset="0"/>
              </a:rPr>
              <a:t>jfldTj</a:t>
            </a:r>
            <a:r>
              <a:rPr lang="en-US" sz="3200" b="1" dirty="0">
                <a:latin typeface="Preeti" pitchFamily="2" charset="0"/>
              </a:rPr>
              <a:t> x:tfGt/0f ug{ </a:t>
            </a:r>
            <a:r>
              <a:rPr lang="en-US" sz="3200" b="1" dirty="0" err="1">
                <a:latin typeface="Preeti" pitchFamily="2" charset="0"/>
              </a:rPr>
              <a:t>gldNg</a:t>
            </a:r>
            <a:r>
              <a:rPr lang="en-US" sz="3200" b="1" dirty="0">
                <a:latin typeface="Preeti" pitchFamily="2" charset="0"/>
              </a:rPr>
              <a:t>] .</a:t>
            </a:r>
            <a:endParaRPr lang="en-US" sz="3200" dirty="0">
              <a:latin typeface="Preeti" pitchFamily="2" charset="0"/>
            </a:endParaRPr>
          </a:p>
          <a:p>
            <a:pPr>
              <a:buNone/>
            </a:pPr>
            <a:endParaRPr lang="en-US" sz="2400" b="1" dirty="0">
              <a:latin typeface="Preeti" pitchFamily="2" charset="0"/>
            </a:endParaRPr>
          </a:p>
          <a:p>
            <a:pPr lvl="0"/>
            <a:r>
              <a:rPr lang="en-US" sz="3500" b="1" dirty="0" err="1">
                <a:latin typeface="Preeti" pitchFamily="2" charset="0"/>
              </a:rPr>
              <a:t>Psn</a:t>
            </a:r>
            <a:r>
              <a:rPr lang="en-US" sz="3500" b="1" dirty="0">
                <a:latin typeface="Preeti" pitchFamily="2" charset="0"/>
              </a:rPr>
              <a:t> </a:t>
            </a:r>
            <a:r>
              <a:rPr lang="en-US" sz="3500" b="1" dirty="0" err="1">
                <a:latin typeface="Preeti" pitchFamily="2" charset="0"/>
              </a:rPr>
              <a:t>jf</a:t>
            </a:r>
            <a:r>
              <a:rPr lang="en-US" sz="3500" b="1" dirty="0">
                <a:latin typeface="Preeti" pitchFamily="2" charset="0"/>
              </a:rPr>
              <a:t> ;+</a:t>
            </a:r>
            <a:r>
              <a:rPr lang="en-US" sz="3500" b="1" dirty="0" err="1">
                <a:latin typeface="Preeti" pitchFamily="2" charset="0"/>
              </a:rPr>
              <a:t>o'Qm</a:t>
            </a:r>
            <a:r>
              <a:rPr lang="en-US" sz="3500" b="1" dirty="0">
                <a:latin typeface="Preeti" pitchFamily="2" charset="0"/>
              </a:rPr>
              <a:t> ¿</a:t>
            </a:r>
            <a:r>
              <a:rPr lang="en-US" sz="3500" b="1" dirty="0" err="1">
                <a:latin typeface="Preeti" pitchFamily="2" charset="0"/>
              </a:rPr>
              <a:t>kdf</a:t>
            </a:r>
            <a:r>
              <a:rPr lang="en-US" sz="3500" b="1" dirty="0">
                <a:latin typeface="Preeti" pitchFamily="2" charset="0"/>
              </a:rPr>
              <a:t> :</a:t>
            </a:r>
            <a:r>
              <a:rPr lang="en-US" sz="3500" b="1" dirty="0" err="1">
                <a:latin typeface="Preeti" pitchFamily="2" charset="0"/>
              </a:rPr>
              <a:t>jfldTj</a:t>
            </a:r>
            <a:r>
              <a:rPr lang="en-US" sz="3500" b="1" dirty="0">
                <a:latin typeface="Preeti" pitchFamily="2" charset="0"/>
              </a:rPr>
              <a:t> x:tfGt/0f u/L </a:t>
            </a:r>
            <a:r>
              <a:rPr lang="en-US" sz="3500" b="1" dirty="0" err="1">
                <a:latin typeface="Preeti" pitchFamily="2" charset="0"/>
              </a:rPr>
              <a:t>lng</a:t>
            </a:r>
            <a:r>
              <a:rPr lang="en-US" sz="3500" b="1" dirty="0">
                <a:latin typeface="Preeti" pitchFamily="2" charset="0"/>
              </a:rPr>
              <a:t> </a:t>
            </a:r>
            <a:r>
              <a:rPr lang="en-US" sz="3500" b="1" dirty="0" err="1">
                <a:latin typeface="Preeti" pitchFamily="2" charset="0"/>
              </a:rPr>
              <a:t>lbg</a:t>
            </a:r>
            <a:r>
              <a:rPr lang="en-US" sz="3500" b="1" dirty="0">
                <a:latin typeface="Preeti" pitchFamily="2" charset="0"/>
              </a:rPr>
              <a:t> </a:t>
            </a:r>
            <a:r>
              <a:rPr lang="en-US" sz="3500" b="1" dirty="0" err="1">
                <a:latin typeface="Preeti" pitchFamily="2" charset="0"/>
              </a:rPr>
              <a:t>kfpg</a:t>
            </a:r>
            <a:r>
              <a:rPr lang="en-US" sz="3500" b="1" dirty="0">
                <a:latin typeface="Preeti" pitchFamily="2" charset="0"/>
              </a:rPr>
              <a:t>] .</a:t>
            </a:r>
          </a:p>
          <a:p>
            <a:pPr lvl="0"/>
            <a:endParaRPr lang="en-US" sz="2400" b="1" dirty="0">
              <a:latin typeface="Preeti" pitchFamily="2" charset="0"/>
            </a:endParaRPr>
          </a:p>
          <a:p>
            <a:pPr lvl="0"/>
            <a:r>
              <a:rPr lang="en-US" sz="3500" b="1" dirty="0">
                <a:latin typeface="Preeti" pitchFamily="2" charset="0"/>
              </a:rPr>
              <a:t>;fj{</a:t>
            </a:r>
            <a:r>
              <a:rPr lang="en-US" sz="3500" b="1" dirty="0" err="1">
                <a:latin typeface="Preeti" pitchFamily="2" charset="0"/>
              </a:rPr>
              <a:t>hlgs</a:t>
            </a:r>
            <a:r>
              <a:rPr lang="en-US" sz="3500" b="1" dirty="0">
                <a:latin typeface="Preeti" pitchFamily="2" charset="0"/>
              </a:rPr>
              <a:t> ;</a:t>
            </a:r>
            <a:r>
              <a:rPr lang="en-US" sz="3500" b="1" dirty="0" err="1">
                <a:latin typeface="Preeti" pitchFamily="2" charset="0"/>
              </a:rPr>
              <a:t>DklQ</a:t>
            </a:r>
            <a:r>
              <a:rPr lang="en-US" sz="3500" b="1" dirty="0">
                <a:latin typeface="Preeti" pitchFamily="2" charset="0"/>
              </a:rPr>
              <a:t> </a:t>
            </a:r>
            <a:r>
              <a:rPr lang="en-US" sz="3500" b="1" dirty="0" err="1">
                <a:latin typeface="Preeti" pitchFamily="2" charset="0"/>
              </a:rPr>
              <a:t>las|L</a:t>
            </a:r>
            <a:r>
              <a:rPr lang="en-US" sz="3500" b="1" dirty="0">
                <a:latin typeface="Preeti" pitchFamily="2" charset="0"/>
              </a:rPr>
              <a:t> </a:t>
            </a:r>
            <a:r>
              <a:rPr lang="en-US" sz="3500" b="1" dirty="0" err="1">
                <a:latin typeface="Preeti" pitchFamily="2" charset="0"/>
              </a:rPr>
              <a:t>ljt</a:t>
            </a:r>
            <a:r>
              <a:rPr lang="en-US" sz="3500" b="1" dirty="0">
                <a:latin typeface="Preeti" pitchFamily="2" charset="0"/>
              </a:rPr>
              <a:t>/0f ug{ </a:t>
            </a:r>
            <a:r>
              <a:rPr lang="en-US" sz="3500" b="1" dirty="0" err="1">
                <a:latin typeface="Preeti" pitchFamily="2" charset="0"/>
              </a:rPr>
              <a:t>gkfpg</a:t>
            </a:r>
            <a:r>
              <a:rPr lang="en-US" sz="3500" b="1" dirty="0">
                <a:latin typeface="Preeti" pitchFamily="2" charset="0"/>
              </a:rPr>
              <a:t>] .</a:t>
            </a:r>
            <a:endParaRPr lang="en-US" sz="3500" dirty="0">
              <a:latin typeface="Preeti" pitchFamily="2" charset="0"/>
            </a:endParaRPr>
          </a:p>
          <a:p>
            <a:pPr>
              <a:buNone/>
            </a:pPr>
            <a:r>
              <a:rPr lang="en-US" sz="2000" dirty="0">
                <a:latin typeface="Preeti" pitchFamily="2" charset="0"/>
              </a:rPr>
              <a:t>                                                 -g]=sf=k,@)^$ lg=g+=&amp;*^#_</a:t>
            </a: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09537"/>
            <a:ext cx="8915400" cy="1340061"/>
          </a:xfrm>
        </p:spPr>
        <p:txBody>
          <a:bodyPr>
            <a:noAutofit/>
          </a:bodyPr>
          <a:lstStyle/>
          <a:p>
            <a:r>
              <a:rPr lang="en-US" sz="4300" b="1" dirty="0">
                <a:solidFill>
                  <a:schemeClr val="accent3"/>
                </a:solidFill>
                <a:latin typeface="Preeti" pitchFamily="2" charset="0"/>
              </a:rPr>
              <a:t>@=;fdfGotM </a:t>
            </a:r>
            <a:r>
              <a:rPr lang="en-US" sz="4300" b="1" dirty="0" err="1">
                <a:solidFill>
                  <a:schemeClr val="accent3"/>
                </a:solidFill>
                <a:latin typeface="Preeti" pitchFamily="2" charset="0"/>
              </a:rPr>
              <a:t>hUuf;DaGwL</a:t>
            </a:r>
            <a:r>
              <a:rPr lang="en-US" sz="4300" b="1" dirty="0">
                <a:solidFill>
                  <a:schemeClr val="accent3"/>
                </a:solidFill>
                <a:latin typeface="Preeti" pitchFamily="2" charset="0"/>
              </a:rPr>
              <a:t> </a:t>
            </a:r>
            <a:r>
              <a:rPr lang="en-US" sz="4300" b="1" dirty="0" err="1">
                <a:solidFill>
                  <a:schemeClr val="accent3"/>
                </a:solidFill>
                <a:latin typeface="Preeti" pitchFamily="2" charset="0"/>
              </a:rPr>
              <a:t>ljjfb;Fu</a:t>
            </a:r>
            <a:r>
              <a:rPr lang="en-US" sz="4300" b="1" dirty="0">
                <a:solidFill>
                  <a:schemeClr val="accent3"/>
                </a:solidFill>
                <a:latin typeface="Preeti" pitchFamily="2" charset="0"/>
              </a:rPr>
              <a:t> ;Da4 </a:t>
            </a:r>
            <a:r>
              <a:rPr lang="en-US" sz="4300" b="1" dirty="0" err="1">
                <a:solidFill>
                  <a:schemeClr val="accent3"/>
                </a:solidFill>
                <a:latin typeface="Preeti" pitchFamily="2" charset="0"/>
              </a:rPr>
              <a:t>tTjx</a:t>
            </a:r>
            <a:r>
              <a:rPr lang="en-US" sz="4300" b="1" dirty="0">
                <a:solidFill>
                  <a:schemeClr val="accent3"/>
                </a:solidFill>
                <a:latin typeface="Preeti" pitchFamily="2" charset="0"/>
              </a:rPr>
              <a:t>¿ M</a:t>
            </a:r>
            <a:br>
              <a:rPr lang="en-US" sz="3500" dirty="0">
                <a:solidFill>
                  <a:schemeClr val="bg2">
                    <a:lumMod val="40000"/>
                    <a:lumOff val="60000"/>
                  </a:schemeClr>
                </a:solidFill>
                <a:latin typeface="PCS NEPAL" pitchFamily="82" charset="0"/>
              </a:rPr>
            </a:br>
            <a:endParaRPr lang="en-US" sz="3500" dirty="0">
              <a:solidFill>
                <a:schemeClr val="bg2">
                  <a:lumMod val="40000"/>
                  <a:lumOff val="60000"/>
                </a:schemeClr>
              </a:solidFill>
              <a:latin typeface="PCS NEPAL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en-US" sz="2400" b="1" dirty="0">
                <a:latin typeface="PCS NEPAL" pitchFamily="82" charset="0"/>
              </a:rPr>
              <a:t>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9472652" y="4792018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PCS NEPAL" pitchFamily="82" charset="0"/>
              </a:rPr>
              <a:t>	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600" y="1676400"/>
            <a:ext cx="2971800" cy="1447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buNone/>
            </a:pPr>
            <a:r>
              <a:rPr lang="en-US" sz="2400" b="1" dirty="0">
                <a:latin typeface="Preeti" pitchFamily="2" charset="0"/>
              </a:rPr>
              <a:t>x:tfGt/s — </a:t>
            </a:r>
            <a:r>
              <a:rPr lang="en-US" sz="2400" b="1" dirty="0" err="1">
                <a:latin typeface="Preeti" pitchFamily="2" charset="0"/>
              </a:rPr>
              <a:t>bftf</a:t>
            </a:r>
            <a:endParaRPr lang="en-US" sz="2400" b="1" dirty="0">
              <a:latin typeface="Preeti" pitchFamily="2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2984299" y="3162300"/>
            <a:ext cx="2971800" cy="1447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Preeti" pitchFamily="2" charset="0"/>
              </a:rPr>
              <a:t>:</a:t>
            </a:r>
            <a:r>
              <a:rPr lang="en-US" sz="2800" b="1" dirty="0" err="1">
                <a:latin typeface="Preeti" pitchFamily="2" charset="0"/>
              </a:rPr>
              <a:t>jfldTj</a:t>
            </a:r>
            <a:r>
              <a:rPr lang="en-US" sz="2800" b="1" dirty="0">
                <a:latin typeface="Preeti" pitchFamily="2" charset="0"/>
              </a:rPr>
              <a:t> x:tfGt/0f</a:t>
            </a:r>
            <a:endParaRPr lang="en-US" sz="2800" dirty="0">
              <a:latin typeface="Preeti" pitchFamily="2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5867400" y="1600200"/>
            <a:ext cx="2971800" cy="1447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lvl="1" algn="ctr">
              <a:buNone/>
            </a:pPr>
            <a:r>
              <a:rPr lang="en-US" sz="2400" b="1" dirty="0">
                <a:latin typeface="Preeti" pitchFamily="2" charset="0"/>
              </a:rPr>
              <a:t>x:tfGt/0fof]Uo ;</a:t>
            </a:r>
            <a:r>
              <a:rPr lang="en-US" sz="2400" b="1" dirty="0" err="1">
                <a:latin typeface="Preeti" pitchFamily="2" charset="0"/>
              </a:rPr>
              <a:t>DklQ</a:t>
            </a:r>
            <a:endParaRPr lang="en-US" sz="2400" b="1" dirty="0">
              <a:latin typeface="Preeti" pitchFamily="2" charset="0"/>
            </a:endParaRPr>
          </a:p>
        </p:txBody>
      </p:sp>
      <p:sp>
        <p:nvSpPr>
          <p:cNvPr id="10" name="Right Arrow 9"/>
          <p:cNvSpPr/>
          <p:nvPr/>
        </p:nvSpPr>
        <p:spPr>
          <a:xfrm rot="18851318">
            <a:off x="2454635" y="4600533"/>
            <a:ext cx="134766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 rot="2313720">
            <a:off x="2565938" y="2909790"/>
            <a:ext cx="1177363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13496413">
            <a:off x="5220371" y="4624537"/>
            <a:ext cx="142795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ight Arrow 10">
            <a:extLst>
              <a:ext uri="{FF2B5EF4-FFF2-40B4-BE49-F238E27FC236}">
                <a16:creationId xmlns:a16="http://schemas.microsoft.com/office/drawing/2014/main" id="{32AEABF9-E3DF-8CCA-96A6-3C71FDFCB6F3}"/>
              </a:ext>
            </a:extLst>
          </p:cNvPr>
          <p:cNvSpPr/>
          <p:nvPr/>
        </p:nvSpPr>
        <p:spPr>
          <a:xfrm rot="8120648">
            <a:off x="5212756" y="2799400"/>
            <a:ext cx="106908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CCA8C0-4103-75C2-AE7E-34596428E496}"/>
              </a:ext>
            </a:extLst>
          </p:cNvPr>
          <p:cNvGrpSpPr/>
          <p:nvPr/>
        </p:nvGrpSpPr>
        <p:grpSpPr>
          <a:xfrm>
            <a:off x="228600" y="1612067"/>
            <a:ext cx="8654844" cy="5017333"/>
            <a:chOff x="228600" y="1612067"/>
            <a:chExt cx="8654844" cy="5017333"/>
          </a:xfrm>
        </p:grpSpPr>
        <p:sp>
          <p:nvSpPr>
            <p:cNvPr id="6" name="Oval 5"/>
            <p:cNvSpPr/>
            <p:nvPr/>
          </p:nvSpPr>
          <p:spPr>
            <a:xfrm>
              <a:off x="228600" y="5181600"/>
              <a:ext cx="2971800" cy="1447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Preeti" pitchFamily="2" charset="0"/>
                </a:rPr>
                <a:t> x:tfGt/L —</a:t>
              </a:r>
              <a:r>
                <a:rPr lang="en-US" sz="2400" b="1" dirty="0" err="1">
                  <a:latin typeface="Preeti" pitchFamily="2" charset="0"/>
                </a:rPr>
                <a:t>cfbftf</a:t>
              </a:r>
              <a:endParaRPr lang="en-US" sz="2400" dirty="0">
                <a:latin typeface="Preeti" pitchFamily="2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5867400" y="5181600"/>
              <a:ext cx="2971800" cy="1447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4625" lvl="0">
                <a:buNone/>
              </a:pPr>
              <a:r>
                <a:rPr lang="en-US" sz="2400" b="1" dirty="0" err="1">
                  <a:latin typeface="Preeti" pitchFamily="2" charset="0"/>
                </a:rPr>
                <a:t>cf</a:t>
              </a:r>
              <a:r>
                <a:rPr lang="en-US" sz="2400" b="1" dirty="0">
                  <a:latin typeface="Preeti" pitchFamily="2" charset="0"/>
                </a:rPr>
                <a:t>}</a:t>
              </a:r>
              <a:r>
                <a:rPr lang="en-US" sz="2400" b="1" dirty="0" err="1">
                  <a:latin typeface="Preeti" pitchFamily="2" charset="0"/>
                </a:rPr>
                <a:t>krfl</a:t>
              </a:r>
              <a:r>
                <a:rPr lang="en-US" sz="2400" b="1" dirty="0">
                  <a:latin typeface="Preeti" pitchFamily="2" charset="0"/>
                </a:rPr>
                <a:t>/s </a:t>
              </a:r>
              <a:r>
                <a:rPr lang="en-US" sz="2400" b="1" dirty="0" err="1">
                  <a:latin typeface="Preeti" pitchFamily="2" charset="0"/>
                </a:rPr>
                <a:t>k|ls|of</a:t>
              </a:r>
              <a:endParaRPr lang="en-US" sz="2400" b="1" dirty="0">
                <a:latin typeface="Preeti" pitchFamily="2" charset="0"/>
              </a:endParaRPr>
            </a:p>
          </p:txBody>
        </p:sp>
        <p:sp>
          <p:nvSpPr>
            <p:cNvPr id="11" name="Right Arrow 10"/>
            <p:cNvSpPr/>
            <p:nvPr/>
          </p:nvSpPr>
          <p:spPr>
            <a:xfrm rot="8120648">
              <a:off x="5168512" y="2787533"/>
              <a:ext cx="106908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7C82A91-A6ED-A9BA-ABA8-5715BB332DD1}"/>
                </a:ext>
              </a:extLst>
            </p:cNvPr>
            <p:cNvSpPr/>
            <p:nvPr/>
          </p:nvSpPr>
          <p:spPr>
            <a:xfrm>
              <a:off x="272844" y="1688267"/>
              <a:ext cx="2971800" cy="1447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>
                <a:buNone/>
              </a:pPr>
              <a:r>
                <a:rPr lang="en-US" sz="2400" b="1" dirty="0">
                  <a:latin typeface="Preeti" pitchFamily="2" charset="0"/>
                </a:rPr>
                <a:t>x:tfGt/s — </a:t>
              </a:r>
              <a:r>
                <a:rPr lang="en-US" sz="2400" b="1" dirty="0" err="1">
                  <a:latin typeface="Preeti" pitchFamily="2" charset="0"/>
                </a:rPr>
                <a:t>bftf</a:t>
              </a:r>
              <a:endParaRPr lang="en-US" sz="2400" b="1" dirty="0">
                <a:latin typeface="Preeti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8A6317E-F3D7-22BB-3CBC-42ADAA334322}"/>
                </a:ext>
              </a:extLst>
            </p:cNvPr>
            <p:cNvSpPr/>
            <p:nvPr/>
          </p:nvSpPr>
          <p:spPr>
            <a:xfrm>
              <a:off x="3028543" y="3174167"/>
              <a:ext cx="2971800" cy="1447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Preeti" pitchFamily="2" charset="0"/>
                </a:rPr>
                <a:t>:</a:t>
              </a:r>
              <a:r>
                <a:rPr lang="en-US" sz="2800" b="1" dirty="0" err="1">
                  <a:latin typeface="Preeti" pitchFamily="2" charset="0"/>
                </a:rPr>
                <a:t>jfldTj</a:t>
              </a:r>
              <a:r>
                <a:rPr lang="en-US" sz="2800" b="1" dirty="0">
                  <a:latin typeface="Preeti" pitchFamily="2" charset="0"/>
                </a:rPr>
                <a:t> x:tfGt/0f</a:t>
              </a:r>
              <a:endParaRPr lang="en-US" sz="2800" dirty="0">
                <a:latin typeface="Preeti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68FF00E-907B-DA9C-F6CC-F21A5EDE9AEB}"/>
                </a:ext>
              </a:extLst>
            </p:cNvPr>
            <p:cNvSpPr/>
            <p:nvPr/>
          </p:nvSpPr>
          <p:spPr>
            <a:xfrm>
              <a:off x="5911644" y="1612067"/>
              <a:ext cx="2971800" cy="1447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350" lvl="1" algn="ctr">
                <a:buNone/>
              </a:pPr>
              <a:r>
                <a:rPr lang="en-US" sz="2400" b="1" dirty="0">
                  <a:latin typeface="Preeti" pitchFamily="2" charset="0"/>
                </a:rPr>
                <a:t>x:tfGt/0fof]Uo ;</a:t>
              </a:r>
              <a:r>
                <a:rPr lang="en-US" sz="2400" b="1" dirty="0" err="1">
                  <a:latin typeface="Preeti" pitchFamily="2" charset="0"/>
                </a:rPr>
                <a:t>DklQ</a:t>
              </a:r>
              <a:endParaRPr lang="en-US" sz="2400" b="1" dirty="0">
                <a:latin typeface="Preeti" pitchFamily="2" charset="0"/>
              </a:endParaRPr>
            </a:p>
          </p:txBody>
        </p:sp>
        <p:sp>
          <p:nvSpPr>
            <p:cNvPr id="17" name="Right Arrow 9">
              <a:extLst>
                <a:ext uri="{FF2B5EF4-FFF2-40B4-BE49-F238E27FC236}">
                  <a16:creationId xmlns:a16="http://schemas.microsoft.com/office/drawing/2014/main" id="{A187A367-85A8-7C5A-7068-C39C301E8E6B}"/>
                </a:ext>
              </a:extLst>
            </p:cNvPr>
            <p:cNvSpPr/>
            <p:nvPr/>
          </p:nvSpPr>
          <p:spPr>
            <a:xfrm rot="18851318">
              <a:off x="2498879" y="4612400"/>
              <a:ext cx="1347666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ight Arrow 11">
              <a:extLst>
                <a:ext uri="{FF2B5EF4-FFF2-40B4-BE49-F238E27FC236}">
                  <a16:creationId xmlns:a16="http://schemas.microsoft.com/office/drawing/2014/main" id="{A8B29BFC-F940-13AB-005A-C0ED037D0E61}"/>
                </a:ext>
              </a:extLst>
            </p:cNvPr>
            <p:cNvSpPr/>
            <p:nvPr/>
          </p:nvSpPr>
          <p:spPr>
            <a:xfrm rot="2313720">
              <a:off x="2610182" y="2921657"/>
              <a:ext cx="1177363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ight Arrow 12">
              <a:extLst>
                <a:ext uri="{FF2B5EF4-FFF2-40B4-BE49-F238E27FC236}">
                  <a16:creationId xmlns:a16="http://schemas.microsoft.com/office/drawing/2014/main" id="{44517406-9B01-0807-46B0-17A30C45F405}"/>
                </a:ext>
              </a:extLst>
            </p:cNvPr>
            <p:cNvSpPr/>
            <p:nvPr/>
          </p:nvSpPr>
          <p:spPr>
            <a:xfrm rot="13496413">
              <a:off x="5264615" y="4636404"/>
              <a:ext cx="1427956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1219200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chemeClr val="accent3"/>
                </a:solidFill>
                <a:latin typeface="Preeti" pitchFamily="2" charset="0"/>
              </a:rPr>
              <a:t>#= </a:t>
            </a:r>
            <a:r>
              <a:rPr lang="en-US" sz="3600" b="1" dirty="0" err="1">
                <a:solidFill>
                  <a:schemeClr val="accent3"/>
                </a:solidFill>
                <a:latin typeface="Preeti" pitchFamily="2" charset="0"/>
              </a:rPr>
              <a:t>hUuf;DaGwL</a:t>
            </a:r>
            <a:r>
              <a:rPr lang="en-US" sz="3600" b="1" dirty="0">
                <a:solidFill>
                  <a:schemeClr val="accent3"/>
                </a:solidFill>
                <a:latin typeface="Preeti" pitchFamily="2" charset="0"/>
              </a:rPr>
              <a:t> </a:t>
            </a:r>
            <a:r>
              <a:rPr lang="en-US" sz="3600" b="1" dirty="0" err="1">
                <a:solidFill>
                  <a:schemeClr val="accent3"/>
                </a:solidFill>
                <a:latin typeface="Preeti" pitchFamily="2" charset="0"/>
              </a:rPr>
              <a:t>ljjfbdf</a:t>
            </a:r>
            <a:r>
              <a:rPr lang="en-US" sz="3600" b="1" dirty="0">
                <a:solidFill>
                  <a:schemeClr val="accent3"/>
                </a:solidFill>
                <a:latin typeface="Preeti" pitchFamily="2" charset="0"/>
              </a:rPr>
              <a:t> k]z </a:t>
            </a:r>
            <a:r>
              <a:rPr lang="en-US" sz="3600" b="1" dirty="0" err="1">
                <a:solidFill>
                  <a:schemeClr val="accent3"/>
                </a:solidFill>
                <a:latin typeface="Preeti" pitchFamily="2" charset="0"/>
              </a:rPr>
              <a:t>x'g</a:t>
            </a:r>
            <a:r>
              <a:rPr lang="en-US" sz="3600" b="1" dirty="0">
                <a:solidFill>
                  <a:schemeClr val="accent3"/>
                </a:solidFill>
                <a:latin typeface="Preeti" pitchFamily="2" charset="0"/>
              </a:rPr>
              <a:t>]  ;|f]t </a:t>
            </a:r>
            <a:r>
              <a:rPr lang="en-US" sz="3600" b="1" dirty="0" err="1">
                <a:solidFill>
                  <a:schemeClr val="accent3"/>
                </a:solidFill>
                <a:latin typeface="Preeti" pitchFamily="2" charset="0"/>
              </a:rPr>
              <a:t>lnvtx¿M</a:t>
            </a:r>
            <a:br>
              <a:rPr lang="en-US" sz="3500" dirty="0">
                <a:solidFill>
                  <a:schemeClr val="bg2">
                    <a:lumMod val="40000"/>
                    <a:lumOff val="60000"/>
                  </a:schemeClr>
                </a:solidFill>
                <a:latin typeface="PCS NEPAL" pitchFamily="82" charset="0"/>
              </a:rPr>
            </a:br>
            <a:endParaRPr lang="en-US" sz="3500" dirty="0">
              <a:solidFill>
                <a:schemeClr val="bg2">
                  <a:lumMod val="40000"/>
                  <a:lumOff val="60000"/>
                </a:schemeClr>
              </a:solidFill>
              <a:latin typeface="PCS NEPAL" pitchFamily="82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28600" y="1524000"/>
            <a:ext cx="8686800" cy="495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98513" indent="-508000">
              <a:buFont typeface="Wingdings 2" pitchFamily="18" charset="2"/>
              <a:buChar char=""/>
            </a:pPr>
            <a:endParaRPr lang="en-US" sz="2200" b="1" dirty="0">
              <a:latin typeface="PCS NEPAL" pitchFamily="82" charset="0"/>
            </a:endParaRPr>
          </a:p>
          <a:p>
            <a:pPr marL="798513" indent="-508000">
              <a:buFont typeface="Wingdings 2" pitchFamily="18" charset="2"/>
              <a:buChar char=""/>
            </a:pPr>
            <a:r>
              <a:rPr lang="en-US" sz="2200" b="1" dirty="0">
                <a:latin typeface="Preeti" pitchFamily="2" charset="0"/>
              </a:rPr>
              <a:t>c+za08f</a:t>
            </a:r>
          </a:p>
          <a:p>
            <a:pPr marL="798513" indent="-508000">
              <a:buFont typeface="Wingdings 2" pitchFamily="18" charset="2"/>
              <a:buChar char=""/>
            </a:pPr>
            <a:r>
              <a:rPr lang="en-US" sz="2200" b="1" dirty="0" err="1">
                <a:latin typeface="Preeti" pitchFamily="2" charset="0"/>
              </a:rPr>
              <a:t>bfg</a:t>
            </a:r>
            <a:endParaRPr lang="en-US" sz="2200" b="1" dirty="0">
              <a:latin typeface="Preeti" pitchFamily="2" charset="0"/>
            </a:endParaRPr>
          </a:p>
          <a:p>
            <a:pPr marL="798513" indent="-508000">
              <a:buFont typeface="Wingdings 2" pitchFamily="18" charset="2"/>
              <a:buChar char=""/>
            </a:pPr>
            <a:r>
              <a:rPr lang="en-US" sz="2200" b="1" dirty="0">
                <a:latin typeface="Preeti" pitchFamily="2" charset="0"/>
              </a:rPr>
              <a:t>as;</a:t>
            </a:r>
          </a:p>
          <a:p>
            <a:pPr marL="798513" indent="-508000">
              <a:buFont typeface="Wingdings 2" pitchFamily="18" charset="2"/>
              <a:buChar char=""/>
            </a:pPr>
            <a:r>
              <a:rPr lang="en-US" sz="2200" b="1" dirty="0">
                <a:latin typeface="Preeti" pitchFamily="2" charset="0"/>
              </a:rPr>
              <a:t>/</a:t>
            </a:r>
            <a:r>
              <a:rPr lang="en-US" sz="2200" b="1" dirty="0" err="1">
                <a:latin typeface="Preeti" pitchFamily="2" charset="0"/>
              </a:rPr>
              <a:t>fhLgfdf</a:t>
            </a:r>
            <a:endParaRPr lang="en-US" sz="2200" b="1" dirty="0">
              <a:latin typeface="Preeti" pitchFamily="2" charset="0"/>
            </a:endParaRPr>
          </a:p>
          <a:p>
            <a:pPr marL="798513" indent="-508000">
              <a:buFont typeface="Wingdings 2" pitchFamily="18" charset="2"/>
              <a:buChar char=""/>
            </a:pPr>
            <a:r>
              <a:rPr lang="en-US" sz="2200" b="1" dirty="0">
                <a:latin typeface="Preeti" pitchFamily="2" charset="0"/>
              </a:rPr>
              <a:t>Kfmf5]{</a:t>
            </a:r>
            <a:r>
              <a:rPr lang="en-US" sz="2200" b="1" dirty="0" err="1">
                <a:latin typeface="Preeti" pitchFamily="2" charset="0"/>
              </a:rPr>
              <a:t>kq</a:t>
            </a:r>
            <a:endParaRPr lang="en-US" sz="2200" b="1" dirty="0">
              <a:latin typeface="Preeti" pitchFamily="2" charset="0"/>
            </a:endParaRPr>
          </a:p>
          <a:p>
            <a:pPr marL="798513" indent="-508000">
              <a:buFont typeface="Wingdings 2" pitchFamily="18" charset="2"/>
              <a:buChar char=""/>
            </a:pPr>
            <a:r>
              <a:rPr lang="en-US" sz="2200" b="1" dirty="0">
                <a:latin typeface="Preeti" pitchFamily="2" charset="0"/>
              </a:rPr>
              <a:t>clnkmf5]{</a:t>
            </a:r>
          </a:p>
          <a:p>
            <a:pPr marL="798513" indent="-508000">
              <a:buFont typeface="Wingdings 2" pitchFamily="18" charset="2"/>
              <a:buChar char=""/>
            </a:pPr>
            <a:r>
              <a:rPr lang="en-US" sz="2200" b="1" dirty="0">
                <a:latin typeface="Preeti" pitchFamily="2" charset="0"/>
              </a:rPr>
              <a:t>5f]8kq</a:t>
            </a:r>
          </a:p>
          <a:p>
            <a:pPr marL="798513" indent="-508000">
              <a:buFont typeface="Wingdings 2" pitchFamily="18" charset="2"/>
              <a:buChar char=""/>
            </a:pPr>
            <a:r>
              <a:rPr lang="en-US" sz="2200" b="1" dirty="0" err="1">
                <a:latin typeface="Preeti" pitchFamily="2" charset="0"/>
              </a:rPr>
              <a:t>lnnfd</a:t>
            </a:r>
            <a:endParaRPr lang="en-US" sz="2200" b="1" dirty="0">
              <a:latin typeface="Preeti" pitchFamily="2" charset="0"/>
            </a:endParaRPr>
          </a:p>
          <a:p>
            <a:pPr marL="798513" indent="-508000">
              <a:buFont typeface="Wingdings 2" pitchFamily="18" charset="2"/>
              <a:buChar char=""/>
            </a:pPr>
            <a:r>
              <a:rPr lang="en-US" sz="2200" b="1" dirty="0">
                <a:latin typeface="Preeti" pitchFamily="2" charset="0"/>
              </a:rPr>
              <a:t>;§</a:t>
            </a:r>
            <a:r>
              <a:rPr lang="en-US" sz="2200" b="1" dirty="0" err="1">
                <a:latin typeface="Preeti" pitchFamily="2" charset="0"/>
              </a:rPr>
              <a:t>fk§f</a:t>
            </a:r>
            <a:endParaRPr lang="en-US" sz="2200" b="1" dirty="0">
              <a:latin typeface="Preeti" pitchFamily="2" charset="0"/>
            </a:endParaRPr>
          </a:p>
          <a:p>
            <a:pPr marL="798513" indent="-508000">
              <a:buFont typeface="Wingdings 2" pitchFamily="18" charset="2"/>
              <a:buChar char=""/>
            </a:pPr>
            <a:r>
              <a:rPr lang="en-US" sz="2200" b="1" dirty="0">
                <a:latin typeface="Preeti" pitchFamily="2" charset="0"/>
              </a:rPr>
              <a:t>;</a:t>
            </a:r>
            <a:r>
              <a:rPr lang="en-US" sz="2200" b="1" dirty="0" err="1">
                <a:latin typeface="Preeti" pitchFamily="2" charset="0"/>
              </a:rPr>
              <a:t>uf</a:t>
            </a:r>
            <a:r>
              <a:rPr lang="en-US" sz="2200" b="1" dirty="0">
                <a:latin typeface="Preeti" pitchFamily="2" charset="0"/>
              </a:rPr>
              <a:t>]</a:t>
            </a:r>
            <a:r>
              <a:rPr lang="en-US" sz="2200" b="1" dirty="0" err="1">
                <a:latin typeface="Preeti" pitchFamily="2" charset="0"/>
              </a:rPr>
              <a:t>ngfdf</a:t>
            </a:r>
            <a:endParaRPr lang="en-US" sz="2200" b="1" dirty="0">
              <a:latin typeface="Preeti" pitchFamily="2" charset="0"/>
            </a:endParaRPr>
          </a:p>
          <a:p>
            <a:pPr marL="798513" indent="-508000">
              <a:buFont typeface="Wingdings 2" pitchFamily="18" charset="2"/>
              <a:buChar char=""/>
            </a:pPr>
            <a:r>
              <a:rPr lang="en-US" sz="2200" b="1" dirty="0">
                <a:latin typeface="Preeti" pitchFamily="2" charset="0"/>
              </a:rPr>
              <a:t>;</a:t>
            </a:r>
            <a:r>
              <a:rPr lang="en-US" sz="2200" b="1" dirty="0" err="1">
                <a:latin typeface="Preeti" pitchFamily="2" charset="0"/>
              </a:rPr>
              <a:t>flas</a:t>
            </a:r>
            <a:r>
              <a:rPr lang="en-US" sz="2200" b="1" dirty="0">
                <a:latin typeface="Preeti" pitchFamily="2" charset="0"/>
              </a:rPr>
              <a:t> nut</a:t>
            </a:r>
          </a:p>
          <a:p>
            <a:pPr marL="798513" indent="-508000">
              <a:buFont typeface="Wingdings 2" pitchFamily="18" charset="2"/>
              <a:buChar char=""/>
            </a:pPr>
            <a:r>
              <a:rPr lang="en-US" sz="2200" b="1" dirty="0" err="1">
                <a:latin typeface="Preeti" pitchFamily="2" charset="0"/>
              </a:rPr>
              <a:t>ldnfkq</a:t>
            </a:r>
            <a:endParaRPr lang="en-US" sz="2200" b="1" dirty="0">
              <a:latin typeface="Preeti" pitchFamily="2" charset="0"/>
            </a:endParaRPr>
          </a:p>
          <a:p>
            <a:pPr marL="798513" indent="-508000">
              <a:buFont typeface="Wingdings 2" pitchFamily="18" charset="2"/>
              <a:buChar char=""/>
            </a:pPr>
            <a:r>
              <a:rPr lang="en-US" sz="2200" b="1" dirty="0">
                <a:latin typeface="Preeti" pitchFamily="2" charset="0"/>
              </a:rPr>
              <a:t>km};</a:t>
            </a:r>
            <a:r>
              <a:rPr lang="en-US" sz="2200" b="1" dirty="0" err="1">
                <a:latin typeface="Preeti" pitchFamily="2" charset="0"/>
              </a:rPr>
              <a:t>nf</a:t>
            </a:r>
            <a:endParaRPr lang="en-US" sz="2200" b="1" dirty="0">
              <a:latin typeface="Preeti" pitchFamily="2" charset="0"/>
            </a:endParaRPr>
          </a:p>
          <a:p>
            <a:pPr marL="798513" indent="-508000">
              <a:buFont typeface="Wingdings 2" pitchFamily="18" charset="2"/>
              <a:buChar char=""/>
            </a:pPr>
            <a:r>
              <a:rPr lang="en-US" sz="2200" b="1" dirty="0" err="1">
                <a:latin typeface="Preeti" pitchFamily="2" charset="0"/>
              </a:rPr>
              <a:t>cGo</a:t>
            </a:r>
            <a:r>
              <a:rPr lang="en-US" sz="2200" b="1" dirty="0">
                <a:latin typeface="Preeti" pitchFamily="2" charset="0"/>
              </a:rPr>
              <a:t> </a:t>
            </a:r>
            <a:r>
              <a:rPr lang="en-US" sz="2200" b="1" dirty="0" err="1">
                <a:latin typeface="Preeti" pitchFamily="2" charset="0"/>
              </a:rPr>
              <a:t>sfg"gL</a:t>
            </a:r>
            <a:r>
              <a:rPr lang="en-US" sz="2200" b="1" dirty="0">
                <a:latin typeface="Preeti" pitchFamily="2" charset="0"/>
              </a:rPr>
              <a:t> </a:t>
            </a:r>
            <a:r>
              <a:rPr lang="en-US" sz="2200" b="1" dirty="0" err="1">
                <a:latin typeface="Preeti" pitchFamily="2" charset="0"/>
              </a:rPr>
              <a:t>cfwf</a:t>
            </a:r>
            <a:r>
              <a:rPr lang="en-US" sz="2200" b="1" dirty="0">
                <a:latin typeface="Preeti" pitchFamily="2" charset="0"/>
              </a:rPr>
              <a:t>/ - </a:t>
            </a:r>
            <a:r>
              <a:rPr lang="en-US" sz="2200" b="1" dirty="0" err="1">
                <a:latin typeface="Preeti" pitchFamily="2" charset="0"/>
              </a:rPr>
              <a:t>xs;kmf</a:t>
            </a:r>
            <a:r>
              <a:rPr lang="en-US" sz="2200" b="1" dirty="0">
                <a:latin typeface="Preeti" pitchFamily="2" charset="0"/>
              </a:rPr>
              <a:t>, </a:t>
            </a:r>
            <a:r>
              <a:rPr lang="en-US" sz="2200" b="1" dirty="0" err="1">
                <a:latin typeface="Preeti" pitchFamily="2" charset="0"/>
              </a:rPr>
              <a:t>ck'tfnL</a:t>
            </a:r>
            <a:r>
              <a:rPr lang="en-US" sz="2200" b="1" dirty="0">
                <a:latin typeface="Preeti" pitchFamily="2" charset="0"/>
              </a:rPr>
              <a:t> , </a:t>
            </a:r>
            <a:r>
              <a:rPr lang="en-US" sz="2200" b="1" dirty="0" err="1">
                <a:latin typeface="Preeti" pitchFamily="2" charset="0"/>
              </a:rPr>
              <a:t>xbaGbL</a:t>
            </a:r>
            <a:r>
              <a:rPr lang="en-US" sz="2200" b="1" dirty="0">
                <a:latin typeface="Preeti" pitchFamily="2" charset="0"/>
              </a:rPr>
              <a:t> </a:t>
            </a:r>
            <a:r>
              <a:rPr lang="en-US" sz="2200" b="1" dirty="0" err="1">
                <a:latin typeface="Preeti" pitchFamily="2" charset="0"/>
              </a:rPr>
              <a:t>cflb</a:t>
            </a:r>
            <a:r>
              <a:rPr lang="en-US" sz="2200" b="1" dirty="0">
                <a:latin typeface="Preeti" pitchFamily="2" charset="0"/>
              </a:rPr>
              <a:t> _</a:t>
            </a:r>
          </a:p>
          <a:p>
            <a:pPr marL="798513" indent="-508000">
              <a:buFont typeface="Wingdings 2" pitchFamily="18" charset="2"/>
              <a:buChar char=""/>
            </a:pPr>
            <a:endParaRPr lang="en-US" sz="2200" b="1" dirty="0">
              <a:latin typeface="PCS NEPAL" pitchFamily="82" charset="0"/>
            </a:endParaRPr>
          </a:p>
          <a:p>
            <a:pPr marL="798513" indent="-508000">
              <a:buFont typeface="Wingdings 2" pitchFamily="18" charset="2"/>
              <a:buChar char=""/>
            </a:pPr>
            <a:endParaRPr lang="en-US" sz="2200" dirty="0">
              <a:latin typeface="PCS NEPAL" pitchFamily="82" charset="0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>
            <a:normAutofit fontScale="90000"/>
          </a:bodyPr>
          <a:lstStyle/>
          <a:p>
            <a:pPr algn="l"/>
            <a:r>
              <a:rPr lang="en-US" sz="5300" b="1" dirty="0">
                <a:solidFill>
                  <a:schemeClr val="accent3"/>
                </a:solidFill>
                <a:latin typeface="Preeti" pitchFamily="2" charset="0"/>
              </a:rPr>
              <a:t>$= s]</a:t>
            </a:r>
            <a:r>
              <a:rPr lang="en-US" sz="5300" b="1" dirty="0" err="1">
                <a:solidFill>
                  <a:schemeClr val="accent3"/>
                </a:solidFill>
                <a:latin typeface="Preeti" pitchFamily="2" charset="0"/>
              </a:rPr>
              <a:t>xL</a:t>
            </a:r>
            <a:r>
              <a:rPr lang="en-US" sz="5300" b="1" dirty="0">
                <a:solidFill>
                  <a:schemeClr val="accent3"/>
                </a:solidFill>
                <a:latin typeface="Preeti" pitchFamily="2" charset="0"/>
              </a:rPr>
              <a:t> </a:t>
            </a:r>
            <a:r>
              <a:rPr lang="en-US" sz="5300" b="1" dirty="0" err="1">
                <a:solidFill>
                  <a:schemeClr val="accent3"/>
                </a:solidFill>
                <a:latin typeface="Preeti" pitchFamily="2" charset="0"/>
              </a:rPr>
              <a:t>ljjfbx¿M</a:t>
            </a:r>
            <a:br>
              <a:rPr lang="en-US" sz="3500" dirty="0">
                <a:solidFill>
                  <a:schemeClr val="bg2">
                    <a:lumMod val="40000"/>
                    <a:lumOff val="60000"/>
                  </a:schemeClr>
                </a:solidFill>
                <a:latin typeface="PCS NEPAL" pitchFamily="82" charset="0"/>
              </a:rPr>
            </a:br>
            <a:endParaRPr lang="en-US" sz="3500" dirty="0">
              <a:solidFill>
                <a:schemeClr val="bg2">
                  <a:lumMod val="40000"/>
                  <a:lumOff val="60000"/>
                </a:schemeClr>
              </a:solidFill>
              <a:latin typeface="PCS NEPAL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258" y="1143000"/>
            <a:ext cx="8760542" cy="5410200"/>
          </a:xfrm>
        </p:spPr>
        <p:txBody>
          <a:bodyPr>
            <a:normAutofit fontScale="92500" lnSpcReduction="20000"/>
          </a:bodyPr>
          <a:lstStyle/>
          <a:p>
            <a:pPr lvl="0">
              <a:buClr>
                <a:schemeClr val="bg2">
                  <a:lumMod val="40000"/>
                  <a:lumOff val="60000"/>
                </a:schemeClr>
              </a:buClr>
              <a:buNone/>
            </a:pP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!=3/sf]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d'Vo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JolQmsf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]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ljz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]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ifflwsf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/M</a:t>
            </a:r>
          </a:p>
          <a:p>
            <a:pPr lvl="0" algn="just"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d'n'sL</a:t>
            </a:r>
            <a:r>
              <a:rPr lang="en-US" sz="3200" dirty="0">
                <a:latin typeface="Preeti" pitchFamily="2" charset="0"/>
              </a:rPr>
              <a:t> P]g,c+za08fsf]] !( g+ </a:t>
            </a:r>
            <a:r>
              <a:rPr lang="en-US" sz="3200" dirty="0" err="1">
                <a:latin typeface="Preeti" pitchFamily="2" charset="0"/>
              </a:rPr>
              <a:t>åf</a:t>
            </a:r>
            <a:r>
              <a:rPr lang="en-US" sz="3200" dirty="0">
                <a:latin typeface="Preeti" pitchFamily="2" charset="0"/>
              </a:rPr>
              <a:t>/f </a:t>
            </a:r>
            <a:r>
              <a:rPr lang="en-US" sz="3200" dirty="0" err="1">
                <a:latin typeface="Preeti" pitchFamily="2" charset="0"/>
              </a:rPr>
              <a:t>k|bQ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ljz</a:t>
            </a:r>
            <a:r>
              <a:rPr lang="en-US" sz="3200" dirty="0">
                <a:latin typeface="Preeti" pitchFamily="2" charset="0"/>
              </a:rPr>
              <a:t>]</a:t>
            </a:r>
            <a:r>
              <a:rPr lang="en-US" sz="3200" dirty="0" err="1">
                <a:latin typeface="Preeti" pitchFamily="2" charset="0"/>
              </a:rPr>
              <a:t>ifflwsf</a:t>
            </a:r>
            <a:r>
              <a:rPr lang="en-US" sz="3200" dirty="0">
                <a:latin typeface="Preeti" pitchFamily="2" charset="0"/>
              </a:rPr>
              <a:t>/ </a:t>
            </a:r>
            <a:r>
              <a:rPr lang="en-US" sz="3200" dirty="0" err="1">
                <a:latin typeface="Preeti" pitchFamily="2" charset="0"/>
              </a:rPr>
              <a:t>afa</a:t>
            </a:r>
            <a:r>
              <a:rPr lang="en-US" sz="3200" dirty="0">
                <a:latin typeface="Preeti" pitchFamily="2" charset="0"/>
              </a:rPr>
              <a:t>' </a:t>
            </a:r>
            <a:r>
              <a:rPr lang="en-US" sz="3200" dirty="0" err="1">
                <a:latin typeface="Preeti" pitchFamily="2" charset="0"/>
              </a:rPr>
              <a:t>afx</a:t>
            </a:r>
            <a:r>
              <a:rPr lang="en-US" sz="3200" dirty="0">
                <a:latin typeface="Preeti" pitchFamily="2" charset="0"/>
              </a:rPr>
              <a:t>]</a:t>
            </a:r>
            <a:r>
              <a:rPr lang="en-US" sz="3200" dirty="0" err="1">
                <a:latin typeface="Preeti" pitchFamily="2" charset="0"/>
              </a:rPr>
              <a:t>ssf</a:t>
            </a:r>
            <a:r>
              <a:rPr lang="en-US" sz="3200" dirty="0">
                <a:latin typeface="Preeti" pitchFamily="2" charset="0"/>
              </a:rPr>
              <a:t> 3/sf] </a:t>
            </a:r>
            <a:r>
              <a:rPr lang="en-US" sz="3200" dirty="0" err="1">
                <a:latin typeface="Preeti" pitchFamily="2" charset="0"/>
              </a:rPr>
              <a:t>d'Vo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jf</a:t>
            </a:r>
            <a:r>
              <a:rPr lang="en-US" sz="3200" dirty="0">
                <a:latin typeface="Preeti" pitchFamily="2" charset="0"/>
              </a:rPr>
              <a:t> :</a:t>
            </a:r>
            <a:r>
              <a:rPr lang="en-US" sz="3200" dirty="0" err="1">
                <a:latin typeface="Preeti" pitchFamily="2" charset="0"/>
              </a:rPr>
              <a:t>jf:gL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dflg;n</a:t>
            </a:r>
            <a:r>
              <a:rPr lang="en-US" sz="3200" dirty="0">
                <a:latin typeface="Preeti" pitchFamily="2" charset="0"/>
              </a:rPr>
              <a:t>] </a:t>
            </a:r>
            <a:r>
              <a:rPr lang="en-US" sz="3200" dirty="0" err="1">
                <a:latin typeface="Preeti" pitchFamily="2" charset="0"/>
              </a:rPr>
              <a:t>k|of</a:t>
            </a:r>
            <a:r>
              <a:rPr lang="en-US" sz="3200" dirty="0">
                <a:latin typeface="Preeti" pitchFamily="2" charset="0"/>
              </a:rPr>
              <a:t>]u ug{ </a:t>
            </a:r>
            <a:r>
              <a:rPr lang="en-US" sz="3200" dirty="0" err="1">
                <a:latin typeface="Preeti" pitchFamily="2" charset="0"/>
              </a:rPr>
              <a:t>gkfpg</a:t>
            </a:r>
            <a:r>
              <a:rPr lang="en-US" sz="3200" dirty="0">
                <a:latin typeface="Preeti" pitchFamily="2" charset="0"/>
              </a:rPr>
              <a:t>] .   </a:t>
            </a:r>
          </a:p>
          <a:p>
            <a:pPr marL="0" lvl="0" indent="0">
              <a:buClr>
                <a:schemeClr val="bg2">
                  <a:lumMod val="40000"/>
                  <a:lumOff val="60000"/>
                </a:schemeClr>
              </a:buClr>
              <a:buNone/>
            </a:pPr>
            <a:r>
              <a:rPr lang="en-US" sz="2600" dirty="0">
                <a:latin typeface="Preeti" pitchFamily="2" charset="0"/>
              </a:rPr>
              <a:t>                                                -g]=sf=k,@)%$ lg=g+=^$%$ Fl8=a]=_</a:t>
            </a:r>
          </a:p>
          <a:p>
            <a:pPr lvl="0"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q"/>
            </a:pPr>
            <a:endParaRPr lang="en-US" sz="1900" dirty="0">
              <a:latin typeface="Preeti" pitchFamily="2" charset="0"/>
            </a:endParaRPr>
          </a:p>
          <a:p>
            <a:pPr lvl="0"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q"/>
            </a:pPr>
            <a:endParaRPr lang="en-US" sz="1900" dirty="0">
              <a:latin typeface="Preeti" pitchFamily="2" charset="0"/>
            </a:endParaRPr>
          </a:p>
          <a:p>
            <a:pPr lvl="0" algn="just"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3200" b="1" dirty="0">
                <a:latin typeface="Preeti" pitchFamily="2" charset="0"/>
              </a:rPr>
              <a:t> </a:t>
            </a:r>
            <a:r>
              <a:rPr lang="en-US" sz="3500" b="1" dirty="0">
                <a:latin typeface="Preeti" pitchFamily="2" charset="0"/>
              </a:rPr>
              <a:t>s </a:t>
            </a:r>
            <a:r>
              <a:rPr lang="en-US" sz="3500" dirty="0">
                <a:latin typeface="Preeti" pitchFamily="2" charset="0"/>
              </a:rPr>
              <a:t>sf] </a:t>
            </a:r>
            <a:r>
              <a:rPr lang="en-US" sz="3500" dirty="0" err="1">
                <a:latin typeface="Preeti" pitchFamily="2" charset="0"/>
              </a:rPr>
              <a:t>kltsf</a:t>
            </a:r>
            <a:r>
              <a:rPr lang="en-US" sz="3500" dirty="0">
                <a:latin typeface="Preeti" pitchFamily="2" charset="0"/>
              </a:rPr>
              <a:t>] k/</a:t>
            </a:r>
            <a:r>
              <a:rPr lang="en-US" sz="3500" dirty="0" err="1">
                <a:latin typeface="Preeti" pitchFamily="2" charset="0"/>
              </a:rPr>
              <a:t>nf</a:t>
            </a:r>
            <a:r>
              <a:rPr lang="en-US" sz="3500" dirty="0">
                <a:latin typeface="Preeti" pitchFamily="2" charset="0"/>
              </a:rPr>
              <a:t>]s </a:t>
            </a:r>
            <a:r>
              <a:rPr lang="en-US" sz="3500" dirty="0" err="1">
                <a:latin typeface="Preeti" pitchFamily="2" charset="0"/>
              </a:rPr>
              <a:t>eO;s</a:t>
            </a:r>
            <a:r>
              <a:rPr lang="en-US" sz="3500" dirty="0">
                <a:latin typeface="Preeti" pitchFamily="2" charset="0"/>
              </a:rPr>
              <a:t>]sf] / </a:t>
            </a:r>
            <a:r>
              <a:rPr lang="en-US" sz="3500" dirty="0" err="1">
                <a:latin typeface="Preeti" pitchFamily="2" charset="0"/>
              </a:rPr>
              <a:t>lghsf</a:t>
            </a:r>
            <a:r>
              <a:rPr lang="en-US" sz="3500" dirty="0">
                <a:latin typeface="Preeti" pitchFamily="2" charset="0"/>
              </a:rPr>
              <a:t>] 5f]/f </a:t>
            </a:r>
            <a:r>
              <a:rPr lang="en-US" sz="3500" b="1" dirty="0">
                <a:latin typeface="Preeti" pitchFamily="2" charset="0"/>
              </a:rPr>
              <a:t>u</a:t>
            </a:r>
            <a:r>
              <a:rPr lang="en-US" sz="3500" dirty="0">
                <a:latin typeface="Preeti" pitchFamily="2" charset="0"/>
              </a:rPr>
              <a:t> </a:t>
            </a:r>
            <a:r>
              <a:rPr lang="en-US" sz="3500" dirty="0" err="1">
                <a:latin typeface="Preeti" pitchFamily="2" charset="0"/>
              </a:rPr>
              <a:t>klg</a:t>
            </a:r>
            <a:r>
              <a:rPr lang="en-US" sz="3500" dirty="0">
                <a:latin typeface="Preeti" pitchFamily="2" charset="0"/>
              </a:rPr>
              <a:t> </a:t>
            </a:r>
            <a:r>
              <a:rPr lang="en-US" sz="3500" dirty="0" err="1">
                <a:latin typeface="Preeti" pitchFamily="2" charset="0"/>
              </a:rPr>
              <a:t>ef</a:t>
            </a:r>
            <a:r>
              <a:rPr lang="en-US" sz="3500" dirty="0">
                <a:latin typeface="Preeti" pitchFamily="2" charset="0"/>
              </a:rPr>
              <a:t>/</a:t>
            </a:r>
            <a:r>
              <a:rPr lang="en-US" sz="3500" dirty="0" err="1">
                <a:latin typeface="Preeti" pitchFamily="2" charset="0"/>
              </a:rPr>
              <a:t>tdf</a:t>
            </a:r>
            <a:r>
              <a:rPr lang="en-US" sz="3500" dirty="0">
                <a:latin typeface="Preeti" pitchFamily="2" charset="0"/>
              </a:rPr>
              <a:t> /x]sf] 5 . </a:t>
            </a:r>
            <a:r>
              <a:rPr lang="en-US" sz="3500" dirty="0" err="1">
                <a:latin typeface="Preeti" pitchFamily="2" charset="0"/>
              </a:rPr>
              <a:t>ctM</a:t>
            </a:r>
            <a:r>
              <a:rPr lang="en-US" sz="3500" dirty="0">
                <a:latin typeface="Preeti" pitchFamily="2" charset="0"/>
              </a:rPr>
              <a:t> </a:t>
            </a:r>
            <a:r>
              <a:rPr lang="en-US" sz="3500" b="1" dirty="0">
                <a:latin typeface="Preeti" pitchFamily="2" charset="0"/>
              </a:rPr>
              <a:t>s </a:t>
            </a:r>
            <a:r>
              <a:rPr lang="en-US" sz="3500" dirty="0">
                <a:latin typeface="Preeti" pitchFamily="2" charset="0"/>
              </a:rPr>
              <a:t>n</a:t>
            </a:r>
            <a:r>
              <a:rPr lang="en-US" sz="3500" b="1" dirty="0">
                <a:latin typeface="Preeti" pitchFamily="2" charset="0"/>
              </a:rPr>
              <a:t>] u </a:t>
            </a:r>
            <a:r>
              <a:rPr lang="en-US" sz="3500" dirty="0">
                <a:latin typeface="Preeti" pitchFamily="2" charset="0"/>
              </a:rPr>
              <a:t>sf] </a:t>
            </a:r>
            <a:r>
              <a:rPr lang="en-US" sz="3500" dirty="0" err="1">
                <a:latin typeface="Preeti" pitchFamily="2" charset="0"/>
              </a:rPr>
              <a:t>dGh</a:t>
            </a:r>
            <a:r>
              <a:rPr lang="en-US" sz="3500" dirty="0">
                <a:latin typeface="Preeti" pitchFamily="2" charset="0"/>
              </a:rPr>
              <a:t>'/L a]u/ 3/ </a:t>
            </a:r>
            <a:r>
              <a:rPr lang="en-US" sz="3500" dirty="0" err="1">
                <a:latin typeface="Preeti" pitchFamily="2" charset="0"/>
              </a:rPr>
              <a:t>Jojxf</a:t>
            </a:r>
            <a:r>
              <a:rPr lang="en-US" sz="3500" dirty="0">
                <a:latin typeface="Preeti" pitchFamily="2" charset="0"/>
              </a:rPr>
              <a:t>/ </a:t>
            </a:r>
            <a:r>
              <a:rPr lang="en-US" sz="3500" dirty="0" err="1">
                <a:latin typeface="Preeti" pitchFamily="2" charset="0"/>
              </a:rPr>
              <a:t>rnfpgsf</a:t>
            </a:r>
            <a:r>
              <a:rPr lang="en-US" sz="3500" dirty="0">
                <a:latin typeface="Preeti" pitchFamily="2" charset="0"/>
              </a:rPr>
              <a:t> </a:t>
            </a:r>
            <a:r>
              <a:rPr lang="en-US" sz="3500" dirty="0" err="1">
                <a:latin typeface="Preeti" pitchFamily="2" charset="0"/>
              </a:rPr>
              <a:t>nflu</a:t>
            </a:r>
            <a:r>
              <a:rPr lang="en-US" sz="3500" dirty="0">
                <a:latin typeface="Preeti" pitchFamily="2" charset="0"/>
              </a:rPr>
              <a:t> k}t[s </a:t>
            </a:r>
            <a:r>
              <a:rPr lang="en-US" sz="3500" dirty="0" err="1">
                <a:latin typeface="Preeti" pitchFamily="2" charset="0"/>
              </a:rPr>
              <a:t>crn</a:t>
            </a:r>
            <a:r>
              <a:rPr lang="en-US" sz="3500" dirty="0">
                <a:latin typeface="Preeti" pitchFamily="2" charset="0"/>
              </a:rPr>
              <a:t> ;</a:t>
            </a:r>
            <a:r>
              <a:rPr lang="en-US" sz="3500" dirty="0" err="1">
                <a:latin typeface="Preeti" pitchFamily="2" charset="0"/>
              </a:rPr>
              <a:t>DklQdWo</a:t>
            </a:r>
            <a:r>
              <a:rPr lang="en-US" sz="3500" dirty="0">
                <a:latin typeface="Preeti" pitchFamily="2" charset="0"/>
              </a:rPr>
              <a:t>] </a:t>
            </a:r>
            <a:r>
              <a:rPr lang="en-US" sz="3500" dirty="0" err="1">
                <a:latin typeface="Preeti" pitchFamily="2" charset="0"/>
              </a:rPr>
              <a:t>cfwf</a:t>
            </a:r>
            <a:r>
              <a:rPr lang="en-US" sz="3500" dirty="0">
                <a:latin typeface="Preeti" pitchFamily="2" charset="0"/>
              </a:rPr>
              <a:t> ;</a:t>
            </a:r>
            <a:r>
              <a:rPr lang="en-US" sz="3500" dirty="0" err="1">
                <a:latin typeface="Preeti" pitchFamily="2" charset="0"/>
              </a:rPr>
              <a:t>DklQ</a:t>
            </a:r>
            <a:r>
              <a:rPr lang="en-US" sz="3500" dirty="0">
                <a:latin typeface="Preeti" pitchFamily="2" charset="0"/>
              </a:rPr>
              <a:t> /</a:t>
            </a:r>
            <a:r>
              <a:rPr lang="en-US" sz="3500" dirty="0" err="1">
                <a:latin typeface="Preeti" pitchFamily="2" charset="0"/>
              </a:rPr>
              <a:t>fhLgfdf</a:t>
            </a:r>
            <a:r>
              <a:rPr lang="en-US" sz="3500" dirty="0">
                <a:latin typeface="Preeti" pitchFamily="2" charset="0"/>
              </a:rPr>
              <a:t> u/L </a:t>
            </a:r>
            <a:r>
              <a:rPr lang="en-US" sz="3500" b="1" dirty="0">
                <a:latin typeface="Preeti" pitchFamily="2" charset="0"/>
              </a:rPr>
              <a:t>3 </a:t>
            </a:r>
            <a:r>
              <a:rPr lang="en-US" sz="3500" dirty="0" err="1">
                <a:latin typeface="Preeti" pitchFamily="2" charset="0"/>
              </a:rPr>
              <a:t>nfO</a:t>
            </a:r>
            <a:r>
              <a:rPr lang="en-US" sz="3500" dirty="0">
                <a:latin typeface="Preeti" pitchFamily="2" charset="0"/>
              </a:rPr>
              <a:t>{ lbP5 . </a:t>
            </a:r>
            <a:r>
              <a:rPr lang="en-US" sz="3500" b="1" dirty="0">
                <a:latin typeface="Preeti" pitchFamily="2" charset="0"/>
              </a:rPr>
              <a:t>u </a:t>
            </a:r>
            <a:r>
              <a:rPr lang="en-US" sz="3500" dirty="0">
                <a:latin typeface="Preeti" pitchFamily="2" charset="0"/>
              </a:rPr>
              <a:t>n] P]</a:t>
            </a:r>
            <a:r>
              <a:rPr lang="en-US" sz="3500" dirty="0" err="1">
                <a:latin typeface="Preeti" pitchFamily="2" charset="0"/>
              </a:rPr>
              <a:t>gsf</a:t>
            </a:r>
            <a:r>
              <a:rPr lang="en-US" sz="3500" dirty="0">
                <a:latin typeface="Preeti" pitchFamily="2" charset="0"/>
              </a:rPr>
              <a:t> </a:t>
            </a:r>
            <a:r>
              <a:rPr lang="en-US" sz="3500" dirty="0" err="1">
                <a:latin typeface="Preeti" pitchFamily="2" charset="0"/>
              </a:rPr>
              <a:t>Dofbleq</a:t>
            </a:r>
            <a:r>
              <a:rPr lang="en-US" sz="3500" dirty="0">
                <a:latin typeface="Preeti" pitchFamily="2" charset="0"/>
              </a:rPr>
              <a:t> ;f] /</a:t>
            </a:r>
            <a:r>
              <a:rPr lang="en-US" sz="3500" dirty="0" err="1">
                <a:latin typeface="Preeti" pitchFamily="2" charset="0"/>
              </a:rPr>
              <a:t>flhgfdf</a:t>
            </a:r>
            <a:r>
              <a:rPr lang="en-US" sz="3500" dirty="0">
                <a:latin typeface="Preeti" pitchFamily="2" charset="0"/>
              </a:rPr>
              <a:t> </a:t>
            </a:r>
            <a:r>
              <a:rPr lang="en-US" sz="3500" dirty="0" err="1">
                <a:latin typeface="Preeti" pitchFamily="2" charset="0"/>
              </a:rPr>
              <a:t>lnvt</a:t>
            </a:r>
            <a:r>
              <a:rPr lang="en-US" sz="3500" dirty="0">
                <a:latin typeface="Preeti" pitchFamily="2" charset="0"/>
              </a:rPr>
              <a:t> ab/ ug{ </a:t>
            </a:r>
            <a:r>
              <a:rPr lang="en-US" sz="3500" dirty="0" err="1">
                <a:latin typeface="Preeti" pitchFamily="2" charset="0"/>
              </a:rPr>
              <a:t>gfn</a:t>
            </a:r>
            <a:r>
              <a:rPr lang="en-US" sz="3500" dirty="0">
                <a:latin typeface="Preeti" pitchFamily="2" charset="0"/>
              </a:rPr>
              <a:t>]z lbP5 . </a:t>
            </a:r>
            <a:r>
              <a:rPr lang="en-US" sz="3500" b="1" dirty="0">
                <a:latin typeface="Preeti" pitchFamily="2" charset="0"/>
              </a:rPr>
              <a:t>s  </a:t>
            </a:r>
            <a:r>
              <a:rPr lang="en-US" sz="3500" dirty="0">
                <a:latin typeface="Preeti" pitchFamily="2" charset="0"/>
              </a:rPr>
              <a:t>n] </a:t>
            </a:r>
            <a:r>
              <a:rPr lang="en-US" sz="3500" dirty="0" err="1">
                <a:latin typeface="Preeti" pitchFamily="2" charset="0"/>
              </a:rPr>
              <a:t>d'n'sL</a:t>
            </a:r>
            <a:r>
              <a:rPr lang="en-US" sz="3500" dirty="0">
                <a:latin typeface="Preeti" pitchFamily="2" charset="0"/>
              </a:rPr>
              <a:t> P]g c+za08fsf] !(-!_ g+ </a:t>
            </a:r>
            <a:r>
              <a:rPr lang="en-US" sz="3500" dirty="0" err="1">
                <a:latin typeface="Preeti" pitchFamily="2" charset="0"/>
              </a:rPr>
              <a:t>adf</a:t>
            </a:r>
            <a:r>
              <a:rPr lang="en-US" sz="3500" dirty="0">
                <a:latin typeface="Preeti" pitchFamily="2" charset="0"/>
              </a:rPr>
              <a:t>]</a:t>
            </a:r>
            <a:r>
              <a:rPr lang="en-US" sz="3500" dirty="0" err="1">
                <a:latin typeface="Preeti" pitchFamily="2" charset="0"/>
              </a:rPr>
              <a:t>lhd</a:t>
            </a:r>
            <a:r>
              <a:rPr lang="en-US" sz="3500" dirty="0">
                <a:latin typeface="Preeti" pitchFamily="2" charset="0"/>
              </a:rPr>
              <a:t> 3/ </a:t>
            </a:r>
            <a:r>
              <a:rPr lang="en-US" sz="3500" dirty="0" err="1">
                <a:latin typeface="Preeti" pitchFamily="2" charset="0"/>
              </a:rPr>
              <a:t>Jojxf</a:t>
            </a:r>
            <a:r>
              <a:rPr lang="en-US" sz="3500" dirty="0">
                <a:latin typeface="Preeti" pitchFamily="2" charset="0"/>
              </a:rPr>
              <a:t>/ </a:t>
            </a:r>
            <a:r>
              <a:rPr lang="en-US" sz="3500" dirty="0" err="1">
                <a:latin typeface="Preeti" pitchFamily="2" charset="0"/>
              </a:rPr>
              <a:t>rnfpg</a:t>
            </a:r>
            <a:r>
              <a:rPr lang="en-US" sz="3500" dirty="0">
                <a:latin typeface="Preeti" pitchFamily="2" charset="0"/>
              </a:rPr>
              <a:t> </a:t>
            </a:r>
            <a:r>
              <a:rPr lang="en-US" sz="3500" dirty="0" err="1">
                <a:latin typeface="Preeti" pitchFamily="2" charset="0"/>
              </a:rPr>
              <a:t>las|L</a:t>
            </a:r>
            <a:r>
              <a:rPr lang="en-US" sz="3500" dirty="0">
                <a:latin typeface="Preeti" pitchFamily="2" charset="0"/>
              </a:rPr>
              <a:t> u/]sf] </a:t>
            </a:r>
            <a:r>
              <a:rPr lang="en-US" sz="3500" dirty="0" err="1">
                <a:latin typeface="Preeti" pitchFamily="2" charset="0"/>
              </a:rPr>
              <a:t>egL</a:t>
            </a:r>
            <a:r>
              <a:rPr lang="en-US" sz="3500" dirty="0">
                <a:latin typeface="Preeti" pitchFamily="2" charset="0"/>
              </a:rPr>
              <a:t> ;k|df0f </a:t>
            </a:r>
            <a:r>
              <a:rPr lang="en-US" sz="3500" dirty="0" err="1">
                <a:latin typeface="Preeti" pitchFamily="2" charset="0"/>
              </a:rPr>
              <a:t>lhls</a:t>
            </a:r>
            <a:r>
              <a:rPr lang="en-US" sz="3500" dirty="0">
                <a:latin typeface="Preeti" pitchFamily="2" charset="0"/>
              </a:rPr>
              <a:t>/ lnP5 . ca </a:t>
            </a:r>
            <a:r>
              <a:rPr lang="en-US" sz="3500" dirty="0" err="1">
                <a:latin typeface="Preeti" pitchFamily="2" charset="0"/>
              </a:rPr>
              <a:t>jfbL</a:t>
            </a:r>
            <a:r>
              <a:rPr lang="en-US" sz="3500" dirty="0">
                <a:latin typeface="Preeti" pitchFamily="2" charset="0"/>
              </a:rPr>
              <a:t> </a:t>
            </a:r>
            <a:r>
              <a:rPr lang="en-US" sz="3500" dirty="0" err="1">
                <a:latin typeface="Preeti" pitchFamily="2" charset="0"/>
              </a:rPr>
              <a:t>bfaLadf</a:t>
            </a:r>
            <a:r>
              <a:rPr lang="en-US" sz="3500" dirty="0">
                <a:latin typeface="Preeti" pitchFamily="2" charset="0"/>
              </a:rPr>
              <a:t>]</a:t>
            </a:r>
            <a:r>
              <a:rPr lang="en-US" sz="3500" dirty="0" err="1">
                <a:latin typeface="Preeti" pitchFamily="2" charset="0"/>
              </a:rPr>
              <a:t>lhd</a:t>
            </a:r>
            <a:r>
              <a:rPr lang="en-US" sz="3500" dirty="0">
                <a:latin typeface="Preeti" pitchFamily="2" charset="0"/>
              </a:rPr>
              <a:t> </a:t>
            </a:r>
            <a:r>
              <a:rPr lang="en-US" sz="3500" dirty="0" err="1">
                <a:latin typeface="Preeti" pitchFamily="2" charset="0"/>
              </a:rPr>
              <a:t>lnvt</a:t>
            </a:r>
            <a:r>
              <a:rPr lang="en-US" sz="3500" dirty="0">
                <a:latin typeface="Preeti" pitchFamily="2" charset="0"/>
              </a:rPr>
              <a:t> ab/ </a:t>
            </a:r>
            <a:r>
              <a:rPr lang="en-US" sz="3500" dirty="0" err="1">
                <a:latin typeface="Preeti" pitchFamily="2" charset="0"/>
              </a:rPr>
              <a:t>x'g</a:t>
            </a:r>
            <a:r>
              <a:rPr lang="en-US" sz="3500" dirty="0">
                <a:latin typeface="Preeti" pitchFamily="2" charset="0"/>
              </a:rPr>
              <a:t> ;S5 ls ;Sb}g &lt;</a:t>
            </a:r>
          </a:p>
          <a:p>
            <a:pPr marL="457200" lvl="1" indent="0">
              <a:buClr>
                <a:schemeClr val="bg2">
                  <a:lumMod val="40000"/>
                  <a:lumOff val="60000"/>
                </a:schemeClr>
              </a:buClr>
              <a:buNone/>
            </a:pPr>
            <a:r>
              <a:rPr lang="en-US" dirty="0">
                <a:latin typeface="Preeti" pitchFamily="2" charset="0"/>
              </a:rPr>
              <a:t>                                               </a:t>
            </a:r>
            <a:r>
              <a:rPr lang="en-US" sz="2400" dirty="0">
                <a:latin typeface="Preeti" pitchFamily="2" charset="0"/>
              </a:rPr>
              <a:t> </a:t>
            </a:r>
            <a:r>
              <a:rPr lang="en-US" sz="1900" dirty="0">
                <a:latin typeface="Preeti" pitchFamily="2" charset="0"/>
              </a:rPr>
              <a:t>-</a:t>
            </a:r>
            <a:r>
              <a:rPr lang="en-US" sz="2600" dirty="0">
                <a:latin typeface="Preeti" pitchFamily="2" charset="0"/>
              </a:rPr>
              <a:t>g]=sf=k=@)^@ lg=g+=&amp;%@*F l8=a]=_  </a:t>
            </a:r>
          </a:p>
          <a:p>
            <a:pPr marL="914400" lvl="1" indent="-457200">
              <a:buClr>
                <a:schemeClr val="bg2">
                  <a:lumMod val="40000"/>
                  <a:lumOff val="60000"/>
                </a:schemeClr>
              </a:buClr>
              <a:buNone/>
            </a:pPr>
            <a:endParaRPr lang="en-US" sz="2400" dirty="0">
              <a:latin typeface="PCS NEPAL" pitchFamily="82" charset="0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81000"/>
            <a:ext cx="8229600" cy="1252538"/>
          </a:xfrm>
        </p:spPr>
        <p:txBody>
          <a:bodyPr>
            <a:normAutofit/>
          </a:bodyPr>
          <a:lstStyle/>
          <a:p>
            <a:r>
              <a:rPr lang="en-US" b="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533400"/>
            <a:ext cx="8915400" cy="5943600"/>
          </a:xfrm>
        </p:spPr>
        <p:txBody>
          <a:bodyPr>
            <a:normAutofit lnSpcReduction="10000"/>
          </a:bodyPr>
          <a:lstStyle/>
          <a:p>
            <a:pPr marL="292100" lvl="1" indent="-292100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@= ;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DklQsf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] kl/df0f /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d"NoM</a:t>
            </a:r>
            <a:endParaRPr lang="en-US" sz="3200" b="1" dirty="0">
              <a:solidFill>
                <a:srgbClr val="FFFF00"/>
              </a:solidFill>
              <a:latin typeface="Preeti" pitchFamily="2" charset="0"/>
            </a:endParaRPr>
          </a:p>
          <a:p>
            <a:pPr marL="292100" lvl="1" indent="-292100">
              <a:spcBef>
                <a:spcPts val="0"/>
              </a:spcBef>
              <a:buClr>
                <a:schemeClr val="accent1"/>
              </a:buClr>
              <a:buSzPct val="70000"/>
              <a:buNone/>
            </a:pPr>
            <a:endParaRPr lang="en-US" sz="2400" b="1" dirty="0">
              <a:latin typeface="Preeti" pitchFamily="2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afa'n</a:t>
            </a:r>
            <a:r>
              <a:rPr lang="en-US" sz="3200" dirty="0">
                <a:latin typeface="Preeti" pitchFamily="2" charset="0"/>
              </a:rPr>
              <a:t>] ;]</a:t>
            </a:r>
            <a:r>
              <a:rPr lang="en-US" sz="3200" dirty="0" err="1">
                <a:latin typeface="Preeti" pitchFamily="2" charset="0"/>
              </a:rPr>
              <a:t>tf</a:t>
            </a:r>
            <a:r>
              <a:rPr lang="en-US" sz="3200" dirty="0">
                <a:latin typeface="Preeti" pitchFamily="2" charset="0"/>
              </a:rPr>
              <a:t>] b/</a:t>
            </a:r>
            <a:r>
              <a:rPr lang="en-US" sz="3200" dirty="0" err="1">
                <a:latin typeface="Preeti" pitchFamily="2" charset="0"/>
              </a:rPr>
              <a:t>af</a:t>
            </a:r>
            <a:r>
              <a:rPr lang="en-US" sz="3200" dirty="0">
                <a:latin typeface="Preeti" pitchFamily="2" charset="0"/>
              </a:rPr>
              <a:t>/sf] !@ /f]</a:t>
            </a:r>
            <a:r>
              <a:rPr lang="en-US" sz="3200" dirty="0" err="1">
                <a:latin typeface="Preeti" pitchFamily="2" charset="0"/>
              </a:rPr>
              <a:t>kgL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rfgr'gdWo</a:t>
            </a:r>
            <a:r>
              <a:rPr lang="en-US" sz="3200" dirty="0">
                <a:latin typeface="Preeti" pitchFamily="2" charset="0"/>
              </a:rPr>
              <a:t>] * — &amp; —@ </a:t>
            </a:r>
            <a:r>
              <a:rPr lang="en-US" sz="3200" dirty="0" err="1">
                <a:latin typeface="Preeti" pitchFamily="2" charset="0"/>
              </a:rPr>
              <a:t>hUuf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las|L</a:t>
            </a:r>
            <a:r>
              <a:rPr lang="en-US" sz="3200" dirty="0">
                <a:latin typeface="Preeti" pitchFamily="2" charset="0"/>
              </a:rPr>
              <a:t> u/]5 . </a:t>
            </a:r>
            <a:r>
              <a:rPr lang="en-US" sz="3200" dirty="0" err="1">
                <a:latin typeface="Preeti" pitchFamily="2" charset="0"/>
              </a:rPr>
              <a:t>aL</a:t>
            </a:r>
            <a:r>
              <a:rPr lang="en-US" sz="3200" dirty="0">
                <a:latin typeface="Preeti" pitchFamily="2" charset="0"/>
              </a:rPr>
              <a:t>/</a:t>
            </a:r>
            <a:r>
              <a:rPr lang="en-US" sz="3200" dirty="0" err="1">
                <a:latin typeface="Preeti" pitchFamily="2" charset="0"/>
              </a:rPr>
              <a:t>u+hsf</a:t>
            </a:r>
            <a:r>
              <a:rPr lang="en-US" sz="3200" dirty="0">
                <a:latin typeface="Preeti" pitchFamily="2" charset="0"/>
              </a:rPr>
              <a:t>] </a:t>
            </a:r>
            <a:r>
              <a:rPr lang="en-US" sz="3200" dirty="0" err="1">
                <a:latin typeface="Preeti" pitchFamily="2" charset="0"/>
              </a:rPr>
              <a:t>hUuf;d</a:t>
            </a:r>
            <a:r>
              <a:rPr lang="en-US" sz="3200" dirty="0">
                <a:latin typeface="Preeti" pitchFamily="2" charset="0"/>
              </a:rPr>
              <a:t>]t hf]8\bf </a:t>
            </a:r>
            <a:r>
              <a:rPr lang="en-US" sz="3200" dirty="0" err="1">
                <a:latin typeface="Preeti" pitchFamily="2" charset="0"/>
              </a:rPr>
              <a:t>s"n</a:t>
            </a:r>
            <a:r>
              <a:rPr lang="en-US" sz="3200" dirty="0">
                <a:latin typeface="Preeti" pitchFamily="2" charset="0"/>
              </a:rPr>
              <a:t> @@ —# —) </a:t>
            </a:r>
            <a:r>
              <a:rPr lang="en-US" sz="3200" dirty="0" err="1">
                <a:latin typeface="Preeti" pitchFamily="2" charset="0"/>
              </a:rPr>
              <a:t>rfgr'g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hUuf</a:t>
            </a:r>
            <a:r>
              <a:rPr lang="en-US" sz="3200" dirty="0">
                <a:latin typeface="Preeti" pitchFamily="2" charset="0"/>
              </a:rPr>
              <a:t> /x]sf] b]</a:t>
            </a:r>
            <a:r>
              <a:rPr lang="en-US" sz="3200" dirty="0" err="1">
                <a:latin typeface="Preeti" pitchFamily="2" charset="0"/>
              </a:rPr>
              <a:t>lv+bf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cfwfeGbf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sd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hUuf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las|L</a:t>
            </a:r>
            <a:r>
              <a:rPr lang="en-US" sz="3200" dirty="0">
                <a:latin typeface="Preeti" pitchFamily="2" charset="0"/>
              </a:rPr>
              <a:t> u/]sf]n] </a:t>
            </a:r>
            <a:r>
              <a:rPr lang="en-US" sz="3200" dirty="0" err="1">
                <a:latin typeface="Preeti" pitchFamily="2" charset="0"/>
              </a:rPr>
              <a:t>lnvt</a:t>
            </a:r>
            <a:r>
              <a:rPr lang="en-US" sz="3200" dirty="0">
                <a:latin typeface="Preeti" pitchFamily="2" charset="0"/>
              </a:rPr>
              <a:t> ab/ </a:t>
            </a:r>
            <a:r>
              <a:rPr lang="en-US" sz="3200" dirty="0" err="1">
                <a:latin typeface="Preeti" pitchFamily="2" charset="0"/>
              </a:rPr>
              <a:t>gx'g</a:t>
            </a:r>
            <a:r>
              <a:rPr lang="en-US" sz="3200" dirty="0">
                <a:latin typeface="Preeti" pitchFamily="2" charset="0"/>
              </a:rPr>
              <a:t>] .</a:t>
            </a:r>
          </a:p>
          <a:p>
            <a:pPr>
              <a:buNone/>
            </a:pPr>
            <a:r>
              <a:rPr lang="en-US" sz="1800" dirty="0">
                <a:latin typeface="Preeti" pitchFamily="2" charset="0"/>
              </a:rPr>
              <a:t>	                                                           -g]=sf=k=@)$% lg=g+ #%#^ km"=a]=</a:t>
            </a:r>
            <a:r>
              <a:rPr lang="en-US" sz="2400" dirty="0">
                <a:latin typeface="Preeti" pitchFamily="2" charset="0"/>
              </a:rPr>
              <a:t>_</a:t>
            </a:r>
          </a:p>
          <a:p>
            <a:endParaRPr lang="en-US" sz="2400" dirty="0">
              <a:latin typeface="Preeti" pitchFamily="2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b="1" dirty="0">
                <a:latin typeface="Preeti" pitchFamily="2" charset="0"/>
              </a:rPr>
              <a:t> </a:t>
            </a:r>
            <a:r>
              <a:rPr lang="en-US" sz="3200" b="1" dirty="0">
                <a:latin typeface="Preeti" pitchFamily="2" charset="0"/>
              </a:rPr>
              <a:t>s </a:t>
            </a:r>
            <a:r>
              <a:rPr lang="en-US" sz="3200" dirty="0">
                <a:latin typeface="Preeti" pitchFamily="2" charset="0"/>
              </a:rPr>
              <a:t>n] </a:t>
            </a:r>
            <a:r>
              <a:rPr lang="en-US" sz="3200" dirty="0" err="1">
                <a:latin typeface="Preeti" pitchFamily="2" charset="0"/>
              </a:rPr>
              <a:t>bfªsf</a:t>
            </a:r>
            <a:r>
              <a:rPr lang="en-US" sz="3200" dirty="0">
                <a:latin typeface="Preeti" pitchFamily="2" charset="0"/>
              </a:rPr>
              <a:t>] !) </a:t>
            </a:r>
            <a:r>
              <a:rPr lang="en-US" sz="3200" dirty="0" err="1">
                <a:latin typeface="Preeti" pitchFamily="2" charset="0"/>
              </a:rPr>
              <a:t>s¶f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hUuf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las|L</a:t>
            </a:r>
            <a:r>
              <a:rPr lang="en-US" sz="3200" dirty="0">
                <a:latin typeface="Preeti" pitchFamily="2" charset="0"/>
              </a:rPr>
              <a:t> u/]5 . t/ /f]</a:t>
            </a:r>
            <a:r>
              <a:rPr lang="en-US" sz="3200" dirty="0" err="1">
                <a:latin typeface="Preeti" pitchFamily="2" charset="0"/>
              </a:rPr>
              <a:t>Nkfdf</a:t>
            </a:r>
            <a:r>
              <a:rPr lang="en-US" sz="3200" dirty="0">
                <a:latin typeface="Preeti" pitchFamily="2" charset="0"/>
              </a:rPr>
              <a:t> ;f] </a:t>
            </a:r>
            <a:r>
              <a:rPr lang="en-US" sz="3200" dirty="0" err="1">
                <a:latin typeface="Preeti" pitchFamily="2" charset="0"/>
              </a:rPr>
              <a:t>eGbf</a:t>
            </a:r>
            <a:r>
              <a:rPr lang="en-US" sz="3200" dirty="0">
                <a:latin typeface="Preeti" pitchFamily="2" charset="0"/>
              </a:rPr>
              <a:t> a9L </a:t>
            </a:r>
            <a:r>
              <a:rPr lang="en-US" sz="3200" dirty="0" err="1">
                <a:latin typeface="Preeti" pitchFamily="2" charset="0"/>
              </a:rPr>
              <a:t>hUuf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af+sL</a:t>
            </a:r>
            <a:r>
              <a:rPr lang="en-US" sz="3200" dirty="0">
                <a:latin typeface="Preeti" pitchFamily="2" charset="0"/>
              </a:rPr>
              <a:t> g} /x]sf] 5 . o:tf]df </a:t>
            </a:r>
            <a:r>
              <a:rPr lang="en-US" sz="3200" b="1" dirty="0">
                <a:latin typeface="Preeti" pitchFamily="2" charset="0"/>
              </a:rPr>
              <a:t>s </a:t>
            </a:r>
            <a:r>
              <a:rPr lang="en-US" sz="3200" dirty="0">
                <a:latin typeface="Preeti" pitchFamily="2" charset="0"/>
              </a:rPr>
              <a:t>sf] 5f]/f </a:t>
            </a:r>
            <a:r>
              <a:rPr lang="en-US" sz="3200" b="1" dirty="0">
                <a:latin typeface="Preeti" pitchFamily="2" charset="0"/>
              </a:rPr>
              <a:t>v </a:t>
            </a:r>
            <a:r>
              <a:rPr lang="en-US" sz="3200" dirty="0">
                <a:latin typeface="Preeti" pitchFamily="2" charset="0"/>
              </a:rPr>
              <a:t>n] </a:t>
            </a:r>
            <a:r>
              <a:rPr lang="en-US" sz="3200" dirty="0" err="1">
                <a:latin typeface="Preeti" pitchFamily="2" charset="0"/>
              </a:rPr>
              <a:t>k|To</a:t>
            </a:r>
            <a:r>
              <a:rPr lang="en-US" sz="3200" dirty="0">
                <a:latin typeface="Preeti" pitchFamily="2" charset="0"/>
              </a:rPr>
              <a:t>]s </a:t>
            </a:r>
            <a:r>
              <a:rPr lang="en-US" sz="3200" dirty="0" err="1">
                <a:latin typeface="Preeti" pitchFamily="2" charset="0"/>
              </a:rPr>
              <a:t>lsQfsf</a:t>
            </a:r>
            <a:r>
              <a:rPr lang="en-US" sz="3200" dirty="0">
                <a:latin typeface="Preeti" pitchFamily="2" charset="0"/>
              </a:rPr>
              <a:t>] </a:t>
            </a:r>
            <a:r>
              <a:rPr lang="en-US" sz="3200" dirty="0" err="1">
                <a:latin typeface="Preeti" pitchFamily="2" charset="0"/>
              </a:rPr>
              <a:t>d"No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cnu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cnu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x'+bf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k|To</a:t>
            </a:r>
            <a:r>
              <a:rPr lang="en-US" sz="3200" dirty="0">
                <a:latin typeface="Preeti" pitchFamily="2" charset="0"/>
              </a:rPr>
              <a:t>]s </a:t>
            </a:r>
            <a:r>
              <a:rPr lang="en-US" sz="3200" dirty="0" err="1">
                <a:latin typeface="Preeti" pitchFamily="2" charset="0"/>
              </a:rPr>
              <a:t>lsQfsf</a:t>
            </a:r>
            <a:r>
              <a:rPr lang="en-US" sz="3200" dirty="0">
                <a:latin typeface="Preeti" pitchFamily="2" charset="0"/>
              </a:rPr>
              <a:t>] </a:t>
            </a:r>
            <a:r>
              <a:rPr lang="en-US" sz="3200" dirty="0" err="1">
                <a:latin typeface="Preeti" pitchFamily="2" charset="0"/>
              </a:rPr>
              <a:t>cfwfeGbf</a:t>
            </a:r>
            <a:r>
              <a:rPr lang="en-US" sz="3200" dirty="0">
                <a:latin typeface="Preeti" pitchFamily="2" charset="0"/>
              </a:rPr>
              <a:t> a9L 3/ </a:t>
            </a:r>
            <a:r>
              <a:rPr lang="en-US" sz="3200" dirty="0" err="1">
                <a:latin typeface="Preeti" pitchFamily="2" charset="0"/>
              </a:rPr>
              <a:t>Jojxf</a:t>
            </a:r>
            <a:r>
              <a:rPr lang="en-US" sz="3200" dirty="0">
                <a:latin typeface="Preeti" pitchFamily="2" charset="0"/>
              </a:rPr>
              <a:t>/ </a:t>
            </a:r>
            <a:r>
              <a:rPr lang="en-US" sz="3200" dirty="0" err="1">
                <a:latin typeface="Preeti" pitchFamily="2" charset="0"/>
              </a:rPr>
              <a:t>rnfpg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egL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las|L</a:t>
            </a:r>
            <a:r>
              <a:rPr lang="en-US" sz="3200" dirty="0">
                <a:latin typeface="Preeti" pitchFamily="2" charset="0"/>
              </a:rPr>
              <a:t> ug{ </a:t>
            </a:r>
            <a:r>
              <a:rPr lang="en-US" sz="3200" dirty="0" err="1">
                <a:latin typeface="Preeti" pitchFamily="2" charset="0"/>
              </a:rPr>
              <a:t>gldNg</a:t>
            </a:r>
            <a:r>
              <a:rPr lang="en-US" sz="3200" dirty="0">
                <a:latin typeface="Preeti" pitchFamily="2" charset="0"/>
              </a:rPr>
              <a:t>] </a:t>
            </a:r>
            <a:r>
              <a:rPr lang="en-US" sz="3200" dirty="0" err="1">
                <a:latin typeface="Preeti" pitchFamily="2" charset="0"/>
              </a:rPr>
              <a:t>x'Fbf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lnvt</a:t>
            </a:r>
            <a:r>
              <a:rPr lang="en-US" sz="3200" dirty="0">
                <a:latin typeface="Preeti" pitchFamily="2" charset="0"/>
              </a:rPr>
              <a:t> ab/ ug{ </a:t>
            </a:r>
            <a:r>
              <a:rPr lang="en-US" sz="3200" dirty="0" err="1">
                <a:latin typeface="Preeti" pitchFamily="2" charset="0"/>
              </a:rPr>
              <a:t>gfn</a:t>
            </a:r>
            <a:r>
              <a:rPr lang="en-US" sz="3200" dirty="0">
                <a:latin typeface="Preeti" pitchFamily="2" charset="0"/>
              </a:rPr>
              <a:t>]z lbP5 . </a:t>
            </a:r>
            <a:r>
              <a:rPr lang="en-US" sz="3200" dirty="0" err="1">
                <a:latin typeface="Preeti" pitchFamily="2" charset="0"/>
              </a:rPr>
              <a:t>lghsf</a:t>
            </a:r>
            <a:r>
              <a:rPr lang="en-US" sz="3200" dirty="0">
                <a:latin typeface="Preeti" pitchFamily="2" charset="0"/>
              </a:rPr>
              <a:t>] </a:t>
            </a:r>
            <a:r>
              <a:rPr lang="en-US" sz="3200" dirty="0" err="1">
                <a:latin typeface="Preeti" pitchFamily="2" charset="0"/>
              </a:rPr>
              <a:t>bfaLadf</a:t>
            </a:r>
            <a:r>
              <a:rPr lang="en-US" sz="3200" dirty="0">
                <a:latin typeface="Preeti" pitchFamily="2" charset="0"/>
              </a:rPr>
              <a:t>]</a:t>
            </a:r>
            <a:r>
              <a:rPr lang="en-US" sz="3200" dirty="0" err="1">
                <a:latin typeface="Preeti" pitchFamily="2" charset="0"/>
              </a:rPr>
              <a:t>lhd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lnvt</a:t>
            </a:r>
            <a:r>
              <a:rPr lang="en-US" sz="3200" dirty="0">
                <a:latin typeface="Preeti" pitchFamily="2" charset="0"/>
              </a:rPr>
              <a:t> ab/ </a:t>
            </a:r>
            <a:r>
              <a:rPr lang="en-US" sz="3200" dirty="0" err="1">
                <a:latin typeface="Preeti" pitchFamily="2" charset="0"/>
              </a:rPr>
              <a:t>x'g</a:t>
            </a:r>
            <a:r>
              <a:rPr lang="en-US" sz="3200" dirty="0">
                <a:latin typeface="Preeti" pitchFamily="2" charset="0"/>
              </a:rPr>
              <a:t> ;S5 ls ;Sb}g &lt; </a:t>
            </a:r>
          </a:p>
          <a:p>
            <a:pPr>
              <a:buNone/>
            </a:pPr>
            <a:r>
              <a:rPr lang="en-US" sz="2400" dirty="0">
                <a:latin typeface="Preeti" pitchFamily="2" charset="0"/>
              </a:rPr>
              <a:t>                                       	</a:t>
            </a:r>
            <a:r>
              <a:rPr lang="en-US" sz="1800" dirty="0">
                <a:latin typeface="Preeti" pitchFamily="2" charset="0"/>
              </a:rPr>
              <a:t>-;=c=a'=@)^# k"0ff{+s ##%k[ !! l8=a]=_ </a:t>
            </a:r>
            <a:endParaRPr lang="en-US" sz="1800" b="1" dirty="0">
              <a:latin typeface="Preeti" pitchFamily="2" charset="0"/>
            </a:endParaRPr>
          </a:p>
          <a:p>
            <a:pPr marL="0" indent="0">
              <a:buNone/>
            </a:pPr>
            <a:r>
              <a:rPr lang="en-US" sz="2400" b="1" dirty="0">
                <a:latin typeface="Preeti" pitchFamily="2" charset="0"/>
              </a:rPr>
              <a:t>                                             -g]=sf=k=@)&amp;% lg=g+=!))#$</a:t>
            </a:r>
            <a:r>
              <a:rPr lang="en-US" sz="2400" dirty="0">
                <a:latin typeface="Preeti" pitchFamily="2" charset="0"/>
              </a:rPr>
              <a:t> l8=a]=_ </a:t>
            </a:r>
            <a:endParaRPr lang="en-US" sz="2400" b="1" dirty="0">
              <a:latin typeface="Preeti" pitchFamily="2" charset="0"/>
            </a:endParaRP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54000"/>
            <a:ext cx="8229600" cy="114300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571500"/>
            <a:ext cx="8686800" cy="6032500"/>
          </a:xfrm>
        </p:spPr>
        <p:txBody>
          <a:bodyPr>
            <a:normAutofit lnSpcReduction="10000"/>
          </a:bodyPr>
          <a:lstStyle/>
          <a:p>
            <a:pPr lvl="0">
              <a:buNone/>
            </a:pP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#= kl/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jf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/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leq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 x:tfGt/0f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ePsf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 ;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DklQsf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]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k|s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[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ltM</a:t>
            </a:r>
            <a:endParaRPr lang="en-US" sz="3200" b="1" dirty="0">
              <a:solidFill>
                <a:srgbClr val="FFFF00"/>
              </a:solidFill>
              <a:latin typeface="Preeti" pitchFamily="2" charset="0"/>
            </a:endParaRPr>
          </a:p>
          <a:p>
            <a:pPr lvl="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Preeti" pitchFamily="2" charset="0"/>
              </a:rPr>
              <a:t> s </a:t>
            </a:r>
            <a:r>
              <a:rPr lang="en-US" sz="3200" dirty="0">
                <a:latin typeface="Preeti" pitchFamily="2" charset="0"/>
              </a:rPr>
              <a:t>n] </a:t>
            </a:r>
            <a:r>
              <a:rPr lang="en-US" sz="3200" dirty="0" err="1">
                <a:latin typeface="Preeti" pitchFamily="2" charset="0"/>
              </a:rPr>
              <a:t>lsQf</a:t>
            </a:r>
            <a:r>
              <a:rPr lang="en-US" sz="3200" dirty="0">
                <a:latin typeface="Preeti" pitchFamily="2" charset="0"/>
              </a:rPr>
              <a:t> g+=&amp; sf] k}t[s </a:t>
            </a:r>
            <a:r>
              <a:rPr lang="en-US" sz="3200" dirty="0" err="1">
                <a:latin typeface="Preeti" pitchFamily="2" charset="0"/>
              </a:rPr>
              <a:t>hUuf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b="1" dirty="0">
                <a:latin typeface="Preeti" pitchFamily="2" charset="0"/>
              </a:rPr>
              <a:t>v </a:t>
            </a:r>
            <a:r>
              <a:rPr lang="en-US" sz="3200" dirty="0" err="1">
                <a:latin typeface="Preeti" pitchFamily="2" charset="0"/>
              </a:rPr>
              <a:t>eGg</a:t>
            </a:r>
            <a:r>
              <a:rPr lang="en-US" sz="3200" dirty="0">
                <a:latin typeface="Preeti" pitchFamily="2" charset="0"/>
              </a:rPr>
              <a:t>] </a:t>
            </a:r>
            <a:r>
              <a:rPr lang="en-US" sz="3200" dirty="0" err="1">
                <a:latin typeface="Preeti" pitchFamily="2" charset="0"/>
              </a:rPr>
              <a:t>efOnfO</a:t>
            </a:r>
            <a:r>
              <a:rPr lang="en-US" sz="3200" dirty="0">
                <a:latin typeface="Preeti" pitchFamily="2" charset="0"/>
              </a:rPr>
              <a:t>{ </a:t>
            </a:r>
            <a:r>
              <a:rPr lang="en-US" sz="3200" dirty="0" err="1">
                <a:latin typeface="Preeti" pitchFamily="2" charset="0"/>
              </a:rPr>
              <a:t>as;kq</a:t>
            </a:r>
            <a:r>
              <a:rPr lang="en-US" sz="3200" dirty="0">
                <a:latin typeface="Preeti" pitchFamily="2" charset="0"/>
              </a:rPr>
              <a:t> u/L lbP5 . </a:t>
            </a:r>
            <a:r>
              <a:rPr lang="en-US" sz="3200" dirty="0" err="1">
                <a:latin typeface="Preeti" pitchFamily="2" charset="0"/>
              </a:rPr>
              <a:t>To;df</a:t>
            </a:r>
            <a:r>
              <a:rPr lang="en-US" sz="3200" dirty="0">
                <a:latin typeface="Preeti" pitchFamily="2" charset="0"/>
              </a:rPr>
              <a:t> s;}</a:t>
            </a:r>
            <a:r>
              <a:rPr lang="en-US" sz="3200" dirty="0" err="1">
                <a:latin typeface="Preeti" pitchFamily="2" charset="0"/>
              </a:rPr>
              <a:t>sf</a:t>
            </a:r>
            <a:r>
              <a:rPr lang="en-US" sz="3200" dirty="0">
                <a:latin typeface="Preeti" pitchFamily="2" charset="0"/>
              </a:rPr>
              <a:t>] ph"/ k/]g . ca </a:t>
            </a:r>
            <a:r>
              <a:rPr lang="en-US" sz="3200" b="1" dirty="0">
                <a:latin typeface="Preeti" pitchFamily="2" charset="0"/>
              </a:rPr>
              <a:t>s </a:t>
            </a:r>
            <a:r>
              <a:rPr lang="en-US" sz="3200" dirty="0">
                <a:latin typeface="Preeti" pitchFamily="2" charset="0"/>
              </a:rPr>
              <a:t>sf] </a:t>
            </a:r>
            <a:r>
              <a:rPr lang="en-US" sz="3200" dirty="0" err="1">
                <a:latin typeface="Preeti" pitchFamily="2" charset="0"/>
              </a:rPr>
              <a:t>csf</a:t>
            </a:r>
            <a:r>
              <a:rPr lang="en-US" sz="3200" dirty="0">
                <a:latin typeface="Preeti" pitchFamily="2" charset="0"/>
              </a:rPr>
              <a:t>]{ </a:t>
            </a:r>
            <a:r>
              <a:rPr lang="en-US" sz="3200" dirty="0" err="1">
                <a:latin typeface="Preeti" pitchFamily="2" charset="0"/>
              </a:rPr>
              <a:t>efO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b="1" dirty="0">
                <a:latin typeface="Preeti" pitchFamily="2" charset="0"/>
              </a:rPr>
              <a:t>u </a:t>
            </a:r>
            <a:r>
              <a:rPr lang="en-US" sz="3200" dirty="0">
                <a:latin typeface="Preeti" pitchFamily="2" charset="0"/>
              </a:rPr>
              <a:t>n] ;f] ;DklQaf6 </a:t>
            </a:r>
            <a:r>
              <a:rPr lang="en-US" sz="3200" dirty="0" err="1">
                <a:latin typeface="Preeti" pitchFamily="2" charset="0"/>
              </a:rPr>
              <a:t>c+z</a:t>
            </a:r>
            <a:r>
              <a:rPr lang="en-US" sz="3200" dirty="0">
                <a:latin typeface="Preeti" pitchFamily="2" charset="0"/>
              </a:rPr>
              <a:t> lx:;f </a:t>
            </a:r>
            <a:r>
              <a:rPr lang="en-US" sz="3200" dirty="0" err="1">
                <a:latin typeface="Preeti" pitchFamily="2" charset="0"/>
              </a:rPr>
              <a:t>k|fKt</a:t>
            </a:r>
            <a:r>
              <a:rPr lang="en-US" sz="3200" dirty="0">
                <a:latin typeface="Preeti" pitchFamily="2" charset="0"/>
              </a:rPr>
              <a:t> ug{ ;S5 ls ;Sb}g &lt;</a:t>
            </a:r>
          </a:p>
          <a:p>
            <a:pPr marL="457200" lvl="1" indent="0">
              <a:buClr>
                <a:schemeClr val="bg2">
                  <a:lumMod val="60000"/>
                  <a:lumOff val="40000"/>
                </a:schemeClr>
              </a:buClr>
              <a:buNone/>
            </a:pPr>
            <a:r>
              <a:rPr lang="en-US" sz="3200" dirty="0">
                <a:latin typeface="Preeti" pitchFamily="2" charset="0"/>
              </a:rPr>
              <a:t>                                   </a:t>
            </a:r>
            <a:r>
              <a:rPr lang="en-US" dirty="0">
                <a:latin typeface="Preeti" pitchFamily="2" charset="0"/>
              </a:rPr>
              <a:t>-;=c=a'= @)^^ k"0ff{+s $!% k[ @&amp;=_</a:t>
            </a:r>
          </a:p>
          <a:p>
            <a:pPr lvl="1">
              <a:buNone/>
            </a:pPr>
            <a:endParaRPr lang="en-US" sz="3200" dirty="0">
              <a:latin typeface="Preeti" pitchFamily="2" charset="0"/>
            </a:endParaRPr>
          </a:p>
          <a:p>
            <a:pPr marL="228600" lvl="1">
              <a:buNone/>
            </a:pP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$= d'2f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kbf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{ kb}{ ;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DklQ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 x:tfGt/0fM</a:t>
            </a:r>
          </a:p>
          <a:p>
            <a:pPr marL="457200" lvl="1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Preeti" pitchFamily="2" charset="0"/>
              </a:rPr>
              <a:t>s </a:t>
            </a:r>
            <a:r>
              <a:rPr lang="en-US" sz="3200" dirty="0">
                <a:latin typeface="Preeti" pitchFamily="2" charset="0"/>
              </a:rPr>
              <a:t>n]</a:t>
            </a:r>
            <a:r>
              <a:rPr lang="en-US" sz="3200" b="1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ldlt</a:t>
            </a:r>
            <a:r>
              <a:rPr lang="en-US" sz="3200" dirty="0">
                <a:latin typeface="Preeti" pitchFamily="2" charset="0"/>
              </a:rPr>
              <a:t> @)##.^.# </a:t>
            </a:r>
            <a:r>
              <a:rPr lang="en-US" sz="3200" dirty="0" err="1">
                <a:latin typeface="Preeti" pitchFamily="2" charset="0"/>
              </a:rPr>
              <a:t>df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c+z</a:t>
            </a:r>
            <a:r>
              <a:rPr lang="en-US" sz="3200" dirty="0">
                <a:latin typeface="Preeti" pitchFamily="2" charset="0"/>
              </a:rPr>
              <a:t> d'2f </a:t>
            </a:r>
            <a:r>
              <a:rPr lang="en-US" sz="3200" dirty="0" err="1">
                <a:latin typeface="Preeti" pitchFamily="2" charset="0"/>
              </a:rPr>
              <a:t>bfo</a:t>
            </a:r>
            <a:r>
              <a:rPr lang="en-US" sz="3200" dirty="0">
                <a:latin typeface="Preeti" pitchFamily="2" charset="0"/>
              </a:rPr>
              <a:t>/ u/]5 . ;</a:t>
            </a:r>
            <a:r>
              <a:rPr lang="en-US" sz="3200" dirty="0" err="1">
                <a:latin typeface="Preeti" pitchFamily="2" charset="0"/>
              </a:rPr>
              <a:t>jf</a:t>
            </a:r>
            <a:r>
              <a:rPr lang="en-US" sz="3200" dirty="0">
                <a:latin typeface="Preeti" pitchFamily="2" charset="0"/>
              </a:rPr>
              <a:t>]{Rr</a:t>
            </a:r>
            <a:r>
              <a:rPr lang="en-US" sz="3200" b="1" dirty="0">
                <a:latin typeface="Preeti" pitchFamily="2" charset="0"/>
              </a:rPr>
              <a:t> </a:t>
            </a:r>
            <a:r>
              <a:rPr lang="en-US" sz="3200" dirty="0">
                <a:latin typeface="Preeti" pitchFamily="2" charset="0"/>
              </a:rPr>
              <a:t>cbfntaf6 </a:t>
            </a:r>
            <a:r>
              <a:rPr lang="en-US" sz="3200" dirty="0" err="1">
                <a:latin typeface="Preeti" pitchFamily="2" charset="0"/>
              </a:rPr>
              <a:t>ldlt</a:t>
            </a:r>
            <a:r>
              <a:rPr lang="en-US" sz="3200" dirty="0">
                <a:latin typeface="Preeti" pitchFamily="2" charset="0"/>
              </a:rPr>
              <a:t> @)$!.!.# </a:t>
            </a:r>
            <a:r>
              <a:rPr lang="en-US" sz="3200" dirty="0" err="1">
                <a:latin typeface="Preeti" pitchFamily="2" charset="0"/>
              </a:rPr>
              <a:t>df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clGtd</a:t>
            </a:r>
            <a:r>
              <a:rPr lang="en-US" sz="3200" dirty="0">
                <a:latin typeface="Preeti" pitchFamily="2" charset="0"/>
              </a:rPr>
              <a:t> km};</a:t>
            </a:r>
            <a:r>
              <a:rPr lang="en-US" sz="3200" dirty="0" err="1">
                <a:latin typeface="Preeti" pitchFamily="2" charset="0"/>
              </a:rPr>
              <a:t>nf</a:t>
            </a:r>
            <a:r>
              <a:rPr lang="en-US" sz="3200" dirty="0">
                <a:latin typeface="Preeti" pitchFamily="2" charset="0"/>
              </a:rPr>
              <a:t> eP5 . km};</a:t>
            </a:r>
            <a:r>
              <a:rPr lang="en-US" sz="3200" dirty="0" err="1">
                <a:latin typeface="Preeti" pitchFamily="2" charset="0"/>
              </a:rPr>
              <a:t>nf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sfof</a:t>
            </a:r>
            <a:r>
              <a:rPr lang="en-US" sz="3200" dirty="0">
                <a:latin typeface="Preeti" pitchFamily="2" charset="0"/>
              </a:rPr>
              <a:t>{</a:t>
            </a:r>
            <a:r>
              <a:rPr lang="en-US" sz="3200" dirty="0" err="1">
                <a:latin typeface="Preeti" pitchFamily="2" charset="0"/>
              </a:rPr>
              <a:t>Gjog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s|ddf</a:t>
            </a:r>
            <a:r>
              <a:rPr lang="en-US" sz="3200" dirty="0">
                <a:latin typeface="Preeti" pitchFamily="2" charset="0"/>
              </a:rPr>
              <a:t> km};</a:t>
            </a:r>
            <a:r>
              <a:rPr lang="en-US" sz="3200" dirty="0" err="1">
                <a:latin typeface="Preeti" pitchFamily="2" charset="0"/>
              </a:rPr>
              <a:t>nfn</a:t>
            </a:r>
            <a:r>
              <a:rPr lang="en-US" sz="3200" dirty="0">
                <a:latin typeface="Preeti" pitchFamily="2" charset="0"/>
              </a:rPr>
              <a:t>]  </a:t>
            </a:r>
            <a:r>
              <a:rPr lang="en-US" sz="3200" dirty="0" err="1">
                <a:latin typeface="Preeti" pitchFamily="2" charset="0"/>
              </a:rPr>
              <a:t>kfpg</a:t>
            </a:r>
            <a:r>
              <a:rPr lang="en-US" sz="3200" dirty="0">
                <a:latin typeface="Preeti" pitchFamily="2" charset="0"/>
              </a:rPr>
              <a:t>] ;</a:t>
            </a:r>
            <a:r>
              <a:rPr lang="en-US" sz="3200" dirty="0" err="1">
                <a:latin typeface="Preeti" pitchFamily="2" charset="0"/>
              </a:rPr>
              <a:t>DklQ</a:t>
            </a:r>
            <a:r>
              <a:rPr lang="en-US" sz="3200" dirty="0">
                <a:latin typeface="Preeti" pitchFamily="2" charset="0"/>
              </a:rPr>
              <a:t>  </a:t>
            </a:r>
            <a:r>
              <a:rPr lang="en-US" sz="3200" b="1" dirty="0">
                <a:latin typeface="Preeti" pitchFamily="2" charset="0"/>
              </a:rPr>
              <a:t>s </a:t>
            </a:r>
            <a:r>
              <a:rPr lang="en-US" sz="3200" dirty="0">
                <a:latin typeface="Preeti" pitchFamily="2" charset="0"/>
              </a:rPr>
              <a:t>sf] </a:t>
            </a:r>
            <a:r>
              <a:rPr lang="en-US" sz="3200" dirty="0" err="1">
                <a:latin typeface="Preeti" pitchFamily="2" charset="0"/>
              </a:rPr>
              <a:t>efO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b="1" dirty="0">
                <a:latin typeface="Preeti" pitchFamily="2" charset="0"/>
              </a:rPr>
              <a:t>v </a:t>
            </a:r>
            <a:r>
              <a:rPr lang="en-US" sz="3200" dirty="0">
                <a:latin typeface="Preeti" pitchFamily="2" charset="0"/>
              </a:rPr>
              <a:t>n] </a:t>
            </a:r>
            <a:r>
              <a:rPr lang="en-US" sz="3200" dirty="0" err="1">
                <a:latin typeface="Preeti" pitchFamily="2" charset="0"/>
              </a:rPr>
              <a:t>ldlt</a:t>
            </a:r>
            <a:r>
              <a:rPr lang="en-US" sz="3200" dirty="0">
                <a:latin typeface="Preeti" pitchFamily="2" charset="0"/>
              </a:rPr>
              <a:t> @)##.!!.@&amp; </a:t>
            </a:r>
            <a:r>
              <a:rPr lang="en-US" sz="3200" dirty="0" err="1">
                <a:latin typeface="Preeti" pitchFamily="2" charset="0"/>
              </a:rPr>
              <a:t>df</a:t>
            </a:r>
            <a:r>
              <a:rPr lang="en-US" sz="3200" dirty="0">
                <a:latin typeface="Preeti" pitchFamily="2" charset="0"/>
              </a:rPr>
              <a:t> /</a:t>
            </a:r>
            <a:r>
              <a:rPr lang="en-US" sz="3200" dirty="0" err="1">
                <a:latin typeface="Preeti" pitchFamily="2" charset="0"/>
              </a:rPr>
              <a:t>flhgfdf</a:t>
            </a:r>
            <a:r>
              <a:rPr lang="en-US" sz="3200" dirty="0">
                <a:latin typeface="Preeti" pitchFamily="2" charset="0"/>
              </a:rPr>
              <a:t> u/L </a:t>
            </a:r>
            <a:r>
              <a:rPr lang="en-US" sz="3200" b="1" dirty="0">
                <a:latin typeface="Preeti" pitchFamily="2" charset="0"/>
              </a:rPr>
              <a:t>u </a:t>
            </a:r>
            <a:r>
              <a:rPr lang="en-US" sz="3200" dirty="0" err="1">
                <a:latin typeface="Preeti" pitchFamily="2" charset="0"/>
              </a:rPr>
              <a:t>nfO</a:t>
            </a:r>
            <a:r>
              <a:rPr lang="en-US" sz="3200" dirty="0">
                <a:latin typeface="Preeti" pitchFamily="2" charset="0"/>
              </a:rPr>
              <a:t>{ </a:t>
            </a:r>
            <a:r>
              <a:rPr lang="en-US" sz="3200" dirty="0" err="1">
                <a:latin typeface="Preeti" pitchFamily="2" charset="0"/>
              </a:rPr>
              <a:t>lbPsf</a:t>
            </a:r>
            <a:r>
              <a:rPr lang="en-US" sz="3200" dirty="0">
                <a:latin typeface="Preeti" pitchFamily="2" charset="0"/>
              </a:rPr>
              <a:t>] </a:t>
            </a:r>
            <a:r>
              <a:rPr lang="en-US" sz="3200" dirty="0" err="1">
                <a:latin typeface="Preeti" pitchFamily="2" charset="0"/>
              </a:rPr>
              <a:t>tYo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yfxf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kfO</a:t>
            </a:r>
            <a:r>
              <a:rPr lang="en-US" sz="3200" dirty="0">
                <a:latin typeface="Preeti" pitchFamily="2" charset="0"/>
              </a:rPr>
              <a:t>{ </a:t>
            </a:r>
            <a:r>
              <a:rPr lang="en-US" sz="3200" dirty="0" err="1">
                <a:latin typeface="Preeti" pitchFamily="2" charset="0"/>
              </a:rPr>
              <a:t>ldlt</a:t>
            </a:r>
            <a:r>
              <a:rPr lang="en-US" sz="3200" dirty="0">
                <a:latin typeface="Preeti" pitchFamily="2" charset="0"/>
              </a:rPr>
              <a:t> @)$&amp;.$.!@ </a:t>
            </a:r>
            <a:r>
              <a:rPr lang="en-US" sz="3200" dirty="0" err="1">
                <a:latin typeface="Preeti" pitchFamily="2" charset="0"/>
              </a:rPr>
              <a:t>df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lnvt</a:t>
            </a:r>
            <a:r>
              <a:rPr lang="en-US" sz="3200" dirty="0">
                <a:latin typeface="Preeti" pitchFamily="2" charset="0"/>
              </a:rPr>
              <a:t> ab/ ug{ </a:t>
            </a:r>
            <a:r>
              <a:rPr lang="en-US" sz="3200" dirty="0" err="1">
                <a:latin typeface="Preeti" pitchFamily="2" charset="0"/>
              </a:rPr>
              <a:t>gfn</a:t>
            </a:r>
            <a:r>
              <a:rPr lang="en-US" sz="3200" dirty="0">
                <a:latin typeface="Preeti" pitchFamily="2" charset="0"/>
              </a:rPr>
              <a:t>]z lbP5 . ca </a:t>
            </a:r>
            <a:r>
              <a:rPr lang="en-US" sz="3200" b="1" dirty="0">
                <a:latin typeface="Preeti" pitchFamily="2" charset="0"/>
              </a:rPr>
              <a:t>s </a:t>
            </a:r>
            <a:r>
              <a:rPr lang="en-US" sz="3200" dirty="0">
                <a:latin typeface="Preeti" pitchFamily="2" charset="0"/>
              </a:rPr>
              <a:t>sf] </a:t>
            </a:r>
            <a:r>
              <a:rPr lang="en-US" sz="3200" dirty="0" err="1">
                <a:latin typeface="Preeti" pitchFamily="2" charset="0"/>
              </a:rPr>
              <a:t>bfaL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k'Ug</a:t>
            </a:r>
            <a:r>
              <a:rPr lang="en-US" sz="3200" dirty="0">
                <a:latin typeface="Preeti" pitchFamily="2" charset="0"/>
              </a:rPr>
              <a:t> ;S5 ls ;Sb}g &lt;                 </a:t>
            </a:r>
            <a:r>
              <a:rPr lang="en-US" b="1" dirty="0">
                <a:latin typeface="Preeti" pitchFamily="2" charset="0"/>
              </a:rPr>
              <a:t>- </a:t>
            </a:r>
            <a:r>
              <a:rPr lang="en-US" dirty="0">
                <a:latin typeface="Preeti" pitchFamily="2" charset="0"/>
              </a:rPr>
              <a:t>g]=sf=k=,@)^! lg=g+ &amp;$)) _</a:t>
            </a:r>
          </a:p>
          <a:p>
            <a:pPr lvl="1">
              <a:buNone/>
            </a:pPr>
            <a:endParaRPr lang="en-US" sz="2000" b="1" dirty="0">
              <a:latin typeface="PCS NEPAL" pitchFamily="82" charset="0"/>
            </a:endParaRP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81000"/>
            <a:ext cx="8229600" cy="1252538"/>
          </a:xfrm>
        </p:spPr>
        <p:txBody>
          <a:bodyPr>
            <a:noAutofit/>
          </a:bodyPr>
          <a:lstStyle/>
          <a:p>
            <a:br>
              <a:rPr lang="en-US" sz="3500" dirty="0">
                <a:latin typeface="PCS NEPAL" pitchFamily="82" charset="0"/>
              </a:rPr>
            </a:br>
            <a:endParaRPr lang="en-US" sz="3500" dirty="0">
              <a:latin typeface="PCS NEPAL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685800"/>
            <a:ext cx="8915400" cy="5791200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%=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c+zafkt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k|fKt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hUuf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 bf=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vfM</a:t>
            </a:r>
            <a:endParaRPr lang="en-US" sz="3200" b="1" dirty="0">
              <a:solidFill>
                <a:srgbClr val="FFFF00"/>
              </a:solidFill>
              <a:latin typeface="Preeti" pitchFamily="2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Preeti" pitchFamily="2" charset="0"/>
              </a:rPr>
              <a:t> s</a:t>
            </a:r>
            <a:r>
              <a:rPr lang="en-US" sz="3200" dirty="0">
                <a:latin typeface="Preeti" pitchFamily="2" charset="0"/>
              </a:rPr>
              <a:t>  n</a:t>
            </a:r>
            <a:r>
              <a:rPr lang="en-US" sz="3200" b="1" dirty="0">
                <a:latin typeface="Preeti" pitchFamily="2" charset="0"/>
              </a:rPr>
              <a:t>] </a:t>
            </a:r>
            <a:r>
              <a:rPr lang="en-US" sz="3200" dirty="0" err="1">
                <a:latin typeface="Preeti" pitchFamily="2" charset="0"/>
              </a:rPr>
              <a:t>c+z</a:t>
            </a:r>
            <a:r>
              <a:rPr lang="en-US" sz="3200" dirty="0">
                <a:latin typeface="Preeti" pitchFamily="2" charset="0"/>
              </a:rPr>
              <a:t> d'2fsf] km};</a:t>
            </a:r>
            <a:r>
              <a:rPr lang="en-US" sz="3200" dirty="0" err="1">
                <a:latin typeface="Preeti" pitchFamily="2" charset="0"/>
              </a:rPr>
              <a:t>nfadf</a:t>
            </a:r>
            <a:r>
              <a:rPr lang="en-US" sz="3200" dirty="0">
                <a:latin typeface="Preeti" pitchFamily="2" charset="0"/>
              </a:rPr>
              <a:t>]</a:t>
            </a:r>
            <a:r>
              <a:rPr lang="en-US" sz="3200" dirty="0" err="1">
                <a:latin typeface="Preeti" pitchFamily="2" charset="0"/>
              </a:rPr>
              <a:t>lhd</a:t>
            </a:r>
            <a:r>
              <a:rPr lang="en-US" sz="3200" dirty="0">
                <a:latin typeface="Preeti" pitchFamily="2" charset="0"/>
              </a:rPr>
              <a:t> a08f 5'l§Psf </a:t>
            </a:r>
            <a:r>
              <a:rPr lang="en-US" sz="3200" dirty="0" err="1">
                <a:latin typeface="Preeti" pitchFamily="2" charset="0"/>
              </a:rPr>
              <a:t>cfkm</a:t>
            </a:r>
            <a:r>
              <a:rPr lang="en-US" sz="3200" dirty="0">
                <a:latin typeface="Preeti" pitchFamily="2" charset="0"/>
              </a:rPr>
              <a:t>\gf </a:t>
            </a:r>
            <a:r>
              <a:rPr lang="en-US" sz="3200" dirty="0" err="1">
                <a:latin typeface="Preeti" pitchFamily="2" charset="0"/>
              </a:rPr>
              <a:t>xssf</a:t>
            </a:r>
            <a:r>
              <a:rPr lang="en-US" sz="3200" dirty="0">
                <a:latin typeface="Preeti" pitchFamily="2" charset="0"/>
              </a:rPr>
              <a:t>] </a:t>
            </a:r>
            <a:r>
              <a:rPr lang="en-US" sz="3200" dirty="0" err="1">
                <a:latin typeface="Preeti" pitchFamily="2" charset="0"/>
              </a:rPr>
              <a:t>hUuf</a:t>
            </a:r>
            <a:r>
              <a:rPr lang="en-US" sz="3200" dirty="0">
                <a:latin typeface="Preeti" pitchFamily="2" charset="0"/>
              </a:rPr>
              <a:t> @)$% ;</a:t>
            </a:r>
            <a:r>
              <a:rPr lang="en-US" sz="3200" dirty="0" err="1">
                <a:latin typeface="Preeti" pitchFamily="2" charset="0"/>
              </a:rPr>
              <a:t>fndf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kfPsf</a:t>
            </a:r>
            <a:r>
              <a:rPr lang="en-US" sz="3200" dirty="0">
                <a:latin typeface="Preeti" pitchFamily="2" charset="0"/>
              </a:rPr>
              <a:t>]</a:t>
            </a:r>
            <a:r>
              <a:rPr lang="en-US" sz="3200" dirty="0" err="1">
                <a:latin typeface="Preeti" pitchFamily="2" charset="0"/>
              </a:rPr>
              <a:t>df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bfMvf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gu</a:t>
            </a:r>
            <a:r>
              <a:rPr lang="en-US" sz="3200" dirty="0">
                <a:latin typeface="Preeti" pitchFamily="2" charset="0"/>
              </a:rPr>
              <a:t>/L a;]5 . </a:t>
            </a:r>
            <a:r>
              <a:rPr lang="en-US" sz="3200" b="1" dirty="0">
                <a:latin typeface="Preeti" pitchFamily="2" charset="0"/>
              </a:rPr>
              <a:t>s </a:t>
            </a:r>
            <a:r>
              <a:rPr lang="en-US" sz="3200" dirty="0">
                <a:latin typeface="Preeti" pitchFamily="2" charset="0"/>
              </a:rPr>
              <a:t>sf] </a:t>
            </a:r>
            <a:r>
              <a:rPr lang="en-US" sz="3200" dirty="0" err="1">
                <a:latin typeface="Preeti" pitchFamily="2" charset="0"/>
              </a:rPr>
              <a:t>efO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b="1" dirty="0">
                <a:latin typeface="Preeti" pitchFamily="2" charset="0"/>
              </a:rPr>
              <a:t>v </a:t>
            </a:r>
            <a:r>
              <a:rPr lang="en-US" sz="3200" dirty="0">
                <a:latin typeface="Preeti" pitchFamily="2" charset="0"/>
              </a:rPr>
              <a:t>n] </a:t>
            </a:r>
            <a:r>
              <a:rPr lang="en-US" sz="3200" dirty="0" err="1">
                <a:latin typeface="Preeti" pitchFamily="2" charset="0"/>
              </a:rPr>
              <a:t>cfkm</a:t>
            </a:r>
            <a:r>
              <a:rPr lang="en-US" sz="3200" dirty="0">
                <a:latin typeface="Preeti" pitchFamily="2" charset="0"/>
              </a:rPr>
              <a:t>\gf] </a:t>
            </a:r>
            <a:r>
              <a:rPr lang="en-US" sz="3200" dirty="0" err="1">
                <a:latin typeface="Preeti" pitchFamily="2" charset="0"/>
              </a:rPr>
              <a:t>gfddf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oyfjt</a:t>
            </a:r>
            <a:r>
              <a:rPr lang="en-US" sz="3200" dirty="0">
                <a:latin typeface="Preeti" pitchFamily="2" charset="0"/>
              </a:rPr>
              <a:t> /x]sf] </a:t>
            </a:r>
            <a:r>
              <a:rPr lang="en-US" sz="3200" dirty="0" err="1">
                <a:latin typeface="Preeti" pitchFamily="2" charset="0"/>
              </a:rPr>
              <a:t>pQm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hUufx</a:t>
            </a:r>
            <a:r>
              <a:rPr lang="en-US" sz="3200" dirty="0">
                <a:latin typeface="Preeti" pitchFamily="2" charset="0"/>
              </a:rPr>
              <a:t>¿ @)%) ;</a:t>
            </a:r>
            <a:r>
              <a:rPr lang="en-US" sz="3200" dirty="0" err="1">
                <a:latin typeface="Preeti" pitchFamily="2" charset="0"/>
              </a:rPr>
              <a:t>fndf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cfP</a:t>
            </a:r>
            <a:r>
              <a:rPr lang="en-US" sz="3200" dirty="0">
                <a:latin typeface="Preeti" pitchFamily="2" charset="0"/>
              </a:rPr>
              <a:t>/ bf=</a:t>
            </a:r>
            <a:r>
              <a:rPr lang="en-US" sz="3200" dirty="0" err="1">
                <a:latin typeface="Preeti" pitchFamily="2" charset="0"/>
              </a:rPr>
              <a:t>vf</a:t>
            </a:r>
            <a:r>
              <a:rPr lang="en-US" sz="3200" dirty="0">
                <a:latin typeface="Preeti" pitchFamily="2" charset="0"/>
              </a:rPr>
              <a:t> ug{ </a:t>
            </a:r>
            <a:r>
              <a:rPr lang="en-US" sz="3200" dirty="0" err="1">
                <a:latin typeface="Preeti" pitchFamily="2" charset="0"/>
              </a:rPr>
              <a:t>xbDofb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gx'g</a:t>
            </a:r>
            <a:r>
              <a:rPr lang="en-US" sz="3200" dirty="0">
                <a:latin typeface="Preeti" pitchFamily="2" charset="0"/>
              </a:rPr>
              <a:t>] </a:t>
            </a:r>
            <a:r>
              <a:rPr lang="en-US" sz="3200" dirty="0" err="1">
                <a:latin typeface="Preeti" pitchFamily="2" charset="0"/>
              </a:rPr>
              <a:t>egL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lhls</a:t>
            </a:r>
            <a:r>
              <a:rPr lang="en-US" sz="3200" dirty="0">
                <a:latin typeface="Preeti" pitchFamily="2" charset="0"/>
              </a:rPr>
              <a:t>/ lnP5 . o:tf]df </a:t>
            </a:r>
            <a:r>
              <a:rPr lang="en-US" sz="3200" b="1" dirty="0">
                <a:latin typeface="Preeti" pitchFamily="2" charset="0"/>
              </a:rPr>
              <a:t>s </a:t>
            </a:r>
            <a:r>
              <a:rPr lang="en-US" sz="3200" dirty="0">
                <a:latin typeface="Preeti" pitchFamily="2" charset="0"/>
              </a:rPr>
              <a:t>n] </a:t>
            </a:r>
            <a:r>
              <a:rPr lang="en-US" sz="3200" dirty="0" err="1">
                <a:latin typeface="Preeti" pitchFamily="2" charset="0"/>
              </a:rPr>
              <a:t>pQm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hUuf</a:t>
            </a:r>
            <a:r>
              <a:rPr lang="en-US" sz="3200" dirty="0">
                <a:latin typeface="Preeti" pitchFamily="2" charset="0"/>
              </a:rPr>
              <a:t> bf=</a:t>
            </a:r>
            <a:r>
              <a:rPr lang="en-US" sz="3200" dirty="0" err="1">
                <a:latin typeface="Preeti" pitchFamily="2" charset="0"/>
              </a:rPr>
              <a:t>vf</a:t>
            </a:r>
            <a:r>
              <a:rPr lang="en-US" sz="3200" dirty="0">
                <a:latin typeface="Preeti" pitchFamily="2" charset="0"/>
              </a:rPr>
              <a:t> ug{ kfpF5 ls </a:t>
            </a:r>
            <a:r>
              <a:rPr lang="en-US" sz="3200" dirty="0" err="1">
                <a:latin typeface="Preeti" pitchFamily="2" charset="0"/>
              </a:rPr>
              <a:t>kfp+b</a:t>
            </a:r>
            <a:r>
              <a:rPr lang="en-US" sz="3200" dirty="0">
                <a:latin typeface="Preeti" pitchFamily="2" charset="0"/>
              </a:rPr>
              <a:t>]g </a:t>
            </a:r>
            <a:r>
              <a:rPr lang="en-US" sz="2600" dirty="0">
                <a:latin typeface="Preeti" pitchFamily="2" charset="0"/>
              </a:rPr>
              <a:t>&lt;                   -;=c=a'= @)^^ k"0ff{+s $)% k[ @)=_</a:t>
            </a:r>
          </a:p>
          <a:p>
            <a:pPr lvl="1" algn="just">
              <a:buNone/>
            </a:pPr>
            <a:endParaRPr lang="en-US" sz="2000" dirty="0">
              <a:latin typeface="Preeti" pitchFamily="2" charset="0"/>
            </a:endParaRPr>
          </a:p>
          <a:p>
            <a:pPr marL="228600" lvl="1" algn="just">
              <a:buNone/>
            </a:pP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^= ;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DklQsf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]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k|s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[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ltM</a:t>
            </a:r>
            <a:endParaRPr lang="en-US" sz="3200" b="1" dirty="0">
              <a:solidFill>
                <a:srgbClr val="FFFF00"/>
              </a:solidFill>
              <a:latin typeface="Preeti" pitchFamily="2" charset="0"/>
            </a:endParaRPr>
          </a:p>
          <a:p>
            <a:pPr marL="457200" lvl="1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Preeti" pitchFamily="2" charset="0"/>
              </a:rPr>
              <a:t>u </a:t>
            </a:r>
            <a:r>
              <a:rPr lang="en-US" sz="3200" dirty="0">
                <a:latin typeface="Preeti" pitchFamily="2" charset="0"/>
              </a:rPr>
              <a:t>n]  ;~</a:t>
            </a:r>
            <a:r>
              <a:rPr lang="en-US" sz="3200" dirty="0" err="1">
                <a:latin typeface="Preeti" pitchFamily="2" charset="0"/>
              </a:rPr>
              <a:t>ro</a:t>
            </a:r>
            <a:r>
              <a:rPr lang="en-US" sz="3200" dirty="0">
                <a:latin typeface="Preeti" pitchFamily="2" charset="0"/>
              </a:rPr>
              <a:t> sf]ifaf6 C0f </a:t>
            </a:r>
            <a:r>
              <a:rPr lang="en-US" sz="3200" dirty="0" err="1">
                <a:latin typeface="Preeti" pitchFamily="2" charset="0"/>
              </a:rPr>
              <a:t>lnO</a:t>
            </a:r>
            <a:r>
              <a:rPr lang="en-US" sz="3200" dirty="0">
                <a:latin typeface="Preeti" pitchFamily="2" charset="0"/>
              </a:rPr>
              <a:t>{ </a:t>
            </a:r>
            <a:r>
              <a:rPr lang="en-US" sz="3200" dirty="0" err="1">
                <a:latin typeface="Preeti" pitchFamily="2" charset="0"/>
              </a:rPr>
              <a:t>lsQf</a:t>
            </a:r>
            <a:r>
              <a:rPr lang="en-US" sz="3200" dirty="0">
                <a:latin typeface="Preeti" pitchFamily="2" charset="0"/>
              </a:rPr>
              <a:t> g+=! sf] &amp; </a:t>
            </a:r>
            <a:r>
              <a:rPr lang="en-US" sz="3200" dirty="0" err="1">
                <a:latin typeface="Preeti" pitchFamily="2" charset="0"/>
              </a:rPr>
              <a:t>cfgf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hUuf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lsg</a:t>
            </a:r>
            <a:r>
              <a:rPr lang="en-US" sz="3200" dirty="0">
                <a:latin typeface="Preeti" pitchFamily="2" charset="0"/>
              </a:rPr>
              <a:t>]5 . To;kl5 ;f] </a:t>
            </a:r>
            <a:r>
              <a:rPr lang="en-US" sz="3200" dirty="0" err="1">
                <a:latin typeface="Preeti" pitchFamily="2" charset="0"/>
              </a:rPr>
              <a:t>hUufdf</a:t>
            </a:r>
            <a:r>
              <a:rPr lang="en-US" sz="3200" dirty="0">
                <a:latin typeface="Preeti" pitchFamily="2" charset="0"/>
              </a:rPr>
              <a:t> ;</a:t>
            </a:r>
            <a:r>
              <a:rPr lang="en-US" sz="3200" dirty="0" err="1">
                <a:latin typeface="Preeti" pitchFamily="2" charset="0"/>
              </a:rPr>
              <a:t>uf</a:t>
            </a:r>
            <a:r>
              <a:rPr lang="en-US" sz="3200" dirty="0">
                <a:latin typeface="Preeti" pitchFamily="2" charset="0"/>
              </a:rPr>
              <a:t>]</a:t>
            </a:r>
            <a:r>
              <a:rPr lang="en-US" sz="3200" dirty="0" err="1">
                <a:latin typeface="Preeti" pitchFamily="2" charset="0"/>
              </a:rPr>
              <a:t>nsf</a:t>
            </a:r>
            <a:r>
              <a:rPr lang="en-US" sz="3200" dirty="0">
                <a:latin typeface="Preeti" pitchFamily="2" charset="0"/>
              </a:rPr>
              <a:t>] nufgLaf6 3/ agfP5 . o; l:yltdf ;f] 3/ / </a:t>
            </a:r>
            <a:r>
              <a:rPr lang="en-US" sz="3200" dirty="0" err="1">
                <a:latin typeface="Preeti" pitchFamily="2" charset="0"/>
              </a:rPr>
              <a:t>hUuf</a:t>
            </a:r>
            <a:r>
              <a:rPr lang="en-US" sz="3200" dirty="0">
                <a:latin typeface="Preeti" pitchFamily="2" charset="0"/>
              </a:rPr>
              <a:t> u sf </a:t>
            </a:r>
            <a:r>
              <a:rPr lang="en-US" sz="3200" dirty="0" err="1">
                <a:latin typeface="Preeti" pitchFamily="2" charset="0"/>
              </a:rPr>
              <a:t>lbbL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efOnfO</a:t>
            </a:r>
            <a:r>
              <a:rPr lang="en-US" sz="3200" dirty="0">
                <a:latin typeface="Preeti" pitchFamily="2" charset="0"/>
              </a:rPr>
              <a:t>{ </a:t>
            </a:r>
            <a:r>
              <a:rPr lang="en-US" sz="3200" dirty="0" err="1">
                <a:latin typeface="Preeti" pitchFamily="2" charset="0"/>
              </a:rPr>
              <a:t>c+z</a:t>
            </a:r>
            <a:r>
              <a:rPr lang="en-US" sz="3200" dirty="0">
                <a:latin typeface="Preeti" pitchFamily="2" charset="0"/>
              </a:rPr>
              <a:t> nfU5 ls </a:t>
            </a:r>
            <a:r>
              <a:rPr lang="en-US" sz="3200" dirty="0" err="1">
                <a:latin typeface="Preeti" pitchFamily="2" charset="0"/>
              </a:rPr>
              <a:t>nfUb</a:t>
            </a:r>
            <a:r>
              <a:rPr lang="en-US" sz="3200" dirty="0">
                <a:latin typeface="Preeti" pitchFamily="2" charset="0"/>
              </a:rPr>
              <a:t>}g &lt;</a:t>
            </a:r>
          </a:p>
          <a:p>
            <a:pPr marL="365760" lvl="3" indent="0" algn="just">
              <a:buClr>
                <a:schemeClr val="bg2">
                  <a:lumMod val="40000"/>
                  <a:lumOff val="60000"/>
                </a:schemeClr>
              </a:buClr>
              <a:buNone/>
            </a:pPr>
            <a:r>
              <a:rPr lang="en-US" sz="2800" b="1" dirty="0">
                <a:latin typeface="Preeti" pitchFamily="2" charset="0"/>
              </a:rPr>
              <a:t>                                             </a:t>
            </a:r>
            <a:r>
              <a:rPr lang="en-US" sz="2600" b="1" dirty="0">
                <a:latin typeface="Preeti" pitchFamily="2" charset="0"/>
              </a:rPr>
              <a:t>-</a:t>
            </a:r>
            <a:r>
              <a:rPr lang="en-US" sz="2600" dirty="0">
                <a:latin typeface="Preeti" pitchFamily="2" charset="0"/>
              </a:rPr>
              <a:t>g]=sf=k=,@)&amp;% lg=g+ !))#% ;+=O=_</a:t>
            </a:r>
          </a:p>
          <a:p>
            <a:pPr lvl="1" algn="just">
              <a:buNone/>
            </a:pPr>
            <a:r>
              <a:rPr lang="en-US" sz="2600" b="1" dirty="0">
                <a:latin typeface="Preeti" pitchFamily="2" charset="0"/>
              </a:rPr>
              <a:t>                                                -</a:t>
            </a:r>
            <a:r>
              <a:rPr lang="en-US" sz="2600" dirty="0">
                <a:latin typeface="Preeti" pitchFamily="2" charset="0"/>
              </a:rPr>
              <a:t>g]=sf=k=,@)*) lg=g+ !!!#* k\+=O=_</a:t>
            </a:r>
          </a:p>
          <a:p>
            <a:pPr lvl="1" algn="just">
              <a:buNone/>
            </a:pPr>
            <a:endParaRPr lang="en-US" sz="2000" b="1" dirty="0">
              <a:latin typeface="PCS NEPAL" pitchFamily="82" charset="0"/>
            </a:endParaRPr>
          </a:p>
          <a:p>
            <a:pPr lvl="1" algn="just">
              <a:buNone/>
            </a:pPr>
            <a:endParaRPr lang="en-US" sz="2000" b="1" dirty="0">
              <a:latin typeface="PCS NEPAL" pitchFamily="82" charset="0"/>
            </a:endParaRPr>
          </a:p>
          <a:p>
            <a:pPr lvl="1" algn="just">
              <a:buNone/>
            </a:pPr>
            <a:endParaRPr lang="en-US" sz="2000" b="1" dirty="0">
              <a:latin typeface="PCS NEPAL" pitchFamily="82" charset="0"/>
            </a:endParaRPr>
          </a:p>
          <a:p>
            <a:pPr lvl="1" algn="just">
              <a:buNone/>
            </a:pPr>
            <a:endParaRPr lang="en-US" sz="2000" b="1" dirty="0">
              <a:latin typeface="PCS NEPAL" pitchFamily="82" charset="0"/>
            </a:endParaRPr>
          </a:p>
          <a:p>
            <a:pPr lvl="1" algn="just">
              <a:buNone/>
            </a:pPr>
            <a:endParaRPr lang="en-US" sz="2000" b="1" dirty="0">
              <a:latin typeface="PCS NEPAL" pitchFamily="82" charset="0"/>
            </a:endParaRPr>
          </a:p>
          <a:p>
            <a:pPr lvl="1" algn="just">
              <a:buNone/>
            </a:pPr>
            <a:endParaRPr lang="en-US" sz="2000" b="1" dirty="0">
              <a:latin typeface="PCS NEPAL" pitchFamily="82" charset="0"/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97FD3B-D252-6CBC-6C97-9C399F349E3F}"/>
              </a:ext>
            </a:extLst>
          </p:cNvPr>
          <p:cNvSpPr txBox="1"/>
          <p:nvPr/>
        </p:nvSpPr>
        <p:spPr>
          <a:xfrm>
            <a:off x="152400" y="0"/>
            <a:ext cx="89154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Clr>
                <a:schemeClr val="bg2">
                  <a:lumMod val="40000"/>
                  <a:lumOff val="60000"/>
                </a:schemeClr>
              </a:buClr>
              <a:buSzPct val="100000"/>
            </a:pP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&amp;= ;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uf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]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nsf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]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nufgL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ePsf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]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sDkgLsf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] ;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DkltM</a:t>
            </a:r>
            <a:endParaRPr lang="en-US" sz="3200" b="1" dirty="0">
              <a:solidFill>
                <a:srgbClr val="FFFF00"/>
              </a:solidFill>
              <a:latin typeface="Preeti" pitchFamily="2" charset="0"/>
            </a:endParaRPr>
          </a:p>
          <a:p>
            <a:pPr marL="914400" lvl="1" indent="-457200">
              <a:buClr>
                <a:schemeClr val="bg2">
                  <a:lumMod val="40000"/>
                  <a:lumOff val="60000"/>
                </a:schemeClr>
              </a:buClr>
              <a:buSzPct val="100000"/>
              <a:buFont typeface="Wingdings" panose="05000000000000000000" pitchFamily="2" charset="2"/>
              <a:buChar char="q"/>
            </a:pPr>
            <a:endParaRPr lang="en-US" sz="3200" b="1" dirty="0">
              <a:solidFill>
                <a:srgbClr val="FFFF00"/>
              </a:solidFill>
              <a:latin typeface="Preeti" pitchFamily="2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+s n]  3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eGg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]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sDkgL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: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yfkgf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u/L ;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uf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]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nsf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] /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sd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nufgL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u/L !),)),)))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yfg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z]o/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lnPsf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] /x]5 . kl5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cfk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\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mgf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]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xssf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]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lsQf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g+=</a:t>
            </a:r>
            <a:r>
              <a:rPr lang="en-US" sz="2800" b="1" dirty="0">
                <a:solidFill>
                  <a:schemeClr val="tx2"/>
                </a:solidFill>
                <a:latin typeface="Preeti" pitchFamily="2" charset="0"/>
              </a:rPr>
              <a:t> 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% sf] 3/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hUuf;d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]t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sDkgLsf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]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gfddf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x:tfGt/0f u/]sf] /x]5 . s sf] k/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nf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]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skZrft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\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lghsf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5f]/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fx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¿ v / u sf lar c+za08f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ubf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{ ;f]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lsQf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g+=% sf] 3/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hUuf;d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]t a08f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nfUg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;S5  ls ;Sb}g &lt;</a:t>
            </a:r>
          </a:p>
          <a:p>
            <a:r>
              <a:rPr lang="en-US" sz="2800" b="1" dirty="0">
                <a:solidFill>
                  <a:schemeClr val="tx2"/>
                </a:solidFill>
                <a:latin typeface="Preeti" pitchFamily="2" charset="0"/>
              </a:rPr>
              <a:t>                                                -;=c=@)&amp;% k\[=^@$ k[=^%_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b="1" dirty="0">
              <a:solidFill>
                <a:schemeClr val="tx2"/>
              </a:solidFill>
              <a:latin typeface="Preeti" pitchFamily="2" charset="0"/>
            </a:endParaRPr>
          </a:p>
          <a:p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    *=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ljb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]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zLsf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] 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c+z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xs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 M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g]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kfnsf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]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gful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/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stf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gePsf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j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eGg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]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ljb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]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zLsf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] g]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kfndf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/x]sf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hUufdf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c+z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xs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Preeti" pitchFamily="2" charset="0"/>
              </a:rPr>
              <a:t>nfUg</a:t>
            </a:r>
            <a:r>
              <a:rPr lang="en-US" sz="3200" b="1" dirty="0">
                <a:solidFill>
                  <a:schemeClr val="tx2"/>
                </a:solidFill>
                <a:latin typeface="Preeti" pitchFamily="2" charset="0"/>
              </a:rPr>
              <a:t> ;S5 ls </a:t>
            </a:r>
            <a:r>
              <a:rPr lang="en-US" sz="2800" b="1" dirty="0">
                <a:solidFill>
                  <a:schemeClr val="tx2"/>
                </a:solidFill>
                <a:latin typeface="Preeti" pitchFamily="2" charset="0"/>
              </a:rPr>
              <a:t>;Sb}g &lt; -g]=sf=k=@)^# lg=g+=&amp;^(*_</a:t>
            </a:r>
            <a:endParaRPr lang="en-US" sz="2800" dirty="0">
              <a:solidFill>
                <a:schemeClr val="tx2"/>
              </a:solidFill>
            </a:endParaRPr>
          </a:p>
          <a:p>
            <a:pPr marL="914400" lvl="1" indent="-457200">
              <a:buClr>
                <a:schemeClr val="bg2">
                  <a:lumMod val="40000"/>
                  <a:lumOff val="60000"/>
                </a:schemeClr>
              </a:buClr>
              <a:buSzPct val="100000"/>
              <a:buFont typeface="Wingdings" panose="05000000000000000000" pitchFamily="2" charset="2"/>
              <a:buChar char="q"/>
            </a:pPr>
            <a:endParaRPr lang="en-US" sz="3200" b="1" dirty="0">
              <a:solidFill>
                <a:srgbClr val="FFFF00"/>
              </a:solidFill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838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7D97C5-6C8B-3966-CC1F-ACE3D7B24E62}"/>
              </a:ext>
            </a:extLst>
          </p:cNvPr>
          <p:cNvSpPr txBox="1"/>
          <p:nvPr/>
        </p:nvSpPr>
        <p:spPr>
          <a:xfrm>
            <a:off x="152400" y="152400"/>
            <a:ext cx="883920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Clr>
                <a:schemeClr val="bg2">
                  <a:lumMod val="40000"/>
                  <a:lumOff val="60000"/>
                </a:schemeClr>
              </a:buClr>
              <a:buSzPct val="100000"/>
            </a:pPr>
            <a:r>
              <a:rPr lang="en-US" sz="4800" b="1" dirty="0">
                <a:solidFill>
                  <a:srgbClr val="FFFF00"/>
                </a:solidFill>
                <a:highlight>
                  <a:srgbClr val="000000"/>
                </a:highlight>
                <a:latin typeface="Preeti" pitchFamily="2" charset="0"/>
              </a:rPr>
              <a:t>(=</a:t>
            </a:r>
            <a:r>
              <a:rPr lang="en-US" sz="4800" b="1" dirty="0" err="1">
                <a:solidFill>
                  <a:srgbClr val="FFFF00"/>
                </a:solidFill>
                <a:highlight>
                  <a:srgbClr val="000000"/>
                </a:highlight>
                <a:latin typeface="Preeti" pitchFamily="2" charset="0"/>
              </a:rPr>
              <a:t>as;kqsf</a:t>
            </a:r>
            <a:r>
              <a:rPr lang="en-US" sz="4800" b="1" dirty="0">
                <a:solidFill>
                  <a:srgbClr val="FFFF00"/>
                </a:solidFill>
                <a:highlight>
                  <a:srgbClr val="000000"/>
                </a:highlight>
                <a:latin typeface="Preeti" pitchFamily="2" charset="0"/>
              </a:rPr>
              <a:t>] </a:t>
            </a:r>
            <a:r>
              <a:rPr lang="en-US" sz="4800" b="1" dirty="0" err="1">
                <a:solidFill>
                  <a:srgbClr val="FFFF00"/>
                </a:solidFill>
                <a:highlight>
                  <a:srgbClr val="000000"/>
                </a:highlight>
                <a:latin typeface="Preeti" pitchFamily="2" charset="0"/>
              </a:rPr>
              <a:t>cfwf</a:t>
            </a:r>
            <a:r>
              <a:rPr lang="en-US" sz="4800" b="1" dirty="0">
                <a:solidFill>
                  <a:srgbClr val="FFFF00"/>
                </a:solidFill>
                <a:highlight>
                  <a:srgbClr val="000000"/>
                </a:highlight>
                <a:latin typeface="Preeti" pitchFamily="2" charset="0"/>
              </a:rPr>
              <a:t>/</a:t>
            </a:r>
            <a:r>
              <a:rPr lang="en-US" sz="4800" b="1" dirty="0" err="1">
                <a:solidFill>
                  <a:srgbClr val="FFFF00"/>
                </a:solidFill>
                <a:highlight>
                  <a:srgbClr val="000000"/>
                </a:highlight>
                <a:latin typeface="Preeti" pitchFamily="2" charset="0"/>
              </a:rPr>
              <a:t>df</a:t>
            </a:r>
            <a:r>
              <a:rPr lang="en-US" sz="4800" b="1" dirty="0">
                <a:solidFill>
                  <a:srgbClr val="FFFF00"/>
                </a:solidFill>
                <a:highlight>
                  <a:srgbClr val="000000"/>
                </a:highlight>
                <a:latin typeface="Preeti" pitchFamily="2" charset="0"/>
              </a:rPr>
              <a:t> </a:t>
            </a:r>
            <a:r>
              <a:rPr lang="en-US" sz="4800" b="1" dirty="0" err="1">
                <a:solidFill>
                  <a:srgbClr val="FFFF00"/>
                </a:solidFill>
                <a:highlight>
                  <a:srgbClr val="000000"/>
                </a:highlight>
                <a:latin typeface="Preeti" pitchFamily="2" charset="0"/>
              </a:rPr>
              <a:t>c+z</a:t>
            </a:r>
            <a:r>
              <a:rPr lang="en-US" sz="4800" b="1" dirty="0">
                <a:solidFill>
                  <a:srgbClr val="FFFF00"/>
                </a:solidFill>
                <a:highlight>
                  <a:srgbClr val="000000"/>
                </a:highlight>
                <a:latin typeface="Preeti" pitchFamily="2" charset="0"/>
              </a:rPr>
              <a:t> </a:t>
            </a:r>
            <a:r>
              <a:rPr lang="en-US" sz="4800" b="1" dirty="0">
                <a:highlight>
                  <a:srgbClr val="000000"/>
                </a:highlight>
                <a:latin typeface="Preeti" pitchFamily="2" charset="0"/>
              </a:rPr>
              <a:t>M</a:t>
            </a:r>
          </a:p>
          <a:p>
            <a:pPr marL="1028700" lvl="1" indent="-571500" algn="just">
              <a:buClr>
                <a:schemeClr val="bg2">
                  <a:lumMod val="40000"/>
                  <a:lumOff val="60000"/>
                </a:schemeClr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3600" dirty="0" err="1">
                <a:latin typeface="Preeti" pitchFamily="2" charset="0"/>
              </a:rPr>
              <a:t>cfdf</a:t>
            </a:r>
            <a:r>
              <a:rPr lang="en-US" sz="3600" dirty="0">
                <a:latin typeface="Preeti" pitchFamily="2" charset="0"/>
              </a:rPr>
              <a:t> </a:t>
            </a:r>
            <a:r>
              <a:rPr lang="en-US" sz="3600" dirty="0" err="1">
                <a:latin typeface="Preeti" pitchFamily="2" charset="0"/>
              </a:rPr>
              <a:t>kßfn</a:t>
            </a:r>
            <a:r>
              <a:rPr lang="en-US" sz="3600" dirty="0">
                <a:latin typeface="Preeti" pitchFamily="2" charset="0"/>
              </a:rPr>
              <a:t>] </a:t>
            </a:r>
            <a:r>
              <a:rPr lang="en-US" sz="3600" dirty="0" err="1">
                <a:latin typeface="Preeti" pitchFamily="2" charset="0"/>
              </a:rPr>
              <a:t>cfk</a:t>
            </a:r>
            <a:r>
              <a:rPr lang="en-US" sz="3600" dirty="0">
                <a:latin typeface="Preeti" pitchFamily="2" charset="0"/>
              </a:rPr>
              <a:t>\</a:t>
            </a:r>
            <a:r>
              <a:rPr lang="en-US" sz="3600" dirty="0" err="1">
                <a:latin typeface="Preeti" pitchFamily="2" charset="0"/>
              </a:rPr>
              <a:t>mgf</a:t>
            </a:r>
            <a:r>
              <a:rPr lang="en-US" sz="3600" dirty="0">
                <a:latin typeface="Preeti" pitchFamily="2" charset="0"/>
              </a:rPr>
              <a:t> </a:t>
            </a:r>
            <a:r>
              <a:rPr lang="en-US" sz="3600" dirty="0" err="1">
                <a:latin typeface="Preeti" pitchFamily="2" charset="0"/>
              </a:rPr>
              <a:t>gfddf</a:t>
            </a:r>
            <a:r>
              <a:rPr lang="en-US" sz="3600" dirty="0">
                <a:latin typeface="Preeti" pitchFamily="2" charset="0"/>
              </a:rPr>
              <a:t> /x]sf ;Dk\0f{ </a:t>
            </a:r>
            <a:r>
              <a:rPr lang="en-US" sz="3600" dirty="0" err="1">
                <a:latin typeface="Preeti" pitchFamily="2" charset="0"/>
              </a:rPr>
              <a:t>hUuf</a:t>
            </a:r>
            <a:r>
              <a:rPr lang="en-US" sz="3600" dirty="0">
                <a:latin typeface="Preeti" pitchFamily="2" charset="0"/>
              </a:rPr>
              <a:t> </a:t>
            </a:r>
            <a:r>
              <a:rPr lang="en-US" sz="3600" dirty="0" err="1">
                <a:latin typeface="Preeti" pitchFamily="2" charset="0"/>
              </a:rPr>
              <a:t>tLg</a:t>
            </a:r>
            <a:r>
              <a:rPr lang="en-US" sz="3600" dirty="0">
                <a:latin typeface="Preeti" pitchFamily="2" charset="0"/>
              </a:rPr>
              <a:t> 5f]/</a:t>
            </a:r>
            <a:r>
              <a:rPr lang="en-US" sz="3600" dirty="0" err="1">
                <a:latin typeface="Preeti" pitchFamily="2" charset="0"/>
              </a:rPr>
              <a:t>fx</a:t>
            </a:r>
            <a:r>
              <a:rPr lang="en-US" sz="3600" dirty="0">
                <a:latin typeface="Preeti" pitchFamily="2" charset="0"/>
              </a:rPr>
              <a:t>¿ s, v / u </a:t>
            </a:r>
            <a:r>
              <a:rPr lang="en-US" sz="3600" dirty="0" err="1">
                <a:latin typeface="Preeti" pitchFamily="2" charset="0"/>
              </a:rPr>
              <a:t>nfO</a:t>
            </a:r>
            <a:r>
              <a:rPr lang="en-US" sz="3600" dirty="0">
                <a:latin typeface="Preeti" pitchFamily="2" charset="0"/>
              </a:rPr>
              <a:t>{ g/d s/d </a:t>
            </a:r>
            <a:r>
              <a:rPr lang="en-US" sz="3600" dirty="0" err="1">
                <a:latin typeface="Preeti" pitchFamily="2" charset="0"/>
              </a:rPr>
              <a:t>ldnfO</a:t>
            </a:r>
            <a:r>
              <a:rPr lang="en-US" sz="3600" dirty="0">
                <a:latin typeface="Preeti" pitchFamily="2" charset="0"/>
              </a:rPr>
              <a:t>{ a/fa/ u/L as; lbP5 . </a:t>
            </a:r>
            <a:r>
              <a:rPr lang="en-US" sz="3600" dirty="0" err="1">
                <a:latin typeface="Preeti" pitchFamily="2" charset="0"/>
              </a:rPr>
              <a:t>tTkZrft</a:t>
            </a:r>
            <a:r>
              <a:rPr lang="en-US" sz="3600" dirty="0">
                <a:latin typeface="Preeti" pitchFamily="2" charset="0"/>
              </a:rPr>
              <a:t>\ s  / v n] as; </a:t>
            </a:r>
            <a:r>
              <a:rPr lang="en-US" sz="3600" dirty="0" err="1">
                <a:latin typeface="Preeti" pitchFamily="2" charset="0"/>
              </a:rPr>
              <a:t>kfPsf</a:t>
            </a:r>
            <a:r>
              <a:rPr lang="en-US" sz="3600" dirty="0">
                <a:latin typeface="Preeti" pitchFamily="2" charset="0"/>
              </a:rPr>
              <a:t> </a:t>
            </a:r>
            <a:r>
              <a:rPr lang="en-US" sz="3600" dirty="0" err="1">
                <a:latin typeface="Preeti" pitchFamily="2" charset="0"/>
              </a:rPr>
              <a:t>cfcfk</a:t>
            </a:r>
            <a:r>
              <a:rPr lang="en-US" sz="3600" dirty="0">
                <a:latin typeface="Preeti" pitchFamily="2" charset="0"/>
              </a:rPr>
              <a:t>\</a:t>
            </a:r>
            <a:r>
              <a:rPr lang="en-US" sz="3600" dirty="0" err="1">
                <a:latin typeface="Preeti" pitchFamily="2" charset="0"/>
              </a:rPr>
              <a:t>mgf</a:t>
            </a:r>
            <a:r>
              <a:rPr lang="en-US" sz="3600" dirty="0">
                <a:latin typeface="Preeti" pitchFamily="2" charset="0"/>
              </a:rPr>
              <a:t> </a:t>
            </a:r>
            <a:r>
              <a:rPr lang="en-US" sz="3600" dirty="0" err="1">
                <a:latin typeface="Preeti" pitchFamily="2" charset="0"/>
              </a:rPr>
              <a:t>hUufdf</a:t>
            </a:r>
            <a:r>
              <a:rPr lang="en-US" sz="3600" dirty="0">
                <a:latin typeface="Preeti" pitchFamily="2" charset="0"/>
              </a:rPr>
              <a:t> 3/ </a:t>
            </a:r>
            <a:r>
              <a:rPr lang="en-US" sz="3600" dirty="0" err="1">
                <a:latin typeface="Preeti" pitchFamily="2" charset="0"/>
              </a:rPr>
              <a:t>agfO</a:t>
            </a:r>
            <a:r>
              <a:rPr lang="en-US" sz="3600" dirty="0">
                <a:latin typeface="Preeti" pitchFamily="2" charset="0"/>
              </a:rPr>
              <a:t>{ a;]5g\ t/ u n] as; </a:t>
            </a:r>
            <a:r>
              <a:rPr lang="en-US" sz="3600" dirty="0" err="1">
                <a:latin typeface="Preeti" pitchFamily="2" charset="0"/>
              </a:rPr>
              <a:t>kfPsf</a:t>
            </a:r>
            <a:r>
              <a:rPr lang="en-US" sz="3600" dirty="0">
                <a:latin typeface="Preeti" pitchFamily="2" charset="0"/>
              </a:rPr>
              <a:t>] </a:t>
            </a:r>
            <a:r>
              <a:rPr lang="en-US" sz="3600" dirty="0" err="1">
                <a:latin typeface="Preeti" pitchFamily="2" charset="0"/>
              </a:rPr>
              <a:t>cfk</a:t>
            </a:r>
            <a:r>
              <a:rPr lang="en-US" sz="3600" dirty="0">
                <a:latin typeface="Preeti" pitchFamily="2" charset="0"/>
              </a:rPr>
              <a:t>\</a:t>
            </a:r>
            <a:r>
              <a:rPr lang="en-US" sz="3600" dirty="0" err="1">
                <a:latin typeface="Preeti" pitchFamily="2" charset="0"/>
              </a:rPr>
              <a:t>mgf</a:t>
            </a:r>
            <a:r>
              <a:rPr lang="en-US" sz="3600" dirty="0">
                <a:latin typeface="Preeti" pitchFamily="2" charset="0"/>
              </a:rPr>
              <a:t> ;a} </a:t>
            </a:r>
            <a:r>
              <a:rPr lang="en-US" sz="3600" dirty="0" err="1">
                <a:latin typeface="Preeti" pitchFamily="2" charset="0"/>
              </a:rPr>
              <a:t>hUuf</a:t>
            </a:r>
            <a:r>
              <a:rPr lang="en-US" sz="3600" dirty="0">
                <a:latin typeface="Preeti" pitchFamily="2" charset="0"/>
              </a:rPr>
              <a:t> a]r]5 . </a:t>
            </a:r>
            <a:r>
              <a:rPr lang="en-US" sz="3600" dirty="0" err="1">
                <a:latin typeface="Preeti" pitchFamily="2" charset="0"/>
              </a:rPr>
              <a:t>To;df</a:t>
            </a:r>
            <a:r>
              <a:rPr lang="en-US" sz="3600" dirty="0">
                <a:latin typeface="Preeti" pitchFamily="2" charset="0"/>
              </a:rPr>
              <a:t> s;}sf] </a:t>
            </a:r>
            <a:r>
              <a:rPr lang="en-US" sz="3600" dirty="0" err="1">
                <a:latin typeface="Preeti" pitchFamily="2" charset="0"/>
              </a:rPr>
              <a:t>gfln</a:t>
            </a:r>
            <a:r>
              <a:rPr lang="en-US" sz="3600" dirty="0">
                <a:latin typeface="Preeti" pitchFamily="2" charset="0"/>
              </a:rPr>
              <a:t>; k/]g . u n] </a:t>
            </a:r>
            <a:r>
              <a:rPr lang="en-US" sz="3600" dirty="0" err="1">
                <a:latin typeface="Preeti" pitchFamily="2" charset="0"/>
              </a:rPr>
              <a:t>ljlwjt</a:t>
            </a:r>
            <a:r>
              <a:rPr lang="en-US" sz="3600" dirty="0">
                <a:latin typeface="Preeti" pitchFamily="2" charset="0"/>
              </a:rPr>
              <a:t>\ c+za08f </a:t>
            </a:r>
            <a:r>
              <a:rPr lang="en-US" sz="3600" dirty="0" err="1">
                <a:latin typeface="Preeti" pitchFamily="2" charset="0"/>
              </a:rPr>
              <a:t>ePsf</a:t>
            </a:r>
            <a:r>
              <a:rPr lang="en-US" sz="3600" dirty="0">
                <a:latin typeface="Preeti" pitchFamily="2" charset="0"/>
              </a:rPr>
              <a:t>] 5}g . </a:t>
            </a:r>
            <a:r>
              <a:rPr lang="en-US" sz="3600" dirty="0" err="1">
                <a:latin typeface="Preeti" pitchFamily="2" charset="0"/>
              </a:rPr>
              <a:t>ctM</a:t>
            </a:r>
            <a:r>
              <a:rPr lang="en-US" sz="3600" dirty="0">
                <a:latin typeface="Preeti" pitchFamily="2" charset="0"/>
              </a:rPr>
              <a:t> </a:t>
            </a:r>
            <a:r>
              <a:rPr lang="en-US" sz="3600" dirty="0" err="1">
                <a:latin typeface="Preeti" pitchFamily="2" charset="0"/>
              </a:rPr>
              <a:t>c+z</a:t>
            </a:r>
            <a:r>
              <a:rPr lang="en-US" sz="3600" dirty="0">
                <a:latin typeface="Preeti" pitchFamily="2" charset="0"/>
              </a:rPr>
              <a:t> </a:t>
            </a:r>
            <a:r>
              <a:rPr lang="en-US" sz="3600" dirty="0" err="1">
                <a:latin typeface="Preeti" pitchFamily="2" charset="0"/>
              </a:rPr>
              <a:t>kfpF</a:t>
            </a:r>
            <a:r>
              <a:rPr lang="en-US" sz="3600" dirty="0">
                <a:latin typeface="Preeti" pitchFamily="2" charset="0"/>
              </a:rPr>
              <a:t> </a:t>
            </a:r>
            <a:r>
              <a:rPr lang="en-US" sz="3600" dirty="0" err="1">
                <a:latin typeface="Preeti" pitchFamily="2" charset="0"/>
              </a:rPr>
              <a:t>egL</a:t>
            </a:r>
            <a:r>
              <a:rPr lang="en-US" sz="3600" dirty="0">
                <a:latin typeface="Preeti" pitchFamily="2" charset="0"/>
              </a:rPr>
              <a:t> </a:t>
            </a:r>
            <a:r>
              <a:rPr lang="en-US" sz="3600" dirty="0" err="1">
                <a:latin typeface="Preeti" pitchFamily="2" charset="0"/>
              </a:rPr>
              <a:t>cfdf</a:t>
            </a:r>
            <a:r>
              <a:rPr lang="en-US" sz="3600" dirty="0">
                <a:latin typeface="Preeti" pitchFamily="2" charset="0"/>
              </a:rPr>
              <a:t>, s / v pk/ </a:t>
            </a:r>
            <a:r>
              <a:rPr lang="en-US" sz="3600" dirty="0" err="1">
                <a:latin typeface="Preeti" pitchFamily="2" charset="0"/>
              </a:rPr>
              <a:t>bfaL</a:t>
            </a:r>
            <a:r>
              <a:rPr lang="en-US" sz="3600" dirty="0">
                <a:latin typeface="Preeti" pitchFamily="2" charset="0"/>
              </a:rPr>
              <a:t> u/]5 . ca </a:t>
            </a:r>
            <a:r>
              <a:rPr lang="en-US" sz="3600" b="1" dirty="0">
                <a:latin typeface="Preeti" pitchFamily="2" charset="0"/>
              </a:rPr>
              <a:t>u </a:t>
            </a:r>
            <a:r>
              <a:rPr lang="en-US" sz="3600" dirty="0">
                <a:latin typeface="Preeti" pitchFamily="2" charset="0"/>
              </a:rPr>
              <a:t>n] </a:t>
            </a:r>
            <a:r>
              <a:rPr lang="en-US" sz="3600" dirty="0" err="1">
                <a:latin typeface="Preeti" pitchFamily="2" charset="0"/>
              </a:rPr>
              <a:t>c+z</a:t>
            </a:r>
            <a:r>
              <a:rPr lang="en-US" sz="3600" dirty="0">
                <a:latin typeface="Preeti" pitchFamily="2" charset="0"/>
              </a:rPr>
              <a:t> kfpF5 ls </a:t>
            </a:r>
            <a:r>
              <a:rPr lang="en-US" sz="3600" dirty="0" err="1">
                <a:latin typeface="Preeti" pitchFamily="2" charset="0"/>
              </a:rPr>
              <a:t>kfp+b</a:t>
            </a:r>
            <a:r>
              <a:rPr lang="en-US" sz="3600" dirty="0">
                <a:latin typeface="Preeti" pitchFamily="2" charset="0"/>
              </a:rPr>
              <a:t>}g &lt;</a:t>
            </a:r>
            <a:r>
              <a:rPr lang="en-US" sz="3600" b="1" dirty="0">
                <a:latin typeface="Preeti" pitchFamily="2" charset="0"/>
              </a:rPr>
              <a:t>            </a:t>
            </a:r>
            <a:r>
              <a:rPr lang="en-US" sz="3600" dirty="0">
                <a:latin typeface="Preeti" pitchFamily="2" charset="0"/>
              </a:rPr>
              <a:t>                                                                        </a:t>
            </a:r>
            <a:r>
              <a:rPr lang="en-US" sz="2800" dirty="0">
                <a:latin typeface="Preeti" pitchFamily="2" charset="0"/>
              </a:rPr>
              <a:t>										</a:t>
            </a:r>
            <a:r>
              <a:rPr lang="en-US" sz="2400" dirty="0">
                <a:latin typeface="Preeti" pitchFamily="2" charset="0"/>
              </a:rPr>
              <a:t>-</a:t>
            </a:r>
            <a:r>
              <a:rPr lang="en-US" sz="2400" b="1" dirty="0">
                <a:latin typeface="Preeti" pitchFamily="2" charset="0"/>
              </a:rPr>
              <a:t>g]=sf=k= @)^^ lg=g+= *)**_</a:t>
            </a:r>
          </a:p>
          <a:p>
            <a:pPr lvl="1">
              <a:buClr>
                <a:schemeClr val="bg2">
                  <a:lumMod val="40000"/>
                  <a:lumOff val="60000"/>
                </a:schemeClr>
              </a:buClr>
              <a:buSzPct val="100000"/>
            </a:pPr>
            <a:endParaRPr lang="en-US" sz="2000" b="1" dirty="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891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685800"/>
            <a:ext cx="8686800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chemeClr val="bg2">
                  <a:lumMod val="40000"/>
                  <a:lumOff val="60000"/>
                </a:schemeClr>
              </a:buClr>
              <a:buSzPct val="100000"/>
            </a:pP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!)=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xs;kmfM</a:t>
            </a:r>
            <a:endParaRPr lang="en-US" sz="3200" b="1" dirty="0">
              <a:solidFill>
                <a:srgbClr val="FFFF00"/>
              </a:solidFill>
              <a:latin typeface="Preeti" pitchFamily="2" charset="0"/>
            </a:endParaRPr>
          </a:p>
          <a:p>
            <a:pPr lvl="1">
              <a:buClr>
                <a:schemeClr val="bg2">
                  <a:lumMod val="40000"/>
                  <a:lumOff val="60000"/>
                </a:schemeClr>
              </a:buClr>
              <a:buSzPct val="100000"/>
              <a:buFont typeface="Courier New" pitchFamily="49" charset="0"/>
              <a:buChar char="o"/>
            </a:pPr>
            <a:endParaRPr lang="en-US" sz="2000" b="1" dirty="0">
              <a:latin typeface="Preeti" pitchFamily="2" charset="0"/>
            </a:endParaRPr>
          </a:p>
          <a:p>
            <a:pPr marL="914400" lvl="1" indent="-457200">
              <a:buClr>
                <a:schemeClr val="bg2">
                  <a:lumMod val="40000"/>
                  <a:lumOff val="60000"/>
                </a:schemeClr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800" b="1" dirty="0">
                <a:latin typeface="Preeti" pitchFamily="2" charset="0"/>
              </a:rPr>
              <a:t>s </a:t>
            </a:r>
            <a:r>
              <a:rPr lang="en-US" sz="2800" dirty="0">
                <a:latin typeface="Preeti" pitchFamily="2" charset="0"/>
              </a:rPr>
              <a:t>n]</a:t>
            </a:r>
            <a:r>
              <a:rPr lang="en-US" sz="2800" b="1" dirty="0">
                <a:latin typeface="Preeti" pitchFamily="2" charset="0"/>
              </a:rPr>
              <a:t> u </a:t>
            </a:r>
            <a:r>
              <a:rPr lang="en-US" sz="2800" dirty="0" err="1">
                <a:latin typeface="Preeti" pitchFamily="2" charset="0"/>
              </a:rPr>
              <a:t>nfO</a:t>
            </a:r>
            <a:r>
              <a:rPr lang="en-US" sz="2800" dirty="0">
                <a:latin typeface="Preeti" pitchFamily="2" charset="0"/>
              </a:rPr>
              <a:t>{ </a:t>
            </a:r>
            <a:r>
              <a:rPr lang="en-US" sz="2800" dirty="0" err="1">
                <a:latin typeface="Preeti" pitchFamily="2" charset="0"/>
              </a:rPr>
              <a:t>lsQf</a:t>
            </a:r>
            <a:r>
              <a:rPr lang="en-US" sz="2800" dirty="0">
                <a:latin typeface="Preeti" pitchFamily="2" charset="0"/>
              </a:rPr>
              <a:t> g+=# sf]  </a:t>
            </a:r>
            <a:r>
              <a:rPr lang="en-US" sz="2800" dirty="0" err="1">
                <a:latin typeface="Preeti" pitchFamily="2" charset="0"/>
              </a:rPr>
              <a:t>hUuf</a:t>
            </a:r>
            <a:r>
              <a:rPr lang="en-US" sz="2800" dirty="0">
                <a:latin typeface="Preeti" pitchFamily="2" charset="0"/>
              </a:rPr>
              <a:t> /</a:t>
            </a:r>
            <a:r>
              <a:rPr lang="en-US" sz="2800" dirty="0" err="1">
                <a:latin typeface="Preeti" pitchFamily="2" charset="0"/>
              </a:rPr>
              <a:t>fhLgfdf</a:t>
            </a:r>
            <a:r>
              <a:rPr lang="en-US" sz="2800" dirty="0">
                <a:latin typeface="Preeti" pitchFamily="2" charset="0"/>
              </a:rPr>
              <a:t> u/L lbP5 . </a:t>
            </a:r>
            <a:r>
              <a:rPr lang="en-US" sz="2800" dirty="0" err="1">
                <a:latin typeface="Preeti" pitchFamily="2" charset="0"/>
              </a:rPr>
              <a:t>lghsf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b="1" dirty="0">
                <a:latin typeface="Preeti" pitchFamily="2" charset="0"/>
              </a:rPr>
              <a:t>v </a:t>
            </a:r>
            <a:r>
              <a:rPr lang="en-US" sz="2800" dirty="0" err="1">
                <a:latin typeface="Preeti" pitchFamily="2" charset="0"/>
              </a:rPr>
              <a:t>eGg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efOn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lsQf</a:t>
            </a:r>
            <a:r>
              <a:rPr lang="en-US" sz="2800" dirty="0">
                <a:latin typeface="Preeti" pitchFamily="2" charset="0"/>
              </a:rPr>
              <a:t> g+=# sf]  </a:t>
            </a:r>
            <a:r>
              <a:rPr lang="en-US" sz="2800" dirty="0" err="1">
                <a:latin typeface="Preeti" pitchFamily="2" charset="0"/>
              </a:rPr>
              <a:t>hUuf;Fu</a:t>
            </a:r>
            <a:r>
              <a:rPr lang="en-US" sz="2800" dirty="0">
                <a:latin typeface="Preeti" pitchFamily="2" charset="0"/>
              </a:rPr>
              <a:t> ;</a:t>
            </a:r>
            <a:r>
              <a:rPr lang="en-US" sz="2800" dirty="0" err="1">
                <a:latin typeface="Preeti" pitchFamily="2" charset="0"/>
              </a:rPr>
              <a:t>fFwl;dfgf</a:t>
            </a:r>
            <a:r>
              <a:rPr lang="en-US" sz="2800" dirty="0">
                <a:latin typeface="Preeti" pitchFamily="2" charset="0"/>
              </a:rPr>
              <a:t> hfl8Psf] </a:t>
            </a:r>
            <a:r>
              <a:rPr lang="en-US" sz="2800" dirty="0" err="1">
                <a:latin typeface="Preeti" pitchFamily="2" charset="0"/>
              </a:rPr>
              <a:t>cfkm</a:t>
            </a:r>
            <a:r>
              <a:rPr lang="en-US" sz="2800" dirty="0">
                <a:latin typeface="Preeti" pitchFamily="2" charset="0"/>
              </a:rPr>
              <a:t>\gf] </a:t>
            </a:r>
            <a:r>
              <a:rPr lang="en-US" sz="2800" dirty="0" err="1">
                <a:latin typeface="Preeti" pitchFamily="2" charset="0"/>
              </a:rPr>
              <a:t>lsQf</a:t>
            </a:r>
            <a:r>
              <a:rPr lang="en-US" sz="2800" dirty="0">
                <a:latin typeface="Preeti" pitchFamily="2" charset="0"/>
              </a:rPr>
              <a:t> g+=@ sf] </a:t>
            </a:r>
            <a:r>
              <a:rPr lang="en-US" sz="2800" dirty="0" err="1">
                <a:latin typeface="Preeti" pitchFamily="2" charset="0"/>
              </a:rPr>
              <a:t>hUufdf</a:t>
            </a:r>
            <a:r>
              <a:rPr lang="en-US" sz="2800" dirty="0">
                <a:latin typeface="Preeti" pitchFamily="2" charset="0"/>
              </a:rPr>
              <a:t> l;+</a:t>
            </a:r>
            <a:r>
              <a:rPr lang="en-US" sz="2800" dirty="0" err="1">
                <a:latin typeface="Preeti" pitchFamily="2" charset="0"/>
              </a:rPr>
              <a:t>rfO</a:t>
            </a:r>
            <a:r>
              <a:rPr lang="en-US" sz="2800" dirty="0">
                <a:latin typeface="Preeti" pitchFamily="2" charset="0"/>
              </a:rPr>
              <a:t>{ ug{ ;</a:t>
            </a:r>
            <a:r>
              <a:rPr lang="en-US" sz="2800" dirty="0" err="1">
                <a:latin typeface="Preeti" pitchFamily="2" charset="0"/>
              </a:rPr>
              <a:t>lGw;k</a:t>
            </a:r>
            <a:r>
              <a:rPr lang="en-US" sz="2800" dirty="0">
                <a:latin typeface="Preeti" pitchFamily="2" charset="0"/>
              </a:rPr>
              <a:t>{g kg]{ </a:t>
            </a:r>
            <a:r>
              <a:rPr lang="en-US" sz="2800" dirty="0" err="1">
                <a:latin typeface="Preeti" pitchFamily="2" charset="0"/>
              </a:rPr>
              <a:t>egL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xs;kmf</a:t>
            </a:r>
            <a:r>
              <a:rPr lang="en-US" sz="2800" dirty="0">
                <a:latin typeface="Preeti" pitchFamily="2" charset="0"/>
              </a:rPr>
              <a:t> ug{ </a:t>
            </a:r>
            <a:r>
              <a:rPr lang="en-US" sz="2800" dirty="0" err="1">
                <a:latin typeface="Preeti" pitchFamily="2" charset="0"/>
              </a:rPr>
              <a:t>bfaL</a:t>
            </a:r>
            <a:r>
              <a:rPr lang="en-US" sz="2800" dirty="0">
                <a:latin typeface="Preeti" pitchFamily="2" charset="0"/>
              </a:rPr>
              <a:t> u/]5 . </a:t>
            </a:r>
            <a:r>
              <a:rPr lang="en-US" sz="2800" dirty="0" err="1">
                <a:latin typeface="Preeti" pitchFamily="2" charset="0"/>
              </a:rPr>
              <a:t>gS;f</a:t>
            </a:r>
            <a:r>
              <a:rPr lang="en-US" sz="2800" dirty="0">
                <a:latin typeface="Preeti" pitchFamily="2" charset="0"/>
              </a:rPr>
              <a:t> x'+</a:t>
            </a:r>
            <a:r>
              <a:rPr lang="en-US" sz="2800" dirty="0" err="1">
                <a:latin typeface="Preeti" pitchFamily="2" charset="0"/>
              </a:rPr>
              <a:t>Fbf</a:t>
            </a:r>
            <a:r>
              <a:rPr lang="en-US" sz="2800" b="1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lsQf</a:t>
            </a:r>
            <a:r>
              <a:rPr lang="en-US" sz="2800" dirty="0">
                <a:latin typeface="Preeti" pitchFamily="2" charset="0"/>
              </a:rPr>
              <a:t> g+= # </a:t>
            </a:r>
            <a:r>
              <a:rPr lang="en-US" sz="2800" dirty="0" err="1">
                <a:latin typeface="Preeti" pitchFamily="2" charset="0"/>
              </a:rPr>
              <a:t>eGbf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klxnf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b="1" dirty="0">
                <a:latin typeface="Preeti" pitchFamily="2" charset="0"/>
              </a:rPr>
              <a:t>v</a:t>
            </a:r>
            <a:r>
              <a:rPr lang="en-US" sz="2800" dirty="0">
                <a:latin typeface="Preeti" pitchFamily="2" charset="0"/>
              </a:rPr>
              <a:t> sf] </a:t>
            </a:r>
            <a:r>
              <a:rPr lang="en-US" sz="2800" dirty="0" err="1">
                <a:latin typeface="Preeti" pitchFamily="2" charset="0"/>
              </a:rPr>
              <a:t>lsQf</a:t>
            </a:r>
            <a:r>
              <a:rPr lang="en-US" sz="2800" dirty="0">
                <a:latin typeface="Preeti" pitchFamily="2" charset="0"/>
              </a:rPr>
              <a:t> g+=@ </a:t>
            </a:r>
            <a:r>
              <a:rPr lang="en-US" sz="2800" dirty="0" err="1">
                <a:latin typeface="Preeti" pitchFamily="2" charset="0"/>
              </a:rPr>
              <a:t>df</a:t>
            </a:r>
            <a:r>
              <a:rPr lang="en-US" sz="2800" dirty="0">
                <a:latin typeface="Preeti" pitchFamily="2" charset="0"/>
              </a:rPr>
              <a:t> g} </a:t>
            </a:r>
            <a:r>
              <a:rPr lang="en-US" sz="2800" dirty="0" err="1">
                <a:latin typeface="Preeti" pitchFamily="2" charset="0"/>
              </a:rPr>
              <a:t>s"nf</a:t>
            </a:r>
            <a:r>
              <a:rPr lang="en-US" sz="2800" dirty="0">
                <a:latin typeface="Preeti" pitchFamily="2" charset="0"/>
              </a:rPr>
              <a:t>]  hf]l8Psf] b]</a:t>
            </a:r>
            <a:r>
              <a:rPr lang="en-US" sz="2800" dirty="0" err="1">
                <a:latin typeface="Preeti" pitchFamily="2" charset="0"/>
              </a:rPr>
              <a:t>lvof</a:t>
            </a:r>
            <a:r>
              <a:rPr lang="en-US" sz="2800" dirty="0">
                <a:latin typeface="Preeti" pitchFamily="2" charset="0"/>
              </a:rPr>
              <a:t>] . ca </a:t>
            </a:r>
            <a:r>
              <a:rPr lang="en-US" sz="2800" b="1" dirty="0">
                <a:latin typeface="Preeti" pitchFamily="2" charset="0"/>
              </a:rPr>
              <a:t>v </a:t>
            </a:r>
            <a:r>
              <a:rPr lang="en-US" sz="2800" dirty="0">
                <a:latin typeface="Preeti" pitchFamily="2" charset="0"/>
              </a:rPr>
              <a:t>n] </a:t>
            </a:r>
            <a:r>
              <a:rPr lang="en-US" sz="2800" dirty="0" err="1">
                <a:latin typeface="Preeti" pitchFamily="2" charset="0"/>
              </a:rPr>
              <a:t>xs;kmf</a:t>
            </a:r>
            <a:r>
              <a:rPr lang="en-US" sz="2800" dirty="0">
                <a:latin typeface="Preeti" pitchFamily="2" charset="0"/>
              </a:rPr>
              <a:t> ug{ kfpF5 ls </a:t>
            </a:r>
            <a:r>
              <a:rPr lang="en-US" sz="2800" dirty="0" err="1">
                <a:latin typeface="Preeti" pitchFamily="2" charset="0"/>
              </a:rPr>
              <a:t>kfpFb</a:t>
            </a:r>
            <a:r>
              <a:rPr lang="en-US" sz="2800" dirty="0">
                <a:latin typeface="Preeti" pitchFamily="2" charset="0"/>
              </a:rPr>
              <a:t>}g &lt;</a:t>
            </a:r>
            <a:endParaRPr lang="en-US" sz="2800" b="1" dirty="0">
              <a:latin typeface="Preeti" pitchFamily="2" charset="0"/>
            </a:endParaRPr>
          </a:p>
          <a:p>
            <a:pPr lvl="1">
              <a:buClr>
                <a:schemeClr val="bg2">
                  <a:lumMod val="40000"/>
                  <a:lumOff val="60000"/>
                </a:schemeClr>
              </a:buClr>
              <a:buSzPct val="100000"/>
            </a:pPr>
            <a:r>
              <a:rPr lang="en-US" sz="1600" dirty="0">
                <a:latin typeface="Preeti" pitchFamily="2" charset="0"/>
              </a:rPr>
              <a:t>                                                                                     -</a:t>
            </a:r>
            <a:r>
              <a:rPr lang="en-US" sz="1600" b="1" dirty="0">
                <a:latin typeface="Preeti" pitchFamily="2" charset="0"/>
              </a:rPr>
              <a:t>g]=sf=k= @)^! lg=g+= &amp;#%! _</a:t>
            </a:r>
          </a:p>
          <a:p>
            <a:pPr lvl="1">
              <a:buClr>
                <a:schemeClr val="bg2">
                  <a:lumMod val="40000"/>
                  <a:lumOff val="60000"/>
                </a:schemeClr>
              </a:buClr>
              <a:buSzPct val="100000"/>
              <a:buFont typeface="Courier New" pitchFamily="49" charset="0"/>
              <a:buChar char="o"/>
            </a:pPr>
            <a:endParaRPr lang="en-US" sz="2000" b="1" dirty="0">
              <a:latin typeface="Preeti" pitchFamily="2" charset="0"/>
            </a:endParaRPr>
          </a:p>
          <a:p>
            <a:pPr marL="914400" lvl="1" indent="-457200">
              <a:buClr>
                <a:schemeClr val="bg2">
                  <a:lumMod val="40000"/>
                  <a:lumOff val="60000"/>
                </a:schemeClr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800" dirty="0" err="1">
                <a:latin typeface="Preeti" pitchFamily="2" charset="0"/>
              </a:rPr>
              <a:t>æsÆ</a:t>
            </a:r>
            <a:r>
              <a:rPr lang="en-US" sz="2800" dirty="0">
                <a:latin typeface="Preeti" pitchFamily="2" charset="0"/>
              </a:rPr>
              <a:t> / </a:t>
            </a:r>
            <a:r>
              <a:rPr lang="en-US" sz="2800" dirty="0" err="1">
                <a:latin typeface="Preeti" pitchFamily="2" charset="0"/>
              </a:rPr>
              <a:t>ævÆ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b'O</a:t>
            </a:r>
            <a:r>
              <a:rPr lang="en-US" sz="2800" dirty="0">
                <a:latin typeface="Preeti" pitchFamily="2" charset="0"/>
              </a:rPr>
              <a:t>{ </a:t>
            </a:r>
            <a:r>
              <a:rPr lang="en-US" sz="2800" dirty="0" err="1">
                <a:latin typeface="Preeti" pitchFamily="2" charset="0"/>
              </a:rPr>
              <a:t>bfh'efOsf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aLr</a:t>
            </a:r>
            <a:r>
              <a:rPr lang="en-US" sz="2800" dirty="0">
                <a:latin typeface="Preeti" pitchFamily="2" charset="0"/>
              </a:rPr>
              <a:t> c+za08f </a:t>
            </a:r>
            <a:r>
              <a:rPr lang="en-US" sz="2800" dirty="0" err="1">
                <a:latin typeface="Preeti" pitchFamily="2" charset="0"/>
              </a:rPr>
              <a:t>x'Fbf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lsQf</a:t>
            </a:r>
            <a:r>
              <a:rPr lang="en-US" sz="2800" dirty="0">
                <a:latin typeface="Preeti" pitchFamily="2" charset="0"/>
              </a:rPr>
              <a:t> g+=% sf] 3/hUufdWo] </a:t>
            </a:r>
            <a:r>
              <a:rPr lang="en-US" sz="2800" dirty="0" err="1">
                <a:latin typeface="Preeti" pitchFamily="2" charset="0"/>
              </a:rPr>
              <a:t>k"j</a:t>
            </a:r>
            <a:r>
              <a:rPr lang="en-US" sz="2800" dirty="0">
                <a:latin typeface="Preeti" pitchFamily="2" charset="0"/>
              </a:rPr>
              <a:t>{</a:t>
            </a:r>
            <a:r>
              <a:rPr lang="en-US" sz="2800" dirty="0" err="1">
                <a:latin typeface="Preeti" pitchFamily="2" charset="0"/>
              </a:rPr>
              <a:t>tkm</a:t>
            </a:r>
            <a:r>
              <a:rPr lang="en-US" sz="2800" dirty="0">
                <a:latin typeface="Preeti" pitchFamily="2" charset="0"/>
              </a:rPr>
              <a:t>{sf] </a:t>
            </a:r>
            <a:r>
              <a:rPr lang="en-US" sz="2800" dirty="0" err="1">
                <a:latin typeface="Preeti" pitchFamily="2" charset="0"/>
              </a:rPr>
              <a:t>cfwf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æsÆsf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efudf</a:t>
            </a:r>
            <a:r>
              <a:rPr lang="en-US" sz="2800" dirty="0">
                <a:latin typeface="Preeti" pitchFamily="2" charset="0"/>
              </a:rPr>
              <a:t> / </a:t>
            </a:r>
            <a:r>
              <a:rPr lang="en-US" sz="2800" dirty="0" err="1">
                <a:latin typeface="Preeti" pitchFamily="2" charset="0"/>
              </a:rPr>
              <a:t>klZrd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tkm</a:t>
            </a:r>
            <a:r>
              <a:rPr lang="en-US" sz="2800" dirty="0">
                <a:latin typeface="Preeti" pitchFamily="2" charset="0"/>
              </a:rPr>
              <a:t>{sf] </a:t>
            </a:r>
            <a:r>
              <a:rPr lang="en-US" sz="2800" dirty="0" err="1">
                <a:latin typeface="Preeti" pitchFamily="2" charset="0"/>
              </a:rPr>
              <a:t>cfwf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ævÆsf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efudf</a:t>
            </a:r>
            <a:r>
              <a:rPr lang="en-US" sz="2800" dirty="0">
                <a:latin typeface="Preeti" pitchFamily="2" charset="0"/>
              </a:rPr>
              <a:t> k/]5 . </a:t>
            </a:r>
            <a:r>
              <a:rPr lang="en-US" sz="2800" dirty="0" err="1">
                <a:latin typeface="Preeti" pitchFamily="2" charset="0"/>
              </a:rPr>
              <a:t>æsÆn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cfkm</a:t>
            </a:r>
            <a:r>
              <a:rPr lang="en-US" sz="2800" dirty="0">
                <a:latin typeface="Preeti" pitchFamily="2" charset="0"/>
              </a:rPr>
              <a:t>\gf] </a:t>
            </a:r>
            <a:r>
              <a:rPr lang="en-US" sz="2800" dirty="0" err="1">
                <a:latin typeface="Preeti" pitchFamily="2" charset="0"/>
              </a:rPr>
              <a:t>efusf</a:t>
            </a:r>
            <a:r>
              <a:rPr lang="en-US" sz="2800" dirty="0">
                <a:latin typeface="Preeti" pitchFamily="2" charset="0"/>
              </a:rPr>
              <a:t>] 3/</a:t>
            </a:r>
            <a:r>
              <a:rPr lang="en-US" sz="2800" dirty="0" err="1">
                <a:latin typeface="Preeti" pitchFamily="2" charset="0"/>
              </a:rPr>
              <a:t>hUuf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æuÆnfO</a:t>
            </a:r>
            <a:r>
              <a:rPr lang="en-US" sz="2800" dirty="0">
                <a:latin typeface="Preeti" pitchFamily="2" charset="0"/>
              </a:rPr>
              <a:t>{ </a:t>
            </a:r>
            <a:r>
              <a:rPr lang="en-US" sz="2800" dirty="0" err="1">
                <a:latin typeface="Preeti" pitchFamily="2" charset="0"/>
              </a:rPr>
              <a:t>xfn</a:t>
            </a:r>
            <a:r>
              <a:rPr lang="en-US" sz="2800" dirty="0">
                <a:latin typeface="Preeti" pitchFamily="2" charset="0"/>
              </a:rPr>
              <a:t>} b]</a:t>
            </a:r>
            <a:r>
              <a:rPr lang="en-US" sz="2800" dirty="0" err="1">
                <a:latin typeface="Preeti" pitchFamily="2" charset="0"/>
              </a:rPr>
              <a:t>lvsf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as;kq</a:t>
            </a:r>
            <a:r>
              <a:rPr lang="en-US" sz="2800" dirty="0">
                <a:latin typeface="Preeti" pitchFamily="2" charset="0"/>
              </a:rPr>
              <a:t> lbP5 . ca </a:t>
            </a:r>
            <a:r>
              <a:rPr lang="en-US" sz="2800" dirty="0" err="1">
                <a:latin typeface="Preeti" pitchFamily="2" charset="0"/>
              </a:rPr>
              <a:t>ævÆn</a:t>
            </a:r>
            <a:r>
              <a:rPr lang="en-US" sz="2800" dirty="0">
                <a:latin typeface="Preeti" pitchFamily="2" charset="0"/>
              </a:rPr>
              <a:t>] ;f] 3/</a:t>
            </a:r>
            <a:r>
              <a:rPr lang="en-US" sz="2800" dirty="0" err="1">
                <a:latin typeface="Preeti" pitchFamily="2" charset="0"/>
              </a:rPr>
              <a:t>hUuf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xs;kmf</a:t>
            </a:r>
            <a:r>
              <a:rPr lang="en-US" sz="2800" dirty="0">
                <a:latin typeface="Preeti" pitchFamily="2" charset="0"/>
              </a:rPr>
              <a:t> ug{ kfpF5 ls </a:t>
            </a:r>
            <a:r>
              <a:rPr lang="en-US" sz="2800" dirty="0" err="1">
                <a:latin typeface="Preeti" pitchFamily="2" charset="0"/>
              </a:rPr>
              <a:t>kfp+b</a:t>
            </a:r>
            <a:r>
              <a:rPr lang="en-US" sz="2800" dirty="0">
                <a:latin typeface="Preeti" pitchFamily="2" charset="0"/>
              </a:rPr>
              <a:t>}g &lt; </a:t>
            </a:r>
          </a:p>
          <a:p>
            <a:pPr lvl="1">
              <a:buClr>
                <a:schemeClr val="bg2">
                  <a:lumMod val="40000"/>
                  <a:lumOff val="60000"/>
                </a:schemeClr>
              </a:buClr>
              <a:buSzPct val="100000"/>
            </a:pPr>
            <a:r>
              <a:rPr lang="en-US" sz="2000" dirty="0">
                <a:latin typeface="Preeti" pitchFamily="2" charset="0"/>
              </a:rPr>
              <a:t>                                                                     -</a:t>
            </a:r>
            <a:r>
              <a:rPr lang="en-US" dirty="0">
                <a:latin typeface="Preeti" pitchFamily="2" charset="0"/>
              </a:rPr>
              <a:t>g]=sf=k=@)^! lg=g+ &amp;##)_</a:t>
            </a:r>
          </a:p>
          <a:p>
            <a:pPr lvl="1">
              <a:buClr>
                <a:schemeClr val="bg2">
                  <a:lumMod val="40000"/>
                  <a:lumOff val="60000"/>
                </a:schemeClr>
              </a:buClr>
              <a:buSzPct val="100000"/>
            </a:pPr>
            <a:endParaRPr lang="en-US" sz="2000" b="1" dirty="0">
              <a:latin typeface="PCS NEPAL" pitchFamily="82" charset="0"/>
            </a:endParaRPr>
          </a:p>
          <a:p>
            <a:pPr lvl="1">
              <a:buClr>
                <a:schemeClr val="bg2">
                  <a:lumMod val="40000"/>
                  <a:lumOff val="60000"/>
                </a:schemeClr>
              </a:buClr>
              <a:buSzPct val="100000"/>
              <a:buFont typeface="Courier New" pitchFamily="49" charset="0"/>
              <a:buChar char="o"/>
            </a:pPr>
            <a:endParaRPr lang="en-US" sz="2000" b="1" dirty="0">
              <a:latin typeface="PCS NEPAL" pitchFamily="82" charset="0"/>
            </a:endParaRP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33400"/>
            <a:ext cx="8305800" cy="5005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5138" lvl="0" indent="-465138" algn="just">
              <a:lnSpc>
                <a:spcPct val="150000"/>
              </a:lnSpc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800" dirty="0" err="1">
                <a:latin typeface="Preeti" pitchFamily="2" charset="0"/>
              </a:rPr>
              <a:t>æsÆ</a:t>
            </a:r>
            <a:r>
              <a:rPr lang="en-US" sz="2800" dirty="0">
                <a:latin typeface="Preeti" pitchFamily="2" charset="0"/>
              </a:rPr>
              <a:t> n] </a:t>
            </a:r>
            <a:r>
              <a:rPr lang="en-US" sz="2800" dirty="0" err="1">
                <a:latin typeface="Preeti" pitchFamily="2" charset="0"/>
              </a:rPr>
              <a:t>lsQf</a:t>
            </a:r>
            <a:r>
              <a:rPr lang="en-US" sz="2800" dirty="0">
                <a:latin typeface="Preeti" pitchFamily="2" charset="0"/>
              </a:rPr>
              <a:t> g+ @ sf] 3/</a:t>
            </a:r>
            <a:r>
              <a:rPr lang="en-US" sz="2800" dirty="0" err="1">
                <a:latin typeface="Preeti" pitchFamily="2" charset="0"/>
              </a:rPr>
              <a:t>hUufdWo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pQ</a:t>
            </a:r>
            <a:r>
              <a:rPr lang="en-US" sz="2800" dirty="0">
                <a:latin typeface="Preeti" pitchFamily="2" charset="0"/>
              </a:rPr>
              <a:t>/</a:t>
            </a:r>
            <a:r>
              <a:rPr lang="en-US" sz="2800" dirty="0" err="1">
                <a:latin typeface="Preeti" pitchFamily="2" charset="0"/>
              </a:rPr>
              <a:t>tkm</a:t>
            </a:r>
            <a:r>
              <a:rPr lang="en-US" sz="2800" dirty="0">
                <a:latin typeface="Preeti" pitchFamily="2" charset="0"/>
              </a:rPr>
              <a:t>{sf] </a:t>
            </a:r>
            <a:r>
              <a:rPr lang="en-US" sz="2800" dirty="0" err="1">
                <a:latin typeface="Preeti" pitchFamily="2" charset="0"/>
              </a:rPr>
              <a:t>cfwf</a:t>
            </a:r>
            <a:r>
              <a:rPr lang="en-US" sz="2800" dirty="0">
                <a:latin typeface="Preeti" pitchFamily="2" charset="0"/>
              </a:rPr>
              <a:t> lx:;f </a:t>
            </a:r>
            <a:r>
              <a:rPr lang="en-US" sz="2800" dirty="0" err="1">
                <a:latin typeface="Preeti" pitchFamily="2" charset="0"/>
              </a:rPr>
              <a:t>ævÆnfO</a:t>
            </a:r>
            <a:r>
              <a:rPr lang="en-US" sz="2800" dirty="0">
                <a:latin typeface="Preeti" pitchFamily="2" charset="0"/>
              </a:rPr>
              <a:t>{ as; lbP5 . To;kl5 </a:t>
            </a:r>
            <a:r>
              <a:rPr lang="en-US" sz="2800" dirty="0" err="1">
                <a:latin typeface="Preeti" pitchFamily="2" charset="0"/>
              </a:rPr>
              <a:t>æsÆn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k'gM</a:t>
            </a:r>
            <a:r>
              <a:rPr lang="en-US" sz="2800" dirty="0">
                <a:latin typeface="Preeti" pitchFamily="2" charset="0"/>
              </a:rPr>
              <a:t> blIf0ftkm{sf] </a:t>
            </a:r>
            <a:r>
              <a:rPr lang="en-US" sz="2800" dirty="0" err="1">
                <a:latin typeface="Preeti" pitchFamily="2" charset="0"/>
              </a:rPr>
              <a:t>cfwf</a:t>
            </a:r>
            <a:r>
              <a:rPr lang="en-US" sz="2800" dirty="0">
                <a:latin typeface="Preeti" pitchFamily="2" charset="0"/>
              </a:rPr>
              <a:t> lx:;f </a:t>
            </a:r>
            <a:r>
              <a:rPr lang="en-US" sz="2800" dirty="0" err="1">
                <a:latin typeface="Preeti" pitchFamily="2" charset="0"/>
              </a:rPr>
              <a:t>æuÆnfO</a:t>
            </a:r>
            <a:r>
              <a:rPr lang="en-US" sz="2800" dirty="0">
                <a:latin typeface="Preeti" pitchFamily="2" charset="0"/>
              </a:rPr>
              <a:t>{ as; lbP5 . ca </a:t>
            </a:r>
            <a:r>
              <a:rPr lang="en-US" sz="2800" dirty="0" err="1">
                <a:latin typeface="Preeti" pitchFamily="2" charset="0"/>
              </a:rPr>
              <a:t>ævÆsf</a:t>
            </a:r>
            <a:r>
              <a:rPr lang="en-US" sz="2800" dirty="0">
                <a:latin typeface="Preeti" pitchFamily="2" charset="0"/>
              </a:rPr>
              <a:t>] 5f]/f æ3Æn] ;f] blIf0ftkm{sf] </a:t>
            </a:r>
            <a:r>
              <a:rPr lang="en-US" sz="2800" dirty="0" err="1">
                <a:latin typeface="Preeti" pitchFamily="2" charset="0"/>
              </a:rPr>
              <a:t>cfwf</a:t>
            </a:r>
            <a:r>
              <a:rPr lang="en-US" sz="2800" dirty="0">
                <a:latin typeface="Preeti" pitchFamily="2" charset="0"/>
              </a:rPr>
              <a:t> lx:;f </a:t>
            </a:r>
            <a:r>
              <a:rPr lang="en-US" sz="2800" dirty="0" err="1">
                <a:latin typeface="Preeti" pitchFamily="2" charset="0"/>
              </a:rPr>
              <a:t>xs;kmf</a:t>
            </a:r>
            <a:r>
              <a:rPr lang="en-US" sz="2800" dirty="0">
                <a:latin typeface="Preeti" pitchFamily="2" charset="0"/>
              </a:rPr>
              <a:t> ug{ kfpF5 ls </a:t>
            </a:r>
            <a:r>
              <a:rPr lang="en-US" sz="2800" dirty="0" err="1">
                <a:latin typeface="Preeti" pitchFamily="2" charset="0"/>
              </a:rPr>
              <a:t>kfp+b</a:t>
            </a:r>
            <a:r>
              <a:rPr lang="en-US" sz="2800" dirty="0">
                <a:latin typeface="Preeti" pitchFamily="2" charset="0"/>
              </a:rPr>
              <a:t>}g &lt;</a:t>
            </a:r>
          </a:p>
          <a:p>
            <a:pPr marL="465138" lvl="0" indent="-465138" algn="just">
              <a:lnSpc>
                <a:spcPct val="150000"/>
              </a:lnSpc>
              <a:buClr>
                <a:schemeClr val="bg2">
                  <a:lumMod val="40000"/>
                  <a:lumOff val="60000"/>
                </a:schemeClr>
              </a:buClr>
            </a:pPr>
            <a:endParaRPr lang="en-US" sz="2000" dirty="0">
              <a:latin typeface="Preeti" pitchFamily="2" charset="0"/>
            </a:endParaRPr>
          </a:p>
          <a:p>
            <a:pPr marL="457200" lvl="0" indent="-457200" algn="just">
              <a:lnSpc>
                <a:spcPct val="150000"/>
              </a:lnSpc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800" dirty="0" err="1">
                <a:latin typeface="Preeti" pitchFamily="2" charset="0"/>
              </a:rPr>
              <a:t>æsÆ</a:t>
            </a:r>
            <a:r>
              <a:rPr lang="en-US" sz="2800" dirty="0">
                <a:latin typeface="Preeti" pitchFamily="2" charset="0"/>
              </a:rPr>
              <a:t> n] </a:t>
            </a:r>
            <a:r>
              <a:rPr lang="en-US" sz="2800" dirty="0" err="1">
                <a:latin typeface="Preeti" pitchFamily="2" charset="0"/>
              </a:rPr>
              <a:t>lsQf</a:t>
            </a:r>
            <a:r>
              <a:rPr lang="en-US" sz="2800" dirty="0">
                <a:latin typeface="Preeti" pitchFamily="2" charset="0"/>
              </a:rPr>
              <a:t> g+ # sf] 3/</a:t>
            </a:r>
            <a:r>
              <a:rPr lang="en-US" sz="2800" dirty="0" err="1">
                <a:latin typeface="Preeti" pitchFamily="2" charset="0"/>
              </a:rPr>
              <a:t>hUufdWo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k"j</a:t>
            </a:r>
            <a:r>
              <a:rPr lang="en-US" sz="2800" dirty="0">
                <a:latin typeface="Preeti" pitchFamily="2" charset="0"/>
              </a:rPr>
              <a:t>{</a:t>
            </a:r>
            <a:r>
              <a:rPr lang="en-US" sz="2800" dirty="0" err="1">
                <a:latin typeface="Preeti" pitchFamily="2" charset="0"/>
              </a:rPr>
              <a:t>tkm</a:t>
            </a:r>
            <a:r>
              <a:rPr lang="en-US" sz="2800" dirty="0">
                <a:latin typeface="Preeti" pitchFamily="2" charset="0"/>
              </a:rPr>
              <a:t>{sf] </a:t>
            </a:r>
            <a:r>
              <a:rPr lang="en-US" sz="2800" dirty="0" err="1">
                <a:latin typeface="Preeti" pitchFamily="2" charset="0"/>
              </a:rPr>
              <a:t>cfwf</a:t>
            </a:r>
            <a:r>
              <a:rPr lang="en-US" sz="2800" dirty="0">
                <a:latin typeface="Preeti" pitchFamily="2" charset="0"/>
              </a:rPr>
              <a:t> lx:;f </a:t>
            </a:r>
            <a:r>
              <a:rPr lang="en-US" sz="2800" dirty="0" err="1">
                <a:latin typeface="Preeti" pitchFamily="2" charset="0"/>
              </a:rPr>
              <a:t>ævÆnfO</a:t>
            </a:r>
            <a:r>
              <a:rPr lang="en-US" sz="2800" dirty="0">
                <a:latin typeface="Preeti" pitchFamily="2" charset="0"/>
              </a:rPr>
              <a:t>{ /</a:t>
            </a:r>
            <a:r>
              <a:rPr lang="en-US" sz="2800" dirty="0" err="1">
                <a:latin typeface="Preeti" pitchFamily="2" charset="0"/>
              </a:rPr>
              <a:t>flhgfdf</a:t>
            </a:r>
            <a:r>
              <a:rPr lang="en-US" sz="2800" dirty="0">
                <a:latin typeface="Preeti" pitchFamily="2" charset="0"/>
              </a:rPr>
              <a:t> u/L lbP5 . To;kl5 </a:t>
            </a:r>
            <a:r>
              <a:rPr lang="en-US" sz="2800" dirty="0" err="1">
                <a:latin typeface="Preeti" pitchFamily="2" charset="0"/>
              </a:rPr>
              <a:t>æsÆ</a:t>
            </a:r>
            <a:r>
              <a:rPr lang="en-US" sz="2800" dirty="0">
                <a:latin typeface="Preeti" pitchFamily="2" charset="0"/>
              </a:rPr>
              <a:t> n] </a:t>
            </a:r>
            <a:r>
              <a:rPr lang="en-US" sz="2800" dirty="0" err="1">
                <a:latin typeface="Preeti" pitchFamily="2" charset="0"/>
              </a:rPr>
              <a:t>af+sL</a:t>
            </a:r>
            <a:r>
              <a:rPr lang="en-US" sz="2800" dirty="0">
                <a:latin typeface="Preeti" pitchFamily="2" charset="0"/>
              </a:rPr>
              <a:t> lx:;f </a:t>
            </a:r>
            <a:r>
              <a:rPr lang="en-US" sz="2800" dirty="0" err="1">
                <a:latin typeface="Preeti" pitchFamily="2" charset="0"/>
              </a:rPr>
              <a:t>æuÆnfO</a:t>
            </a:r>
            <a:r>
              <a:rPr lang="en-US" sz="2800" dirty="0">
                <a:latin typeface="Preeti" pitchFamily="2" charset="0"/>
              </a:rPr>
              <a:t>{ as; lbP5 . ca </a:t>
            </a:r>
            <a:r>
              <a:rPr lang="en-US" sz="2800" dirty="0" err="1">
                <a:latin typeface="Preeti" pitchFamily="2" charset="0"/>
              </a:rPr>
              <a:t>ævÆn</a:t>
            </a:r>
            <a:r>
              <a:rPr lang="en-US" sz="2800" dirty="0">
                <a:latin typeface="Preeti" pitchFamily="2" charset="0"/>
              </a:rPr>
              <a:t>] ;f] </a:t>
            </a:r>
            <a:r>
              <a:rPr lang="en-US" sz="2800" dirty="0" err="1">
                <a:latin typeface="Preeti" pitchFamily="2" charset="0"/>
              </a:rPr>
              <a:t>af+sL</a:t>
            </a:r>
            <a:r>
              <a:rPr lang="en-US" sz="2800" dirty="0">
                <a:latin typeface="Preeti" pitchFamily="2" charset="0"/>
              </a:rPr>
              <a:t> lx:;f </a:t>
            </a:r>
            <a:r>
              <a:rPr lang="en-US" sz="2800" dirty="0" err="1">
                <a:latin typeface="Preeti" pitchFamily="2" charset="0"/>
              </a:rPr>
              <a:t>xs;kmf</a:t>
            </a:r>
            <a:r>
              <a:rPr lang="en-US" sz="2800" dirty="0">
                <a:latin typeface="Preeti" pitchFamily="2" charset="0"/>
              </a:rPr>
              <a:t> ug{ kfpF5 ls </a:t>
            </a:r>
            <a:r>
              <a:rPr lang="en-US" sz="2800" dirty="0" err="1">
                <a:latin typeface="Preeti" pitchFamily="2" charset="0"/>
              </a:rPr>
              <a:t>kfp+b</a:t>
            </a:r>
            <a:r>
              <a:rPr lang="en-US" sz="2800" dirty="0">
                <a:latin typeface="Preeti" pitchFamily="2" charset="0"/>
              </a:rPr>
              <a:t>}g &lt;</a:t>
            </a: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B8AE22-C534-E4E0-4124-896930E598FB}"/>
              </a:ext>
            </a:extLst>
          </p:cNvPr>
          <p:cNvSpPr txBox="1"/>
          <p:nvPr/>
        </p:nvSpPr>
        <p:spPr>
          <a:xfrm>
            <a:off x="152400" y="228601"/>
            <a:ext cx="8839200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1" algn="just"/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!)= g/a9LM</a:t>
            </a:r>
          </a:p>
          <a:p>
            <a:pPr marL="685800" lvl="1" indent="-457200" algn="just">
              <a:buFont typeface="Wingdings" panose="05000000000000000000" pitchFamily="2" charset="2"/>
              <a:buChar char="q"/>
            </a:pPr>
            <a:r>
              <a:rPr lang="en-US" sz="2800" b="1" dirty="0">
                <a:latin typeface="Preeti" pitchFamily="2" charset="0"/>
              </a:rPr>
              <a:t>u </a:t>
            </a:r>
            <a:r>
              <a:rPr lang="en-US" sz="2800" dirty="0">
                <a:latin typeface="Preeti" pitchFamily="2" charset="0"/>
              </a:rPr>
              <a:t>n] </a:t>
            </a:r>
            <a:r>
              <a:rPr lang="en-US" sz="2800" dirty="0" err="1">
                <a:latin typeface="Preeti" pitchFamily="2" charset="0"/>
              </a:rPr>
              <a:t>lsQf</a:t>
            </a:r>
            <a:r>
              <a:rPr lang="en-US" sz="2800" dirty="0">
                <a:latin typeface="Preeti" pitchFamily="2" charset="0"/>
              </a:rPr>
              <a:t> g+= ! sf] $ </a:t>
            </a:r>
            <a:r>
              <a:rPr lang="en-US" sz="2800" dirty="0" err="1">
                <a:latin typeface="Preeti" pitchFamily="2" charset="0"/>
              </a:rPr>
              <a:t>cfgf</a:t>
            </a:r>
            <a:r>
              <a:rPr lang="en-US" sz="2800" dirty="0">
                <a:latin typeface="Preeti" pitchFamily="2" charset="0"/>
              </a:rPr>
              <a:t> ;;</a:t>
            </a:r>
            <a:r>
              <a:rPr lang="en-US" sz="2800" dirty="0" err="1">
                <a:latin typeface="Preeti" pitchFamily="2" charset="0"/>
              </a:rPr>
              <a:t>Ld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hUuf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b="1" dirty="0">
                <a:latin typeface="Preeti" pitchFamily="2" charset="0"/>
              </a:rPr>
              <a:t>3 </a:t>
            </a:r>
            <a:r>
              <a:rPr lang="en-US" sz="2800" dirty="0" err="1">
                <a:latin typeface="Preeti" pitchFamily="2" charset="0"/>
              </a:rPr>
              <a:t>nfO</a:t>
            </a:r>
            <a:r>
              <a:rPr lang="en-US" sz="2800" dirty="0">
                <a:latin typeface="Preeti" pitchFamily="2" charset="0"/>
              </a:rPr>
              <a:t>{ / </a:t>
            </a:r>
            <a:r>
              <a:rPr lang="en-US" sz="2800" dirty="0" err="1">
                <a:latin typeface="Preeti" pitchFamily="2" charset="0"/>
              </a:rPr>
              <a:t>lsQf</a:t>
            </a:r>
            <a:r>
              <a:rPr lang="en-US" sz="2800" dirty="0">
                <a:latin typeface="Preeti" pitchFamily="2" charset="0"/>
              </a:rPr>
              <a:t> g+=@ sf] * </a:t>
            </a:r>
            <a:r>
              <a:rPr lang="en-US" sz="2800" dirty="0" err="1">
                <a:latin typeface="Preeti" pitchFamily="2" charset="0"/>
              </a:rPr>
              <a:t>cfgf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hUufdWo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k"j</a:t>
            </a:r>
            <a:r>
              <a:rPr lang="en-US" sz="2800" dirty="0">
                <a:latin typeface="Preeti" pitchFamily="2" charset="0"/>
              </a:rPr>
              <a:t>{</a:t>
            </a:r>
            <a:r>
              <a:rPr lang="en-US" sz="2800" dirty="0" err="1">
                <a:latin typeface="Preeti" pitchFamily="2" charset="0"/>
              </a:rPr>
              <a:t>tkm</a:t>
            </a:r>
            <a:r>
              <a:rPr lang="en-US" sz="2800" dirty="0">
                <a:latin typeface="Preeti" pitchFamily="2" charset="0"/>
              </a:rPr>
              <a:t>{ # </a:t>
            </a:r>
            <a:r>
              <a:rPr lang="en-US" sz="2800" dirty="0" err="1">
                <a:latin typeface="Preeti" pitchFamily="2" charset="0"/>
              </a:rPr>
              <a:t>cfgf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b="1" dirty="0">
                <a:latin typeface="Preeti" pitchFamily="2" charset="0"/>
              </a:rPr>
              <a:t>ª </a:t>
            </a:r>
            <a:r>
              <a:rPr lang="en-US" sz="2800" dirty="0" err="1">
                <a:latin typeface="Preeti" pitchFamily="2" charset="0"/>
              </a:rPr>
              <a:t>nfO</a:t>
            </a:r>
            <a:r>
              <a:rPr lang="en-US" sz="2800" dirty="0">
                <a:latin typeface="Preeti" pitchFamily="2" charset="0"/>
              </a:rPr>
              <a:t>{</a:t>
            </a:r>
            <a:r>
              <a:rPr lang="en-US" sz="2800" b="1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las|L</a:t>
            </a:r>
            <a:r>
              <a:rPr lang="en-US" sz="2800" dirty="0">
                <a:latin typeface="Preeti" pitchFamily="2" charset="0"/>
              </a:rPr>
              <a:t> u/]</a:t>
            </a:r>
            <a:r>
              <a:rPr lang="en-US" sz="2800" dirty="0" err="1">
                <a:latin typeface="Preeti" pitchFamily="2" charset="0"/>
              </a:rPr>
              <a:t>kZrft</a:t>
            </a:r>
            <a:r>
              <a:rPr lang="en-US" sz="2800" dirty="0">
                <a:latin typeface="Preeti" pitchFamily="2" charset="0"/>
              </a:rPr>
              <a:t>\ </a:t>
            </a:r>
            <a:r>
              <a:rPr lang="en-US" sz="2800" dirty="0" err="1">
                <a:latin typeface="Preeti" pitchFamily="2" charset="0"/>
              </a:rPr>
              <a:t>gofFF</a:t>
            </a:r>
            <a:r>
              <a:rPr lang="en-US" sz="2800" dirty="0">
                <a:latin typeface="Preeti" pitchFamily="2" charset="0"/>
              </a:rPr>
              <a:t>+ </a:t>
            </a:r>
            <a:r>
              <a:rPr lang="en-US" sz="2800" dirty="0" err="1">
                <a:latin typeface="Preeti" pitchFamily="2" charset="0"/>
              </a:rPr>
              <a:t>gfkLdf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lsQf</a:t>
            </a:r>
            <a:r>
              <a:rPr lang="en-US" sz="2800" dirty="0">
                <a:latin typeface="Preeti" pitchFamily="2" charset="0"/>
              </a:rPr>
              <a:t> g+=! sf] % </a:t>
            </a:r>
            <a:r>
              <a:rPr lang="en-US" sz="2800" dirty="0" err="1">
                <a:latin typeface="Preeti" pitchFamily="2" charset="0"/>
              </a:rPr>
              <a:t>cfgf</a:t>
            </a:r>
            <a:r>
              <a:rPr lang="en-US" sz="2800" dirty="0">
                <a:latin typeface="Preeti" pitchFamily="2" charset="0"/>
              </a:rPr>
              <a:t> / </a:t>
            </a:r>
            <a:r>
              <a:rPr lang="en-US" sz="2800" dirty="0" err="1">
                <a:latin typeface="Preeti" pitchFamily="2" charset="0"/>
              </a:rPr>
              <a:t>lsQf</a:t>
            </a:r>
            <a:r>
              <a:rPr lang="en-US" sz="2800" dirty="0">
                <a:latin typeface="Preeti" pitchFamily="2" charset="0"/>
              </a:rPr>
              <a:t> g+=@ sf] ^ </a:t>
            </a:r>
            <a:r>
              <a:rPr lang="en-US" sz="2800" dirty="0" err="1">
                <a:latin typeface="Preeti" pitchFamily="2" charset="0"/>
              </a:rPr>
              <a:t>hUuf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sfod</a:t>
            </a:r>
            <a:r>
              <a:rPr lang="en-US" sz="2800" dirty="0">
                <a:latin typeface="Preeti" pitchFamily="2" charset="0"/>
              </a:rPr>
              <a:t> eP5 . o:tf] a9 </a:t>
            </a:r>
            <a:r>
              <a:rPr lang="en-US" sz="2800" dirty="0" err="1">
                <a:latin typeface="Preeti" pitchFamily="2" charset="0"/>
              </a:rPr>
              <a:t>sfod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hUufdf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s;sf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xs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sfod</a:t>
            </a:r>
            <a:r>
              <a:rPr lang="en-US" sz="2800" dirty="0">
                <a:latin typeface="Preeti" pitchFamily="2" charset="0"/>
              </a:rPr>
              <a:t> x'G5 &lt;      </a:t>
            </a:r>
            <a:r>
              <a:rPr lang="en-US" sz="2000" b="1" dirty="0">
                <a:latin typeface="Preeti" pitchFamily="2" charset="0"/>
              </a:rPr>
              <a:t>- </a:t>
            </a:r>
            <a:r>
              <a:rPr lang="en-US" sz="2000" dirty="0">
                <a:latin typeface="Preeti" pitchFamily="2" charset="0"/>
              </a:rPr>
              <a:t>g]=sf=k=,@)^! lg=g+ &amp;#%$ _ </a:t>
            </a:r>
          </a:p>
          <a:p>
            <a:pPr marL="685800" lvl="1" indent="-457200" algn="just">
              <a:buFont typeface="Wingdings" panose="05000000000000000000" pitchFamily="2" charset="2"/>
              <a:buChar char="q"/>
            </a:pPr>
            <a:endParaRPr lang="en-US" sz="3200" b="1" dirty="0">
              <a:solidFill>
                <a:srgbClr val="FFFF00"/>
              </a:solidFill>
              <a:latin typeface="Preeti" pitchFamily="2" charset="0"/>
            </a:endParaRPr>
          </a:p>
          <a:p>
            <a:pPr marL="228600" lvl="1" algn="just"/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!!=;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fFwl;dfgf</a:t>
            </a:r>
            <a:r>
              <a:rPr lang="en-US" sz="3200" b="1" dirty="0">
                <a:solidFill>
                  <a:srgbClr val="FFFF00"/>
                </a:solidFill>
                <a:latin typeface="Preeti" pitchFamily="2" charset="0"/>
              </a:rPr>
              <a:t> </a:t>
            </a:r>
            <a:r>
              <a:rPr lang="en-US" sz="3200" b="1" dirty="0" err="1">
                <a:solidFill>
                  <a:srgbClr val="FFFF00"/>
                </a:solidFill>
                <a:latin typeface="Preeti" pitchFamily="2" charset="0"/>
              </a:rPr>
              <a:t>ljjfbM</a:t>
            </a:r>
            <a:endParaRPr lang="en-US" sz="3200" b="1" dirty="0">
              <a:solidFill>
                <a:srgbClr val="FFFF00"/>
              </a:solidFill>
              <a:latin typeface="Preeti" pitchFamily="2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b="1" dirty="0">
                <a:latin typeface="Preeti" pitchFamily="2" charset="0"/>
              </a:rPr>
              <a:t>e/</a:t>
            </a:r>
            <a:r>
              <a:rPr lang="en-US" sz="2600" b="1" dirty="0" err="1">
                <a:latin typeface="Preeti" pitchFamily="2" charset="0"/>
              </a:rPr>
              <a:t>tn</a:t>
            </a:r>
            <a:r>
              <a:rPr lang="en-US" sz="2600" b="1" dirty="0">
                <a:latin typeface="Preeti" pitchFamily="2" charset="0"/>
              </a:rPr>
              <a:t>] </a:t>
            </a:r>
            <a:r>
              <a:rPr lang="en-US" sz="2600" b="1" dirty="0" err="1">
                <a:latin typeface="Preeti" pitchFamily="2" charset="0"/>
              </a:rPr>
              <a:t>cfk</a:t>
            </a:r>
            <a:r>
              <a:rPr lang="en-US" sz="2600" b="1" dirty="0">
                <a:latin typeface="Preeti" pitchFamily="2" charset="0"/>
              </a:rPr>
              <a:t>\</a:t>
            </a:r>
            <a:r>
              <a:rPr lang="en-US" sz="2600" b="1" dirty="0" err="1">
                <a:latin typeface="Preeti" pitchFamily="2" charset="0"/>
              </a:rPr>
              <a:t>mgf</a:t>
            </a:r>
            <a:r>
              <a:rPr lang="en-US" sz="2600" b="1" dirty="0">
                <a:latin typeface="Preeti" pitchFamily="2" charset="0"/>
              </a:rPr>
              <a:t>] j[Q </a:t>
            </a:r>
            <a:r>
              <a:rPr lang="en-US" sz="2600" b="1" dirty="0" err="1">
                <a:latin typeface="Preeti" pitchFamily="2" charset="0"/>
              </a:rPr>
              <a:t>kvf</a:t>
            </a:r>
            <a:r>
              <a:rPr lang="en-US" sz="2600" b="1" dirty="0">
                <a:latin typeface="Preeti" pitchFamily="2" charset="0"/>
              </a:rPr>
              <a:t>{</a:t>
            </a:r>
            <a:r>
              <a:rPr lang="en-US" sz="2600" b="1" dirty="0" err="1">
                <a:latin typeface="Preeti" pitchFamily="2" charset="0"/>
              </a:rPr>
              <a:t>nb</a:t>
            </a:r>
            <a:r>
              <a:rPr lang="en-US" sz="2600" b="1" dirty="0">
                <a:latin typeface="Preeti" pitchFamily="2" charset="0"/>
              </a:rPr>
              <a:t>]lv </a:t>
            </a:r>
            <a:r>
              <a:rPr lang="en-US" sz="2600" b="1" dirty="0" err="1">
                <a:latin typeface="Preeti" pitchFamily="2" charset="0"/>
              </a:rPr>
              <a:t>aflx</a:t>
            </a:r>
            <a:r>
              <a:rPr lang="en-US" sz="2600" b="1" dirty="0">
                <a:latin typeface="Preeti" pitchFamily="2" charset="0"/>
              </a:rPr>
              <a:t>/ </a:t>
            </a:r>
            <a:r>
              <a:rPr lang="en-US" sz="2600" b="1" dirty="0" err="1">
                <a:latin typeface="Preeti" pitchFamily="2" charset="0"/>
              </a:rPr>
              <a:t>k"j</a:t>
            </a:r>
            <a:r>
              <a:rPr lang="en-US" sz="2600" b="1" dirty="0">
                <a:latin typeface="Preeti" pitchFamily="2" charset="0"/>
              </a:rPr>
              <a:t>{kl§ ! </a:t>
            </a:r>
            <a:r>
              <a:rPr lang="en-US" sz="2600" b="1" dirty="0" err="1">
                <a:latin typeface="Preeti" pitchFamily="2" charset="0"/>
              </a:rPr>
              <a:t>cfgf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hUuf</a:t>
            </a:r>
            <a:r>
              <a:rPr lang="en-US" sz="2600" b="1" dirty="0">
                <a:latin typeface="Preeti" pitchFamily="2" charset="0"/>
              </a:rPr>
              <a:t> z/bn] </a:t>
            </a:r>
            <a:r>
              <a:rPr lang="en-US" sz="2600" b="1" dirty="0" err="1">
                <a:latin typeface="Preeti" pitchFamily="2" charset="0"/>
              </a:rPr>
              <a:t>ldrL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lvrf</a:t>
            </a:r>
            <a:r>
              <a:rPr lang="en-US" sz="2600" b="1" dirty="0">
                <a:latin typeface="Preeti" pitchFamily="2" charset="0"/>
              </a:rPr>
              <a:t>]</a:t>
            </a:r>
            <a:r>
              <a:rPr lang="en-US" sz="2600" b="1" dirty="0" err="1">
                <a:latin typeface="Preeti" pitchFamily="2" charset="0"/>
              </a:rPr>
              <a:t>nf</a:t>
            </a:r>
            <a:r>
              <a:rPr lang="en-US" sz="2600" b="1" dirty="0">
                <a:latin typeface="Preeti" pitchFamily="2" charset="0"/>
              </a:rPr>
              <a:t> u/]sf] </a:t>
            </a:r>
            <a:r>
              <a:rPr lang="en-US" sz="2600" b="1" dirty="0" err="1">
                <a:latin typeface="Preeti" pitchFamily="2" charset="0"/>
              </a:rPr>
              <a:t>egL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bfaL</a:t>
            </a:r>
            <a:r>
              <a:rPr lang="en-US" sz="2600" b="1" dirty="0">
                <a:latin typeface="Preeti" pitchFamily="2" charset="0"/>
              </a:rPr>
              <a:t> lnP5 . </a:t>
            </a:r>
            <a:r>
              <a:rPr lang="en-US" sz="2600" b="1" dirty="0" err="1">
                <a:latin typeface="Preeti" pitchFamily="2" charset="0"/>
              </a:rPr>
              <a:t>Gffk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gS;f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ubf</a:t>
            </a:r>
            <a:r>
              <a:rPr lang="en-US" sz="2600" b="1" dirty="0">
                <a:latin typeface="Preeti" pitchFamily="2" charset="0"/>
              </a:rPr>
              <a:t>{ z/</a:t>
            </a:r>
            <a:r>
              <a:rPr lang="en-US" sz="2600" b="1" dirty="0" err="1">
                <a:latin typeface="Preeti" pitchFamily="2" charset="0"/>
              </a:rPr>
              <a:t>bsf</a:t>
            </a:r>
            <a:r>
              <a:rPr lang="en-US" sz="2600" b="1" dirty="0">
                <a:latin typeface="Preeti" pitchFamily="2" charset="0"/>
              </a:rPr>
              <a:t>] </a:t>
            </a:r>
            <a:r>
              <a:rPr lang="en-US" sz="2600" b="1" dirty="0" err="1">
                <a:latin typeface="Preeti" pitchFamily="2" charset="0"/>
              </a:rPr>
              <a:t>hUuf</a:t>
            </a:r>
            <a:r>
              <a:rPr lang="en-US" sz="2600" b="1" dirty="0">
                <a:latin typeface="Preeti" pitchFamily="2" charset="0"/>
              </a:rPr>
              <a:t> a9L b]</a:t>
            </a:r>
            <a:r>
              <a:rPr lang="en-US" sz="2600" b="1" dirty="0" err="1">
                <a:latin typeface="Preeti" pitchFamily="2" charset="0"/>
              </a:rPr>
              <a:t>lvPsf</a:t>
            </a:r>
            <a:r>
              <a:rPr lang="en-US" sz="2600" b="1" dirty="0">
                <a:latin typeface="Preeti" pitchFamily="2" charset="0"/>
              </a:rPr>
              <a:t>] 5}g . </a:t>
            </a:r>
            <a:r>
              <a:rPr lang="en-US" sz="2600" b="1" dirty="0" err="1">
                <a:latin typeface="Preeti" pitchFamily="2" charset="0"/>
              </a:rPr>
              <a:t>o;df</a:t>
            </a:r>
            <a:r>
              <a:rPr lang="en-US" sz="2600" b="1" dirty="0">
                <a:latin typeface="Preeti" pitchFamily="2" charset="0"/>
              </a:rPr>
              <a:t> e/</a:t>
            </a:r>
            <a:r>
              <a:rPr lang="en-US" sz="2600" b="1" dirty="0" err="1">
                <a:latin typeface="Preeti" pitchFamily="2" charset="0"/>
              </a:rPr>
              <a:t>tsf</a:t>
            </a:r>
            <a:r>
              <a:rPr lang="en-US" sz="2600" b="1" dirty="0">
                <a:latin typeface="Preeti" pitchFamily="2" charset="0"/>
              </a:rPr>
              <a:t>] </a:t>
            </a:r>
            <a:r>
              <a:rPr lang="en-US" sz="2600" b="1" dirty="0" err="1">
                <a:latin typeface="Preeti" pitchFamily="2" charset="0"/>
              </a:rPr>
              <a:t>bfaL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k'Ug</a:t>
            </a:r>
            <a:r>
              <a:rPr lang="en-US" sz="2600" b="1" dirty="0">
                <a:latin typeface="Preeti" pitchFamily="2" charset="0"/>
              </a:rPr>
              <a:t> ;S5 ls ;Sb}g &lt; </a:t>
            </a:r>
            <a:r>
              <a:rPr lang="en-US" sz="2400" b="1" dirty="0">
                <a:latin typeface="Preeti" pitchFamily="2" charset="0"/>
              </a:rPr>
              <a:t>-</a:t>
            </a:r>
            <a:r>
              <a:rPr lang="en-US" b="1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;=c=a', @)&amp;# k"0ff{Í %*) k[= !*=_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b="1" dirty="0">
              <a:latin typeface="Preeti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b="1" dirty="0">
                <a:latin typeface="Preeti" pitchFamily="2" charset="0"/>
              </a:rPr>
              <a:t>x/]/</a:t>
            </a:r>
            <a:r>
              <a:rPr lang="en-US" sz="2600" b="1" dirty="0" err="1">
                <a:latin typeface="Preeti" pitchFamily="2" charset="0"/>
              </a:rPr>
              <a:t>fdn</a:t>
            </a:r>
            <a:r>
              <a:rPr lang="en-US" sz="2600" b="1" dirty="0">
                <a:latin typeface="Preeti" pitchFamily="2" charset="0"/>
              </a:rPr>
              <a:t>] </a:t>
            </a:r>
            <a:r>
              <a:rPr lang="en-US" sz="2600" b="1" dirty="0" err="1">
                <a:latin typeface="Preeti" pitchFamily="2" charset="0"/>
              </a:rPr>
              <a:t>cfk</a:t>
            </a:r>
            <a:r>
              <a:rPr lang="en-US" sz="2600" b="1" dirty="0">
                <a:latin typeface="Preeti" pitchFamily="2" charset="0"/>
              </a:rPr>
              <a:t>\</a:t>
            </a:r>
            <a:r>
              <a:rPr lang="en-US" sz="2600" b="1" dirty="0" err="1">
                <a:latin typeface="Preeti" pitchFamily="2" charset="0"/>
              </a:rPr>
              <a:t>mgf</a:t>
            </a:r>
            <a:r>
              <a:rPr lang="en-US" sz="2600" b="1" dirty="0">
                <a:latin typeface="Preeti" pitchFamily="2" charset="0"/>
              </a:rPr>
              <a:t>]  </a:t>
            </a:r>
            <a:r>
              <a:rPr lang="en-US" sz="2600" b="1" dirty="0" err="1">
                <a:latin typeface="Preeti" pitchFamily="2" charset="0"/>
              </a:rPr>
              <a:t>hUufdf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afa</a:t>
            </a:r>
            <a:r>
              <a:rPr lang="en-US" sz="2600" b="1" dirty="0">
                <a:latin typeface="Preeti" pitchFamily="2" charset="0"/>
              </a:rPr>
              <a:t>'/</a:t>
            </a:r>
            <a:r>
              <a:rPr lang="en-US" sz="2600" b="1" dirty="0" err="1">
                <a:latin typeface="Preeti" pitchFamily="2" charset="0"/>
              </a:rPr>
              <a:t>fdn</a:t>
            </a:r>
            <a:r>
              <a:rPr lang="en-US" sz="2600" b="1" dirty="0">
                <a:latin typeface="Preeti" pitchFamily="2" charset="0"/>
              </a:rPr>
              <a:t>] </a:t>
            </a:r>
            <a:r>
              <a:rPr lang="en-US" sz="2600" b="1" dirty="0" err="1">
                <a:latin typeface="Preeti" pitchFamily="2" charset="0"/>
              </a:rPr>
              <a:t>kvf</a:t>
            </a:r>
            <a:r>
              <a:rPr lang="en-US" sz="2600" b="1" dirty="0">
                <a:latin typeface="Preeti" pitchFamily="2" charset="0"/>
              </a:rPr>
              <a:t>{n </a:t>
            </a:r>
            <a:r>
              <a:rPr lang="en-US" sz="2600" b="1" dirty="0" err="1">
                <a:latin typeface="Preeti" pitchFamily="2" charset="0"/>
              </a:rPr>
              <a:t>agfO</a:t>
            </a:r>
            <a:r>
              <a:rPr lang="en-US" sz="2600" b="1" dirty="0">
                <a:latin typeface="Preeti" pitchFamily="2" charset="0"/>
              </a:rPr>
              <a:t>{ </a:t>
            </a:r>
            <a:r>
              <a:rPr lang="en-US" sz="2600" b="1" dirty="0" err="1">
                <a:latin typeface="Preeti" pitchFamily="2" charset="0"/>
              </a:rPr>
              <a:t>hUuf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lvrf</a:t>
            </a:r>
            <a:r>
              <a:rPr lang="en-US" sz="2600" b="1" dirty="0">
                <a:latin typeface="Preeti" pitchFamily="2" charset="0"/>
              </a:rPr>
              <a:t>]</a:t>
            </a:r>
            <a:r>
              <a:rPr lang="en-US" sz="2600" b="1" dirty="0" err="1">
                <a:latin typeface="Preeti" pitchFamily="2" charset="0"/>
              </a:rPr>
              <a:t>nf</a:t>
            </a:r>
            <a:r>
              <a:rPr lang="en-US" sz="2600" b="1" dirty="0">
                <a:latin typeface="Preeti" pitchFamily="2" charset="0"/>
              </a:rPr>
              <a:t> u/]sf] </a:t>
            </a:r>
            <a:r>
              <a:rPr lang="en-US" sz="2600" b="1" dirty="0" err="1">
                <a:latin typeface="Preeti" pitchFamily="2" charset="0"/>
              </a:rPr>
              <a:t>egL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bfaL</a:t>
            </a:r>
            <a:r>
              <a:rPr lang="en-US" sz="2600" b="1" dirty="0">
                <a:latin typeface="Preeti" pitchFamily="2" charset="0"/>
              </a:rPr>
              <a:t> lnP5 . </a:t>
            </a:r>
            <a:r>
              <a:rPr lang="en-US" sz="2600" b="1" dirty="0" err="1">
                <a:latin typeface="Preeti" pitchFamily="2" charset="0"/>
              </a:rPr>
              <a:t>Gffk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gS;f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ubf</a:t>
            </a:r>
            <a:r>
              <a:rPr lang="en-US" sz="2600" b="1" dirty="0">
                <a:latin typeface="Preeti" pitchFamily="2" charset="0"/>
              </a:rPr>
              <a:t>{ x/]/</a:t>
            </a:r>
            <a:r>
              <a:rPr lang="en-US" sz="2600" b="1" dirty="0" err="1">
                <a:latin typeface="Preeti" pitchFamily="2" charset="0"/>
              </a:rPr>
              <a:t>fdn</a:t>
            </a:r>
            <a:r>
              <a:rPr lang="en-US" sz="2600" b="1" dirty="0">
                <a:latin typeface="Preeti" pitchFamily="2" charset="0"/>
              </a:rPr>
              <a:t>] ;]|:</a:t>
            </a:r>
            <a:r>
              <a:rPr lang="en-US" sz="2600" b="1" dirty="0" err="1">
                <a:latin typeface="Preeti" pitchFamily="2" charset="0"/>
              </a:rPr>
              <a:t>tfeGbf</a:t>
            </a:r>
            <a:r>
              <a:rPr lang="en-US" sz="2600" b="1" dirty="0">
                <a:latin typeface="Preeti" pitchFamily="2" charset="0"/>
              </a:rPr>
              <a:t> a9L </a:t>
            </a:r>
            <a:r>
              <a:rPr lang="en-US" sz="2600" b="1" dirty="0" err="1">
                <a:latin typeface="Preeti" pitchFamily="2" charset="0"/>
              </a:rPr>
              <a:t>hUuf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ef</a:t>
            </a:r>
            <a:r>
              <a:rPr lang="en-US" sz="2600" b="1" dirty="0">
                <a:latin typeface="Preeti" pitchFamily="2" charset="0"/>
              </a:rPr>
              <a:t>]u ul//x]sf] / </a:t>
            </a:r>
            <a:r>
              <a:rPr lang="en-US" sz="2600" b="1" dirty="0" err="1">
                <a:latin typeface="Preeti" pitchFamily="2" charset="0"/>
              </a:rPr>
              <a:t>afa</a:t>
            </a:r>
            <a:r>
              <a:rPr lang="en-US" sz="2600" b="1" dirty="0">
                <a:latin typeface="Preeti" pitchFamily="2" charset="0"/>
              </a:rPr>
              <a:t>'/</a:t>
            </a:r>
            <a:r>
              <a:rPr lang="en-US" sz="2600" b="1" dirty="0" err="1">
                <a:latin typeface="Preeti" pitchFamily="2" charset="0"/>
              </a:rPr>
              <a:t>fdn</a:t>
            </a:r>
            <a:r>
              <a:rPr lang="en-US" sz="2600" b="1" dirty="0">
                <a:latin typeface="Preeti" pitchFamily="2" charset="0"/>
              </a:rPr>
              <a:t>] ;]|:</a:t>
            </a:r>
            <a:r>
              <a:rPr lang="en-US" sz="2600" b="1" dirty="0" err="1">
                <a:latin typeface="Preeti" pitchFamily="2" charset="0"/>
              </a:rPr>
              <a:t>tfeGbf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sd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hUuf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ef</a:t>
            </a:r>
            <a:r>
              <a:rPr lang="en-US" sz="2600" b="1" dirty="0">
                <a:latin typeface="Preeti" pitchFamily="2" charset="0"/>
              </a:rPr>
              <a:t>]u u/L </a:t>
            </a:r>
            <a:r>
              <a:rPr lang="en-US" sz="2600" b="1" dirty="0" err="1">
                <a:latin typeface="Preeti" pitchFamily="2" charset="0"/>
              </a:rPr>
              <a:t>kvf</a:t>
            </a:r>
            <a:r>
              <a:rPr lang="en-US" sz="2600" b="1" dirty="0">
                <a:latin typeface="Preeti" pitchFamily="2" charset="0"/>
              </a:rPr>
              <a:t>{n </a:t>
            </a:r>
            <a:r>
              <a:rPr lang="en-US" sz="2600" b="1" dirty="0" err="1">
                <a:latin typeface="Preeti" pitchFamily="2" charset="0"/>
              </a:rPr>
              <a:t>nufPsf</a:t>
            </a:r>
            <a:r>
              <a:rPr lang="en-US" sz="2600" b="1" dirty="0">
                <a:latin typeface="Preeti" pitchFamily="2" charset="0"/>
              </a:rPr>
              <a:t>] b]lvG5 . </a:t>
            </a:r>
            <a:r>
              <a:rPr lang="en-US" sz="2600" b="1" dirty="0" err="1">
                <a:latin typeface="Preeti" pitchFamily="2" charset="0"/>
              </a:rPr>
              <a:t>o;df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bfaL</a:t>
            </a:r>
            <a:r>
              <a:rPr lang="en-US" sz="2600" b="1" dirty="0">
                <a:latin typeface="Preeti" pitchFamily="2" charset="0"/>
              </a:rPr>
              <a:t> </a:t>
            </a:r>
            <a:r>
              <a:rPr lang="en-US" sz="2600" b="1" dirty="0" err="1">
                <a:latin typeface="Preeti" pitchFamily="2" charset="0"/>
              </a:rPr>
              <a:t>k'Ug</a:t>
            </a:r>
            <a:r>
              <a:rPr lang="en-US" sz="2600" b="1" dirty="0">
                <a:latin typeface="Preeti" pitchFamily="2" charset="0"/>
              </a:rPr>
              <a:t> ;S5 ls ;Sb}g &lt; </a:t>
            </a:r>
            <a:r>
              <a:rPr lang="en-US" sz="2400" b="1" dirty="0">
                <a:latin typeface="Preeti" pitchFamily="2" charset="0"/>
              </a:rPr>
              <a:t>-</a:t>
            </a:r>
            <a:r>
              <a:rPr lang="en-US" b="1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;=c=a', @)^* k"0ff{Í $%^ k[= (=_</a:t>
            </a:r>
          </a:p>
          <a:p>
            <a:pPr marL="937260" lvl="3" indent="-342900" algn="just"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q"/>
            </a:pPr>
            <a:endParaRPr lang="en-US" sz="2000" dirty="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093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4F8DED-100B-FC95-4B59-091851A69096}"/>
              </a:ext>
            </a:extLst>
          </p:cNvPr>
          <p:cNvSpPr txBox="1"/>
          <p:nvPr/>
        </p:nvSpPr>
        <p:spPr>
          <a:xfrm>
            <a:off x="0" y="457200"/>
            <a:ext cx="89154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Preeti" pitchFamily="2" charset="0"/>
              </a:rPr>
              <a:t>Zofdn</a:t>
            </a:r>
            <a:r>
              <a:rPr lang="en-US" sz="3200" dirty="0">
                <a:latin typeface="Preeti" pitchFamily="2" charset="0"/>
              </a:rPr>
              <a:t>]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plinth area 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36a9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gu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/L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gS;f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kf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; u/L 3/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agfpFbf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 rf}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yf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]+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tNnfdf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 /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fdsf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] 3/sf] 5tdfly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area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df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 !Ú^Æ 6k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lgsfn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]5 .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ctM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 /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fdn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]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lvrf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]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nf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 d]6fO{ 6k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eTsfO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{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kfpF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egL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bfaL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 lnP5 . ;f]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bfaL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Preeti" pitchFamily="2" charset="0"/>
                <a:cs typeface="Times New Roman" panose="02020603050405020304" pitchFamily="18" charset="0"/>
              </a:rPr>
              <a:t>k'Ug</a:t>
            </a:r>
            <a:r>
              <a:rPr lang="en-US" sz="3200" dirty="0">
                <a:latin typeface="Preeti" pitchFamily="2" charset="0"/>
                <a:cs typeface="Times New Roman" panose="02020603050405020304" pitchFamily="18" charset="0"/>
              </a:rPr>
              <a:t> ;S5 ls ;Sb}g &lt; </a:t>
            </a:r>
            <a:r>
              <a:rPr lang="en-US" sz="2800" dirty="0">
                <a:latin typeface="Preeti" pitchFamily="2" charset="0"/>
                <a:cs typeface="Times New Roman" panose="02020603050405020304" pitchFamily="18" charset="0"/>
              </a:rPr>
              <a:t>-</a:t>
            </a:r>
            <a:r>
              <a:rPr lang="en-US" sz="28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;=c=a', @)^^ k"0ff{Í $@$ k[= !$=_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b="1" dirty="0">
              <a:latin typeface="Preeti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b="1" dirty="0">
              <a:latin typeface="Preeti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b="1" dirty="0">
              <a:latin typeface="Preeti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b="1" dirty="0">
              <a:latin typeface="Preeti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fdn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 d]/f]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hUufdf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lvrf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nf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u/L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agfPsf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 hu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eTsfO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{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rng;d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]t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kfpF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egL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bfaL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lnP5 .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gS:ff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d'r'Nsf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ubf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{ /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fdsf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hUuf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ldrL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 3/;d]t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agfO;s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]sf] /x]5 .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o;df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bfaL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k'Ug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;S5 ls ;Sb}g &lt;</a:t>
            </a:r>
          </a:p>
          <a:p>
            <a:r>
              <a:rPr lang="en-US" sz="24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                                                    -g]=sf=k, @)^^ lg=g+= *)*^_</a:t>
            </a:r>
            <a:endParaRPr lang="en-US" sz="2400" dirty="0">
              <a:latin typeface="Preeti" pitchFamily="2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b="1" dirty="0">
              <a:latin typeface="Preeti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122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506E9F-4E34-55B8-FC26-A99AC052F1FE}"/>
              </a:ext>
            </a:extLst>
          </p:cNvPr>
          <p:cNvSpPr txBox="1"/>
          <p:nvPr/>
        </p:nvSpPr>
        <p:spPr>
          <a:xfrm>
            <a:off x="152400" y="0"/>
            <a:ext cx="883920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Preeti" pitchFamily="2" charset="0"/>
              </a:rPr>
              <a:t>!!=</a:t>
            </a:r>
            <a:r>
              <a:rPr lang="en-US" sz="3600" dirty="0" err="1">
                <a:solidFill>
                  <a:srgbClr val="FFFF00"/>
                </a:solidFill>
                <a:latin typeface="Preeti" pitchFamily="2" charset="0"/>
              </a:rPr>
              <a:t>df</a:t>
            </a:r>
            <a:r>
              <a:rPr lang="en-US" sz="3600" dirty="0">
                <a:solidFill>
                  <a:srgbClr val="FFFF00"/>
                </a:solidFill>
                <a:latin typeface="Preeti" pitchFamily="2" charset="0"/>
              </a:rPr>
              <a:t>]</a:t>
            </a:r>
            <a:r>
              <a:rPr lang="en-US" sz="3600" dirty="0" err="1">
                <a:solidFill>
                  <a:srgbClr val="FFFF00"/>
                </a:solidFill>
                <a:latin typeface="Preeti" pitchFamily="2" charset="0"/>
              </a:rPr>
              <a:t>xL</a:t>
            </a:r>
            <a:r>
              <a:rPr lang="en-US" sz="3600" dirty="0">
                <a:solidFill>
                  <a:srgbClr val="FFFF00"/>
                </a:solidFill>
                <a:latin typeface="Preeti" pitchFamily="2" charset="0"/>
              </a:rPr>
              <a:t> / </a:t>
            </a:r>
            <a:r>
              <a:rPr lang="en-US" sz="3600" dirty="0" err="1">
                <a:solidFill>
                  <a:srgbClr val="FFFF00"/>
                </a:solidFill>
                <a:latin typeface="Preeti" pitchFamily="2" charset="0"/>
              </a:rPr>
              <a:t>hUufwgLM</a:t>
            </a:r>
            <a:r>
              <a:rPr lang="en-US" sz="3600" dirty="0">
                <a:solidFill>
                  <a:srgbClr val="FFFF00"/>
                </a:solidFill>
                <a:latin typeface="Preeti" pitchFamily="2" charset="0"/>
              </a:rPr>
              <a:t> </a:t>
            </a:r>
          </a:p>
          <a:p>
            <a:pPr marL="571500" lvl="0" indent="-5715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Preeti" pitchFamily="2" charset="0"/>
              </a:rPr>
              <a:t>s </a:t>
            </a:r>
            <a:r>
              <a:rPr lang="en-US" sz="2800" dirty="0" err="1">
                <a:latin typeface="Preeti" pitchFamily="2" charset="0"/>
              </a:rPr>
              <a:t>eGGg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df</a:t>
            </a:r>
            <a:r>
              <a:rPr lang="en-US" sz="2800" dirty="0">
                <a:latin typeface="Preeti" pitchFamily="2" charset="0"/>
              </a:rPr>
              <a:t>]</a:t>
            </a:r>
            <a:r>
              <a:rPr lang="en-US" sz="2800" dirty="0" err="1">
                <a:latin typeface="Preeti" pitchFamily="2" charset="0"/>
              </a:rPr>
              <a:t>xLn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lsQf</a:t>
            </a:r>
            <a:r>
              <a:rPr lang="en-US" sz="2800" dirty="0">
                <a:latin typeface="Preeti" pitchFamily="2" charset="0"/>
              </a:rPr>
              <a:t> g+=! sf] k"/} % </a:t>
            </a:r>
            <a:r>
              <a:rPr lang="en-US" sz="2800" dirty="0" err="1">
                <a:latin typeface="Preeti" pitchFamily="2" charset="0"/>
              </a:rPr>
              <a:t>cfgf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hUufdf</a:t>
            </a:r>
            <a:r>
              <a:rPr lang="en-US" sz="2800" dirty="0">
                <a:latin typeface="Preeti" pitchFamily="2" charset="0"/>
              </a:rPr>
              <a:t> 3/ agfP5 . ca </a:t>
            </a:r>
            <a:r>
              <a:rPr lang="en-US" sz="2800" dirty="0" err="1">
                <a:latin typeface="Preeti" pitchFamily="2" charset="0"/>
              </a:rPr>
              <a:t>hUufwgLn</a:t>
            </a:r>
            <a:r>
              <a:rPr lang="en-US" sz="2800" dirty="0">
                <a:latin typeface="Preeti" pitchFamily="2" charset="0"/>
              </a:rPr>
              <a:t>] ;f] </a:t>
            </a:r>
            <a:r>
              <a:rPr lang="en-US" sz="2800" dirty="0" err="1">
                <a:latin typeface="Preeti" pitchFamily="2" charset="0"/>
              </a:rPr>
              <a:t>hUuf</a:t>
            </a:r>
            <a:r>
              <a:rPr lang="en-US" sz="2800" dirty="0">
                <a:latin typeface="Preeti" pitchFamily="2" charset="0"/>
              </a:rPr>
              <a:t> af+8kmf+6 </a:t>
            </a:r>
            <a:r>
              <a:rPr lang="en-US" sz="2800" dirty="0" err="1">
                <a:latin typeface="Preeti" pitchFamily="2" charset="0"/>
              </a:rPr>
              <a:t>k|of</a:t>
            </a:r>
            <a:r>
              <a:rPr lang="en-US" sz="2800" dirty="0">
                <a:latin typeface="Preeti" pitchFamily="2" charset="0"/>
              </a:rPr>
              <a:t>]</a:t>
            </a:r>
            <a:r>
              <a:rPr lang="en-US" sz="2800" dirty="0" err="1">
                <a:latin typeface="Preeti" pitchFamily="2" charset="0"/>
              </a:rPr>
              <a:t>hgfy</a:t>
            </a:r>
            <a:r>
              <a:rPr lang="en-US" sz="2800" dirty="0">
                <a:latin typeface="Preeti" pitchFamily="2" charset="0"/>
              </a:rPr>
              <a:t>{ </a:t>
            </a:r>
            <a:r>
              <a:rPr lang="en-US" sz="2800" dirty="0" err="1">
                <a:latin typeface="Preeti" pitchFamily="2" charset="0"/>
              </a:rPr>
              <a:t>bfaL</a:t>
            </a:r>
            <a:r>
              <a:rPr lang="en-US" sz="2800" dirty="0">
                <a:latin typeface="Preeti" pitchFamily="2" charset="0"/>
              </a:rPr>
              <a:t> ug{ kfpF5 ls </a:t>
            </a:r>
            <a:r>
              <a:rPr lang="en-US" sz="2800" dirty="0" err="1">
                <a:latin typeface="Preeti" pitchFamily="2" charset="0"/>
              </a:rPr>
              <a:t>kfpFb</a:t>
            </a:r>
            <a:r>
              <a:rPr lang="en-US" sz="2800" dirty="0">
                <a:latin typeface="Preeti" pitchFamily="2" charset="0"/>
              </a:rPr>
              <a:t>}g &lt;</a:t>
            </a:r>
          </a:p>
          <a:p>
            <a:pPr lvl="0"/>
            <a:r>
              <a:rPr lang="en-US" sz="2800" dirty="0">
                <a:latin typeface="Preeti" pitchFamily="2" charset="0"/>
              </a:rPr>
              <a:t>                                           -g]=sf=k,@)^! lg=g+=&amp;#)^_</a:t>
            </a:r>
          </a:p>
          <a:p>
            <a:pPr>
              <a:buNone/>
            </a:pPr>
            <a:endParaRPr lang="en-US" sz="3600" dirty="0">
              <a:latin typeface="Preeti" pitchFamily="2" charset="0"/>
            </a:endParaRPr>
          </a:p>
          <a:p>
            <a:pPr marL="571500" lvl="0" indent="-5715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Preeti" pitchFamily="2" charset="0"/>
              </a:rPr>
              <a:t>u </a:t>
            </a:r>
            <a:r>
              <a:rPr lang="en-US" sz="2800" dirty="0" err="1">
                <a:latin typeface="Preeti" pitchFamily="2" charset="0"/>
              </a:rPr>
              <a:t>eGg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df</a:t>
            </a:r>
            <a:r>
              <a:rPr lang="en-US" sz="2800" dirty="0">
                <a:latin typeface="Preeti" pitchFamily="2" charset="0"/>
              </a:rPr>
              <a:t>]</a:t>
            </a:r>
            <a:r>
              <a:rPr lang="en-US" sz="2800" dirty="0" err="1">
                <a:latin typeface="Preeti" pitchFamily="2" charset="0"/>
              </a:rPr>
              <a:t>xLn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lsQf</a:t>
            </a:r>
            <a:r>
              <a:rPr lang="en-US" sz="2800" dirty="0">
                <a:latin typeface="Preeti" pitchFamily="2" charset="0"/>
              </a:rPr>
              <a:t> g+ @ sf] Ps /f]</a:t>
            </a:r>
            <a:r>
              <a:rPr lang="en-US" sz="2800" dirty="0" err="1">
                <a:latin typeface="Preeti" pitchFamily="2" charset="0"/>
              </a:rPr>
              <a:t>kgL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hUufdWo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tLg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cfgf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hUufdf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agfPsf</a:t>
            </a:r>
            <a:r>
              <a:rPr lang="en-US" sz="2800" dirty="0">
                <a:latin typeface="Preeti" pitchFamily="2" charset="0"/>
              </a:rPr>
              <a:t>] 3/ </a:t>
            </a:r>
            <a:r>
              <a:rPr lang="en-US" sz="2800" b="1" dirty="0">
                <a:latin typeface="Preeti" pitchFamily="2" charset="0"/>
              </a:rPr>
              <a:t>3 </a:t>
            </a:r>
            <a:r>
              <a:rPr lang="en-US" sz="2800" dirty="0" err="1">
                <a:latin typeface="Preeti" pitchFamily="2" charset="0"/>
              </a:rPr>
              <a:t>nfO</a:t>
            </a:r>
            <a:r>
              <a:rPr lang="en-US" sz="2800" dirty="0">
                <a:latin typeface="Preeti" pitchFamily="2" charset="0"/>
              </a:rPr>
              <a:t>{ x:tfGt/0f u/]5 . ca </a:t>
            </a:r>
            <a:r>
              <a:rPr lang="en-US" sz="2800" dirty="0" err="1">
                <a:latin typeface="Preeti" pitchFamily="2" charset="0"/>
              </a:rPr>
              <a:t>pQm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hUufsf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df</a:t>
            </a:r>
            <a:r>
              <a:rPr lang="en-US" sz="2800" dirty="0">
                <a:latin typeface="Preeti" pitchFamily="2" charset="0"/>
              </a:rPr>
              <a:t>]</a:t>
            </a:r>
            <a:r>
              <a:rPr lang="en-US" sz="2800" dirty="0" err="1">
                <a:latin typeface="Preeti" pitchFamily="2" charset="0"/>
              </a:rPr>
              <a:t>xL</a:t>
            </a:r>
            <a:r>
              <a:rPr lang="en-US" sz="2800" dirty="0">
                <a:latin typeface="Preeti" pitchFamily="2" charset="0"/>
              </a:rPr>
              <a:t> sf] </a:t>
            </a:r>
            <a:r>
              <a:rPr lang="en-US" sz="2800" dirty="0" err="1">
                <a:latin typeface="Preeti" pitchFamily="2" charset="0"/>
              </a:rPr>
              <a:t>x'g</a:t>
            </a:r>
            <a:r>
              <a:rPr lang="en-US" sz="2800" dirty="0">
                <a:latin typeface="Preeti" pitchFamily="2" charset="0"/>
              </a:rPr>
              <a:t>] &lt; </a:t>
            </a:r>
          </a:p>
          <a:p>
            <a:pPr lvl="0"/>
            <a:r>
              <a:rPr lang="en-US" sz="2800" dirty="0">
                <a:latin typeface="Preeti" pitchFamily="2" charset="0"/>
              </a:rPr>
              <a:t>                                         -g]=sf=k,@)^! lg=g+=&amp;#^(_</a:t>
            </a:r>
          </a:p>
          <a:p>
            <a:pPr lvl="0"/>
            <a:endParaRPr lang="en-US" sz="2800" dirty="0">
              <a:latin typeface="Preeti" pitchFamily="2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Preeti" pitchFamily="2" charset="0"/>
              </a:rPr>
              <a:t>d  </a:t>
            </a:r>
            <a:r>
              <a:rPr lang="en-US" sz="2800" b="1" dirty="0" err="1">
                <a:latin typeface="Preeti" pitchFamily="2" charset="0"/>
              </a:rPr>
              <a:t>eGg</a:t>
            </a:r>
            <a:r>
              <a:rPr lang="en-US" sz="2800" b="1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df</a:t>
            </a:r>
            <a:r>
              <a:rPr lang="en-US" sz="2800" dirty="0">
                <a:latin typeface="Preeti" pitchFamily="2" charset="0"/>
              </a:rPr>
              <a:t>]</a:t>
            </a:r>
            <a:r>
              <a:rPr lang="en-US" sz="2800" dirty="0" err="1">
                <a:latin typeface="Preeti" pitchFamily="2" charset="0"/>
              </a:rPr>
              <a:t>xLn</a:t>
            </a:r>
            <a:r>
              <a:rPr lang="en-US" sz="2800" dirty="0">
                <a:latin typeface="Preeti" pitchFamily="2" charset="0"/>
              </a:rPr>
              <a:t>] @)@) ;</a:t>
            </a:r>
            <a:r>
              <a:rPr lang="en-US" sz="2800" dirty="0" err="1">
                <a:latin typeface="Preeti" pitchFamily="2" charset="0"/>
              </a:rPr>
              <a:t>fndf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hUufwgLsf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d~h</a:t>
            </a:r>
            <a:r>
              <a:rPr lang="en-US" sz="2800" dirty="0">
                <a:latin typeface="Preeti" pitchFamily="2" charset="0"/>
              </a:rPr>
              <a:t>'/L </a:t>
            </a:r>
            <a:r>
              <a:rPr lang="en-US" sz="2800" dirty="0" err="1">
                <a:latin typeface="Preeti" pitchFamily="2" charset="0"/>
              </a:rPr>
              <a:t>lnO</a:t>
            </a:r>
            <a:r>
              <a:rPr lang="en-US" sz="2800" dirty="0">
                <a:latin typeface="Preeti" pitchFamily="2" charset="0"/>
              </a:rPr>
              <a:t>{ </a:t>
            </a:r>
            <a:r>
              <a:rPr lang="en-US" sz="2800" dirty="0" err="1">
                <a:latin typeface="Preeti" pitchFamily="2" charset="0"/>
              </a:rPr>
              <a:t>agfPsf</a:t>
            </a:r>
            <a:r>
              <a:rPr lang="en-US" sz="2800" dirty="0">
                <a:latin typeface="Preeti" pitchFamily="2" charset="0"/>
              </a:rPr>
              <a:t>] 3/ @)&amp;@ ;</a:t>
            </a:r>
            <a:r>
              <a:rPr lang="en-US" sz="2800" dirty="0" err="1">
                <a:latin typeface="Preeti" pitchFamily="2" charset="0"/>
              </a:rPr>
              <a:t>fndf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eTs</a:t>
            </a:r>
            <a:r>
              <a:rPr lang="en-US" sz="2800" dirty="0">
                <a:latin typeface="Preeti" pitchFamily="2" charset="0"/>
              </a:rPr>
              <a:t>]5 . </a:t>
            </a:r>
            <a:r>
              <a:rPr lang="en-US" sz="2800" dirty="0" err="1">
                <a:latin typeface="Preeti" pitchFamily="2" charset="0"/>
              </a:rPr>
              <a:t>t;y</a:t>
            </a:r>
            <a:r>
              <a:rPr lang="en-US" sz="2800" dirty="0">
                <a:latin typeface="Preeti" pitchFamily="2" charset="0"/>
              </a:rPr>
              <a:t>{ </a:t>
            </a:r>
            <a:r>
              <a:rPr lang="en-US" sz="2800" b="1" dirty="0">
                <a:latin typeface="Preeti" pitchFamily="2" charset="0"/>
              </a:rPr>
              <a:t>d </a:t>
            </a:r>
            <a:r>
              <a:rPr lang="en-US" sz="2800" dirty="0">
                <a:latin typeface="Preeti" pitchFamily="2" charset="0"/>
              </a:rPr>
              <a:t>n] ;f]</a:t>
            </a:r>
            <a:r>
              <a:rPr lang="en-US" sz="2800" dirty="0" err="1">
                <a:latin typeface="Preeti" pitchFamily="2" charset="0"/>
              </a:rPr>
              <a:t>xL</a:t>
            </a:r>
            <a:r>
              <a:rPr lang="en-US" sz="2800" dirty="0">
                <a:latin typeface="Preeti" pitchFamily="2" charset="0"/>
              </a:rPr>
              <a:t> :</a:t>
            </a:r>
            <a:r>
              <a:rPr lang="en-US" sz="2800" dirty="0" err="1">
                <a:latin typeface="Preeti" pitchFamily="2" charset="0"/>
              </a:rPr>
              <a:t>yfgdf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gS;f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kf</a:t>
            </a:r>
            <a:r>
              <a:rPr lang="en-US" sz="2800" dirty="0">
                <a:latin typeface="Preeti" pitchFamily="2" charset="0"/>
              </a:rPr>
              <a:t>; u/L </a:t>
            </a:r>
            <a:r>
              <a:rPr lang="en-US" sz="2800" dirty="0" err="1">
                <a:latin typeface="Preeti" pitchFamily="2" charset="0"/>
              </a:rPr>
              <a:t>gofF</a:t>
            </a:r>
            <a:r>
              <a:rPr lang="en-US" sz="2800" dirty="0">
                <a:latin typeface="Preeti" pitchFamily="2" charset="0"/>
              </a:rPr>
              <a:t> 3/ agfP5 . </a:t>
            </a:r>
            <a:r>
              <a:rPr lang="en-US" sz="2800" dirty="0" err="1">
                <a:latin typeface="Preeti" pitchFamily="2" charset="0"/>
              </a:rPr>
              <a:t>hUufwgLn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cfkm</a:t>
            </a:r>
            <a:r>
              <a:rPr lang="en-US" sz="2800" dirty="0">
                <a:latin typeface="Preeti" pitchFamily="2" charset="0"/>
              </a:rPr>
              <a:t>\gf] </a:t>
            </a:r>
            <a:r>
              <a:rPr lang="en-US" sz="2800" dirty="0" err="1">
                <a:latin typeface="Preeti" pitchFamily="2" charset="0"/>
              </a:rPr>
              <a:t>d~h</a:t>
            </a:r>
            <a:r>
              <a:rPr lang="en-US" sz="2800" dirty="0">
                <a:latin typeface="Preeti" pitchFamily="2" charset="0"/>
              </a:rPr>
              <a:t>'/L </a:t>
            </a:r>
            <a:r>
              <a:rPr lang="en-US" sz="2800" dirty="0" err="1">
                <a:latin typeface="Preeti" pitchFamily="2" charset="0"/>
              </a:rPr>
              <a:t>glnO</a:t>
            </a:r>
            <a:r>
              <a:rPr lang="en-US" sz="2800" dirty="0">
                <a:latin typeface="Preeti" pitchFamily="2" charset="0"/>
              </a:rPr>
              <a:t>{ </a:t>
            </a:r>
            <a:r>
              <a:rPr lang="en-US" sz="2800" dirty="0" err="1">
                <a:latin typeface="Preeti" pitchFamily="2" charset="0"/>
              </a:rPr>
              <a:t>agfPsf</a:t>
            </a:r>
            <a:r>
              <a:rPr lang="en-US" sz="2800" dirty="0">
                <a:latin typeface="Preeti" pitchFamily="2" charset="0"/>
              </a:rPr>
              <a:t>] ;f] 3/ </a:t>
            </a:r>
            <a:r>
              <a:rPr lang="en-US" sz="2800" dirty="0" err="1">
                <a:latin typeface="Preeti" pitchFamily="2" charset="0"/>
              </a:rPr>
              <a:t>eTsfO</a:t>
            </a:r>
            <a:r>
              <a:rPr lang="en-US" sz="2800" dirty="0">
                <a:latin typeface="Preeti" pitchFamily="2" charset="0"/>
              </a:rPr>
              <a:t>{ </a:t>
            </a:r>
            <a:r>
              <a:rPr lang="en-US" sz="2800" dirty="0" err="1">
                <a:latin typeface="Preeti" pitchFamily="2" charset="0"/>
              </a:rPr>
              <a:t>kfpF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egL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lnPsf</a:t>
            </a:r>
            <a:r>
              <a:rPr lang="en-US" sz="2800" dirty="0">
                <a:latin typeface="Preeti" pitchFamily="2" charset="0"/>
              </a:rPr>
              <a:t>] </a:t>
            </a:r>
            <a:r>
              <a:rPr lang="en-US" sz="2800" dirty="0" err="1">
                <a:latin typeface="Preeti" pitchFamily="2" charset="0"/>
              </a:rPr>
              <a:t>bfaL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k'Ug</a:t>
            </a:r>
            <a:r>
              <a:rPr lang="en-US" sz="2800" dirty="0">
                <a:latin typeface="Preeti" pitchFamily="2" charset="0"/>
              </a:rPr>
              <a:t> ;S5 ls ;Sb}g&lt;</a:t>
            </a:r>
          </a:p>
          <a:p>
            <a:r>
              <a:rPr lang="en-US" sz="3200" dirty="0">
                <a:latin typeface="Preeti" pitchFamily="2" charset="0"/>
              </a:rPr>
              <a:t>                           </a:t>
            </a:r>
            <a:r>
              <a:rPr lang="en-US" sz="2800" dirty="0">
                <a:latin typeface="Preeti" pitchFamily="2" charset="0"/>
              </a:rPr>
              <a:t>    -;=c=a'=@)%*,k"0ff{s @!( k[=!&amp;_</a:t>
            </a:r>
          </a:p>
          <a:p>
            <a:endParaRPr lang="en-US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74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D84F4-E10F-29E1-0207-70B1EC23F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A49E24-8E04-5EB1-A7A3-2C159C77F799}"/>
              </a:ext>
            </a:extLst>
          </p:cNvPr>
          <p:cNvSpPr txBox="1"/>
          <p:nvPr/>
        </p:nvSpPr>
        <p:spPr>
          <a:xfrm>
            <a:off x="304800" y="228600"/>
            <a:ext cx="8686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hUufwgL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s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/0f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n]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df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xL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ePsf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lsQf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g+=@% If]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qkmn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# /f]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kgL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hUuf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xl/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nfO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{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laqmL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u/]5 .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l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ghsf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 ;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uf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nsf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c+lzof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x¿n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d~h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'/L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glnO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{ / ;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fIfL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klg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g/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fv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L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;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uf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nsf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crn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;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DklQ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laqmL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u/]sf]n]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sfg"gåf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/f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lglb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{i6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xbDofbleq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cf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cfˆm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\gf]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xs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lx:;f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hlt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lnvt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ab/ u/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fpg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gfln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; lbP5 .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To:t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}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pQm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hUufsf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df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xLn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3200" dirty="0" err="1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xs;kmf</a:t>
            </a:r>
            <a:r>
              <a:rPr lang="en-US" sz="3200" dirty="0">
                <a:effectLst/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ug{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xbDofbleq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}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gfln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; lbP5 . o; l:yltdf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hUufwgLsf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xsjfnf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 /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df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xLn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bfo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/ u/]sf </a:t>
            </a:r>
            <a:r>
              <a:rPr lang="en-US" sz="3200" dirty="0" err="1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gfln;x¿dWo</a:t>
            </a:r>
            <a:r>
              <a:rPr lang="en-US" sz="3200" dirty="0">
                <a:latin typeface="Preeti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3200" dirty="0" err="1">
                <a:latin typeface="Preeti" pitchFamily="2" charset="0"/>
              </a:rPr>
              <a:t>s'g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lqmofzLn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cyf</a:t>
            </a:r>
            <a:r>
              <a:rPr lang="en-US" sz="3200" dirty="0">
                <a:latin typeface="Preeti" pitchFamily="2" charset="0"/>
              </a:rPr>
              <a:t>{t\ </a:t>
            </a:r>
            <a:r>
              <a:rPr lang="en-US" sz="3200" dirty="0" err="1">
                <a:latin typeface="Preeti" pitchFamily="2" charset="0"/>
              </a:rPr>
              <a:t>dfGo</a:t>
            </a:r>
            <a:r>
              <a:rPr lang="en-US" sz="3200" dirty="0">
                <a:latin typeface="Preeti" pitchFamily="2" charset="0"/>
              </a:rPr>
              <a:t> x'G5 &lt;   -g]=sf=k=@)&amp;* lg=g+=!)^&amp;#_</a:t>
            </a:r>
          </a:p>
        </p:txBody>
      </p:sp>
    </p:spTree>
    <p:extLst>
      <p:ext uri="{BB962C8B-B14F-4D97-AF65-F5344CB8AC3E}">
        <p14:creationId xmlns:p14="http://schemas.microsoft.com/office/powerpoint/2010/main" val="2465136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896B5F-D81C-01CF-A263-24DE28873DBD}"/>
              </a:ext>
            </a:extLst>
          </p:cNvPr>
          <p:cNvSpPr txBox="1"/>
          <p:nvPr/>
        </p:nvSpPr>
        <p:spPr>
          <a:xfrm>
            <a:off x="152400" y="838200"/>
            <a:ext cx="8839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9600" dirty="0">
                <a:solidFill>
                  <a:srgbClr val="00B0F0"/>
                </a:solidFill>
                <a:latin typeface="Preeti" pitchFamily="2" charset="0"/>
              </a:rPr>
              <a:t>w}o{</a:t>
            </a:r>
            <a:r>
              <a:rPr lang="en-US" sz="9600" dirty="0" err="1">
                <a:solidFill>
                  <a:srgbClr val="00B0F0"/>
                </a:solidFill>
                <a:latin typeface="Preeti" pitchFamily="2" charset="0"/>
              </a:rPr>
              <a:t>tfsf</a:t>
            </a:r>
            <a:r>
              <a:rPr lang="en-US" sz="9600" dirty="0">
                <a:solidFill>
                  <a:srgbClr val="00B0F0"/>
                </a:solidFill>
                <a:latin typeface="Preeti" pitchFamily="2" charset="0"/>
              </a:rPr>
              <a:t>]</a:t>
            </a:r>
          </a:p>
          <a:p>
            <a:pPr algn="ctr">
              <a:buNone/>
            </a:pPr>
            <a:r>
              <a:rPr lang="en-US" sz="9600" dirty="0" err="1">
                <a:solidFill>
                  <a:srgbClr val="00B0F0"/>
                </a:solidFill>
                <a:latin typeface="Preeti" pitchFamily="2" charset="0"/>
              </a:rPr>
              <a:t>nflu</a:t>
            </a:r>
            <a:endParaRPr lang="en-US" sz="9600" dirty="0">
              <a:solidFill>
                <a:srgbClr val="00B0F0"/>
              </a:solidFill>
              <a:latin typeface="Preeti" pitchFamily="2" charset="0"/>
            </a:endParaRPr>
          </a:p>
          <a:p>
            <a:pPr algn="ctr">
              <a:buNone/>
            </a:pPr>
            <a:r>
              <a:rPr lang="en-US" sz="9600" dirty="0" err="1">
                <a:solidFill>
                  <a:srgbClr val="00B0F0"/>
                </a:solidFill>
                <a:latin typeface="Preeti" pitchFamily="2" charset="0"/>
              </a:rPr>
              <a:t>wGojfb</a:t>
            </a:r>
            <a:endParaRPr lang="en-US" sz="9600" dirty="0">
              <a:solidFill>
                <a:srgbClr val="00B0F0"/>
              </a:solidFill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188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2121</TotalTime>
  <Words>3106</Words>
  <Application>Microsoft Office PowerPoint</Application>
  <PresentationFormat>On-screen Show (4:3)</PresentationFormat>
  <Paragraphs>134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Mangal</vt:lpstr>
      <vt:lpstr>PCS NEPAL</vt:lpstr>
      <vt:lpstr>Preeti</vt:lpstr>
      <vt:lpstr>Times New Roman</vt:lpstr>
      <vt:lpstr>Wingdings</vt:lpstr>
      <vt:lpstr>Wingdings 2</vt:lpstr>
      <vt:lpstr>Office 2013 - 2022 Theme</vt:lpstr>
      <vt:lpstr>hUuf;DaGwL ljjfb – efu !   -c+za08f, ;fFwl;dfgf, df]xL / hUufwgL_      </vt:lpstr>
      <vt:lpstr>!=;fdfGo sfg"gL l;4fGt M </vt:lpstr>
      <vt:lpstr>PowerPoint Presentation</vt:lpstr>
      <vt:lpstr>@=;fdfGotM hUuf;DaGwL ljjfb;Fu ;Da4 tTjx¿ M </vt:lpstr>
      <vt:lpstr>#= hUuf;DaGwL ljjfbdf k]z x'g]  ;|f]t lnvtx¿M </vt:lpstr>
      <vt:lpstr>$= s]xL ljjfbx¿M 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hUufsf] :jfldTj x:tfGt/)f a]u/ ef]uflwsf/sf] x:tfGt/)f / tT;DaGwL ljjfb</dc:title>
  <dc:creator>judge</dc:creator>
  <cp:lastModifiedBy>NJA</cp:lastModifiedBy>
  <cp:revision>225</cp:revision>
  <dcterms:created xsi:type="dcterms:W3CDTF">2015-01-21T14:50:23Z</dcterms:created>
  <dcterms:modified xsi:type="dcterms:W3CDTF">2026-01-21T01:39:32Z</dcterms:modified>
</cp:coreProperties>
</file>