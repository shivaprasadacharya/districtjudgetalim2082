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61" r:id="rId4"/>
    <p:sldId id="283" r:id="rId5"/>
    <p:sldId id="285" r:id="rId6"/>
    <p:sldId id="284" r:id="rId7"/>
    <p:sldId id="286" r:id="rId8"/>
    <p:sldId id="287" r:id="rId9"/>
    <p:sldId id="288" r:id="rId10"/>
    <p:sldId id="309" r:id="rId11"/>
    <p:sldId id="294" r:id="rId12"/>
    <p:sldId id="308" r:id="rId13"/>
    <p:sldId id="263" r:id="rId14"/>
    <p:sldId id="264" r:id="rId15"/>
    <p:sldId id="314" r:id="rId16"/>
    <p:sldId id="267" r:id="rId17"/>
    <p:sldId id="312" r:id="rId18"/>
    <p:sldId id="313" r:id="rId19"/>
    <p:sldId id="268" r:id="rId20"/>
    <p:sldId id="298" r:id="rId21"/>
    <p:sldId id="299" r:id="rId22"/>
    <p:sldId id="300" r:id="rId23"/>
    <p:sldId id="301" r:id="rId24"/>
    <p:sldId id="269" r:id="rId25"/>
    <p:sldId id="302" r:id="rId26"/>
    <p:sldId id="303" r:id="rId27"/>
    <p:sldId id="304" r:id="rId28"/>
    <p:sldId id="305" r:id="rId29"/>
    <p:sldId id="306" r:id="rId30"/>
    <p:sldId id="280" r:id="rId31"/>
    <p:sldId id="281" r:id="rId32"/>
    <p:sldId id="315" r:id="rId33"/>
    <p:sldId id="310" r:id="rId34"/>
    <p:sldId id="311" r:id="rId35"/>
    <p:sldId id="28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F9410BF-AFD9-4A3B-9CCA-840F1155340C}">
          <p14:sldIdLst>
            <p14:sldId id="256"/>
            <p14:sldId id="258"/>
            <p14:sldId id="261"/>
            <p14:sldId id="283"/>
            <p14:sldId id="285"/>
            <p14:sldId id="284"/>
            <p14:sldId id="286"/>
            <p14:sldId id="287"/>
            <p14:sldId id="288"/>
            <p14:sldId id="309"/>
            <p14:sldId id="294"/>
            <p14:sldId id="308"/>
            <p14:sldId id="263"/>
            <p14:sldId id="264"/>
            <p14:sldId id="314"/>
            <p14:sldId id="267"/>
            <p14:sldId id="312"/>
            <p14:sldId id="313"/>
            <p14:sldId id="268"/>
            <p14:sldId id="298"/>
            <p14:sldId id="299"/>
            <p14:sldId id="300"/>
            <p14:sldId id="301"/>
            <p14:sldId id="269"/>
            <p14:sldId id="302"/>
            <p14:sldId id="303"/>
            <p14:sldId id="304"/>
            <p14:sldId id="305"/>
            <p14:sldId id="306"/>
            <p14:sldId id="280"/>
            <p14:sldId id="281"/>
            <p14:sldId id="315"/>
            <p14:sldId id="310"/>
            <p14:sldId id="311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924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0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98B543-6F33-48F1-A0C5-26766CE140BB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20C6BEB-2928-424C-8288-9C0FFBC64917}">
      <dgm:prSet/>
      <dgm:spPr/>
      <dgm:t>
        <a:bodyPr/>
        <a:lstStyle/>
        <a:p>
          <a:r>
            <a:rPr lang="ne-NP" smtClean="0"/>
            <a:t>सजायको उद्देश्य</a:t>
          </a:r>
          <a:r>
            <a:rPr lang="en-US" smtClean="0"/>
            <a:t> </a:t>
          </a:r>
          <a:r>
            <a:rPr lang="ne-NP" smtClean="0"/>
            <a:t>र सिध्दान्त</a:t>
          </a:r>
          <a:endParaRPr lang="en-US" dirty="0"/>
        </a:p>
      </dgm:t>
    </dgm:pt>
    <dgm:pt modelId="{1587F03F-2630-48B2-9750-31AB8B4BD1D0}" type="parTrans" cxnId="{C12D8315-6120-490C-83B8-EF84D8ECAC3C}">
      <dgm:prSet/>
      <dgm:spPr/>
      <dgm:t>
        <a:bodyPr/>
        <a:lstStyle/>
        <a:p>
          <a:endParaRPr lang="en-US"/>
        </a:p>
      </dgm:t>
    </dgm:pt>
    <dgm:pt modelId="{2C34D945-E67E-4FDB-B8A2-A0876D60700D}" type="sibTrans" cxnId="{C12D8315-6120-490C-83B8-EF84D8ECAC3C}">
      <dgm:prSet/>
      <dgm:spPr/>
      <dgm:t>
        <a:bodyPr/>
        <a:lstStyle/>
        <a:p>
          <a:endParaRPr lang="en-US"/>
        </a:p>
      </dgm:t>
    </dgm:pt>
    <dgm:pt modelId="{4EF901DF-09DC-4242-8171-559A80EB54C2}">
      <dgm:prSet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ne-NP" dirty="0" smtClean="0"/>
            <a:t>सजायका विभिन्न प्रकारहरु</a:t>
          </a:r>
          <a:endParaRPr lang="en-US" dirty="0" smtClean="0"/>
        </a:p>
        <a:p>
          <a:pPr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dirty="0"/>
        </a:p>
      </dgm:t>
    </dgm:pt>
    <dgm:pt modelId="{44970097-BD37-4C93-A349-2F550E8A5651}" type="parTrans" cxnId="{40337F66-F1FC-46F4-A617-CC4FB7EDDAB2}">
      <dgm:prSet/>
      <dgm:spPr/>
      <dgm:t>
        <a:bodyPr/>
        <a:lstStyle/>
        <a:p>
          <a:endParaRPr lang="en-US"/>
        </a:p>
      </dgm:t>
    </dgm:pt>
    <dgm:pt modelId="{CE7AFF14-5F4C-4BED-972C-320B57D15458}" type="sibTrans" cxnId="{40337F66-F1FC-46F4-A617-CC4FB7EDDAB2}">
      <dgm:prSet/>
      <dgm:spPr/>
      <dgm:t>
        <a:bodyPr/>
        <a:lstStyle/>
        <a:p>
          <a:endParaRPr lang="en-US"/>
        </a:p>
      </dgm:t>
    </dgm:pt>
    <dgm:pt modelId="{3BA921D8-C42D-4970-A8B2-F4ADE173CC1E}">
      <dgm:prSet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ne-NP" dirty="0" smtClean="0"/>
            <a:t>सजाय गर्दा विचार गर्नुपर्ने कुराहरु</a:t>
          </a:r>
          <a:endParaRPr lang="en-US" dirty="0"/>
        </a:p>
      </dgm:t>
    </dgm:pt>
    <dgm:pt modelId="{73F84B12-D623-451B-870C-2CF012FBE814}" type="parTrans" cxnId="{2DCBE6DD-B9E5-45F0-94F9-0431B00144EF}">
      <dgm:prSet/>
      <dgm:spPr/>
      <dgm:t>
        <a:bodyPr/>
        <a:lstStyle/>
        <a:p>
          <a:endParaRPr lang="en-US"/>
        </a:p>
      </dgm:t>
    </dgm:pt>
    <dgm:pt modelId="{BCF4C6F4-F7E3-41CF-8714-E25D71AC0949}" type="sibTrans" cxnId="{2DCBE6DD-B9E5-45F0-94F9-0431B00144EF}">
      <dgm:prSet/>
      <dgm:spPr/>
      <dgm:t>
        <a:bodyPr/>
        <a:lstStyle/>
        <a:p>
          <a:endParaRPr lang="en-US"/>
        </a:p>
      </dgm:t>
    </dgm:pt>
    <dgm:pt modelId="{71B9BBD7-ED4D-4ED3-AAD3-15BE442BF5C7}">
      <dgm:prSet/>
      <dgm:spPr/>
      <dgm:t>
        <a:bodyPr/>
        <a:lstStyle/>
        <a:p>
          <a:r>
            <a:rPr lang="ne-NP" dirty="0" smtClean="0"/>
            <a:t>निर्धारणका आधारहरु</a:t>
          </a:r>
        </a:p>
        <a:p>
          <a:endParaRPr lang="en-US" dirty="0"/>
        </a:p>
      </dgm:t>
    </dgm:pt>
    <dgm:pt modelId="{7353A29F-7C0E-4E77-9653-AAAF85008376}" type="parTrans" cxnId="{E027CBB8-BCBB-4516-A92F-BA363C962741}">
      <dgm:prSet/>
      <dgm:spPr/>
      <dgm:t>
        <a:bodyPr/>
        <a:lstStyle/>
        <a:p>
          <a:endParaRPr lang="en-US"/>
        </a:p>
      </dgm:t>
    </dgm:pt>
    <dgm:pt modelId="{8ACDAAEC-0C08-4899-866C-2B1316A7A72D}" type="sibTrans" cxnId="{E027CBB8-BCBB-4516-A92F-BA363C962741}">
      <dgm:prSet/>
      <dgm:spPr/>
      <dgm:t>
        <a:bodyPr/>
        <a:lstStyle/>
        <a:p>
          <a:endParaRPr lang="en-US"/>
        </a:p>
      </dgm:t>
    </dgm:pt>
    <dgm:pt modelId="{4CF9EA54-28A7-4EF7-AACC-01FE4315C6E4}">
      <dgm:prSet/>
      <dgm:spPr/>
      <dgm:t>
        <a:bodyPr/>
        <a:lstStyle/>
        <a:p>
          <a:r>
            <a:rPr lang="ne-NP" dirty="0" smtClean="0"/>
            <a:t>अभ्यास</a:t>
          </a:r>
          <a:endParaRPr lang="en-US" dirty="0"/>
        </a:p>
      </dgm:t>
    </dgm:pt>
    <dgm:pt modelId="{538D3298-639D-4449-BC3C-8DECF4921D85}" type="parTrans" cxnId="{8CBB860C-6B01-4738-A261-BED4AB882C29}">
      <dgm:prSet/>
      <dgm:spPr/>
      <dgm:t>
        <a:bodyPr/>
        <a:lstStyle/>
        <a:p>
          <a:endParaRPr lang="en-US"/>
        </a:p>
      </dgm:t>
    </dgm:pt>
    <dgm:pt modelId="{E668157D-1B8C-4B46-9476-B2D189D30C9A}" type="sibTrans" cxnId="{8CBB860C-6B01-4738-A261-BED4AB882C29}">
      <dgm:prSet/>
      <dgm:spPr/>
      <dgm:t>
        <a:bodyPr/>
        <a:lstStyle/>
        <a:p>
          <a:endParaRPr lang="en-US"/>
        </a:p>
      </dgm:t>
    </dgm:pt>
    <dgm:pt modelId="{7510D9E0-72EF-49A7-97D4-0FD528A98C66}">
      <dgm:prSet/>
      <dgm:spPr/>
      <dgm:t>
        <a:bodyPr/>
        <a:lstStyle/>
        <a:p>
          <a:r>
            <a:rPr lang="ne-NP" i="0" u="none" dirty="0" smtClean="0">
              <a:solidFill>
                <a:schemeClr val="bg1"/>
              </a:solidFill>
            </a:rPr>
            <a:t>सजाय निर्धारण </a:t>
          </a:r>
          <a:r>
            <a:rPr lang="ne-NP" i="0" u="none" dirty="0" smtClean="0">
              <a:solidFill>
                <a:schemeClr val="bg1"/>
              </a:solidFill>
              <a:latin typeface="Preeti"/>
              <a:cs typeface="Kalimati" panose="00000400000000000000" pitchFamily="2"/>
            </a:rPr>
            <a:t>ऐनका मुख्य व्यवस्थाहरु</a:t>
          </a:r>
          <a:r>
            <a:rPr lang="ne-NP" i="0" u="none" dirty="0" smtClean="0">
              <a:solidFill>
                <a:schemeClr val="bg1"/>
              </a:solidFill>
            </a:rPr>
            <a:t> </a:t>
          </a:r>
          <a:endParaRPr lang="en-US" i="0" u="none" dirty="0">
            <a:solidFill>
              <a:schemeClr val="bg1"/>
            </a:solidFill>
          </a:endParaRPr>
        </a:p>
      </dgm:t>
    </dgm:pt>
    <dgm:pt modelId="{30EF7D21-FE05-45BF-BBD0-021D60A5ED93}" type="parTrans" cxnId="{D853C859-202B-4F49-8D1C-732C2587FC9A}">
      <dgm:prSet/>
      <dgm:spPr/>
      <dgm:t>
        <a:bodyPr/>
        <a:lstStyle/>
        <a:p>
          <a:endParaRPr lang="en-US"/>
        </a:p>
      </dgm:t>
    </dgm:pt>
    <dgm:pt modelId="{C626CC6D-969D-4696-BD55-DA1E6E5F2CE0}" type="sibTrans" cxnId="{D853C859-202B-4F49-8D1C-732C2587FC9A}">
      <dgm:prSet/>
      <dgm:spPr/>
      <dgm:t>
        <a:bodyPr/>
        <a:lstStyle/>
        <a:p>
          <a:endParaRPr lang="en-US"/>
        </a:p>
      </dgm:t>
    </dgm:pt>
    <dgm:pt modelId="{C35889C5-98E2-4EE2-AB92-F601432A66BB}" type="pres">
      <dgm:prSet presAssocID="{7C98B543-6F33-48F1-A0C5-26766CE140B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7B4031-E487-4473-9970-726F0476D6D4}" type="pres">
      <dgm:prSet presAssocID="{E20C6BEB-2928-424C-8288-9C0FFBC64917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9A3C18-C74F-4E4B-ADB6-D86BADBD0A21}" type="pres">
      <dgm:prSet presAssocID="{2C34D945-E67E-4FDB-B8A2-A0876D60700D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90F87D7-6534-4CA9-B9AD-384DA1C26B4B}" type="pres">
      <dgm:prSet presAssocID="{2C34D945-E67E-4FDB-B8A2-A0876D60700D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BA570971-25E3-47E2-A3F2-32B00E6537F2}" type="pres">
      <dgm:prSet presAssocID="{7510D9E0-72EF-49A7-97D4-0FD528A98C66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978E72-B0C5-4CFC-B36A-D958548FE399}" type="pres">
      <dgm:prSet presAssocID="{C626CC6D-969D-4696-BD55-DA1E6E5F2CE0}" presName="sibTrans" presStyleLbl="sibTrans2D1" presStyleIdx="1" presStyleCnt="5"/>
      <dgm:spPr/>
      <dgm:t>
        <a:bodyPr/>
        <a:lstStyle/>
        <a:p>
          <a:endParaRPr lang="en-US"/>
        </a:p>
      </dgm:t>
    </dgm:pt>
    <dgm:pt modelId="{3335D0EF-87C0-402D-9A67-70C3946C323C}" type="pres">
      <dgm:prSet presAssocID="{C626CC6D-969D-4696-BD55-DA1E6E5F2CE0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C7255BEB-1135-422C-81A0-CC1F61FB64AE}" type="pres">
      <dgm:prSet presAssocID="{4EF901DF-09DC-4242-8171-559A80EB54C2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A9DCAF-4F97-48DD-A402-082D68744FB4}" type="pres">
      <dgm:prSet presAssocID="{CE7AFF14-5F4C-4BED-972C-320B57D15458}" presName="sibTrans" presStyleLbl="sibTrans2D1" presStyleIdx="2" presStyleCnt="5"/>
      <dgm:spPr/>
      <dgm:t>
        <a:bodyPr/>
        <a:lstStyle/>
        <a:p>
          <a:endParaRPr lang="en-US"/>
        </a:p>
      </dgm:t>
    </dgm:pt>
    <dgm:pt modelId="{DA290079-68D9-4F84-A9D2-B324443C34CE}" type="pres">
      <dgm:prSet presAssocID="{CE7AFF14-5F4C-4BED-972C-320B57D15458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1471CC22-61D6-4410-9573-0C7067BDF785}" type="pres">
      <dgm:prSet presAssocID="{3BA921D8-C42D-4970-A8B2-F4ADE173CC1E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E04FAB-36D7-4B24-B62C-65B1FA05F918}" type="pres">
      <dgm:prSet presAssocID="{BCF4C6F4-F7E3-41CF-8714-E25D71AC0949}" presName="sibTrans" presStyleLbl="sibTrans2D1" presStyleIdx="3" presStyleCnt="5"/>
      <dgm:spPr/>
      <dgm:t>
        <a:bodyPr/>
        <a:lstStyle/>
        <a:p>
          <a:endParaRPr lang="en-US"/>
        </a:p>
      </dgm:t>
    </dgm:pt>
    <dgm:pt modelId="{BF96AFFD-789E-4C00-A75F-1D2DF1C44F49}" type="pres">
      <dgm:prSet presAssocID="{BCF4C6F4-F7E3-41CF-8714-E25D71AC0949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7F39433-C71F-4A73-88D7-CF3A1FBD8389}" type="pres">
      <dgm:prSet presAssocID="{71B9BBD7-ED4D-4ED3-AAD3-15BE442BF5C7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020ED5-4476-4108-ADE9-D3B6BCA9E3BD}" type="pres">
      <dgm:prSet presAssocID="{8ACDAAEC-0C08-4899-866C-2B1316A7A72D}" presName="sibTrans" presStyleLbl="sibTrans2D1" presStyleIdx="4" presStyleCnt="5"/>
      <dgm:spPr/>
      <dgm:t>
        <a:bodyPr/>
        <a:lstStyle/>
        <a:p>
          <a:endParaRPr lang="en-US"/>
        </a:p>
      </dgm:t>
    </dgm:pt>
    <dgm:pt modelId="{C06BA55A-637E-45D5-BF0E-9432A7904180}" type="pres">
      <dgm:prSet presAssocID="{8ACDAAEC-0C08-4899-866C-2B1316A7A72D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96B2B5C7-E050-4E46-A30A-19AE7F2DE874}" type="pres">
      <dgm:prSet presAssocID="{4CF9EA54-28A7-4EF7-AACC-01FE4315C6E4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2DCDB6-165F-4B21-A04E-7DF6C71580E2}" type="presOf" srcId="{7C98B543-6F33-48F1-A0C5-26766CE140BB}" destId="{C35889C5-98E2-4EE2-AB92-F601432A66BB}" srcOrd="0" destOrd="0" presId="urn:microsoft.com/office/officeart/2005/8/layout/process5"/>
    <dgm:cxn modelId="{14BCA24F-ADF9-4285-BF50-ED5FBEBCAB75}" type="presOf" srcId="{3BA921D8-C42D-4970-A8B2-F4ADE173CC1E}" destId="{1471CC22-61D6-4410-9573-0C7067BDF785}" srcOrd="0" destOrd="0" presId="urn:microsoft.com/office/officeart/2005/8/layout/process5"/>
    <dgm:cxn modelId="{854B40A6-EE5E-476C-A3C4-C84D83928C49}" type="presOf" srcId="{BCF4C6F4-F7E3-41CF-8714-E25D71AC0949}" destId="{BF96AFFD-789E-4C00-A75F-1D2DF1C44F49}" srcOrd="1" destOrd="0" presId="urn:microsoft.com/office/officeart/2005/8/layout/process5"/>
    <dgm:cxn modelId="{36741439-67A7-45A4-B9C6-5D1120DEE5EA}" type="presOf" srcId="{C626CC6D-969D-4696-BD55-DA1E6E5F2CE0}" destId="{32978E72-B0C5-4CFC-B36A-D958548FE399}" srcOrd="0" destOrd="0" presId="urn:microsoft.com/office/officeart/2005/8/layout/process5"/>
    <dgm:cxn modelId="{F5F83964-068D-4FD1-B011-608FA3B23035}" type="presOf" srcId="{8ACDAAEC-0C08-4899-866C-2B1316A7A72D}" destId="{C06BA55A-637E-45D5-BF0E-9432A7904180}" srcOrd="1" destOrd="0" presId="urn:microsoft.com/office/officeart/2005/8/layout/process5"/>
    <dgm:cxn modelId="{AC324575-6994-4DED-A6F5-DDCB1F176823}" type="presOf" srcId="{71B9BBD7-ED4D-4ED3-AAD3-15BE442BF5C7}" destId="{C7F39433-C71F-4A73-88D7-CF3A1FBD8389}" srcOrd="0" destOrd="0" presId="urn:microsoft.com/office/officeart/2005/8/layout/process5"/>
    <dgm:cxn modelId="{5C1D6460-41EF-4BDB-8B2B-C0B8F4739AA0}" type="presOf" srcId="{2C34D945-E67E-4FDB-B8A2-A0876D60700D}" destId="{090F87D7-6534-4CA9-B9AD-384DA1C26B4B}" srcOrd="1" destOrd="0" presId="urn:microsoft.com/office/officeart/2005/8/layout/process5"/>
    <dgm:cxn modelId="{D853C859-202B-4F49-8D1C-732C2587FC9A}" srcId="{7C98B543-6F33-48F1-A0C5-26766CE140BB}" destId="{7510D9E0-72EF-49A7-97D4-0FD528A98C66}" srcOrd="1" destOrd="0" parTransId="{30EF7D21-FE05-45BF-BBD0-021D60A5ED93}" sibTransId="{C626CC6D-969D-4696-BD55-DA1E6E5F2CE0}"/>
    <dgm:cxn modelId="{40337F66-F1FC-46F4-A617-CC4FB7EDDAB2}" srcId="{7C98B543-6F33-48F1-A0C5-26766CE140BB}" destId="{4EF901DF-09DC-4242-8171-559A80EB54C2}" srcOrd="2" destOrd="0" parTransId="{44970097-BD37-4C93-A349-2F550E8A5651}" sibTransId="{CE7AFF14-5F4C-4BED-972C-320B57D15458}"/>
    <dgm:cxn modelId="{B2A70736-1110-40A3-B47F-0E703C3AEC01}" type="presOf" srcId="{4EF901DF-09DC-4242-8171-559A80EB54C2}" destId="{C7255BEB-1135-422C-81A0-CC1F61FB64AE}" srcOrd="0" destOrd="0" presId="urn:microsoft.com/office/officeart/2005/8/layout/process5"/>
    <dgm:cxn modelId="{75EFEB24-8B12-40D8-A5C0-84373F7D6250}" type="presOf" srcId="{7510D9E0-72EF-49A7-97D4-0FD528A98C66}" destId="{BA570971-25E3-47E2-A3F2-32B00E6537F2}" srcOrd="0" destOrd="0" presId="urn:microsoft.com/office/officeart/2005/8/layout/process5"/>
    <dgm:cxn modelId="{8CBB860C-6B01-4738-A261-BED4AB882C29}" srcId="{7C98B543-6F33-48F1-A0C5-26766CE140BB}" destId="{4CF9EA54-28A7-4EF7-AACC-01FE4315C6E4}" srcOrd="5" destOrd="0" parTransId="{538D3298-639D-4449-BC3C-8DECF4921D85}" sibTransId="{E668157D-1B8C-4B46-9476-B2D189D30C9A}"/>
    <dgm:cxn modelId="{92D14713-1F56-4908-97EE-1221FCFF4499}" type="presOf" srcId="{C626CC6D-969D-4696-BD55-DA1E6E5F2CE0}" destId="{3335D0EF-87C0-402D-9A67-70C3946C323C}" srcOrd="1" destOrd="0" presId="urn:microsoft.com/office/officeart/2005/8/layout/process5"/>
    <dgm:cxn modelId="{C12D8315-6120-490C-83B8-EF84D8ECAC3C}" srcId="{7C98B543-6F33-48F1-A0C5-26766CE140BB}" destId="{E20C6BEB-2928-424C-8288-9C0FFBC64917}" srcOrd="0" destOrd="0" parTransId="{1587F03F-2630-48B2-9750-31AB8B4BD1D0}" sibTransId="{2C34D945-E67E-4FDB-B8A2-A0876D60700D}"/>
    <dgm:cxn modelId="{CC51F597-D2A4-436E-8FDD-0E88044FE0D3}" type="presOf" srcId="{4CF9EA54-28A7-4EF7-AACC-01FE4315C6E4}" destId="{96B2B5C7-E050-4E46-A30A-19AE7F2DE874}" srcOrd="0" destOrd="0" presId="urn:microsoft.com/office/officeart/2005/8/layout/process5"/>
    <dgm:cxn modelId="{FC93753C-C54C-4BD4-8743-6716DA3A577D}" type="presOf" srcId="{CE7AFF14-5F4C-4BED-972C-320B57D15458}" destId="{A3A9DCAF-4F97-48DD-A402-082D68744FB4}" srcOrd="0" destOrd="0" presId="urn:microsoft.com/office/officeart/2005/8/layout/process5"/>
    <dgm:cxn modelId="{9A7DF4DD-7643-40D7-A6B7-477BC9B4637A}" type="presOf" srcId="{E20C6BEB-2928-424C-8288-9C0FFBC64917}" destId="{2C7B4031-E487-4473-9970-726F0476D6D4}" srcOrd="0" destOrd="0" presId="urn:microsoft.com/office/officeart/2005/8/layout/process5"/>
    <dgm:cxn modelId="{74558D82-95A5-4D4C-B24A-11BF7DA00B26}" type="presOf" srcId="{CE7AFF14-5F4C-4BED-972C-320B57D15458}" destId="{DA290079-68D9-4F84-A9D2-B324443C34CE}" srcOrd="1" destOrd="0" presId="urn:microsoft.com/office/officeart/2005/8/layout/process5"/>
    <dgm:cxn modelId="{E027CBB8-BCBB-4516-A92F-BA363C962741}" srcId="{7C98B543-6F33-48F1-A0C5-26766CE140BB}" destId="{71B9BBD7-ED4D-4ED3-AAD3-15BE442BF5C7}" srcOrd="4" destOrd="0" parTransId="{7353A29F-7C0E-4E77-9653-AAAF85008376}" sibTransId="{8ACDAAEC-0C08-4899-866C-2B1316A7A72D}"/>
    <dgm:cxn modelId="{2D5ED669-F091-45B2-B8B7-4C95D18720E2}" type="presOf" srcId="{BCF4C6F4-F7E3-41CF-8714-E25D71AC0949}" destId="{D3E04FAB-36D7-4B24-B62C-65B1FA05F918}" srcOrd="0" destOrd="0" presId="urn:microsoft.com/office/officeart/2005/8/layout/process5"/>
    <dgm:cxn modelId="{E05737AC-AA57-4480-98F0-229B6A72FDCE}" type="presOf" srcId="{2C34D945-E67E-4FDB-B8A2-A0876D60700D}" destId="{9B9A3C18-C74F-4E4B-ADB6-D86BADBD0A21}" srcOrd="0" destOrd="0" presId="urn:microsoft.com/office/officeart/2005/8/layout/process5"/>
    <dgm:cxn modelId="{0C4B37CA-730E-4A3A-B711-D0B9401D7766}" type="presOf" srcId="{8ACDAAEC-0C08-4899-866C-2B1316A7A72D}" destId="{79020ED5-4476-4108-ADE9-D3B6BCA9E3BD}" srcOrd="0" destOrd="0" presId="urn:microsoft.com/office/officeart/2005/8/layout/process5"/>
    <dgm:cxn modelId="{2DCBE6DD-B9E5-45F0-94F9-0431B00144EF}" srcId="{7C98B543-6F33-48F1-A0C5-26766CE140BB}" destId="{3BA921D8-C42D-4970-A8B2-F4ADE173CC1E}" srcOrd="3" destOrd="0" parTransId="{73F84B12-D623-451B-870C-2CF012FBE814}" sibTransId="{BCF4C6F4-F7E3-41CF-8714-E25D71AC0949}"/>
    <dgm:cxn modelId="{6808B715-DCFC-4522-9E59-2A51F028F442}" type="presParOf" srcId="{C35889C5-98E2-4EE2-AB92-F601432A66BB}" destId="{2C7B4031-E487-4473-9970-726F0476D6D4}" srcOrd="0" destOrd="0" presId="urn:microsoft.com/office/officeart/2005/8/layout/process5"/>
    <dgm:cxn modelId="{ADD26AF4-C144-4563-A365-CA1CF92D1A94}" type="presParOf" srcId="{C35889C5-98E2-4EE2-AB92-F601432A66BB}" destId="{9B9A3C18-C74F-4E4B-ADB6-D86BADBD0A21}" srcOrd="1" destOrd="0" presId="urn:microsoft.com/office/officeart/2005/8/layout/process5"/>
    <dgm:cxn modelId="{5BFD8062-AF83-4B20-B33E-707295D8F192}" type="presParOf" srcId="{9B9A3C18-C74F-4E4B-ADB6-D86BADBD0A21}" destId="{090F87D7-6534-4CA9-B9AD-384DA1C26B4B}" srcOrd="0" destOrd="0" presId="urn:microsoft.com/office/officeart/2005/8/layout/process5"/>
    <dgm:cxn modelId="{0C6A412B-013F-4341-B3D1-0602E0394C4D}" type="presParOf" srcId="{C35889C5-98E2-4EE2-AB92-F601432A66BB}" destId="{BA570971-25E3-47E2-A3F2-32B00E6537F2}" srcOrd="2" destOrd="0" presId="urn:microsoft.com/office/officeart/2005/8/layout/process5"/>
    <dgm:cxn modelId="{14B7AFCC-E4A3-4C72-89A0-268C094E6B06}" type="presParOf" srcId="{C35889C5-98E2-4EE2-AB92-F601432A66BB}" destId="{32978E72-B0C5-4CFC-B36A-D958548FE399}" srcOrd="3" destOrd="0" presId="urn:microsoft.com/office/officeart/2005/8/layout/process5"/>
    <dgm:cxn modelId="{58D6A3AB-0028-412B-9CFC-4FB9E5E7F289}" type="presParOf" srcId="{32978E72-B0C5-4CFC-B36A-D958548FE399}" destId="{3335D0EF-87C0-402D-9A67-70C3946C323C}" srcOrd="0" destOrd="0" presId="urn:microsoft.com/office/officeart/2005/8/layout/process5"/>
    <dgm:cxn modelId="{EA92D764-B5F2-4A15-B538-4C92477C641E}" type="presParOf" srcId="{C35889C5-98E2-4EE2-AB92-F601432A66BB}" destId="{C7255BEB-1135-422C-81A0-CC1F61FB64AE}" srcOrd="4" destOrd="0" presId="urn:microsoft.com/office/officeart/2005/8/layout/process5"/>
    <dgm:cxn modelId="{4529679D-38E0-47D9-BE0A-DBF65D3B8AA8}" type="presParOf" srcId="{C35889C5-98E2-4EE2-AB92-F601432A66BB}" destId="{A3A9DCAF-4F97-48DD-A402-082D68744FB4}" srcOrd="5" destOrd="0" presId="urn:microsoft.com/office/officeart/2005/8/layout/process5"/>
    <dgm:cxn modelId="{C58F8FE3-DD94-4D33-A282-A44138E50B03}" type="presParOf" srcId="{A3A9DCAF-4F97-48DD-A402-082D68744FB4}" destId="{DA290079-68D9-4F84-A9D2-B324443C34CE}" srcOrd="0" destOrd="0" presId="urn:microsoft.com/office/officeart/2005/8/layout/process5"/>
    <dgm:cxn modelId="{9E232307-FD44-4DB3-851B-E0B5043DFBA4}" type="presParOf" srcId="{C35889C5-98E2-4EE2-AB92-F601432A66BB}" destId="{1471CC22-61D6-4410-9573-0C7067BDF785}" srcOrd="6" destOrd="0" presId="urn:microsoft.com/office/officeart/2005/8/layout/process5"/>
    <dgm:cxn modelId="{0EC8E274-D3E5-488B-A790-E7694A785708}" type="presParOf" srcId="{C35889C5-98E2-4EE2-AB92-F601432A66BB}" destId="{D3E04FAB-36D7-4B24-B62C-65B1FA05F918}" srcOrd="7" destOrd="0" presId="urn:microsoft.com/office/officeart/2005/8/layout/process5"/>
    <dgm:cxn modelId="{BC2E5BDE-E4CF-43E5-96EE-54F7DA6B0540}" type="presParOf" srcId="{D3E04FAB-36D7-4B24-B62C-65B1FA05F918}" destId="{BF96AFFD-789E-4C00-A75F-1D2DF1C44F49}" srcOrd="0" destOrd="0" presId="urn:microsoft.com/office/officeart/2005/8/layout/process5"/>
    <dgm:cxn modelId="{03A888FF-DDC8-4976-9A8D-E247C6FF4ADC}" type="presParOf" srcId="{C35889C5-98E2-4EE2-AB92-F601432A66BB}" destId="{C7F39433-C71F-4A73-88D7-CF3A1FBD8389}" srcOrd="8" destOrd="0" presId="urn:microsoft.com/office/officeart/2005/8/layout/process5"/>
    <dgm:cxn modelId="{76F274F3-8F11-4C68-B5B4-83E28F51C3B0}" type="presParOf" srcId="{C35889C5-98E2-4EE2-AB92-F601432A66BB}" destId="{79020ED5-4476-4108-ADE9-D3B6BCA9E3BD}" srcOrd="9" destOrd="0" presId="urn:microsoft.com/office/officeart/2005/8/layout/process5"/>
    <dgm:cxn modelId="{2AE2AEC6-8147-4E6B-80EF-B7B8AD7923D5}" type="presParOf" srcId="{79020ED5-4476-4108-ADE9-D3B6BCA9E3BD}" destId="{C06BA55A-637E-45D5-BF0E-9432A7904180}" srcOrd="0" destOrd="0" presId="urn:microsoft.com/office/officeart/2005/8/layout/process5"/>
    <dgm:cxn modelId="{F09FDF3C-DFAF-4FAD-BB5A-B1A859AF8EA8}" type="presParOf" srcId="{C35889C5-98E2-4EE2-AB92-F601432A66BB}" destId="{96B2B5C7-E050-4E46-A30A-19AE7F2DE874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563C11-E038-4F3A-8A10-67340C695002}" type="doc">
      <dgm:prSet loTypeId="urn:microsoft.com/office/officeart/2005/8/layout/vList3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1BE41974-DB58-4F58-9C82-483A7BF407A9}">
      <dgm:prSet custT="1"/>
      <dgm:spPr/>
      <dgm:t>
        <a:bodyPr/>
        <a:lstStyle/>
        <a:p>
          <a:r>
            <a:rPr lang="en-US" sz="2800" dirty="0">
              <a:latin typeface="Preeti" pitchFamily="2" charset="0"/>
            </a:rPr>
            <a:t>s;"/ </a:t>
          </a:r>
          <a:r>
            <a:rPr lang="en-US" sz="2800" dirty="0" err="1">
              <a:latin typeface="Preeti" pitchFamily="2" charset="0"/>
            </a:rPr>
            <a:t>ug</a:t>
          </a:r>
          <a:r>
            <a:rPr lang="en-US" sz="2800" dirty="0">
              <a:latin typeface="Preeti" pitchFamily="2" charset="0"/>
            </a:rPr>
            <a:t>{ s;"/bf/ </a:t>
          </a:r>
          <a:r>
            <a:rPr lang="en-US" sz="2800" dirty="0" err="1">
              <a:latin typeface="Preeti" pitchFamily="2" charset="0"/>
            </a:rPr>
            <a:t>jf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cGo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JolQmnfO</a:t>
          </a:r>
          <a:r>
            <a:rPr lang="en-US" sz="2800" dirty="0">
              <a:latin typeface="Preeti" pitchFamily="2" charset="0"/>
            </a:rPr>
            <a:t>{ xtf]</a:t>
          </a:r>
          <a:r>
            <a:rPr lang="en-US" sz="2800" dirty="0" err="1">
              <a:latin typeface="Preeti" pitchFamily="2" charset="0"/>
            </a:rPr>
            <a:t>T;flxt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ug</a:t>
          </a:r>
          <a:r>
            <a:rPr lang="en-US" sz="2800" dirty="0">
              <a:latin typeface="Preeti" pitchFamily="2" charset="0"/>
            </a:rPr>
            <a:t>]{,</a:t>
          </a:r>
        </a:p>
      </dgm:t>
    </dgm:pt>
    <dgm:pt modelId="{3E3C22D4-02E3-465E-BA18-6C6B6F3B5ED7}" type="parTrans" cxnId="{F7309974-5FFF-44CF-A7E9-81A5C3171705}">
      <dgm:prSet/>
      <dgm:spPr/>
      <dgm:t>
        <a:bodyPr/>
        <a:lstStyle/>
        <a:p>
          <a:endParaRPr lang="en-US"/>
        </a:p>
      </dgm:t>
    </dgm:pt>
    <dgm:pt modelId="{D7567896-4691-4919-B007-7582AA86A60E}" type="sibTrans" cxnId="{F7309974-5FFF-44CF-A7E9-81A5C3171705}">
      <dgm:prSet/>
      <dgm:spPr/>
      <dgm:t>
        <a:bodyPr/>
        <a:lstStyle/>
        <a:p>
          <a:endParaRPr lang="en-US"/>
        </a:p>
      </dgm:t>
    </dgm:pt>
    <dgm:pt modelId="{567B4E00-31D0-46F1-89AD-90C438E11D36}">
      <dgm:prSet custT="1"/>
      <dgm:spPr/>
      <dgm:t>
        <a:bodyPr/>
        <a:lstStyle/>
        <a:p>
          <a:r>
            <a:rPr lang="en-US" sz="2800">
              <a:latin typeface="Preeti" pitchFamily="2" charset="0"/>
            </a:rPr>
            <a:t>;dfh jf ;d'bfonfO{ ;'/Iff ug]{,</a:t>
          </a:r>
        </a:p>
      </dgm:t>
    </dgm:pt>
    <dgm:pt modelId="{C342FB92-3770-4832-A7D8-C85046B7EF4E}" type="parTrans" cxnId="{DBBADDD0-412F-406F-B248-C3A02594FB1D}">
      <dgm:prSet/>
      <dgm:spPr/>
      <dgm:t>
        <a:bodyPr/>
        <a:lstStyle/>
        <a:p>
          <a:endParaRPr lang="en-US"/>
        </a:p>
      </dgm:t>
    </dgm:pt>
    <dgm:pt modelId="{DDB6FA32-D709-4053-99DE-FC7AF6D8D2EF}" type="sibTrans" cxnId="{DBBADDD0-412F-406F-B248-C3A02594FB1D}">
      <dgm:prSet/>
      <dgm:spPr/>
      <dgm:t>
        <a:bodyPr/>
        <a:lstStyle/>
        <a:p>
          <a:endParaRPr lang="en-US"/>
        </a:p>
      </dgm:t>
    </dgm:pt>
    <dgm:pt modelId="{D8A0F437-78E4-408B-8999-768D76D55217}">
      <dgm:prSet custT="1"/>
      <dgm:spPr/>
      <dgm:t>
        <a:bodyPr/>
        <a:lstStyle/>
        <a:p>
          <a:r>
            <a:rPr lang="en-US" sz="2800" dirty="0" err="1">
              <a:latin typeface="Preeti" pitchFamily="2" charset="0"/>
            </a:rPr>
            <a:t>kLl8tnfO</a:t>
          </a:r>
          <a:r>
            <a:rPr lang="en-US" sz="2800" dirty="0">
              <a:latin typeface="Preeti" pitchFamily="2" charset="0"/>
            </a:rPr>
            <a:t>{ </a:t>
          </a:r>
          <a:r>
            <a:rPr lang="en-US" sz="2800" dirty="0" err="1">
              <a:latin typeface="Preeti" pitchFamily="2" charset="0"/>
            </a:rPr>
            <a:t>Gofo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k|bfg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ug</a:t>
          </a:r>
          <a:r>
            <a:rPr lang="en-US" sz="2800" dirty="0">
              <a:latin typeface="Preeti" pitchFamily="2" charset="0"/>
            </a:rPr>
            <a:t>]{,</a:t>
          </a:r>
        </a:p>
      </dgm:t>
    </dgm:pt>
    <dgm:pt modelId="{BDA14013-FF9F-40CB-B0DD-9F14A56357AB}" type="parTrans" cxnId="{58FA3443-5885-43AC-B2D5-8099D00C382F}">
      <dgm:prSet/>
      <dgm:spPr/>
      <dgm:t>
        <a:bodyPr/>
        <a:lstStyle/>
        <a:p>
          <a:endParaRPr lang="en-US"/>
        </a:p>
      </dgm:t>
    </dgm:pt>
    <dgm:pt modelId="{982A481C-A2C3-48FE-876E-064A44C43597}" type="sibTrans" cxnId="{58FA3443-5885-43AC-B2D5-8099D00C382F}">
      <dgm:prSet/>
      <dgm:spPr/>
      <dgm:t>
        <a:bodyPr/>
        <a:lstStyle/>
        <a:p>
          <a:endParaRPr lang="en-US"/>
        </a:p>
      </dgm:t>
    </dgm:pt>
    <dgm:pt modelId="{9903ADCC-F78A-4E65-A448-613B82673E22}">
      <dgm:prSet custT="1"/>
      <dgm:spPr/>
      <dgm:t>
        <a:bodyPr/>
        <a:lstStyle/>
        <a:p>
          <a:r>
            <a:rPr lang="en-US" sz="2800" dirty="0">
              <a:latin typeface="Preeti" pitchFamily="2" charset="0"/>
            </a:rPr>
            <a:t>s;"/bf/</a:t>
          </a:r>
          <a:r>
            <a:rPr lang="en-US" sz="2800" dirty="0" err="1">
              <a:latin typeface="Preeti" pitchFamily="2" charset="0"/>
            </a:rPr>
            <a:t>nfO</a:t>
          </a:r>
          <a:r>
            <a:rPr lang="en-US" sz="2800" dirty="0">
              <a:latin typeface="Preeti" pitchFamily="2" charset="0"/>
            </a:rPr>
            <a:t>{ ;</a:t>
          </a:r>
          <a:r>
            <a:rPr lang="en-US" sz="2800" dirty="0" err="1">
              <a:latin typeface="Preeti" pitchFamily="2" charset="0"/>
            </a:rPr>
            <a:t>dfhdf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k'g:yf</a:t>
          </a:r>
          <a:r>
            <a:rPr lang="en-US" sz="2800" dirty="0">
              <a:latin typeface="Preeti" pitchFamily="2" charset="0"/>
            </a:rPr>
            <a:t>{</a:t>
          </a:r>
          <a:r>
            <a:rPr lang="en-US" sz="2800" dirty="0" err="1">
              <a:latin typeface="Preeti" pitchFamily="2" charset="0"/>
            </a:rPr>
            <a:t>kgf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ug</a:t>
          </a:r>
          <a:r>
            <a:rPr lang="en-US" sz="2800" dirty="0">
              <a:latin typeface="Preeti" pitchFamily="2" charset="0"/>
            </a:rPr>
            <a:t>{ ;</a:t>
          </a:r>
          <a:r>
            <a:rPr lang="en-US" sz="2800" dirty="0" err="1">
              <a:latin typeface="Preeti" pitchFamily="2" charset="0"/>
            </a:rPr>
            <a:t>xof</a:t>
          </a:r>
          <a:r>
            <a:rPr lang="en-US" sz="2800" dirty="0">
              <a:latin typeface="Preeti" pitchFamily="2" charset="0"/>
            </a:rPr>
            <a:t>]u </a:t>
          </a:r>
          <a:r>
            <a:rPr lang="en-US" sz="2800" dirty="0" err="1">
              <a:latin typeface="Preeti" pitchFamily="2" charset="0"/>
            </a:rPr>
            <a:t>ug</a:t>
          </a:r>
          <a:r>
            <a:rPr lang="en-US" sz="2800" dirty="0">
              <a:latin typeface="Preeti" pitchFamily="2" charset="0"/>
            </a:rPr>
            <a:t>]{ </a:t>
          </a:r>
          <a:r>
            <a:rPr lang="en-US" sz="2800" dirty="0" err="1">
              <a:latin typeface="Preeti" pitchFamily="2" charset="0"/>
            </a:rPr>
            <a:t>jf</a:t>
          </a:r>
          <a:r>
            <a:rPr lang="en-US" sz="2800" dirty="0">
              <a:latin typeface="Preeti" pitchFamily="2" charset="0"/>
            </a:rPr>
            <a:t> ;'</a:t>
          </a:r>
          <a:r>
            <a:rPr lang="en-US" sz="2800" dirty="0" err="1">
              <a:latin typeface="Preeti" pitchFamily="2" charset="0"/>
            </a:rPr>
            <a:t>wf</a:t>
          </a:r>
          <a:r>
            <a:rPr lang="en-US" sz="2800" dirty="0">
              <a:latin typeface="Preeti" pitchFamily="2" charset="0"/>
            </a:rPr>
            <a:t>/ </a:t>
          </a:r>
          <a:r>
            <a:rPr lang="en-US" sz="2800" dirty="0" err="1">
              <a:latin typeface="Preeti" pitchFamily="2" charset="0"/>
            </a:rPr>
            <a:t>ug</a:t>
          </a:r>
          <a:r>
            <a:rPr lang="en-US" sz="2800" dirty="0">
              <a:latin typeface="Preeti" pitchFamily="2" charset="0"/>
            </a:rPr>
            <a:t>]{,</a:t>
          </a:r>
        </a:p>
      </dgm:t>
    </dgm:pt>
    <dgm:pt modelId="{66084374-5735-40D7-AE23-065B7190BB57}" type="parTrans" cxnId="{E9E0AB0F-CB94-4F21-8CB5-55B9637FCBBD}">
      <dgm:prSet/>
      <dgm:spPr/>
      <dgm:t>
        <a:bodyPr/>
        <a:lstStyle/>
        <a:p>
          <a:endParaRPr lang="en-US"/>
        </a:p>
      </dgm:t>
    </dgm:pt>
    <dgm:pt modelId="{960D02BF-2657-4F10-9B87-7EEC091BBDA4}" type="sibTrans" cxnId="{E9E0AB0F-CB94-4F21-8CB5-55B9637FCBBD}">
      <dgm:prSet/>
      <dgm:spPr/>
      <dgm:t>
        <a:bodyPr/>
        <a:lstStyle/>
        <a:p>
          <a:endParaRPr lang="en-US"/>
        </a:p>
      </dgm:t>
    </dgm:pt>
    <dgm:pt modelId="{C3E6492A-397B-413F-969E-E392790F63A4}">
      <dgm:prSet custT="1"/>
      <dgm:spPr/>
      <dgm:t>
        <a:bodyPr/>
        <a:lstStyle/>
        <a:p>
          <a:r>
            <a:rPr lang="en-US" sz="2800" dirty="0">
              <a:latin typeface="Preeti" pitchFamily="2" charset="0"/>
            </a:rPr>
            <a:t>s;"/bf/</a:t>
          </a:r>
          <a:r>
            <a:rPr lang="en-US" sz="2800" dirty="0" err="1">
              <a:latin typeface="Preeti" pitchFamily="2" charset="0"/>
            </a:rPr>
            <a:t>nfO</a:t>
          </a:r>
          <a:r>
            <a:rPr lang="en-US" sz="2800" dirty="0">
              <a:latin typeface="Preeti" pitchFamily="2" charset="0"/>
            </a:rPr>
            <a:t>{ ;</a:t>
          </a:r>
          <a:r>
            <a:rPr lang="en-US" sz="2800" dirty="0" err="1">
              <a:latin typeface="Preeti" pitchFamily="2" charset="0"/>
            </a:rPr>
            <a:t>dfhaf6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cnu</a:t>
          </a:r>
          <a:r>
            <a:rPr lang="en-US" sz="2800" dirty="0">
              <a:latin typeface="Preeti" pitchFamily="2" charset="0"/>
            </a:rPr>
            <a:t> /</a:t>
          </a:r>
          <a:r>
            <a:rPr lang="en-US" sz="2800" dirty="0" err="1">
              <a:latin typeface="Preeti" pitchFamily="2" charset="0"/>
            </a:rPr>
            <a:t>fVg</a:t>
          </a:r>
          <a:r>
            <a:rPr lang="en-US" sz="2800" dirty="0">
              <a:latin typeface="Preeti" pitchFamily="2" charset="0"/>
            </a:rPr>
            <a:t>],</a:t>
          </a:r>
        </a:p>
      </dgm:t>
    </dgm:pt>
    <dgm:pt modelId="{35B14CFB-E2B8-46E4-B5D1-070A9E42CC9F}" type="parTrans" cxnId="{4CA82586-4E9B-40FB-914E-C6B3822CA62A}">
      <dgm:prSet/>
      <dgm:spPr/>
      <dgm:t>
        <a:bodyPr/>
        <a:lstStyle/>
        <a:p>
          <a:endParaRPr lang="en-US"/>
        </a:p>
      </dgm:t>
    </dgm:pt>
    <dgm:pt modelId="{E396781A-0A60-4D14-8CD5-A14F45BA9F5C}" type="sibTrans" cxnId="{4CA82586-4E9B-40FB-914E-C6B3822CA62A}">
      <dgm:prSet/>
      <dgm:spPr/>
      <dgm:t>
        <a:bodyPr/>
        <a:lstStyle/>
        <a:p>
          <a:endParaRPr lang="en-US"/>
        </a:p>
      </dgm:t>
    </dgm:pt>
    <dgm:pt modelId="{28C76DC1-763C-4022-94AA-E3F96E3735F1}">
      <dgm:prSet custT="1"/>
      <dgm:spPr/>
      <dgm:t>
        <a:bodyPr/>
        <a:lstStyle/>
        <a:p>
          <a:r>
            <a:rPr lang="en-US" sz="2800" dirty="0">
              <a:latin typeface="Preeti" pitchFamily="2" charset="0"/>
            </a:rPr>
            <a:t>s;"/bf/</a:t>
          </a:r>
          <a:r>
            <a:rPr lang="en-US" sz="2800" dirty="0" err="1">
              <a:latin typeface="Preeti" pitchFamily="2" charset="0"/>
            </a:rPr>
            <a:t>nfO</a:t>
          </a:r>
          <a:r>
            <a:rPr lang="en-US" sz="2800" dirty="0">
              <a:latin typeface="Preeti" pitchFamily="2" charset="0"/>
            </a:rPr>
            <a:t>{ </a:t>
          </a:r>
          <a:r>
            <a:rPr lang="en-US" sz="2800" dirty="0" err="1">
              <a:latin typeface="Preeti" pitchFamily="2" charset="0"/>
            </a:rPr>
            <a:t>cfkm</a:t>
          </a:r>
          <a:r>
            <a:rPr lang="en-US" sz="2800" dirty="0">
              <a:latin typeface="Preeti" pitchFamily="2" charset="0"/>
            </a:rPr>
            <a:t>\gf] </a:t>
          </a:r>
          <a:r>
            <a:rPr lang="en-US" sz="2800" dirty="0" err="1">
              <a:latin typeface="Preeti" pitchFamily="2" charset="0"/>
            </a:rPr>
            <a:t>sfo</a:t>
          </a:r>
          <a:r>
            <a:rPr lang="en-US" sz="2800" dirty="0">
              <a:latin typeface="Preeti" pitchFamily="2" charset="0"/>
            </a:rPr>
            <a:t>{</a:t>
          </a:r>
          <a:r>
            <a:rPr lang="en-US" sz="2800" dirty="0" err="1">
              <a:latin typeface="Preeti" pitchFamily="2" charset="0"/>
            </a:rPr>
            <a:t>k|lt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lhDd</a:t>
          </a:r>
          <a:r>
            <a:rPr lang="en-US" sz="2800" dirty="0">
              <a:latin typeface="Preeti" pitchFamily="2" charset="0"/>
            </a:rPr>
            <a:t>]</a:t>
          </a:r>
          <a:r>
            <a:rPr lang="en-US" sz="2800" dirty="0" err="1">
              <a:latin typeface="Preeti" pitchFamily="2" charset="0"/>
            </a:rPr>
            <a:t>jf</a:t>
          </a:r>
          <a:r>
            <a:rPr lang="en-US" sz="2800" dirty="0">
              <a:latin typeface="Preeti" pitchFamily="2" charset="0"/>
            </a:rPr>
            <a:t>/ </a:t>
          </a:r>
          <a:r>
            <a:rPr lang="en-US" sz="2800" dirty="0" err="1">
              <a:latin typeface="Preeti" pitchFamily="2" charset="0"/>
            </a:rPr>
            <a:t>agfO</a:t>
          </a:r>
          <a:r>
            <a:rPr lang="en-US" sz="2800" dirty="0">
              <a:latin typeface="Preeti" pitchFamily="2" charset="0"/>
            </a:rPr>
            <a:t>{ </a:t>
          </a:r>
          <a:r>
            <a:rPr lang="en-US" sz="2800" dirty="0" err="1">
              <a:latin typeface="Preeti" pitchFamily="2" charset="0"/>
            </a:rPr>
            <a:t>kLl8t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JolQm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jf</a:t>
          </a:r>
          <a:r>
            <a:rPr lang="en-US" sz="2800" dirty="0">
              <a:latin typeface="Preeti" pitchFamily="2" charset="0"/>
            </a:rPr>
            <a:t> ;</a:t>
          </a:r>
          <a:r>
            <a:rPr lang="en-US" sz="2800" dirty="0" err="1">
              <a:latin typeface="Preeti" pitchFamily="2" charset="0"/>
            </a:rPr>
            <a:t>d'bfonfO</a:t>
          </a:r>
          <a:r>
            <a:rPr lang="en-US" sz="2800" dirty="0">
              <a:latin typeface="Preeti" pitchFamily="2" charset="0"/>
            </a:rPr>
            <a:t>{ </a:t>
          </a:r>
          <a:r>
            <a:rPr lang="en-US" sz="2800" dirty="0" err="1">
              <a:latin typeface="Preeti" pitchFamily="2" charset="0"/>
            </a:rPr>
            <a:t>xflg</a:t>
          </a:r>
          <a:r>
            <a:rPr lang="en-US" sz="2800" dirty="0">
              <a:latin typeface="Preeti" pitchFamily="2" charset="0"/>
            </a:rPr>
            <a:t> gf]</a:t>
          </a:r>
          <a:r>
            <a:rPr lang="en-US" sz="2800" dirty="0" err="1">
              <a:latin typeface="Preeti" pitchFamily="2" charset="0"/>
            </a:rPr>
            <a:t>S;fgL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ePsf</a:t>
          </a:r>
          <a:r>
            <a:rPr lang="en-US" sz="2800" dirty="0">
              <a:latin typeface="Preeti" pitchFamily="2" charset="0"/>
            </a:rPr>
            <a:t>] 5 </a:t>
          </a:r>
          <a:r>
            <a:rPr lang="en-US" sz="2800" dirty="0" err="1">
              <a:latin typeface="Preeti" pitchFamily="2" charset="0"/>
            </a:rPr>
            <a:t>eGg</a:t>
          </a:r>
          <a:r>
            <a:rPr lang="en-US" sz="2800" dirty="0">
              <a:latin typeface="Preeti" pitchFamily="2" charset="0"/>
            </a:rPr>
            <a:t>] s'/</a:t>
          </a:r>
          <a:r>
            <a:rPr lang="en-US" sz="2800" dirty="0" err="1">
              <a:latin typeface="Preeti" pitchFamily="2" charset="0"/>
            </a:rPr>
            <a:t>fsf</a:t>
          </a:r>
          <a:r>
            <a:rPr lang="en-US" sz="2800" dirty="0">
              <a:latin typeface="Preeti" pitchFamily="2" charset="0"/>
            </a:rPr>
            <a:t>] </a:t>
          </a:r>
          <a:r>
            <a:rPr lang="en-US" sz="2800" dirty="0" err="1">
              <a:latin typeface="Preeti" pitchFamily="2" charset="0"/>
            </a:rPr>
            <a:t>cg'e"lt</a:t>
          </a:r>
          <a:r>
            <a:rPr lang="en-US" sz="2800" dirty="0">
              <a:latin typeface="Preeti" pitchFamily="2" charset="0"/>
            </a:rPr>
            <a:t> u/</a:t>
          </a:r>
          <a:r>
            <a:rPr lang="en-US" sz="2800" dirty="0" err="1">
              <a:latin typeface="Preeti" pitchFamily="2" charset="0"/>
            </a:rPr>
            <a:t>fpg</a:t>
          </a:r>
          <a:r>
            <a:rPr lang="en-US" sz="2800" dirty="0">
              <a:latin typeface="Preeti" pitchFamily="2" charset="0"/>
            </a:rPr>
            <a:t>],</a:t>
          </a:r>
        </a:p>
      </dgm:t>
    </dgm:pt>
    <dgm:pt modelId="{96A843F8-0385-423E-ADDA-2550B57E30BD}" type="parTrans" cxnId="{1E6C0DAC-D67B-4C9C-BCF0-4D4FA907C280}">
      <dgm:prSet/>
      <dgm:spPr/>
      <dgm:t>
        <a:bodyPr/>
        <a:lstStyle/>
        <a:p>
          <a:endParaRPr lang="en-US"/>
        </a:p>
      </dgm:t>
    </dgm:pt>
    <dgm:pt modelId="{BC0C5BC3-2334-42FF-B6AE-63021E20C1E2}" type="sibTrans" cxnId="{1E6C0DAC-D67B-4C9C-BCF0-4D4FA907C280}">
      <dgm:prSet/>
      <dgm:spPr/>
      <dgm:t>
        <a:bodyPr/>
        <a:lstStyle/>
        <a:p>
          <a:endParaRPr lang="en-US"/>
        </a:p>
      </dgm:t>
    </dgm:pt>
    <dgm:pt modelId="{025FBDC3-D0D7-4F01-B0FB-BC481DEAB3AF}">
      <dgm:prSet custT="1"/>
      <dgm:spPr/>
      <dgm:t>
        <a:bodyPr/>
        <a:lstStyle/>
        <a:p>
          <a:r>
            <a:rPr lang="en-US" sz="2800" dirty="0" err="1">
              <a:latin typeface="Preeti" pitchFamily="2" charset="0"/>
            </a:rPr>
            <a:t>sfg"gåf</a:t>
          </a:r>
          <a:r>
            <a:rPr lang="en-US" sz="2800" dirty="0">
              <a:latin typeface="Preeti" pitchFamily="2" charset="0"/>
            </a:rPr>
            <a:t>/f </a:t>
          </a:r>
          <a:r>
            <a:rPr lang="en-US" sz="2800" dirty="0" err="1">
              <a:latin typeface="Preeti" pitchFamily="2" charset="0"/>
            </a:rPr>
            <a:t>lgif</a:t>
          </a:r>
          <a:r>
            <a:rPr lang="en-US" sz="2800" dirty="0">
              <a:latin typeface="Preeti" pitchFamily="2" charset="0"/>
            </a:rPr>
            <a:t>]</a:t>
          </a:r>
          <a:r>
            <a:rPr lang="en-US" sz="2800" dirty="0" err="1">
              <a:latin typeface="Preeti" pitchFamily="2" charset="0"/>
            </a:rPr>
            <a:t>lwt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cfr</a:t>
          </a:r>
          <a:r>
            <a:rPr lang="en-US" sz="2800" dirty="0">
              <a:latin typeface="Preeti" pitchFamily="2" charset="0"/>
            </a:rPr>
            <a:t>/</a:t>
          </a:r>
          <a:r>
            <a:rPr lang="en-US" sz="2800" dirty="0" err="1">
              <a:latin typeface="Preeti" pitchFamily="2" charset="0"/>
            </a:rPr>
            <a:t>0fsf</a:t>
          </a:r>
          <a:r>
            <a:rPr lang="en-US" sz="2800" dirty="0">
              <a:latin typeface="Preeti" pitchFamily="2" charset="0"/>
            </a:rPr>
            <a:t>] </a:t>
          </a:r>
          <a:r>
            <a:rPr lang="en-US" sz="2800" dirty="0" err="1">
              <a:latin typeface="Preeti" pitchFamily="2" charset="0"/>
            </a:rPr>
            <a:t>lgGbf</a:t>
          </a:r>
          <a:r>
            <a:rPr lang="en-US" sz="2800" dirty="0">
              <a:latin typeface="Preeti" pitchFamily="2" charset="0"/>
            </a:rPr>
            <a:t> </a:t>
          </a:r>
          <a:r>
            <a:rPr lang="en-US" sz="2800" dirty="0" err="1">
              <a:latin typeface="Preeti" pitchFamily="2" charset="0"/>
            </a:rPr>
            <a:t>ug</a:t>
          </a:r>
          <a:r>
            <a:rPr lang="en-US" sz="2800" dirty="0">
              <a:latin typeface="Preeti" pitchFamily="2" charset="0"/>
            </a:rPr>
            <a:t>]{ .</a:t>
          </a:r>
        </a:p>
      </dgm:t>
    </dgm:pt>
    <dgm:pt modelId="{927EE09F-79FF-4076-B4EE-0EAB41F91C4E}" type="parTrans" cxnId="{25860A91-ED11-4341-AFA2-CF295BFF1086}">
      <dgm:prSet/>
      <dgm:spPr/>
      <dgm:t>
        <a:bodyPr/>
        <a:lstStyle/>
        <a:p>
          <a:endParaRPr lang="en-US"/>
        </a:p>
      </dgm:t>
    </dgm:pt>
    <dgm:pt modelId="{EBE420C9-5BF1-45D9-A968-27E8F1E610C9}" type="sibTrans" cxnId="{25860A91-ED11-4341-AFA2-CF295BFF1086}">
      <dgm:prSet/>
      <dgm:spPr/>
      <dgm:t>
        <a:bodyPr/>
        <a:lstStyle/>
        <a:p>
          <a:endParaRPr lang="en-US"/>
        </a:p>
      </dgm:t>
    </dgm:pt>
    <dgm:pt modelId="{0EF73ADB-4E04-451D-A9BE-3387928EE9B6}" type="pres">
      <dgm:prSet presAssocID="{F0563C11-E038-4F3A-8A10-67340C695002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6D23B19-D343-4491-A79B-D361A06B1FA1}" type="pres">
      <dgm:prSet presAssocID="{1BE41974-DB58-4F58-9C82-483A7BF407A9}" presName="composite" presStyleCnt="0"/>
      <dgm:spPr/>
    </dgm:pt>
    <dgm:pt modelId="{40E0E23D-C18B-4601-9DD4-1A224B22E172}" type="pres">
      <dgm:prSet presAssocID="{1BE41974-DB58-4F58-9C82-483A7BF407A9}" presName="imgShp" presStyleLbl="fgImgPlace1" presStyleIdx="0" presStyleCnt="7" custLinFactX="-100000" custLinFactNeighborX="-140744" custLinFactNeighborY="-9826"/>
      <dgm:spPr/>
    </dgm:pt>
    <dgm:pt modelId="{5646A896-53E9-4EE3-BDC4-4D6A3996BD83}" type="pres">
      <dgm:prSet presAssocID="{1BE41974-DB58-4F58-9C82-483A7BF407A9}" presName="txShp" presStyleLbl="node1" presStyleIdx="0" presStyleCnt="7" custScaleX="1345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9C8E44-AC07-4AC6-B4BF-D6F85A4A098D}" type="pres">
      <dgm:prSet presAssocID="{D7567896-4691-4919-B007-7582AA86A60E}" presName="spacing" presStyleCnt="0"/>
      <dgm:spPr/>
    </dgm:pt>
    <dgm:pt modelId="{F82FBCBE-8FE9-41CA-9F6D-76CE2595296E}" type="pres">
      <dgm:prSet presAssocID="{567B4E00-31D0-46F1-89AD-90C438E11D36}" presName="composite" presStyleCnt="0"/>
      <dgm:spPr/>
    </dgm:pt>
    <dgm:pt modelId="{D259A98E-4051-48D8-9EEA-5AFE1D535C54}" type="pres">
      <dgm:prSet presAssocID="{567B4E00-31D0-46F1-89AD-90C438E11D36}" presName="imgShp" presStyleLbl="fgImgPlace1" presStyleIdx="1" presStyleCnt="7" custLinFactX="-100000" custLinFactNeighborX="-135831" custLinFactNeighborY="-4913"/>
      <dgm:spPr/>
    </dgm:pt>
    <dgm:pt modelId="{94058C93-5DF5-47F9-BB6E-C8ED0A349E07}" type="pres">
      <dgm:prSet presAssocID="{567B4E00-31D0-46F1-89AD-90C438E11D36}" presName="txShp" presStyleLbl="node1" presStyleIdx="1" presStyleCnt="7" custScaleX="1345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CFC5E4-6F23-48EF-A833-54D0DAC27926}" type="pres">
      <dgm:prSet presAssocID="{DDB6FA32-D709-4053-99DE-FC7AF6D8D2EF}" presName="spacing" presStyleCnt="0"/>
      <dgm:spPr/>
    </dgm:pt>
    <dgm:pt modelId="{11CBE2F2-76BC-4F7C-A637-C1A5C9994379}" type="pres">
      <dgm:prSet presAssocID="{D8A0F437-78E4-408B-8999-768D76D55217}" presName="composite" presStyleCnt="0"/>
      <dgm:spPr/>
    </dgm:pt>
    <dgm:pt modelId="{B242008B-F3E0-4F58-8946-AA7E725FC66F}" type="pres">
      <dgm:prSet presAssocID="{D8A0F437-78E4-408B-8999-768D76D55217}" presName="imgShp" presStyleLbl="fgImgPlace1" presStyleIdx="2" presStyleCnt="7" custLinFactX="-100000" custLinFactNeighborX="-135831" custLinFactNeighborY="-15712"/>
      <dgm:spPr/>
    </dgm:pt>
    <dgm:pt modelId="{B32722C8-70BA-48AE-BED4-23E60D153401}" type="pres">
      <dgm:prSet presAssocID="{D8A0F437-78E4-408B-8999-768D76D55217}" presName="txShp" presStyleLbl="node1" presStyleIdx="2" presStyleCnt="7" custScaleX="1345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4E8C3A-144F-4D79-B95A-2CBB95C75155}" type="pres">
      <dgm:prSet presAssocID="{982A481C-A2C3-48FE-876E-064A44C43597}" presName="spacing" presStyleCnt="0"/>
      <dgm:spPr/>
    </dgm:pt>
    <dgm:pt modelId="{43B35A66-0574-47CD-91AE-6216F1811C5F}" type="pres">
      <dgm:prSet presAssocID="{9903ADCC-F78A-4E65-A448-613B82673E22}" presName="composite" presStyleCnt="0"/>
      <dgm:spPr/>
    </dgm:pt>
    <dgm:pt modelId="{43C4BB5E-7B9C-4ADF-B95C-167D043248BA}" type="pres">
      <dgm:prSet presAssocID="{9903ADCC-F78A-4E65-A448-613B82673E22}" presName="imgShp" presStyleLbl="fgImgPlace1" presStyleIdx="3" presStyleCnt="7" custLinFactX="-100000" custLinFactNeighborX="-130918" custLinFactNeighborY="-14739"/>
      <dgm:spPr/>
    </dgm:pt>
    <dgm:pt modelId="{859F5C80-10F0-4F5A-A0CC-08938E3D5E65}" type="pres">
      <dgm:prSet presAssocID="{9903ADCC-F78A-4E65-A448-613B82673E22}" presName="txShp" presStyleLbl="node1" presStyleIdx="3" presStyleCnt="7" custScaleX="1345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2F9AF1-1B21-414F-B8E5-5DD4ECB7AFD5}" type="pres">
      <dgm:prSet presAssocID="{960D02BF-2657-4F10-9B87-7EEC091BBDA4}" presName="spacing" presStyleCnt="0"/>
      <dgm:spPr/>
    </dgm:pt>
    <dgm:pt modelId="{F4E40F0B-E1C7-4AF4-8068-0766215BE48F}" type="pres">
      <dgm:prSet presAssocID="{C3E6492A-397B-413F-969E-E392790F63A4}" presName="composite" presStyleCnt="0"/>
      <dgm:spPr/>
    </dgm:pt>
    <dgm:pt modelId="{C6849925-61E2-4633-B6EF-11104D320140}" type="pres">
      <dgm:prSet presAssocID="{C3E6492A-397B-413F-969E-E392790F63A4}" presName="imgShp" presStyleLbl="fgImgPlace1" presStyleIdx="4" presStyleCnt="7" custLinFactX="-100000" custLinFactNeighborX="-148114" custLinFactNeighborY="-12283"/>
      <dgm:spPr/>
    </dgm:pt>
    <dgm:pt modelId="{6973B219-7139-44B6-8CF3-36554366CA52}" type="pres">
      <dgm:prSet presAssocID="{C3E6492A-397B-413F-969E-E392790F63A4}" presName="txShp" presStyleLbl="node1" presStyleIdx="4" presStyleCnt="7" custScaleX="1345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9BD380-DCC2-4F03-A3AB-15F9C2E67BC4}" type="pres">
      <dgm:prSet presAssocID="{E396781A-0A60-4D14-8CD5-A14F45BA9F5C}" presName="spacing" presStyleCnt="0"/>
      <dgm:spPr/>
    </dgm:pt>
    <dgm:pt modelId="{E4C2593E-9967-4FCE-A4C9-39695B1CDF13}" type="pres">
      <dgm:prSet presAssocID="{28C76DC1-763C-4022-94AA-E3F96E3735F1}" presName="composite" presStyleCnt="0"/>
      <dgm:spPr/>
    </dgm:pt>
    <dgm:pt modelId="{76A09E92-1C30-4929-8CCC-5A7608890B70}" type="pres">
      <dgm:prSet presAssocID="{28C76DC1-763C-4022-94AA-E3F96E3735F1}" presName="imgShp" presStyleLbl="fgImgPlace1" presStyleIdx="5" presStyleCnt="7" custLinFactX="-100000" custLinFactNeighborX="-150571" custLinFactNeighborY="-24566"/>
      <dgm:spPr/>
    </dgm:pt>
    <dgm:pt modelId="{FBF5EB8C-CB53-4E7D-886B-C49DC62966A4}" type="pres">
      <dgm:prSet presAssocID="{28C76DC1-763C-4022-94AA-E3F96E3735F1}" presName="txShp" presStyleLbl="node1" presStyleIdx="5" presStyleCnt="7" custScaleX="134576" custScaleY="1548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05F94D-481C-471D-8A79-6390A35CDD09}" type="pres">
      <dgm:prSet presAssocID="{BC0C5BC3-2334-42FF-B6AE-63021E20C1E2}" presName="spacing" presStyleCnt="0"/>
      <dgm:spPr/>
    </dgm:pt>
    <dgm:pt modelId="{ADF02536-22F3-4C28-9211-57DCC82787BB}" type="pres">
      <dgm:prSet presAssocID="{025FBDC3-D0D7-4F01-B0FB-BC481DEAB3AF}" presName="composite" presStyleCnt="0"/>
      <dgm:spPr/>
    </dgm:pt>
    <dgm:pt modelId="{5A461371-B4E0-435C-AE39-501066A9EBD8}" type="pres">
      <dgm:prSet presAssocID="{025FBDC3-D0D7-4F01-B0FB-BC481DEAB3AF}" presName="imgShp" presStyleLbl="fgImgPlace1" presStyleIdx="6" presStyleCnt="7" custLinFactX="-100000" custLinFactNeighborX="-133375" custLinFactNeighborY="-2457"/>
      <dgm:spPr/>
    </dgm:pt>
    <dgm:pt modelId="{0BF15562-C02C-44EE-B1E7-65EF7D74E98C}" type="pres">
      <dgm:prSet presAssocID="{025FBDC3-D0D7-4F01-B0FB-BC481DEAB3AF}" presName="txShp" presStyleLbl="node1" presStyleIdx="6" presStyleCnt="7" custScaleX="1345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8FA3443-5885-43AC-B2D5-8099D00C382F}" srcId="{F0563C11-E038-4F3A-8A10-67340C695002}" destId="{D8A0F437-78E4-408B-8999-768D76D55217}" srcOrd="2" destOrd="0" parTransId="{BDA14013-FF9F-40CB-B0DD-9F14A56357AB}" sibTransId="{982A481C-A2C3-48FE-876E-064A44C43597}"/>
    <dgm:cxn modelId="{F7309974-5FFF-44CF-A7E9-81A5C3171705}" srcId="{F0563C11-E038-4F3A-8A10-67340C695002}" destId="{1BE41974-DB58-4F58-9C82-483A7BF407A9}" srcOrd="0" destOrd="0" parTransId="{3E3C22D4-02E3-465E-BA18-6C6B6F3B5ED7}" sibTransId="{D7567896-4691-4919-B007-7582AA86A60E}"/>
    <dgm:cxn modelId="{DBBADDD0-412F-406F-B248-C3A02594FB1D}" srcId="{F0563C11-E038-4F3A-8A10-67340C695002}" destId="{567B4E00-31D0-46F1-89AD-90C438E11D36}" srcOrd="1" destOrd="0" parTransId="{C342FB92-3770-4832-A7D8-C85046B7EF4E}" sibTransId="{DDB6FA32-D709-4053-99DE-FC7AF6D8D2EF}"/>
    <dgm:cxn modelId="{C3EF761E-F7B3-4623-B3DE-A48AB3532BBF}" type="presOf" srcId="{1BE41974-DB58-4F58-9C82-483A7BF407A9}" destId="{5646A896-53E9-4EE3-BDC4-4D6A3996BD83}" srcOrd="0" destOrd="0" presId="urn:microsoft.com/office/officeart/2005/8/layout/vList3"/>
    <dgm:cxn modelId="{B02E02F8-C1CA-4182-88F0-49F798C07451}" type="presOf" srcId="{D8A0F437-78E4-408B-8999-768D76D55217}" destId="{B32722C8-70BA-48AE-BED4-23E60D153401}" srcOrd="0" destOrd="0" presId="urn:microsoft.com/office/officeart/2005/8/layout/vList3"/>
    <dgm:cxn modelId="{0C4AC679-3871-4449-920E-CC20DB6AA8A0}" type="presOf" srcId="{9903ADCC-F78A-4E65-A448-613B82673E22}" destId="{859F5C80-10F0-4F5A-A0CC-08938E3D5E65}" srcOrd="0" destOrd="0" presId="urn:microsoft.com/office/officeart/2005/8/layout/vList3"/>
    <dgm:cxn modelId="{0D6C14C6-C4EC-41EF-93AB-CE71529428FD}" type="presOf" srcId="{025FBDC3-D0D7-4F01-B0FB-BC481DEAB3AF}" destId="{0BF15562-C02C-44EE-B1E7-65EF7D74E98C}" srcOrd="0" destOrd="0" presId="urn:microsoft.com/office/officeart/2005/8/layout/vList3"/>
    <dgm:cxn modelId="{25860A91-ED11-4341-AFA2-CF295BFF1086}" srcId="{F0563C11-E038-4F3A-8A10-67340C695002}" destId="{025FBDC3-D0D7-4F01-B0FB-BC481DEAB3AF}" srcOrd="6" destOrd="0" parTransId="{927EE09F-79FF-4076-B4EE-0EAB41F91C4E}" sibTransId="{EBE420C9-5BF1-45D9-A968-27E8F1E610C9}"/>
    <dgm:cxn modelId="{6E903709-AF76-4D36-85F5-CB75EE2C5DBB}" type="presOf" srcId="{567B4E00-31D0-46F1-89AD-90C438E11D36}" destId="{94058C93-5DF5-47F9-BB6E-C8ED0A349E07}" srcOrd="0" destOrd="0" presId="urn:microsoft.com/office/officeart/2005/8/layout/vList3"/>
    <dgm:cxn modelId="{4A94C9D9-81AD-494E-B696-693420641C0D}" type="presOf" srcId="{C3E6492A-397B-413F-969E-E392790F63A4}" destId="{6973B219-7139-44B6-8CF3-36554366CA52}" srcOrd="0" destOrd="0" presId="urn:microsoft.com/office/officeart/2005/8/layout/vList3"/>
    <dgm:cxn modelId="{C39C5DA4-199C-4500-A326-74A9C09A4B73}" type="presOf" srcId="{28C76DC1-763C-4022-94AA-E3F96E3735F1}" destId="{FBF5EB8C-CB53-4E7D-886B-C49DC62966A4}" srcOrd="0" destOrd="0" presId="urn:microsoft.com/office/officeart/2005/8/layout/vList3"/>
    <dgm:cxn modelId="{1E6C0DAC-D67B-4C9C-BCF0-4D4FA907C280}" srcId="{F0563C11-E038-4F3A-8A10-67340C695002}" destId="{28C76DC1-763C-4022-94AA-E3F96E3735F1}" srcOrd="5" destOrd="0" parTransId="{96A843F8-0385-423E-ADDA-2550B57E30BD}" sibTransId="{BC0C5BC3-2334-42FF-B6AE-63021E20C1E2}"/>
    <dgm:cxn modelId="{4CA82586-4E9B-40FB-914E-C6B3822CA62A}" srcId="{F0563C11-E038-4F3A-8A10-67340C695002}" destId="{C3E6492A-397B-413F-969E-E392790F63A4}" srcOrd="4" destOrd="0" parTransId="{35B14CFB-E2B8-46E4-B5D1-070A9E42CC9F}" sibTransId="{E396781A-0A60-4D14-8CD5-A14F45BA9F5C}"/>
    <dgm:cxn modelId="{42AC5F44-E444-4DBE-BCFE-F56B08E98DDC}" type="presOf" srcId="{F0563C11-E038-4F3A-8A10-67340C695002}" destId="{0EF73ADB-4E04-451D-A9BE-3387928EE9B6}" srcOrd="0" destOrd="0" presId="urn:microsoft.com/office/officeart/2005/8/layout/vList3"/>
    <dgm:cxn modelId="{E9E0AB0F-CB94-4F21-8CB5-55B9637FCBBD}" srcId="{F0563C11-E038-4F3A-8A10-67340C695002}" destId="{9903ADCC-F78A-4E65-A448-613B82673E22}" srcOrd="3" destOrd="0" parTransId="{66084374-5735-40D7-AE23-065B7190BB57}" sibTransId="{960D02BF-2657-4F10-9B87-7EEC091BBDA4}"/>
    <dgm:cxn modelId="{5A02227C-25C3-4649-94B9-AF36D9790646}" type="presParOf" srcId="{0EF73ADB-4E04-451D-A9BE-3387928EE9B6}" destId="{E6D23B19-D343-4491-A79B-D361A06B1FA1}" srcOrd="0" destOrd="0" presId="urn:microsoft.com/office/officeart/2005/8/layout/vList3"/>
    <dgm:cxn modelId="{D6EEF41A-6BC0-4FF4-AC2F-0EF11B56438F}" type="presParOf" srcId="{E6D23B19-D343-4491-A79B-D361A06B1FA1}" destId="{40E0E23D-C18B-4601-9DD4-1A224B22E172}" srcOrd="0" destOrd="0" presId="urn:microsoft.com/office/officeart/2005/8/layout/vList3"/>
    <dgm:cxn modelId="{619B2D6D-FE03-44F9-9E40-BE0E863C7359}" type="presParOf" srcId="{E6D23B19-D343-4491-A79B-D361A06B1FA1}" destId="{5646A896-53E9-4EE3-BDC4-4D6A3996BD83}" srcOrd="1" destOrd="0" presId="urn:microsoft.com/office/officeart/2005/8/layout/vList3"/>
    <dgm:cxn modelId="{9E0DB391-0CB1-4417-BFCC-9941227100EB}" type="presParOf" srcId="{0EF73ADB-4E04-451D-A9BE-3387928EE9B6}" destId="{3F9C8E44-AC07-4AC6-B4BF-D6F85A4A098D}" srcOrd="1" destOrd="0" presId="urn:microsoft.com/office/officeart/2005/8/layout/vList3"/>
    <dgm:cxn modelId="{7079C166-AD18-4544-A3B0-C1912C7471C0}" type="presParOf" srcId="{0EF73ADB-4E04-451D-A9BE-3387928EE9B6}" destId="{F82FBCBE-8FE9-41CA-9F6D-76CE2595296E}" srcOrd="2" destOrd="0" presId="urn:microsoft.com/office/officeart/2005/8/layout/vList3"/>
    <dgm:cxn modelId="{6ABFF784-91FA-4C4C-A84C-FB2B332F341E}" type="presParOf" srcId="{F82FBCBE-8FE9-41CA-9F6D-76CE2595296E}" destId="{D259A98E-4051-48D8-9EEA-5AFE1D535C54}" srcOrd="0" destOrd="0" presId="urn:microsoft.com/office/officeart/2005/8/layout/vList3"/>
    <dgm:cxn modelId="{D737AD75-A020-449A-A321-A7E5564CDE68}" type="presParOf" srcId="{F82FBCBE-8FE9-41CA-9F6D-76CE2595296E}" destId="{94058C93-5DF5-47F9-BB6E-C8ED0A349E07}" srcOrd="1" destOrd="0" presId="urn:microsoft.com/office/officeart/2005/8/layout/vList3"/>
    <dgm:cxn modelId="{D02D23AF-29F1-430C-B744-F850F9A91169}" type="presParOf" srcId="{0EF73ADB-4E04-451D-A9BE-3387928EE9B6}" destId="{17CFC5E4-6F23-48EF-A833-54D0DAC27926}" srcOrd="3" destOrd="0" presId="urn:microsoft.com/office/officeart/2005/8/layout/vList3"/>
    <dgm:cxn modelId="{528AC968-DA14-41F3-9D78-8838BC93A005}" type="presParOf" srcId="{0EF73ADB-4E04-451D-A9BE-3387928EE9B6}" destId="{11CBE2F2-76BC-4F7C-A637-C1A5C9994379}" srcOrd="4" destOrd="0" presId="urn:microsoft.com/office/officeart/2005/8/layout/vList3"/>
    <dgm:cxn modelId="{44FA3B03-3559-47D0-987B-A2B8FCE8E61A}" type="presParOf" srcId="{11CBE2F2-76BC-4F7C-A637-C1A5C9994379}" destId="{B242008B-F3E0-4F58-8946-AA7E725FC66F}" srcOrd="0" destOrd="0" presId="urn:microsoft.com/office/officeart/2005/8/layout/vList3"/>
    <dgm:cxn modelId="{4343FA0B-F496-4908-9E39-868B3B079A79}" type="presParOf" srcId="{11CBE2F2-76BC-4F7C-A637-C1A5C9994379}" destId="{B32722C8-70BA-48AE-BED4-23E60D153401}" srcOrd="1" destOrd="0" presId="urn:microsoft.com/office/officeart/2005/8/layout/vList3"/>
    <dgm:cxn modelId="{4CF97E88-9AEE-4B14-91AD-38E6A8517094}" type="presParOf" srcId="{0EF73ADB-4E04-451D-A9BE-3387928EE9B6}" destId="{094E8C3A-144F-4D79-B95A-2CBB95C75155}" srcOrd="5" destOrd="0" presId="urn:microsoft.com/office/officeart/2005/8/layout/vList3"/>
    <dgm:cxn modelId="{1C116173-604E-436D-8E69-FAD6623B7C59}" type="presParOf" srcId="{0EF73ADB-4E04-451D-A9BE-3387928EE9B6}" destId="{43B35A66-0574-47CD-91AE-6216F1811C5F}" srcOrd="6" destOrd="0" presId="urn:microsoft.com/office/officeart/2005/8/layout/vList3"/>
    <dgm:cxn modelId="{D3E5B922-B02D-4EFA-80BF-5BEA9C7C88A4}" type="presParOf" srcId="{43B35A66-0574-47CD-91AE-6216F1811C5F}" destId="{43C4BB5E-7B9C-4ADF-B95C-167D043248BA}" srcOrd="0" destOrd="0" presId="urn:microsoft.com/office/officeart/2005/8/layout/vList3"/>
    <dgm:cxn modelId="{8CBDD86E-4B96-4EFF-AE03-02FB22111BA5}" type="presParOf" srcId="{43B35A66-0574-47CD-91AE-6216F1811C5F}" destId="{859F5C80-10F0-4F5A-A0CC-08938E3D5E65}" srcOrd="1" destOrd="0" presId="urn:microsoft.com/office/officeart/2005/8/layout/vList3"/>
    <dgm:cxn modelId="{093726B6-B4D2-4BD5-9464-6DB411B3C227}" type="presParOf" srcId="{0EF73ADB-4E04-451D-A9BE-3387928EE9B6}" destId="{0E2F9AF1-1B21-414F-B8E5-5DD4ECB7AFD5}" srcOrd="7" destOrd="0" presId="urn:microsoft.com/office/officeart/2005/8/layout/vList3"/>
    <dgm:cxn modelId="{873A083C-8795-4BF4-BEDD-66CD7DAC6F5E}" type="presParOf" srcId="{0EF73ADB-4E04-451D-A9BE-3387928EE9B6}" destId="{F4E40F0B-E1C7-4AF4-8068-0766215BE48F}" srcOrd="8" destOrd="0" presId="urn:microsoft.com/office/officeart/2005/8/layout/vList3"/>
    <dgm:cxn modelId="{A2F8EEAC-5DB5-43F6-B4DE-441B67F0AEB0}" type="presParOf" srcId="{F4E40F0B-E1C7-4AF4-8068-0766215BE48F}" destId="{C6849925-61E2-4633-B6EF-11104D320140}" srcOrd="0" destOrd="0" presId="urn:microsoft.com/office/officeart/2005/8/layout/vList3"/>
    <dgm:cxn modelId="{9A469CB1-D4B7-444B-BA08-9699BC39548B}" type="presParOf" srcId="{F4E40F0B-E1C7-4AF4-8068-0766215BE48F}" destId="{6973B219-7139-44B6-8CF3-36554366CA52}" srcOrd="1" destOrd="0" presId="urn:microsoft.com/office/officeart/2005/8/layout/vList3"/>
    <dgm:cxn modelId="{F0260926-A458-4A2D-BF4F-162D0D37ABE5}" type="presParOf" srcId="{0EF73ADB-4E04-451D-A9BE-3387928EE9B6}" destId="{F19BD380-DCC2-4F03-A3AB-15F9C2E67BC4}" srcOrd="9" destOrd="0" presId="urn:microsoft.com/office/officeart/2005/8/layout/vList3"/>
    <dgm:cxn modelId="{4773E175-EB1F-493C-B917-1D0532710515}" type="presParOf" srcId="{0EF73ADB-4E04-451D-A9BE-3387928EE9B6}" destId="{E4C2593E-9967-4FCE-A4C9-39695B1CDF13}" srcOrd="10" destOrd="0" presId="urn:microsoft.com/office/officeart/2005/8/layout/vList3"/>
    <dgm:cxn modelId="{242CE9F9-2425-410F-AD25-EE2EC40292D4}" type="presParOf" srcId="{E4C2593E-9967-4FCE-A4C9-39695B1CDF13}" destId="{76A09E92-1C30-4929-8CCC-5A7608890B70}" srcOrd="0" destOrd="0" presId="urn:microsoft.com/office/officeart/2005/8/layout/vList3"/>
    <dgm:cxn modelId="{46CD6573-A896-4632-876E-0EA8E281FB88}" type="presParOf" srcId="{E4C2593E-9967-4FCE-A4C9-39695B1CDF13}" destId="{FBF5EB8C-CB53-4E7D-886B-C49DC62966A4}" srcOrd="1" destOrd="0" presId="urn:microsoft.com/office/officeart/2005/8/layout/vList3"/>
    <dgm:cxn modelId="{512B799F-F64C-4A3A-B3CA-D7FA8A408A67}" type="presParOf" srcId="{0EF73ADB-4E04-451D-A9BE-3387928EE9B6}" destId="{6505F94D-481C-471D-8A79-6390A35CDD09}" srcOrd="11" destOrd="0" presId="urn:microsoft.com/office/officeart/2005/8/layout/vList3"/>
    <dgm:cxn modelId="{F6434634-A2E8-48BE-B948-2B0A6A5671D0}" type="presParOf" srcId="{0EF73ADB-4E04-451D-A9BE-3387928EE9B6}" destId="{ADF02536-22F3-4C28-9211-57DCC82787BB}" srcOrd="12" destOrd="0" presId="urn:microsoft.com/office/officeart/2005/8/layout/vList3"/>
    <dgm:cxn modelId="{7662C7AF-7043-47E2-9165-E3940B6E51D2}" type="presParOf" srcId="{ADF02536-22F3-4C28-9211-57DCC82787BB}" destId="{5A461371-B4E0-435C-AE39-501066A9EBD8}" srcOrd="0" destOrd="0" presId="urn:microsoft.com/office/officeart/2005/8/layout/vList3"/>
    <dgm:cxn modelId="{38F8D94C-5F67-44A1-8820-6D00BB1BD519}" type="presParOf" srcId="{ADF02536-22F3-4C28-9211-57DCC82787BB}" destId="{0BF15562-C02C-44EE-B1E7-65EF7D74E98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1FDE28-DD4F-42BB-BFD5-577D96627CA6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5768179-BE3B-42CE-86B2-CC38A0BDDF67}">
      <dgm:prSet phldrT="[Text]"/>
      <dgm:spPr/>
      <dgm:t>
        <a:bodyPr/>
        <a:lstStyle/>
        <a:p>
          <a:r>
            <a:rPr lang="en-US" dirty="0">
              <a:latin typeface="Preeti" pitchFamily="2" charset="0"/>
            </a:rPr>
            <a:t>k|ltsf/</a:t>
          </a:r>
          <a:r>
            <a:rPr lang="en-US" dirty="0" err="1">
              <a:latin typeface="Preeti" pitchFamily="2" charset="0"/>
            </a:rPr>
            <a:t>fTds</a:t>
          </a:r>
          <a:r>
            <a:rPr lang="en-US" dirty="0">
              <a:latin typeface="Preeti" pitchFamily="2" charset="0"/>
            </a:rPr>
            <a:t> </a:t>
          </a:r>
          <a:endParaRPr lang="en-US" dirty="0"/>
        </a:p>
      </dgm:t>
    </dgm:pt>
    <dgm:pt modelId="{A9834EB0-B57A-4961-B916-0E8269CC09F0}" type="parTrans" cxnId="{0164B506-187C-459A-B039-EE9A68CB109D}">
      <dgm:prSet/>
      <dgm:spPr/>
      <dgm:t>
        <a:bodyPr/>
        <a:lstStyle/>
        <a:p>
          <a:endParaRPr lang="en-US"/>
        </a:p>
      </dgm:t>
    </dgm:pt>
    <dgm:pt modelId="{4F85963B-1A73-4A35-9F2C-CC15DAC65C01}" type="sibTrans" cxnId="{0164B506-187C-459A-B039-EE9A68CB109D}">
      <dgm:prSet/>
      <dgm:spPr/>
      <dgm:t>
        <a:bodyPr/>
        <a:lstStyle/>
        <a:p>
          <a:endParaRPr lang="en-US"/>
        </a:p>
      </dgm:t>
    </dgm:pt>
    <dgm:pt modelId="{BBF4576C-4E2C-4A0C-9992-7EAEBD0BA474}">
      <dgm:prSet phldrT="[Text]"/>
      <dgm:spPr/>
      <dgm:t>
        <a:bodyPr/>
        <a:lstStyle/>
        <a:p>
          <a:r>
            <a:rPr lang="en-US" dirty="0">
              <a:latin typeface="Preeti" pitchFamily="2" charset="0"/>
            </a:rPr>
            <a:t>h:tf] ck/</a:t>
          </a:r>
          <a:r>
            <a:rPr lang="en-US" dirty="0" err="1">
              <a:latin typeface="Preeti" pitchFamily="2" charset="0"/>
            </a:rPr>
            <a:t>fw</a:t>
          </a:r>
          <a:r>
            <a:rPr lang="en-US" dirty="0">
              <a:latin typeface="Preeti" pitchFamily="2" charset="0"/>
            </a:rPr>
            <a:t> u/]sf] 5 </a:t>
          </a:r>
          <a:r>
            <a:rPr lang="en-US" dirty="0" err="1">
              <a:latin typeface="Preeti" pitchFamily="2" charset="0"/>
            </a:rPr>
            <a:t>To:t</a:t>
          </a:r>
          <a:r>
            <a:rPr lang="en-US" dirty="0">
              <a:latin typeface="Preeti" pitchFamily="2" charset="0"/>
            </a:rPr>
            <a:t>} ;</a:t>
          </a:r>
          <a:r>
            <a:rPr lang="en-US" dirty="0" err="1">
              <a:latin typeface="Preeti" pitchFamily="2" charset="0"/>
            </a:rPr>
            <a:t>hfo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lbg</a:t>
          </a:r>
          <a:endParaRPr lang="en-US" dirty="0"/>
        </a:p>
      </dgm:t>
    </dgm:pt>
    <dgm:pt modelId="{5C38D6B8-26A0-43EF-9990-1F549DDC06DA}" type="parTrans" cxnId="{63273FD9-0CDF-4ADB-97BC-C6537D181126}">
      <dgm:prSet/>
      <dgm:spPr/>
      <dgm:t>
        <a:bodyPr/>
        <a:lstStyle/>
        <a:p>
          <a:endParaRPr lang="en-US"/>
        </a:p>
      </dgm:t>
    </dgm:pt>
    <dgm:pt modelId="{7CCF5C10-D512-4E60-92F4-E5B83D4A2015}" type="sibTrans" cxnId="{63273FD9-0CDF-4ADB-97BC-C6537D181126}">
      <dgm:prSet/>
      <dgm:spPr/>
      <dgm:t>
        <a:bodyPr/>
        <a:lstStyle/>
        <a:p>
          <a:endParaRPr lang="en-US"/>
        </a:p>
      </dgm:t>
    </dgm:pt>
    <dgm:pt modelId="{0B942ECE-C50A-4CEE-AD06-5F6BB0A08F34}">
      <dgm:prSet phldrT="[Text]"/>
      <dgm:spPr/>
      <dgm:t>
        <a:bodyPr/>
        <a:lstStyle/>
        <a:p>
          <a:r>
            <a:rPr lang="en-US" dirty="0">
              <a:latin typeface="Preeti" pitchFamily="2" charset="0"/>
            </a:rPr>
            <a:t>xtf]</a:t>
          </a:r>
          <a:r>
            <a:rPr lang="en-US" dirty="0" err="1">
              <a:latin typeface="Preeti" pitchFamily="2" charset="0"/>
            </a:rPr>
            <a:t>T;fx</a:t>
          </a:r>
          <a:endParaRPr lang="en-US" dirty="0"/>
        </a:p>
      </dgm:t>
    </dgm:pt>
    <dgm:pt modelId="{87E83375-843D-4567-AFBC-6144E898649B}" type="parTrans" cxnId="{804DAE40-E8E3-4461-8924-65BC6178BBE6}">
      <dgm:prSet/>
      <dgm:spPr/>
      <dgm:t>
        <a:bodyPr/>
        <a:lstStyle/>
        <a:p>
          <a:endParaRPr lang="en-US"/>
        </a:p>
      </dgm:t>
    </dgm:pt>
    <dgm:pt modelId="{F19B52B9-69A9-4AAD-8ECD-01519DE0C3DD}" type="sibTrans" cxnId="{804DAE40-E8E3-4461-8924-65BC6178BBE6}">
      <dgm:prSet/>
      <dgm:spPr/>
      <dgm:t>
        <a:bodyPr/>
        <a:lstStyle/>
        <a:p>
          <a:endParaRPr lang="en-US"/>
        </a:p>
      </dgm:t>
    </dgm:pt>
    <dgm:pt modelId="{45CA8A96-12CC-45EA-9633-FF952051AEAD}">
      <dgm:prSet phldrT="[Text]"/>
      <dgm:spPr/>
      <dgm:t>
        <a:bodyPr/>
        <a:lstStyle/>
        <a:p>
          <a:r>
            <a:rPr lang="en-US" dirty="0">
              <a:latin typeface="Preeti" pitchFamily="2" charset="0"/>
            </a:rPr>
            <a:t>ck/</a:t>
          </a:r>
          <a:r>
            <a:rPr lang="en-US" dirty="0" err="1">
              <a:latin typeface="Preeti" pitchFamily="2" charset="0"/>
            </a:rPr>
            <a:t>fw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ug</a:t>
          </a:r>
          <a:r>
            <a:rPr lang="en-US" dirty="0">
              <a:latin typeface="Preeti" pitchFamily="2" charset="0"/>
            </a:rPr>
            <a:t>]{ </a:t>
          </a:r>
          <a:r>
            <a:rPr lang="en-US" dirty="0" err="1">
              <a:latin typeface="Preeti" pitchFamily="2" charset="0"/>
            </a:rPr>
            <a:t>AolQm</a:t>
          </a:r>
          <a:r>
            <a:rPr lang="en-US" dirty="0">
              <a:latin typeface="Preeti" pitchFamily="2" charset="0"/>
            </a:rPr>
            <a:t> ;</a:t>
          </a:r>
          <a:r>
            <a:rPr lang="en-US" dirty="0" err="1">
              <a:latin typeface="Preeti" pitchFamily="2" charset="0"/>
            </a:rPr>
            <a:t>hfosf</a:t>
          </a:r>
          <a:r>
            <a:rPr lang="en-US" dirty="0">
              <a:latin typeface="Preeti" pitchFamily="2" charset="0"/>
            </a:rPr>
            <a:t>] </a:t>
          </a:r>
          <a:r>
            <a:rPr lang="en-US" dirty="0" err="1">
              <a:latin typeface="Preeti" pitchFamily="2" charset="0"/>
            </a:rPr>
            <a:t>lk8f</a:t>
          </a:r>
          <a:r>
            <a:rPr lang="en-US" dirty="0">
              <a:latin typeface="Preeti" pitchFamily="2" charset="0"/>
            </a:rPr>
            <a:t> ;</a:t>
          </a:r>
          <a:r>
            <a:rPr lang="en-US" dirty="0" err="1">
              <a:latin typeface="Preeti" pitchFamily="2" charset="0"/>
            </a:rPr>
            <a:t>lDem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k'g</a:t>
          </a:r>
          <a:r>
            <a:rPr lang="en-US" dirty="0">
              <a:latin typeface="Preeti" pitchFamily="2" charset="0"/>
            </a:rPr>
            <a:t> M ck/</a:t>
          </a:r>
          <a:r>
            <a:rPr lang="en-US" dirty="0" err="1">
              <a:latin typeface="Preeti" pitchFamily="2" charset="0"/>
            </a:rPr>
            <a:t>fw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gu</a:t>
          </a:r>
          <a:r>
            <a:rPr lang="en-US" dirty="0">
              <a:latin typeface="Preeti" pitchFamily="2" charset="0"/>
            </a:rPr>
            <a:t>/f]; / </a:t>
          </a:r>
          <a:r>
            <a:rPr lang="en-US" dirty="0" err="1">
              <a:latin typeface="Preeti" pitchFamily="2" charset="0"/>
            </a:rPr>
            <a:t>c?n</a:t>
          </a:r>
          <a:r>
            <a:rPr lang="en-US" dirty="0">
              <a:latin typeface="Preeti" pitchFamily="2" charset="0"/>
            </a:rPr>
            <a:t>] </a:t>
          </a:r>
          <a:r>
            <a:rPr lang="en-US" dirty="0" err="1">
              <a:latin typeface="Preeti" pitchFamily="2" charset="0"/>
            </a:rPr>
            <a:t>klg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Tof</a:t>
          </a:r>
          <a:r>
            <a:rPr lang="en-US" dirty="0">
              <a:latin typeface="Preeti" pitchFamily="2" charset="0"/>
            </a:rPr>
            <a:t>] b]v]/ ck/</a:t>
          </a:r>
          <a:r>
            <a:rPr lang="en-US" dirty="0" err="1">
              <a:latin typeface="Preeti" pitchFamily="2" charset="0"/>
            </a:rPr>
            <a:t>fw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gu?g</a:t>
          </a:r>
          <a:r>
            <a:rPr lang="en-US" dirty="0">
              <a:latin typeface="Preeti" pitchFamily="2" charset="0"/>
            </a:rPr>
            <a:t> </a:t>
          </a:r>
          <a:endParaRPr lang="en-US" dirty="0"/>
        </a:p>
      </dgm:t>
    </dgm:pt>
    <dgm:pt modelId="{AD470BAA-0941-47EB-9DA6-332767A60475}" type="parTrans" cxnId="{BD4FAF1E-0A0D-40CC-90D4-491B2A15EA0A}">
      <dgm:prSet/>
      <dgm:spPr/>
      <dgm:t>
        <a:bodyPr/>
        <a:lstStyle/>
        <a:p>
          <a:endParaRPr lang="en-US"/>
        </a:p>
      </dgm:t>
    </dgm:pt>
    <dgm:pt modelId="{DE951035-F95B-42A2-B1AF-65A4A381A1FA}" type="sibTrans" cxnId="{BD4FAF1E-0A0D-40CC-90D4-491B2A15EA0A}">
      <dgm:prSet/>
      <dgm:spPr/>
      <dgm:t>
        <a:bodyPr/>
        <a:lstStyle/>
        <a:p>
          <a:endParaRPr lang="en-US"/>
        </a:p>
      </dgm:t>
    </dgm:pt>
    <dgm:pt modelId="{B184FFD3-3472-46EC-AAE4-4257760657EF}">
      <dgm:prSet phldrT="[Text]"/>
      <dgm:spPr/>
      <dgm:t>
        <a:bodyPr/>
        <a:lstStyle/>
        <a:p>
          <a:r>
            <a:rPr lang="en-US" dirty="0">
              <a:latin typeface="Preeti" pitchFamily="2" charset="0"/>
            </a:rPr>
            <a:t>;'/</a:t>
          </a:r>
          <a:r>
            <a:rPr lang="en-US" dirty="0" err="1">
              <a:latin typeface="Preeti" pitchFamily="2" charset="0"/>
            </a:rPr>
            <a:t>IffTds</a:t>
          </a:r>
          <a:r>
            <a:rPr lang="en-US" dirty="0">
              <a:latin typeface="Preeti" pitchFamily="2" charset="0"/>
            </a:rPr>
            <a:t> </a:t>
          </a:r>
          <a:endParaRPr lang="en-US" dirty="0"/>
        </a:p>
      </dgm:t>
    </dgm:pt>
    <dgm:pt modelId="{FEA4CF03-D572-4F56-8CCA-B8FC766DB380}" type="parTrans" cxnId="{C5A42176-9AB7-4216-894E-70C91E578D24}">
      <dgm:prSet/>
      <dgm:spPr/>
      <dgm:t>
        <a:bodyPr/>
        <a:lstStyle/>
        <a:p>
          <a:endParaRPr lang="en-US"/>
        </a:p>
      </dgm:t>
    </dgm:pt>
    <dgm:pt modelId="{CB81705E-1027-47B2-89A5-64C09B3AEB6C}" type="sibTrans" cxnId="{C5A42176-9AB7-4216-894E-70C91E578D24}">
      <dgm:prSet/>
      <dgm:spPr/>
      <dgm:t>
        <a:bodyPr/>
        <a:lstStyle/>
        <a:p>
          <a:endParaRPr lang="en-US"/>
        </a:p>
      </dgm:t>
    </dgm:pt>
    <dgm:pt modelId="{37D7CFA5-3BDD-4198-AD9D-C26F4133F1E6}">
      <dgm:prSet phldrT="[Text]"/>
      <dgm:spPr/>
      <dgm:t>
        <a:bodyPr/>
        <a:lstStyle/>
        <a:p>
          <a:r>
            <a:rPr lang="en-US" dirty="0">
              <a:latin typeface="Preeti" pitchFamily="2" charset="0"/>
            </a:rPr>
            <a:t>ck/</a:t>
          </a:r>
          <a:r>
            <a:rPr lang="en-US" dirty="0" err="1">
              <a:latin typeface="Preeti" pitchFamily="2" charset="0"/>
            </a:rPr>
            <a:t>fwLnfO</a:t>
          </a:r>
          <a:r>
            <a:rPr lang="en-US" dirty="0">
              <a:latin typeface="Preeti" pitchFamily="2" charset="0"/>
            </a:rPr>
            <a:t> ;</a:t>
          </a:r>
          <a:r>
            <a:rPr lang="en-US" dirty="0" err="1">
              <a:latin typeface="Preeti" pitchFamily="2" charset="0"/>
            </a:rPr>
            <a:t>dfh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af6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6f9f</a:t>
          </a:r>
          <a:r>
            <a:rPr lang="en-US" dirty="0">
              <a:latin typeface="Preeti" pitchFamily="2" charset="0"/>
            </a:rPr>
            <a:t> /</a:t>
          </a:r>
          <a:r>
            <a:rPr lang="en-US" dirty="0" err="1">
              <a:latin typeface="Preeti" pitchFamily="2" charset="0"/>
            </a:rPr>
            <a:t>fv</a:t>
          </a:r>
          <a:r>
            <a:rPr lang="en-US" dirty="0">
              <a:latin typeface="Preeti" pitchFamily="2" charset="0"/>
            </a:rPr>
            <a:t>]</a:t>
          </a:r>
          <a:r>
            <a:rPr lang="en-US" dirty="0" err="1">
              <a:latin typeface="Preeti" pitchFamily="2" charset="0"/>
            </a:rPr>
            <a:t>kl5</a:t>
          </a:r>
          <a:r>
            <a:rPr lang="en-US" dirty="0">
              <a:latin typeface="Preeti" pitchFamily="2" charset="0"/>
            </a:rPr>
            <a:t> ;</a:t>
          </a:r>
          <a:r>
            <a:rPr lang="en-US" dirty="0" err="1">
              <a:latin typeface="Preeti" pitchFamily="2" charset="0"/>
            </a:rPr>
            <a:t>dfhdf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zflGt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sfod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x'G5</a:t>
          </a:r>
          <a:r>
            <a:rPr lang="en-US" dirty="0">
              <a:latin typeface="Preeti" pitchFamily="2" charset="0"/>
            </a:rPr>
            <a:t> </a:t>
          </a:r>
          <a:endParaRPr lang="en-US" dirty="0"/>
        </a:p>
      </dgm:t>
    </dgm:pt>
    <dgm:pt modelId="{06A3CD03-ADA2-48C9-8741-AD38CED8169D}" type="parTrans" cxnId="{0B01ECD7-53EC-41FC-BEDA-3FBD0B313B10}">
      <dgm:prSet/>
      <dgm:spPr/>
      <dgm:t>
        <a:bodyPr/>
        <a:lstStyle/>
        <a:p>
          <a:endParaRPr lang="en-US"/>
        </a:p>
      </dgm:t>
    </dgm:pt>
    <dgm:pt modelId="{9BF18465-DADD-4EAC-B415-584B8F74CD8F}" type="sibTrans" cxnId="{0B01ECD7-53EC-41FC-BEDA-3FBD0B313B10}">
      <dgm:prSet/>
      <dgm:spPr/>
      <dgm:t>
        <a:bodyPr/>
        <a:lstStyle/>
        <a:p>
          <a:endParaRPr lang="en-US"/>
        </a:p>
      </dgm:t>
    </dgm:pt>
    <dgm:pt modelId="{89725337-1ED0-49A5-AFA8-28901762430F}">
      <dgm:prSet phldrT="[Text]"/>
      <dgm:spPr/>
      <dgm:t>
        <a:bodyPr/>
        <a:lstStyle/>
        <a:p>
          <a:r>
            <a:rPr lang="en-US" dirty="0">
              <a:latin typeface="Preeti" pitchFamily="2" charset="0"/>
            </a:rPr>
            <a:t>;'</a:t>
          </a:r>
          <a:r>
            <a:rPr lang="en-US" dirty="0" err="1">
              <a:latin typeface="Preeti" pitchFamily="2" charset="0"/>
            </a:rPr>
            <a:t>wf</a:t>
          </a:r>
          <a:r>
            <a:rPr lang="en-US" dirty="0">
              <a:latin typeface="Preeti" pitchFamily="2" charset="0"/>
            </a:rPr>
            <a:t>/</a:t>
          </a:r>
          <a:r>
            <a:rPr lang="en-US" dirty="0" err="1">
              <a:latin typeface="Preeti" pitchFamily="2" charset="0"/>
            </a:rPr>
            <a:t>fTds</a:t>
          </a:r>
          <a:r>
            <a:rPr lang="en-US" dirty="0">
              <a:latin typeface="Preeti" pitchFamily="2" charset="0"/>
            </a:rPr>
            <a:t> </a:t>
          </a:r>
          <a:endParaRPr lang="en-US" dirty="0"/>
        </a:p>
      </dgm:t>
    </dgm:pt>
    <dgm:pt modelId="{CDECAB58-57A2-4AE0-B22A-B02349B7A1E8}" type="parTrans" cxnId="{424A460F-47C7-4FE6-BA7C-6A72D364BE4E}">
      <dgm:prSet/>
      <dgm:spPr/>
      <dgm:t>
        <a:bodyPr/>
        <a:lstStyle/>
        <a:p>
          <a:endParaRPr lang="en-US"/>
        </a:p>
      </dgm:t>
    </dgm:pt>
    <dgm:pt modelId="{94B87A92-1DD7-404A-9B13-E5B2EF7CE025}" type="sibTrans" cxnId="{424A460F-47C7-4FE6-BA7C-6A72D364BE4E}">
      <dgm:prSet/>
      <dgm:spPr/>
      <dgm:t>
        <a:bodyPr/>
        <a:lstStyle/>
        <a:p>
          <a:endParaRPr lang="en-US"/>
        </a:p>
      </dgm:t>
    </dgm:pt>
    <dgm:pt modelId="{E70AB72E-D7FB-4741-A266-DBF951CC0BD5}">
      <dgm:prSet phldrT="[Text]"/>
      <dgm:spPr/>
      <dgm:t>
        <a:bodyPr/>
        <a:lstStyle/>
        <a:p>
          <a:r>
            <a:rPr lang="en-US" dirty="0">
              <a:latin typeface="Preeti" pitchFamily="2" charset="0"/>
            </a:rPr>
            <a:t>ck/</a:t>
          </a:r>
          <a:r>
            <a:rPr lang="en-US" dirty="0" err="1">
              <a:latin typeface="Preeti" pitchFamily="2" charset="0"/>
            </a:rPr>
            <a:t>fwLnfO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b08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eGbf</a:t>
          </a:r>
          <a:r>
            <a:rPr lang="en-US" dirty="0">
              <a:latin typeface="Preeti" pitchFamily="2" charset="0"/>
            </a:rPr>
            <a:t> ;'</a:t>
          </a:r>
          <a:r>
            <a:rPr lang="en-US" dirty="0" err="1">
              <a:latin typeface="Preeti" pitchFamily="2" charset="0"/>
            </a:rPr>
            <a:t>wf</a:t>
          </a:r>
          <a:r>
            <a:rPr lang="en-US" dirty="0">
              <a:latin typeface="Preeti" pitchFamily="2" charset="0"/>
            </a:rPr>
            <a:t>/ </a:t>
          </a:r>
          <a:r>
            <a:rPr lang="en-US" dirty="0" err="1">
              <a:latin typeface="Preeti" pitchFamily="2" charset="0"/>
            </a:rPr>
            <a:t>ug</a:t>
          </a:r>
          <a:r>
            <a:rPr lang="en-US" dirty="0">
              <a:latin typeface="Preeti" pitchFamily="2" charset="0"/>
            </a:rPr>
            <a:t>'{ </a:t>
          </a:r>
          <a:r>
            <a:rPr lang="en-US" dirty="0" err="1">
              <a:latin typeface="Preeti" pitchFamily="2" charset="0"/>
            </a:rPr>
            <a:t>k5</a:t>
          </a:r>
          <a:endParaRPr lang="en-US" dirty="0"/>
        </a:p>
      </dgm:t>
    </dgm:pt>
    <dgm:pt modelId="{D6D1B99A-7889-4A45-A558-2D1CCDA931C0}" type="parTrans" cxnId="{F29C16AF-3EAF-4FC5-821E-315308B2FB88}">
      <dgm:prSet/>
      <dgm:spPr/>
      <dgm:t>
        <a:bodyPr/>
        <a:lstStyle/>
        <a:p>
          <a:endParaRPr lang="en-US"/>
        </a:p>
      </dgm:t>
    </dgm:pt>
    <dgm:pt modelId="{5B12F07F-8B37-44E1-BF7B-58FAC2ACEA4A}" type="sibTrans" cxnId="{F29C16AF-3EAF-4FC5-821E-315308B2FB88}">
      <dgm:prSet/>
      <dgm:spPr/>
      <dgm:t>
        <a:bodyPr/>
        <a:lstStyle/>
        <a:p>
          <a:endParaRPr lang="en-US"/>
        </a:p>
      </dgm:t>
    </dgm:pt>
    <dgm:pt modelId="{DE834769-FD31-4FB0-ACC3-4F1074D6830D}">
      <dgm:prSet phldrT="[Text]"/>
      <dgm:spPr/>
      <dgm:t>
        <a:bodyPr/>
        <a:lstStyle/>
        <a:p>
          <a:r>
            <a:rPr lang="en-US" dirty="0" err="1">
              <a:latin typeface="Preeti" pitchFamily="2" charset="0"/>
            </a:rPr>
            <a:t>k'g:yfksLo</a:t>
          </a:r>
          <a:r>
            <a:rPr lang="en-US" dirty="0">
              <a:latin typeface="Preeti" pitchFamily="2" charset="0"/>
            </a:rPr>
            <a:t> </a:t>
          </a:r>
          <a:r>
            <a:rPr lang="en-US" dirty="0" err="1">
              <a:latin typeface="Preeti" pitchFamily="2" charset="0"/>
            </a:rPr>
            <a:t>Gofo</a:t>
          </a:r>
          <a:r>
            <a:rPr lang="en-US" dirty="0">
              <a:latin typeface="Preeti" pitchFamily="2" charset="0"/>
            </a:rPr>
            <a:t> </a:t>
          </a:r>
        </a:p>
      </dgm:t>
    </dgm:pt>
    <dgm:pt modelId="{6776736E-B0D3-4DB0-9CFF-447C17C828F0}" type="parTrans" cxnId="{2C7F40F5-F075-450F-BB1D-60410CF3D948}">
      <dgm:prSet/>
      <dgm:spPr/>
      <dgm:t>
        <a:bodyPr/>
        <a:lstStyle/>
        <a:p>
          <a:endParaRPr lang="en-US"/>
        </a:p>
      </dgm:t>
    </dgm:pt>
    <dgm:pt modelId="{73685071-5AF0-4779-9480-4BBC3C6DC61C}" type="sibTrans" cxnId="{2C7F40F5-F075-450F-BB1D-60410CF3D948}">
      <dgm:prSet/>
      <dgm:spPr/>
      <dgm:t>
        <a:bodyPr/>
        <a:lstStyle/>
        <a:p>
          <a:endParaRPr lang="en-US"/>
        </a:p>
      </dgm:t>
    </dgm:pt>
    <dgm:pt modelId="{B5718C40-455B-4F3F-84F2-666C7E95DCA4}">
      <dgm:prSet phldrT="[Text]"/>
      <dgm:spPr/>
      <dgm:t>
        <a:bodyPr/>
        <a:lstStyle/>
        <a:p>
          <a:r>
            <a:rPr lang="en-US" dirty="0" err="1">
              <a:latin typeface="Preeti" pitchFamily="2" charset="0"/>
            </a:rPr>
            <a:t>cleo'Qm</a:t>
          </a:r>
          <a:r>
            <a:rPr lang="en-US" dirty="0">
              <a:latin typeface="Preeti" pitchFamily="2" charset="0"/>
            </a:rPr>
            <a:t>  </a:t>
          </a:r>
          <a:r>
            <a:rPr lang="en-US" dirty="0" err="1">
              <a:latin typeface="Preeti" pitchFamily="2" charset="0"/>
            </a:rPr>
            <a:t>kLl8t</a:t>
          </a:r>
          <a:r>
            <a:rPr lang="en-US" dirty="0">
              <a:latin typeface="Preeti" pitchFamily="2" charset="0"/>
            </a:rPr>
            <a:t> / ;</a:t>
          </a:r>
          <a:r>
            <a:rPr lang="en-US" dirty="0" err="1">
              <a:latin typeface="Preeti" pitchFamily="2" charset="0"/>
            </a:rPr>
            <a:t>dfhdf</a:t>
          </a:r>
          <a:r>
            <a:rPr lang="en-US" dirty="0">
              <a:latin typeface="Preeti" pitchFamily="2" charset="0"/>
            </a:rPr>
            <a:t> ck/</a:t>
          </a:r>
          <a:r>
            <a:rPr lang="en-US" dirty="0" err="1">
              <a:latin typeface="Preeti" pitchFamily="2" charset="0"/>
            </a:rPr>
            <a:t>fwn</a:t>
          </a:r>
          <a:r>
            <a:rPr lang="en-US" dirty="0">
              <a:latin typeface="Preeti" pitchFamily="2" charset="0"/>
            </a:rPr>
            <a:t>] </a:t>
          </a:r>
          <a:r>
            <a:rPr lang="en-US" dirty="0" err="1">
              <a:latin typeface="Preeti" pitchFamily="2" charset="0"/>
            </a:rPr>
            <a:t>ljuf</a:t>
          </a:r>
          <a:r>
            <a:rPr lang="en-US" dirty="0">
              <a:latin typeface="Preeti" pitchFamily="2" charset="0"/>
            </a:rPr>
            <a:t>/]sf] ;</a:t>
          </a:r>
          <a:r>
            <a:rPr lang="en-US" dirty="0" err="1">
              <a:latin typeface="Preeti" pitchFamily="2" charset="0"/>
            </a:rPr>
            <a:t>DaGw</a:t>
          </a:r>
          <a:r>
            <a:rPr lang="en-US" dirty="0">
              <a:latin typeface="Preeti" pitchFamily="2" charset="0"/>
            </a:rPr>
            <a:t> ;'</a:t>
          </a:r>
          <a:r>
            <a:rPr lang="en-US" dirty="0" err="1">
              <a:latin typeface="Preeti" pitchFamily="2" charset="0"/>
            </a:rPr>
            <a:t>wf</a:t>
          </a:r>
          <a:r>
            <a:rPr lang="en-US" dirty="0">
              <a:latin typeface="Preeti" pitchFamily="2" charset="0"/>
            </a:rPr>
            <a:t>/ </a:t>
          </a:r>
          <a:r>
            <a:rPr lang="en-US" dirty="0" err="1">
              <a:latin typeface="Preeti" pitchFamily="2" charset="0"/>
            </a:rPr>
            <a:t>ug</a:t>
          </a:r>
          <a:r>
            <a:rPr lang="en-US" dirty="0">
              <a:latin typeface="Preeti" pitchFamily="2" charset="0"/>
            </a:rPr>
            <a:t>]{ </a:t>
          </a:r>
        </a:p>
      </dgm:t>
    </dgm:pt>
    <dgm:pt modelId="{7545ECDF-7EFB-48F7-8168-56C53F249190}" type="parTrans" cxnId="{032298E0-EEFB-4758-A505-29EF62A59FD9}">
      <dgm:prSet/>
      <dgm:spPr/>
    </dgm:pt>
    <dgm:pt modelId="{C3054527-87E7-4740-9DA3-CD826637FEAA}" type="sibTrans" cxnId="{032298E0-EEFB-4758-A505-29EF62A59FD9}">
      <dgm:prSet/>
      <dgm:spPr/>
    </dgm:pt>
    <dgm:pt modelId="{EAF176F3-44A8-4901-94EB-0C6198ED54B5}" type="pres">
      <dgm:prSet presAssocID="{1E1FDE28-DD4F-42BB-BFD5-577D96627CA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DD148F8-3D79-4CD4-B822-077BA5955AE1}" type="pres">
      <dgm:prSet presAssocID="{05768179-BE3B-42CE-86B2-CC38A0BDDF67}" presName="linNode" presStyleCnt="0"/>
      <dgm:spPr/>
    </dgm:pt>
    <dgm:pt modelId="{3C64B1E6-D282-4B60-9FD3-49CE4B725995}" type="pres">
      <dgm:prSet presAssocID="{05768179-BE3B-42CE-86B2-CC38A0BDDF67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4A3861-3B40-42A1-9D09-1155138B64D9}" type="pres">
      <dgm:prSet presAssocID="{05768179-BE3B-42CE-86B2-CC38A0BDDF67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ECF2A5-2883-4990-B502-BFEDED10BD51}" type="pres">
      <dgm:prSet presAssocID="{4F85963B-1A73-4A35-9F2C-CC15DAC65C01}" presName="sp" presStyleCnt="0"/>
      <dgm:spPr/>
    </dgm:pt>
    <dgm:pt modelId="{BD230FAF-0775-4A14-B512-CB9C7149B24C}" type="pres">
      <dgm:prSet presAssocID="{0B942ECE-C50A-4CEE-AD06-5F6BB0A08F34}" presName="linNode" presStyleCnt="0"/>
      <dgm:spPr/>
    </dgm:pt>
    <dgm:pt modelId="{E1C425EB-32D3-4D5C-AC7F-9D2E9949CBD4}" type="pres">
      <dgm:prSet presAssocID="{0B942ECE-C50A-4CEE-AD06-5F6BB0A08F34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503537-0410-4B00-8319-21957D00355C}" type="pres">
      <dgm:prSet presAssocID="{0B942ECE-C50A-4CEE-AD06-5F6BB0A08F34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0FAACF-ABB4-4C51-A8E9-722AE6430486}" type="pres">
      <dgm:prSet presAssocID="{F19B52B9-69A9-4AAD-8ECD-01519DE0C3DD}" presName="sp" presStyleCnt="0"/>
      <dgm:spPr/>
    </dgm:pt>
    <dgm:pt modelId="{9187E35A-B7E5-43EB-A889-B7FB4A5158FD}" type="pres">
      <dgm:prSet presAssocID="{B184FFD3-3472-46EC-AAE4-4257760657EF}" presName="linNode" presStyleCnt="0"/>
      <dgm:spPr/>
    </dgm:pt>
    <dgm:pt modelId="{B8752236-340F-415C-9680-9D5620AB7ADB}" type="pres">
      <dgm:prSet presAssocID="{B184FFD3-3472-46EC-AAE4-4257760657EF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2E254F-0C2A-4A36-990E-2E0B3CB296DB}" type="pres">
      <dgm:prSet presAssocID="{B184FFD3-3472-46EC-AAE4-4257760657EF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1D2CF6-367E-4377-9307-C48D1A055877}" type="pres">
      <dgm:prSet presAssocID="{CB81705E-1027-47B2-89A5-64C09B3AEB6C}" presName="sp" presStyleCnt="0"/>
      <dgm:spPr/>
    </dgm:pt>
    <dgm:pt modelId="{0E1358EF-41A7-4F5A-A1C6-2A9129450CCD}" type="pres">
      <dgm:prSet presAssocID="{89725337-1ED0-49A5-AFA8-28901762430F}" presName="linNode" presStyleCnt="0"/>
      <dgm:spPr/>
    </dgm:pt>
    <dgm:pt modelId="{1BF135AC-FC99-45E9-8300-939E3110685E}" type="pres">
      <dgm:prSet presAssocID="{89725337-1ED0-49A5-AFA8-28901762430F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7CDAC2-19A6-4E29-BE2F-9DA1ED24B90E}" type="pres">
      <dgm:prSet presAssocID="{89725337-1ED0-49A5-AFA8-28901762430F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496E60-EFEA-4CD4-A6A5-59482D734437}" type="pres">
      <dgm:prSet presAssocID="{94B87A92-1DD7-404A-9B13-E5B2EF7CE025}" presName="sp" presStyleCnt="0"/>
      <dgm:spPr/>
    </dgm:pt>
    <dgm:pt modelId="{CDF2A1E9-E887-4016-8C79-BE6FDC6F0E7F}" type="pres">
      <dgm:prSet presAssocID="{DE834769-FD31-4FB0-ACC3-4F1074D6830D}" presName="linNode" presStyleCnt="0"/>
      <dgm:spPr/>
    </dgm:pt>
    <dgm:pt modelId="{C2B6057D-4A06-4B94-9A53-98AD5BC7849D}" type="pres">
      <dgm:prSet presAssocID="{DE834769-FD31-4FB0-ACC3-4F1074D6830D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8A20F1-90C5-4306-989C-5C08002A55C0}" type="pres">
      <dgm:prSet presAssocID="{DE834769-FD31-4FB0-ACC3-4F1074D6830D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93A9ABF-BA52-4D43-9382-383F13A706C5}" type="presOf" srcId="{1E1FDE28-DD4F-42BB-BFD5-577D96627CA6}" destId="{EAF176F3-44A8-4901-94EB-0C6198ED54B5}" srcOrd="0" destOrd="0" presId="urn:microsoft.com/office/officeart/2005/8/layout/vList5"/>
    <dgm:cxn modelId="{0B01ECD7-53EC-41FC-BEDA-3FBD0B313B10}" srcId="{B184FFD3-3472-46EC-AAE4-4257760657EF}" destId="{37D7CFA5-3BDD-4198-AD9D-C26F4133F1E6}" srcOrd="0" destOrd="0" parTransId="{06A3CD03-ADA2-48C9-8741-AD38CED8169D}" sibTransId="{9BF18465-DADD-4EAC-B415-584B8F74CD8F}"/>
    <dgm:cxn modelId="{D190260F-A1AE-4DC8-A426-1984E038B069}" type="presOf" srcId="{05768179-BE3B-42CE-86B2-CC38A0BDDF67}" destId="{3C64B1E6-D282-4B60-9FD3-49CE4B725995}" srcOrd="0" destOrd="0" presId="urn:microsoft.com/office/officeart/2005/8/layout/vList5"/>
    <dgm:cxn modelId="{BB172A4A-30CD-46F3-BE44-525ADE8F1F03}" type="presOf" srcId="{89725337-1ED0-49A5-AFA8-28901762430F}" destId="{1BF135AC-FC99-45E9-8300-939E3110685E}" srcOrd="0" destOrd="0" presId="urn:microsoft.com/office/officeart/2005/8/layout/vList5"/>
    <dgm:cxn modelId="{C2DBA87A-E3BE-43CC-97D2-8C4C94324E0A}" type="presOf" srcId="{E70AB72E-D7FB-4741-A266-DBF951CC0BD5}" destId="{367CDAC2-19A6-4E29-BE2F-9DA1ED24B90E}" srcOrd="0" destOrd="0" presId="urn:microsoft.com/office/officeart/2005/8/layout/vList5"/>
    <dgm:cxn modelId="{27260E74-1A90-4138-A1FA-FC59C27A68C5}" type="presOf" srcId="{45CA8A96-12CC-45EA-9633-FF952051AEAD}" destId="{D3503537-0410-4B00-8319-21957D00355C}" srcOrd="0" destOrd="0" presId="urn:microsoft.com/office/officeart/2005/8/layout/vList5"/>
    <dgm:cxn modelId="{63273FD9-0CDF-4ADB-97BC-C6537D181126}" srcId="{05768179-BE3B-42CE-86B2-CC38A0BDDF67}" destId="{BBF4576C-4E2C-4A0C-9992-7EAEBD0BA474}" srcOrd="0" destOrd="0" parTransId="{5C38D6B8-26A0-43EF-9990-1F549DDC06DA}" sibTransId="{7CCF5C10-D512-4E60-92F4-E5B83D4A2015}"/>
    <dgm:cxn modelId="{2C7F40F5-F075-450F-BB1D-60410CF3D948}" srcId="{1E1FDE28-DD4F-42BB-BFD5-577D96627CA6}" destId="{DE834769-FD31-4FB0-ACC3-4F1074D6830D}" srcOrd="4" destOrd="0" parTransId="{6776736E-B0D3-4DB0-9CFF-447C17C828F0}" sibTransId="{73685071-5AF0-4779-9480-4BBC3C6DC61C}"/>
    <dgm:cxn modelId="{EA3136A6-B90A-4A80-B709-87AB8DD34C2B}" type="presOf" srcId="{DE834769-FD31-4FB0-ACC3-4F1074D6830D}" destId="{C2B6057D-4A06-4B94-9A53-98AD5BC7849D}" srcOrd="0" destOrd="0" presId="urn:microsoft.com/office/officeart/2005/8/layout/vList5"/>
    <dgm:cxn modelId="{1379AB74-9FA6-4784-AC51-4577E0BB8CF5}" type="presOf" srcId="{37D7CFA5-3BDD-4198-AD9D-C26F4133F1E6}" destId="{4D2E254F-0C2A-4A36-990E-2E0B3CB296DB}" srcOrd="0" destOrd="0" presId="urn:microsoft.com/office/officeart/2005/8/layout/vList5"/>
    <dgm:cxn modelId="{F29C16AF-3EAF-4FC5-821E-315308B2FB88}" srcId="{89725337-1ED0-49A5-AFA8-28901762430F}" destId="{E70AB72E-D7FB-4741-A266-DBF951CC0BD5}" srcOrd="0" destOrd="0" parTransId="{D6D1B99A-7889-4A45-A558-2D1CCDA931C0}" sibTransId="{5B12F07F-8B37-44E1-BF7B-58FAC2ACEA4A}"/>
    <dgm:cxn modelId="{F64C1F1E-152E-438B-897C-FE37C6EFFDF5}" type="presOf" srcId="{BBF4576C-4E2C-4A0C-9992-7EAEBD0BA474}" destId="{3E4A3861-3B40-42A1-9D09-1155138B64D9}" srcOrd="0" destOrd="0" presId="urn:microsoft.com/office/officeart/2005/8/layout/vList5"/>
    <dgm:cxn modelId="{97239B72-402C-419F-9F09-C19148D8E46D}" type="presOf" srcId="{B5718C40-455B-4F3F-84F2-666C7E95DCA4}" destId="{E88A20F1-90C5-4306-989C-5C08002A55C0}" srcOrd="0" destOrd="0" presId="urn:microsoft.com/office/officeart/2005/8/layout/vList5"/>
    <dgm:cxn modelId="{424A460F-47C7-4FE6-BA7C-6A72D364BE4E}" srcId="{1E1FDE28-DD4F-42BB-BFD5-577D96627CA6}" destId="{89725337-1ED0-49A5-AFA8-28901762430F}" srcOrd="3" destOrd="0" parTransId="{CDECAB58-57A2-4AE0-B22A-B02349B7A1E8}" sibTransId="{94B87A92-1DD7-404A-9B13-E5B2EF7CE025}"/>
    <dgm:cxn modelId="{BD4FAF1E-0A0D-40CC-90D4-491B2A15EA0A}" srcId="{0B942ECE-C50A-4CEE-AD06-5F6BB0A08F34}" destId="{45CA8A96-12CC-45EA-9633-FF952051AEAD}" srcOrd="0" destOrd="0" parTransId="{AD470BAA-0941-47EB-9DA6-332767A60475}" sibTransId="{DE951035-F95B-42A2-B1AF-65A4A381A1FA}"/>
    <dgm:cxn modelId="{804DAE40-E8E3-4461-8924-65BC6178BBE6}" srcId="{1E1FDE28-DD4F-42BB-BFD5-577D96627CA6}" destId="{0B942ECE-C50A-4CEE-AD06-5F6BB0A08F34}" srcOrd="1" destOrd="0" parTransId="{87E83375-843D-4567-AFBC-6144E898649B}" sibTransId="{F19B52B9-69A9-4AAD-8ECD-01519DE0C3DD}"/>
    <dgm:cxn modelId="{032298E0-EEFB-4758-A505-29EF62A59FD9}" srcId="{DE834769-FD31-4FB0-ACC3-4F1074D6830D}" destId="{B5718C40-455B-4F3F-84F2-666C7E95DCA4}" srcOrd="0" destOrd="0" parTransId="{7545ECDF-7EFB-48F7-8168-56C53F249190}" sibTransId="{C3054527-87E7-4740-9DA3-CD826637FEAA}"/>
    <dgm:cxn modelId="{D52C3AD7-3B6A-44C7-8A42-E7499959AF76}" type="presOf" srcId="{0B942ECE-C50A-4CEE-AD06-5F6BB0A08F34}" destId="{E1C425EB-32D3-4D5C-AC7F-9D2E9949CBD4}" srcOrd="0" destOrd="0" presId="urn:microsoft.com/office/officeart/2005/8/layout/vList5"/>
    <dgm:cxn modelId="{C5A42176-9AB7-4216-894E-70C91E578D24}" srcId="{1E1FDE28-DD4F-42BB-BFD5-577D96627CA6}" destId="{B184FFD3-3472-46EC-AAE4-4257760657EF}" srcOrd="2" destOrd="0" parTransId="{FEA4CF03-D572-4F56-8CCA-B8FC766DB380}" sibTransId="{CB81705E-1027-47B2-89A5-64C09B3AEB6C}"/>
    <dgm:cxn modelId="{0164B506-187C-459A-B039-EE9A68CB109D}" srcId="{1E1FDE28-DD4F-42BB-BFD5-577D96627CA6}" destId="{05768179-BE3B-42CE-86B2-CC38A0BDDF67}" srcOrd="0" destOrd="0" parTransId="{A9834EB0-B57A-4961-B916-0E8269CC09F0}" sibTransId="{4F85963B-1A73-4A35-9F2C-CC15DAC65C01}"/>
    <dgm:cxn modelId="{17B88F78-92FF-43C5-BBAA-D6684494D39F}" type="presOf" srcId="{B184FFD3-3472-46EC-AAE4-4257760657EF}" destId="{B8752236-340F-415C-9680-9D5620AB7ADB}" srcOrd="0" destOrd="0" presId="urn:microsoft.com/office/officeart/2005/8/layout/vList5"/>
    <dgm:cxn modelId="{3695FD8F-6A1B-41ED-B8B1-E74DBEE91D13}" type="presParOf" srcId="{EAF176F3-44A8-4901-94EB-0C6198ED54B5}" destId="{8DD148F8-3D79-4CD4-B822-077BA5955AE1}" srcOrd="0" destOrd="0" presId="urn:microsoft.com/office/officeart/2005/8/layout/vList5"/>
    <dgm:cxn modelId="{823C54FB-1765-4C80-9797-B8F64EC9A1C7}" type="presParOf" srcId="{8DD148F8-3D79-4CD4-B822-077BA5955AE1}" destId="{3C64B1E6-D282-4B60-9FD3-49CE4B725995}" srcOrd="0" destOrd="0" presId="urn:microsoft.com/office/officeart/2005/8/layout/vList5"/>
    <dgm:cxn modelId="{E72FDDCA-8E38-459B-BD9A-3DEEC63B11F4}" type="presParOf" srcId="{8DD148F8-3D79-4CD4-B822-077BA5955AE1}" destId="{3E4A3861-3B40-42A1-9D09-1155138B64D9}" srcOrd="1" destOrd="0" presId="urn:microsoft.com/office/officeart/2005/8/layout/vList5"/>
    <dgm:cxn modelId="{228DD76C-F752-4E01-8181-9623BFCAC048}" type="presParOf" srcId="{EAF176F3-44A8-4901-94EB-0C6198ED54B5}" destId="{CCECF2A5-2883-4990-B502-BFEDED10BD51}" srcOrd="1" destOrd="0" presId="urn:microsoft.com/office/officeart/2005/8/layout/vList5"/>
    <dgm:cxn modelId="{9D0F61DA-2539-4807-8AEC-525A51640D87}" type="presParOf" srcId="{EAF176F3-44A8-4901-94EB-0C6198ED54B5}" destId="{BD230FAF-0775-4A14-B512-CB9C7149B24C}" srcOrd="2" destOrd="0" presId="urn:microsoft.com/office/officeart/2005/8/layout/vList5"/>
    <dgm:cxn modelId="{974F56C3-E07A-4305-8EF0-6E7FB7AB46BC}" type="presParOf" srcId="{BD230FAF-0775-4A14-B512-CB9C7149B24C}" destId="{E1C425EB-32D3-4D5C-AC7F-9D2E9949CBD4}" srcOrd="0" destOrd="0" presId="urn:microsoft.com/office/officeart/2005/8/layout/vList5"/>
    <dgm:cxn modelId="{45FB7F57-34E5-478E-B873-DB86D912C207}" type="presParOf" srcId="{BD230FAF-0775-4A14-B512-CB9C7149B24C}" destId="{D3503537-0410-4B00-8319-21957D00355C}" srcOrd="1" destOrd="0" presId="urn:microsoft.com/office/officeart/2005/8/layout/vList5"/>
    <dgm:cxn modelId="{124EEF73-954A-49C6-AF00-2F9A8E8A7BF3}" type="presParOf" srcId="{EAF176F3-44A8-4901-94EB-0C6198ED54B5}" destId="{380FAACF-ABB4-4C51-A8E9-722AE6430486}" srcOrd="3" destOrd="0" presId="urn:microsoft.com/office/officeart/2005/8/layout/vList5"/>
    <dgm:cxn modelId="{3B780B8F-F902-4295-B738-631FCBA96D15}" type="presParOf" srcId="{EAF176F3-44A8-4901-94EB-0C6198ED54B5}" destId="{9187E35A-B7E5-43EB-A889-B7FB4A5158FD}" srcOrd="4" destOrd="0" presId="urn:microsoft.com/office/officeart/2005/8/layout/vList5"/>
    <dgm:cxn modelId="{C3651191-665D-4496-A7D3-5F675A66D87A}" type="presParOf" srcId="{9187E35A-B7E5-43EB-A889-B7FB4A5158FD}" destId="{B8752236-340F-415C-9680-9D5620AB7ADB}" srcOrd="0" destOrd="0" presId="urn:microsoft.com/office/officeart/2005/8/layout/vList5"/>
    <dgm:cxn modelId="{EC8716FB-693B-43BC-ADF1-E1B7BB1207C2}" type="presParOf" srcId="{9187E35A-B7E5-43EB-A889-B7FB4A5158FD}" destId="{4D2E254F-0C2A-4A36-990E-2E0B3CB296DB}" srcOrd="1" destOrd="0" presId="urn:microsoft.com/office/officeart/2005/8/layout/vList5"/>
    <dgm:cxn modelId="{DEE1BF48-58AA-4557-A6A4-2CBC2C9B25E4}" type="presParOf" srcId="{EAF176F3-44A8-4901-94EB-0C6198ED54B5}" destId="{EA1D2CF6-367E-4377-9307-C48D1A055877}" srcOrd="5" destOrd="0" presId="urn:microsoft.com/office/officeart/2005/8/layout/vList5"/>
    <dgm:cxn modelId="{ECBFB5BC-57EB-446D-AB38-A613177F423D}" type="presParOf" srcId="{EAF176F3-44A8-4901-94EB-0C6198ED54B5}" destId="{0E1358EF-41A7-4F5A-A1C6-2A9129450CCD}" srcOrd="6" destOrd="0" presId="urn:microsoft.com/office/officeart/2005/8/layout/vList5"/>
    <dgm:cxn modelId="{19F5397A-6AF6-4541-8725-BB5466923217}" type="presParOf" srcId="{0E1358EF-41A7-4F5A-A1C6-2A9129450CCD}" destId="{1BF135AC-FC99-45E9-8300-939E3110685E}" srcOrd="0" destOrd="0" presId="urn:microsoft.com/office/officeart/2005/8/layout/vList5"/>
    <dgm:cxn modelId="{D0626A3F-8F3E-4626-8C8B-32700233A1A0}" type="presParOf" srcId="{0E1358EF-41A7-4F5A-A1C6-2A9129450CCD}" destId="{367CDAC2-19A6-4E29-BE2F-9DA1ED24B90E}" srcOrd="1" destOrd="0" presId="urn:microsoft.com/office/officeart/2005/8/layout/vList5"/>
    <dgm:cxn modelId="{45D94FA4-249A-4049-890A-48D3D724443E}" type="presParOf" srcId="{EAF176F3-44A8-4901-94EB-0C6198ED54B5}" destId="{E7496E60-EFEA-4CD4-A6A5-59482D734437}" srcOrd="7" destOrd="0" presId="urn:microsoft.com/office/officeart/2005/8/layout/vList5"/>
    <dgm:cxn modelId="{0E021CDD-EBDF-4084-BA9D-B000E4D71337}" type="presParOf" srcId="{EAF176F3-44A8-4901-94EB-0C6198ED54B5}" destId="{CDF2A1E9-E887-4016-8C79-BE6FDC6F0E7F}" srcOrd="8" destOrd="0" presId="urn:microsoft.com/office/officeart/2005/8/layout/vList5"/>
    <dgm:cxn modelId="{CC555D12-B69E-4F3A-ACE9-40C5FFAD49DE}" type="presParOf" srcId="{CDF2A1E9-E887-4016-8C79-BE6FDC6F0E7F}" destId="{C2B6057D-4A06-4B94-9A53-98AD5BC7849D}" srcOrd="0" destOrd="0" presId="urn:microsoft.com/office/officeart/2005/8/layout/vList5"/>
    <dgm:cxn modelId="{450759D0-27C2-45A0-9429-F3467B4224D1}" type="presParOf" srcId="{CDF2A1E9-E887-4016-8C79-BE6FDC6F0E7F}" destId="{E88A20F1-90C5-4306-989C-5C08002A55C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F45A18-75E6-4094-AA91-126D566078CA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81C5BF3-31D2-4469-974D-DD8E25A29430}">
      <dgm:prSet/>
      <dgm:spPr/>
      <dgm:t>
        <a:bodyPr/>
        <a:lstStyle/>
        <a:p>
          <a:pPr rtl="0"/>
          <a:r>
            <a:rPr lang="en-US" dirty="0" err="1" smtClean="0">
              <a:latin typeface="Preeti" pitchFamily="2" charset="0"/>
            </a:rPr>
            <a:t>Nffu</a:t>
          </a:r>
          <a:r>
            <a:rPr lang="en-US" dirty="0" smtClean="0">
              <a:latin typeface="Preeti"/>
            </a:rPr>
            <a:t>"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x</a:t>
          </a:r>
          <a:r>
            <a:rPr lang="en-US" dirty="0" err="1" smtClean="0">
              <a:latin typeface="Preeti"/>
            </a:rPr>
            <a:t>'</a:t>
          </a:r>
          <a:r>
            <a:rPr lang="en-US" dirty="0" err="1" smtClean="0">
              <a:latin typeface="Preeti" pitchFamily="2" charset="0"/>
            </a:rPr>
            <a:t>g</a:t>
          </a:r>
          <a:r>
            <a:rPr lang="en-US" dirty="0" smtClean="0">
              <a:latin typeface="Preeti" pitchFamily="2" charset="0"/>
            </a:rPr>
            <a:t>]</a:t>
          </a:r>
          <a:endParaRPr lang="en-US" dirty="0">
            <a:latin typeface="Preeti" pitchFamily="2" charset="0"/>
          </a:endParaRPr>
        </a:p>
      </dgm:t>
    </dgm:pt>
    <dgm:pt modelId="{9FC63BC4-AEE5-44B2-8FB3-1FD79B2F3926}" type="parTrans" cxnId="{A07F4AA5-1B68-4AC9-92EF-AA3F3E97B971}">
      <dgm:prSet/>
      <dgm:spPr/>
      <dgm:t>
        <a:bodyPr/>
        <a:lstStyle/>
        <a:p>
          <a:endParaRPr lang="en-US"/>
        </a:p>
      </dgm:t>
    </dgm:pt>
    <dgm:pt modelId="{BC691D30-A710-4F59-B203-B01A330CB0F5}" type="sibTrans" cxnId="{A07F4AA5-1B68-4AC9-92EF-AA3F3E97B971}">
      <dgm:prSet/>
      <dgm:spPr/>
      <dgm:t>
        <a:bodyPr/>
        <a:lstStyle/>
        <a:p>
          <a:endParaRPr lang="en-US"/>
        </a:p>
      </dgm:t>
    </dgm:pt>
    <dgm:pt modelId="{E48114F1-526B-4D7C-A24F-B2B8D85B53BA}">
      <dgm:prSet/>
      <dgm:spPr/>
      <dgm:t>
        <a:bodyPr/>
        <a:lstStyle/>
        <a:p>
          <a:pPr rtl="0"/>
          <a:r>
            <a:rPr lang="en-US" dirty="0" err="1" smtClean="0">
              <a:latin typeface="Preeti" pitchFamily="2" charset="0"/>
            </a:rPr>
            <a:t>s'g</a:t>
          </a:r>
          <a:r>
            <a:rPr lang="en-US" dirty="0" smtClean="0">
              <a:latin typeface="Preeti" pitchFamily="2" charset="0"/>
            </a:rPr>
            <a:t>} s;"/</a:t>
          </a:r>
          <a:r>
            <a:rPr lang="en-US" dirty="0" err="1" smtClean="0">
              <a:latin typeface="Preeti" pitchFamily="2" charset="0"/>
            </a:rPr>
            <a:t>sf</a:t>
          </a:r>
          <a:r>
            <a:rPr lang="en-US" dirty="0" smtClean="0">
              <a:latin typeface="Preeti" pitchFamily="2" charset="0"/>
            </a:rPr>
            <a:t> ;</a:t>
          </a:r>
          <a:r>
            <a:rPr lang="en-US" dirty="0" err="1" smtClean="0">
              <a:latin typeface="Preeti" pitchFamily="2" charset="0"/>
            </a:rPr>
            <a:t>DaGwdf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cbfntaf6</a:t>
          </a:r>
          <a:r>
            <a:rPr lang="en-US" dirty="0" smtClean="0">
              <a:latin typeface="Preeti" pitchFamily="2" charset="0"/>
            </a:rPr>
            <a:t> ;</a:t>
          </a:r>
          <a:r>
            <a:rPr lang="en-US" dirty="0" err="1" smtClean="0">
              <a:latin typeface="Preeti" pitchFamily="2" charset="0"/>
            </a:rPr>
            <a:t>hfo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lgwf</a:t>
          </a:r>
          <a:r>
            <a:rPr lang="en-US" dirty="0" smtClean="0">
              <a:latin typeface="Preeti" pitchFamily="2" charset="0"/>
            </a:rPr>
            <a:t>{/</a:t>
          </a:r>
          <a:r>
            <a:rPr lang="en-US" dirty="0" err="1" smtClean="0">
              <a:latin typeface="Preeti" pitchFamily="2" charset="0"/>
            </a:rPr>
            <a:t>0f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ug</a:t>
          </a:r>
          <a:r>
            <a:rPr lang="en-US" dirty="0" smtClean="0">
              <a:latin typeface="Preeti" pitchFamily="2" charset="0"/>
            </a:rPr>
            <a:t>]{ /</a:t>
          </a:r>
          <a:endParaRPr lang="en-US" dirty="0">
            <a:latin typeface="Preeti" pitchFamily="2" charset="0"/>
          </a:endParaRPr>
        </a:p>
      </dgm:t>
    </dgm:pt>
    <dgm:pt modelId="{590D9C2E-3416-488B-96EE-77BB200A4756}" type="parTrans" cxnId="{1610C5C0-F539-4129-9573-CF306B914474}">
      <dgm:prSet/>
      <dgm:spPr/>
      <dgm:t>
        <a:bodyPr/>
        <a:lstStyle/>
        <a:p>
          <a:endParaRPr lang="en-US"/>
        </a:p>
      </dgm:t>
    </dgm:pt>
    <dgm:pt modelId="{2E208202-9770-4FC6-B6FF-EC8EDEE7FF13}" type="sibTrans" cxnId="{1610C5C0-F539-4129-9573-CF306B914474}">
      <dgm:prSet/>
      <dgm:spPr/>
      <dgm:t>
        <a:bodyPr/>
        <a:lstStyle/>
        <a:p>
          <a:endParaRPr lang="en-US"/>
        </a:p>
      </dgm:t>
    </dgm:pt>
    <dgm:pt modelId="{18D71C10-43D8-49CA-AA25-466EA795654E}">
      <dgm:prSet/>
      <dgm:spPr/>
      <dgm:t>
        <a:bodyPr/>
        <a:lstStyle/>
        <a:p>
          <a:pPr rtl="0"/>
          <a:r>
            <a:rPr lang="en-US" dirty="0" smtClean="0">
              <a:latin typeface="Preeti" pitchFamily="2" charset="0"/>
            </a:rPr>
            <a:t>of] P]g </a:t>
          </a:r>
          <a:r>
            <a:rPr lang="en-US" dirty="0" err="1" smtClean="0">
              <a:latin typeface="Preeti" pitchFamily="2" charset="0"/>
            </a:rPr>
            <a:t>nfu</a:t>
          </a:r>
          <a:r>
            <a:rPr lang="en-US" dirty="0" smtClean="0">
              <a:latin typeface="Preeti" pitchFamily="2" charset="0"/>
            </a:rPr>
            <a:t>" </a:t>
          </a:r>
          <a:r>
            <a:rPr lang="en-US" dirty="0" err="1" smtClean="0">
              <a:latin typeface="Preeti" pitchFamily="2" charset="0"/>
            </a:rPr>
            <a:t>gx'g</a:t>
          </a:r>
          <a:r>
            <a:rPr lang="en-US" dirty="0" smtClean="0">
              <a:latin typeface="Preeti" pitchFamily="2" charset="0"/>
            </a:rPr>
            <a:t>] </a:t>
          </a:r>
          <a:r>
            <a:rPr lang="en-US" dirty="0" err="1" smtClean="0">
              <a:latin typeface="Preeti" pitchFamily="2" charset="0"/>
            </a:rPr>
            <a:t>cj:yf</a:t>
          </a:r>
          <a:r>
            <a:rPr lang="en-US" dirty="0" smtClean="0">
              <a:latin typeface="Preeti" pitchFamily="2" charset="0"/>
            </a:rPr>
            <a:t> </a:t>
          </a:r>
          <a:endParaRPr lang="en-US" dirty="0">
            <a:latin typeface="Preeti" pitchFamily="2" charset="0"/>
          </a:endParaRPr>
        </a:p>
      </dgm:t>
    </dgm:pt>
    <dgm:pt modelId="{0621E170-4EF2-4EE6-8A59-BF5D24ED7474}" type="parTrans" cxnId="{5AC71B70-B214-4198-BEE6-2A0F4C278DA4}">
      <dgm:prSet/>
      <dgm:spPr/>
      <dgm:t>
        <a:bodyPr/>
        <a:lstStyle/>
        <a:p>
          <a:endParaRPr lang="en-US"/>
        </a:p>
      </dgm:t>
    </dgm:pt>
    <dgm:pt modelId="{96C55FF9-B17B-4E35-9D26-64FF0D11540C}" type="sibTrans" cxnId="{5AC71B70-B214-4198-BEE6-2A0F4C278DA4}">
      <dgm:prSet/>
      <dgm:spPr/>
      <dgm:t>
        <a:bodyPr/>
        <a:lstStyle/>
        <a:p>
          <a:endParaRPr lang="en-US"/>
        </a:p>
      </dgm:t>
    </dgm:pt>
    <dgm:pt modelId="{98E8C0A9-175B-439E-B467-BFD5D9C26B71}">
      <dgm:prSet/>
      <dgm:spPr/>
      <dgm:t>
        <a:bodyPr/>
        <a:lstStyle/>
        <a:p>
          <a:pPr rtl="0"/>
          <a:r>
            <a:rPr lang="en-US" dirty="0" err="1" smtClean="0">
              <a:latin typeface="Preeti" pitchFamily="2" charset="0"/>
            </a:rPr>
            <a:t>cbfntsf</a:t>
          </a:r>
          <a:r>
            <a:rPr lang="en-US" dirty="0" smtClean="0">
              <a:latin typeface="Preeti" pitchFamily="2" charset="0"/>
            </a:rPr>
            <a:t>] </a:t>
          </a:r>
          <a:r>
            <a:rPr lang="en-US" dirty="0" err="1" smtClean="0">
              <a:latin typeface="Preeti" pitchFamily="2" charset="0"/>
            </a:rPr>
            <a:t>cjx</a:t>
          </a:r>
          <a:r>
            <a:rPr lang="en-US" dirty="0" smtClean="0">
              <a:latin typeface="Preeti" pitchFamily="2" charset="0"/>
            </a:rPr>
            <a:t>]</a:t>
          </a:r>
          <a:r>
            <a:rPr lang="en-US" dirty="0" err="1" smtClean="0">
              <a:latin typeface="Preeti" pitchFamily="2" charset="0"/>
            </a:rPr>
            <a:t>ngf</a:t>
          </a:r>
          <a:r>
            <a:rPr lang="en-US" dirty="0" smtClean="0">
              <a:latin typeface="Preeti" pitchFamily="2" charset="0"/>
            </a:rPr>
            <a:t> ;</a:t>
          </a:r>
          <a:r>
            <a:rPr lang="en-US" dirty="0" err="1" smtClean="0">
              <a:latin typeface="Preeti" pitchFamily="2" charset="0"/>
            </a:rPr>
            <a:t>DaGwL</a:t>
          </a:r>
          <a:r>
            <a:rPr lang="en-US" dirty="0" smtClean="0">
              <a:latin typeface="Preeti" pitchFamily="2" charset="0"/>
            </a:rPr>
            <a:t> s;"/</a:t>
          </a:r>
          <a:r>
            <a:rPr lang="en-US" dirty="0" err="1" smtClean="0">
              <a:latin typeface="Preeti" pitchFamily="2" charset="0"/>
            </a:rPr>
            <a:t>sf</a:t>
          </a:r>
          <a:r>
            <a:rPr lang="en-US" dirty="0" smtClean="0">
              <a:latin typeface="Preeti" pitchFamily="2" charset="0"/>
            </a:rPr>
            <a:t> ;</a:t>
          </a:r>
          <a:r>
            <a:rPr lang="en-US" dirty="0" err="1" smtClean="0">
              <a:latin typeface="Preeti" pitchFamily="2" charset="0"/>
            </a:rPr>
            <a:t>DaGwdf</a:t>
          </a:r>
          <a:r>
            <a:rPr lang="en-US" dirty="0" smtClean="0">
              <a:latin typeface="Preeti" pitchFamily="2" charset="0"/>
            </a:rPr>
            <a:t> ;</a:t>
          </a:r>
          <a:r>
            <a:rPr lang="en-US" dirty="0" err="1" smtClean="0">
              <a:latin typeface="Preeti" pitchFamily="2" charset="0"/>
            </a:rPr>
            <a:t>hfo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ubf</a:t>
          </a:r>
          <a:r>
            <a:rPr lang="en-US" dirty="0" smtClean="0">
              <a:latin typeface="Preeti" pitchFamily="2" charset="0"/>
            </a:rPr>
            <a:t>{,</a:t>
          </a:r>
          <a:endParaRPr lang="en-US" dirty="0">
            <a:latin typeface="Preeti" pitchFamily="2" charset="0"/>
          </a:endParaRPr>
        </a:p>
      </dgm:t>
    </dgm:pt>
    <dgm:pt modelId="{13C82133-3767-447D-BD9F-AAE1694B62FA}" type="parTrans" cxnId="{17EC189C-A1AC-4C83-A84A-CE56D1F33710}">
      <dgm:prSet/>
      <dgm:spPr/>
      <dgm:t>
        <a:bodyPr/>
        <a:lstStyle/>
        <a:p>
          <a:endParaRPr lang="en-US"/>
        </a:p>
      </dgm:t>
    </dgm:pt>
    <dgm:pt modelId="{4C1F98B0-B16E-4665-9128-BA4D9ECFAB0A}" type="sibTrans" cxnId="{17EC189C-A1AC-4C83-A84A-CE56D1F33710}">
      <dgm:prSet/>
      <dgm:spPr/>
      <dgm:t>
        <a:bodyPr/>
        <a:lstStyle/>
        <a:p>
          <a:endParaRPr lang="en-US"/>
        </a:p>
      </dgm:t>
    </dgm:pt>
    <dgm:pt modelId="{4C9286EF-EBC5-4406-8E6D-7641E50917C1}">
      <dgm:prSet/>
      <dgm:spPr/>
      <dgm:t>
        <a:bodyPr/>
        <a:lstStyle/>
        <a:p>
          <a:pPr rtl="0"/>
          <a:r>
            <a:rPr lang="en-US" dirty="0" err="1" smtClean="0">
              <a:latin typeface="Preeti" pitchFamily="2" charset="0"/>
            </a:rPr>
            <a:t>Joj:yflksf</a:t>
          </a:r>
          <a:r>
            <a:rPr lang="en-US" dirty="0" smtClean="0">
              <a:latin typeface="Preeti" pitchFamily="2" charset="0"/>
            </a:rPr>
            <a:t>–;+;</a:t>
          </a:r>
          <a:r>
            <a:rPr lang="en-US" dirty="0" err="1" smtClean="0">
              <a:latin typeface="Preeti" pitchFamily="2" charset="0"/>
            </a:rPr>
            <a:t>bn</a:t>
          </a:r>
          <a:r>
            <a:rPr lang="en-US" dirty="0" smtClean="0">
              <a:latin typeface="Preeti" pitchFamily="2" charset="0"/>
            </a:rPr>
            <a:t>] </a:t>
          </a:r>
          <a:r>
            <a:rPr lang="en-US" dirty="0" err="1" smtClean="0">
              <a:latin typeface="Preeti" pitchFamily="2" charset="0"/>
            </a:rPr>
            <a:t>rnfPsf</a:t>
          </a:r>
          <a:r>
            <a:rPr lang="en-US" dirty="0" smtClean="0">
              <a:latin typeface="Preeti" pitchFamily="2" charset="0"/>
            </a:rPr>
            <a:t>] </a:t>
          </a:r>
          <a:r>
            <a:rPr lang="en-US" dirty="0" err="1" smtClean="0">
              <a:latin typeface="Preeti" pitchFamily="2" charset="0"/>
            </a:rPr>
            <a:t>ljz</a:t>
          </a:r>
          <a:r>
            <a:rPr lang="en-US" dirty="0" smtClean="0">
              <a:latin typeface="Preeti" pitchFamily="2" charset="0"/>
            </a:rPr>
            <a:t>]</a:t>
          </a:r>
          <a:r>
            <a:rPr lang="en-US" dirty="0" err="1" smtClean="0">
              <a:latin typeface="Preeti" pitchFamily="2" charset="0"/>
            </a:rPr>
            <a:t>ifflwsf</a:t>
          </a:r>
          <a:r>
            <a:rPr lang="en-US" dirty="0" smtClean="0">
              <a:latin typeface="Preeti" pitchFamily="2" charset="0"/>
            </a:rPr>
            <a:t>/ </a:t>
          </a:r>
          <a:r>
            <a:rPr lang="en-US" dirty="0" err="1" smtClean="0">
              <a:latin typeface="Preeti" pitchFamily="2" charset="0"/>
            </a:rPr>
            <a:t>xgg</a:t>
          </a:r>
          <a:r>
            <a:rPr lang="en-US" dirty="0" smtClean="0">
              <a:latin typeface="Preeti" pitchFamily="2" charset="0"/>
            </a:rPr>
            <a:t>\ ;</a:t>
          </a:r>
          <a:r>
            <a:rPr lang="en-US" dirty="0" err="1" smtClean="0">
              <a:latin typeface="Preeti" pitchFamily="2" charset="0"/>
            </a:rPr>
            <a:t>DaGwL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sf</a:t>
          </a:r>
          <a:r>
            <a:rPr lang="en-US" dirty="0" smtClean="0">
              <a:latin typeface="Preeti" pitchFamily="2" charset="0"/>
            </a:rPr>
            <a:t>/</a:t>
          </a:r>
          <a:r>
            <a:rPr lang="en-US" dirty="0" err="1" smtClean="0">
              <a:latin typeface="Preeti" pitchFamily="2" charset="0"/>
            </a:rPr>
            <a:t>afxLsf</a:t>
          </a:r>
          <a:r>
            <a:rPr lang="en-US" dirty="0" smtClean="0">
              <a:latin typeface="Preeti" pitchFamily="2" charset="0"/>
            </a:rPr>
            <a:t> ;</a:t>
          </a:r>
          <a:r>
            <a:rPr lang="en-US" dirty="0" err="1" smtClean="0">
              <a:latin typeface="Preeti" pitchFamily="2" charset="0"/>
            </a:rPr>
            <a:t>DaGwdf</a:t>
          </a:r>
          <a:r>
            <a:rPr lang="en-US" dirty="0" smtClean="0">
              <a:latin typeface="Preeti" pitchFamily="2" charset="0"/>
            </a:rPr>
            <a:t> ;</a:t>
          </a:r>
          <a:r>
            <a:rPr lang="en-US" dirty="0" err="1" smtClean="0">
              <a:latin typeface="Preeti" pitchFamily="2" charset="0"/>
            </a:rPr>
            <a:t>hfo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ubf</a:t>
          </a:r>
          <a:r>
            <a:rPr lang="en-US" dirty="0" smtClean="0">
              <a:latin typeface="Preeti" pitchFamily="2" charset="0"/>
            </a:rPr>
            <a:t>{,  </a:t>
          </a:r>
          <a:endParaRPr lang="en-US" dirty="0">
            <a:latin typeface="Preeti" pitchFamily="2" charset="0"/>
          </a:endParaRPr>
        </a:p>
      </dgm:t>
    </dgm:pt>
    <dgm:pt modelId="{BC7BAA28-235D-4657-B5BE-5FD3DCC9A335}" type="parTrans" cxnId="{90DA7A74-0161-4547-AFED-C464C5B8A17B}">
      <dgm:prSet/>
      <dgm:spPr/>
      <dgm:t>
        <a:bodyPr/>
        <a:lstStyle/>
        <a:p>
          <a:endParaRPr lang="en-US"/>
        </a:p>
      </dgm:t>
    </dgm:pt>
    <dgm:pt modelId="{63E2F465-E384-4883-AF41-1D31EC58B2B6}" type="sibTrans" cxnId="{90DA7A74-0161-4547-AFED-C464C5B8A17B}">
      <dgm:prSet/>
      <dgm:spPr/>
      <dgm:t>
        <a:bodyPr/>
        <a:lstStyle/>
        <a:p>
          <a:endParaRPr lang="en-US"/>
        </a:p>
      </dgm:t>
    </dgm:pt>
    <dgm:pt modelId="{904937A2-38D0-4BA9-B452-5592EB216644}">
      <dgm:prSet/>
      <dgm:spPr/>
      <dgm:t>
        <a:bodyPr/>
        <a:lstStyle/>
        <a:p>
          <a:pPr rtl="0"/>
          <a:r>
            <a:rPr lang="en-US" dirty="0" smtClean="0">
              <a:latin typeface="Preeti" pitchFamily="2" charset="0"/>
            </a:rPr>
            <a:t>of] P]g </a:t>
          </a:r>
          <a:r>
            <a:rPr lang="en-US" dirty="0" err="1" smtClean="0">
              <a:latin typeface="Preeti" pitchFamily="2" charset="0"/>
            </a:rPr>
            <a:t>nfu</a:t>
          </a:r>
          <a:r>
            <a:rPr lang="en-US" dirty="0" smtClean="0">
              <a:latin typeface="Preeti" pitchFamily="2" charset="0"/>
            </a:rPr>
            <a:t>" </a:t>
          </a:r>
          <a:r>
            <a:rPr lang="en-US" dirty="0" err="1" smtClean="0">
              <a:latin typeface="Preeti" pitchFamily="2" charset="0"/>
            </a:rPr>
            <a:t>x'g</a:t>
          </a:r>
          <a:r>
            <a:rPr lang="en-US" dirty="0" smtClean="0">
              <a:latin typeface="Preeti" pitchFamily="2" charset="0"/>
            </a:rPr>
            <a:t>] 5}g </a:t>
          </a:r>
          <a:r>
            <a:rPr lang="en-US" dirty="0" err="1" smtClean="0">
              <a:latin typeface="Preeti" pitchFamily="2" charset="0"/>
            </a:rPr>
            <a:t>egL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s'g</a:t>
          </a:r>
          <a:r>
            <a:rPr lang="en-US" dirty="0" smtClean="0">
              <a:latin typeface="Preeti" pitchFamily="2" charset="0"/>
            </a:rPr>
            <a:t>} </a:t>
          </a:r>
          <a:r>
            <a:rPr lang="en-US" dirty="0" err="1" smtClean="0">
              <a:latin typeface="Preeti" pitchFamily="2" charset="0"/>
            </a:rPr>
            <a:t>sfg"gdf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Joj:yf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ePsf</a:t>
          </a:r>
          <a:r>
            <a:rPr lang="en-US" dirty="0" smtClean="0">
              <a:latin typeface="Preeti" pitchFamily="2" charset="0"/>
            </a:rPr>
            <a:t>] </a:t>
          </a:r>
          <a:r>
            <a:rPr lang="en-US" dirty="0" err="1" smtClean="0">
              <a:latin typeface="Preeti" pitchFamily="2" charset="0"/>
            </a:rPr>
            <a:t>cj:yfdf</a:t>
          </a:r>
          <a:r>
            <a:rPr lang="en-US" dirty="0" smtClean="0">
              <a:latin typeface="Preeti" pitchFamily="2" charset="0"/>
            </a:rPr>
            <a:t> </a:t>
          </a:r>
          <a:endParaRPr lang="en-US" dirty="0">
            <a:latin typeface="Preeti" pitchFamily="2" charset="0"/>
          </a:endParaRPr>
        </a:p>
      </dgm:t>
    </dgm:pt>
    <dgm:pt modelId="{E26864E4-0CBF-470F-B9DE-2CB37E88C067}" type="parTrans" cxnId="{A0D34A47-F03D-40E8-AD16-025F45EFCE06}">
      <dgm:prSet/>
      <dgm:spPr/>
      <dgm:t>
        <a:bodyPr/>
        <a:lstStyle/>
        <a:p>
          <a:endParaRPr lang="en-US"/>
        </a:p>
      </dgm:t>
    </dgm:pt>
    <dgm:pt modelId="{3029F7C6-88C8-4874-A5D5-81966C912268}" type="sibTrans" cxnId="{A0D34A47-F03D-40E8-AD16-025F45EFCE06}">
      <dgm:prSet/>
      <dgm:spPr/>
      <dgm:t>
        <a:bodyPr/>
        <a:lstStyle/>
        <a:p>
          <a:endParaRPr lang="en-US"/>
        </a:p>
      </dgm:t>
    </dgm:pt>
    <dgm:pt modelId="{326CBADF-525F-447E-8397-DB4308F99EAC}">
      <dgm:prSet/>
      <dgm:spPr/>
      <dgm:t>
        <a:bodyPr/>
        <a:lstStyle/>
        <a:p>
          <a:pPr rtl="0"/>
          <a:r>
            <a:rPr lang="en-US" dirty="0" err="1" smtClean="0">
              <a:solidFill>
                <a:srgbClr val="FF0000"/>
              </a:solidFill>
              <a:latin typeface="Preeti" pitchFamily="2" charset="0"/>
            </a:rPr>
            <a:t>ck</a:t>
          </a:r>
          <a:r>
            <a:rPr lang="en-US" dirty="0" smtClean="0">
              <a:solidFill>
                <a:srgbClr val="FF0000"/>
              </a:solidFill>
              <a:latin typeface="Preeti" pitchFamily="2" charset="0"/>
            </a:rPr>
            <a:t>/</a:t>
          </a:r>
          <a:r>
            <a:rPr lang="en-US" dirty="0" err="1" smtClean="0">
              <a:solidFill>
                <a:srgbClr val="FF0000"/>
              </a:solidFill>
              <a:latin typeface="Preeti" pitchFamily="2" charset="0"/>
            </a:rPr>
            <a:t>fw</a:t>
          </a:r>
          <a:r>
            <a:rPr lang="en-US" dirty="0" smtClean="0">
              <a:solidFill>
                <a:srgbClr val="FF0000"/>
              </a:solidFill>
              <a:latin typeface="Preeti" pitchFamily="2" charset="0"/>
            </a:rPr>
            <a:t> ;++</a:t>
          </a:r>
          <a:r>
            <a:rPr lang="en-US" dirty="0" err="1" smtClean="0">
              <a:solidFill>
                <a:srgbClr val="FF0000"/>
              </a:solidFill>
              <a:latin typeface="Preeti" pitchFamily="2" charset="0"/>
            </a:rPr>
            <a:t>lxtfafx</a:t>
          </a:r>
          <a:r>
            <a:rPr lang="en-US" dirty="0" smtClean="0">
              <a:solidFill>
                <a:srgbClr val="FF0000"/>
              </a:solidFill>
              <a:latin typeface="Preeti" pitchFamily="2" charset="0"/>
            </a:rPr>
            <a:t>]</a:t>
          </a:r>
          <a:r>
            <a:rPr lang="en-US" dirty="0" err="1" smtClean="0">
              <a:solidFill>
                <a:srgbClr val="FF0000"/>
              </a:solidFill>
              <a:latin typeface="Preeti" pitchFamily="2" charset="0"/>
            </a:rPr>
            <a:t>ssf</a:t>
          </a:r>
          <a:r>
            <a:rPr lang="en-US" dirty="0" smtClean="0">
              <a:solidFill>
                <a:srgbClr val="FF0000"/>
              </a:solidFill>
              <a:latin typeface="Preeti" pitchFamily="2" charset="0"/>
            </a:rPr>
            <a:t> </a:t>
          </a:r>
          <a:r>
            <a:rPr lang="en-US" dirty="0" err="1" smtClean="0">
              <a:solidFill>
                <a:srgbClr val="FF0000"/>
              </a:solidFill>
              <a:latin typeface="Preeti" pitchFamily="2" charset="0"/>
            </a:rPr>
            <a:t>cGo</a:t>
          </a:r>
          <a:r>
            <a:rPr lang="en-US" dirty="0" smtClean="0">
              <a:solidFill>
                <a:srgbClr val="FF0000"/>
              </a:solidFill>
              <a:latin typeface="Preeti" pitchFamily="2" charset="0"/>
            </a:rPr>
            <a:t> </a:t>
          </a:r>
          <a:r>
            <a:rPr lang="en-US" dirty="0" err="1" smtClean="0">
              <a:solidFill>
                <a:srgbClr val="FF0000"/>
              </a:solidFill>
              <a:latin typeface="Preeti" pitchFamily="2" charset="0"/>
            </a:rPr>
            <a:t>ljz</a:t>
          </a:r>
          <a:r>
            <a:rPr lang="en-US" dirty="0" smtClean="0">
              <a:solidFill>
                <a:srgbClr val="FF0000"/>
              </a:solidFill>
              <a:latin typeface="Preeti" pitchFamily="2" charset="0"/>
            </a:rPr>
            <a:t>]if </a:t>
          </a:r>
          <a:r>
            <a:rPr lang="en-US" dirty="0" err="1" smtClean="0">
              <a:solidFill>
                <a:srgbClr val="FF0000"/>
              </a:solidFill>
              <a:latin typeface="Preeti" pitchFamily="2" charset="0"/>
            </a:rPr>
            <a:t>sfg</a:t>
          </a:r>
          <a:r>
            <a:rPr lang="en-US" dirty="0" err="1" smtClean="0">
              <a:solidFill>
                <a:srgbClr val="FF0000"/>
              </a:solidFill>
              <a:latin typeface="Preeti"/>
            </a:rPr>
            <a:t>"</a:t>
          </a:r>
          <a:r>
            <a:rPr lang="en-US" dirty="0" err="1" smtClean="0">
              <a:solidFill>
                <a:srgbClr val="FF0000"/>
              </a:solidFill>
              <a:latin typeface="Preeti" pitchFamily="2" charset="0"/>
            </a:rPr>
            <a:t>gsf</a:t>
          </a:r>
          <a:r>
            <a:rPr lang="en-US" dirty="0" smtClean="0">
              <a:solidFill>
                <a:srgbClr val="FF0000"/>
              </a:solidFill>
              <a:latin typeface="Preeti" pitchFamily="2" charset="0"/>
            </a:rPr>
            <a:t> s;</a:t>
          </a:r>
          <a:r>
            <a:rPr lang="en-US" dirty="0" smtClean="0">
              <a:solidFill>
                <a:srgbClr val="FF0000"/>
              </a:solidFill>
              <a:latin typeface="Preeti"/>
            </a:rPr>
            <a:t>"</a:t>
          </a:r>
          <a:r>
            <a:rPr lang="en-US" dirty="0" smtClean="0">
              <a:solidFill>
                <a:srgbClr val="FF0000"/>
              </a:solidFill>
              <a:latin typeface="Preeti" pitchFamily="2" charset="0"/>
            </a:rPr>
            <a:t>/</a:t>
          </a:r>
          <a:r>
            <a:rPr lang="en-US" dirty="0" err="1" smtClean="0">
              <a:solidFill>
                <a:srgbClr val="FF0000"/>
              </a:solidFill>
              <a:latin typeface="Preeti" pitchFamily="2" charset="0"/>
            </a:rPr>
            <a:t>df</a:t>
          </a:r>
          <a:r>
            <a:rPr lang="en-US" dirty="0" smtClean="0">
              <a:solidFill>
                <a:srgbClr val="FF0000"/>
              </a:solidFill>
              <a:latin typeface="Preeti" pitchFamily="2" charset="0"/>
            </a:rPr>
            <a:t> &lt;</a:t>
          </a:r>
          <a:endParaRPr lang="en-US" dirty="0">
            <a:solidFill>
              <a:srgbClr val="FF0000"/>
            </a:solidFill>
            <a:latin typeface="Preeti" pitchFamily="2" charset="0"/>
          </a:endParaRPr>
        </a:p>
      </dgm:t>
    </dgm:pt>
    <dgm:pt modelId="{98DDCDD4-F147-40D7-8EE8-7A4425BFF6CE}" type="parTrans" cxnId="{6E23A84E-DF0C-4048-A887-40C9A5BED652}">
      <dgm:prSet/>
      <dgm:spPr/>
    </dgm:pt>
    <dgm:pt modelId="{5C533961-2328-4D13-8050-69331773EF1C}" type="sibTrans" cxnId="{6E23A84E-DF0C-4048-A887-40C9A5BED652}">
      <dgm:prSet/>
      <dgm:spPr/>
    </dgm:pt>
    <dgm:pt modelId="{769429EE-310C-4D15-9FF9-42879BD84B11}">
      <dgm:prSet/>
      <dgm:spPr/>
      <dgm:t>
        <a:bodyPr/>
        <a:lstStyle/>
        <a:p>
          <a:pPr rtl="0"/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To;sf</a:t>
          </a:r>
          <a:r>
            <a:rPr lang="en-US" dirty="0" smtClean="0">
              <a:latin typeface="Preeti" pitchFamily="2" charset="0"/>
            </a:rPr>
            <a:t>] </a:t>
          </a:r>
          <a:r>
            <a:rPr lang="en-US" dirty="0" err="1" smtClean="0">
              <a:latin typeface="Preeti" pitchFamily="2" charset="0"/>
            </a:rPr>
            <a:t>sfof</a:t>
          </a:r>
          <a:r>
            <a:rPr lang="en-US" dirty="0" smtClean="0">
              <a:latin typeface="Preeti" pitchFamily="2" charset="0"/>
            </a:rPr>
            <a:t>{</a:t>
          </a:r>
          <a:r>
            <a:rPr lang="en-US" dirty="0" err="1" smtClean="0">
              <a:latin typeface="Preeti" pitchFamily="2" charset="0"/>
            </a:rPr>
            <a:t>Gjog</a:t>
          </a:r>
          <a:r>
            <a:rPr lang="en-US" dirty="0" smtClean="0">
              <a:latin typeface="Preeti" pitchFamily="2" charset="0"/>
            </a:rPr>
            <a:t> </a:t>
          </a:r>
          <a:r>
            <a:rPr lang="en-US" dirty="0" err="1" smtClean="0">
              <a:latin typeface="Preeti" pitchFamily="2" charset="0"/>
            </a:rPr>
            <a:t>ug</a:t>
          </a:r>
          <a:r>
            <a:rPr lang="en-US" dirty="0" smtClean="0">
              <a:latin typeface="Preeti" pitchFamily="2" charset="0"/>
            </a:rPr>
            <a:t>]{ ;</a:t>
          </a:r>
          <a:r>
            <a:rPr lang="en-US" dirty="0" err="1" smtClean="0">
              <a:latin typeface="Preeti" pitchFamily="2" charset="0"/>
            </a:rPr>
            <a:t>DaGwdf</a:t>
          </a:r>
          <a:r>
            <a:rPr lang="en-US" dirty="0" smtClean="0">
              <a:latin typeface="Preeti" pitchFamily="2" charset="0"/>
            </a:rPr>
            <a:t> </a:t>
          </a:r>
          <a:endParaRPr lang="en-US" dirty="0">
            <a:latin typeface="Preeti" pitchFamily="2" charset="0"/>
          </a:endParaRPr>
        </a:p>
      </dgm:t>
    </dgm:pt>
    <dgm:pt modelId="{85C08647-210D-4DE8-9743-CA3C8CC70B9C}" type="parTrans" cxnId="{4A19C4DE-70EA-4597-A6C3-EF3089B3D5A5}">
      <dgm:prSet/>
      <dgm:spPr/>
    </dgm:pt>
    <dgm:pt modelId="{6E7B256C-092D-4342-B6BC-D96A93D5CEC0}" type="sibTrans" cxnId="{4A19C4DE-70EA-4597-A6C3-EF3089B3D5A5}">
      <dgm:prSet/>
      <dgm:spPr/>
    </dgm:pt>
    <dgm:pt modelId="{6FAC024F-A4F8-44E6-A5A9-9D3888417059}" type="pres">
      <dgm:prSet presAssocID="{8DF45A18-75E6-4094-AA91-126D566078C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EAE52B2-79F7-46D0-982C-CF569733DE02}" type="pres">
      <dgm:prSet presAssocID="{081C5BF3-31D2-4469-974D-DD8E25A29430}" presName="composite" presStyleCnt="0"/>
      <dgm:spPr/>
    </dgm:pt>
    <dgm:pt modelId="{C38D2350-5B27-4F1C-BC7F-5AD8A1572D7D}" type="pres">
      <dgm:prSet presAssocID="{081C5BF3-31D2-4469-974D-DD8E25A2943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2659DA-17E3-4819-8872-5E89A09216CA}" type="pres">
      <dgm:prSet presAssocID="{081C5BF3-31D2-4469-974D-DD8E25A29430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1641E8-45E3-4E1E-9EB9-DD6657C3DE9C}" type="pres">
      <dgm:prSet presAssocID="{BC691D30-A710-4F59-B203-B01A330CB0F5}" presName="space" presStyleCnt="0"/>
      <dgm:spPr/>
    </dgm:pt>
    <dgm:pt modelId="{2DA51DA4-C04E-45E1-911D-F8D11705ABA3}" type="pres">
      <dgm:prSet presAssocID="{18D71C10-43D8-49CA-AA25-466EA795654E}" presName="composite" presStyleCnt="0"/>
      <dgm:spPr/>
    </dgm:pt>
    <dgm:pt modelId="{A2459970-0179-426B-8404-713A16A6CFE6}" type="pres">
      <dgm:prSet presAssocID="{18D71C10-43D8-49CA-AA25-466EA795654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B93ABE-4329-4192-BD20-E38B99C262B0}" type="pres">
      <dgm:prSet presAssocID="{18D71C10-43D8-49CA-AA25-466EA795654E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7299C18-66AE-403D-A295-0606FF08EA07}" type="presOf" srcId="{18D71C10-43D8-49CA-AA25-466EA795654E}" destId="{A2459970-0179-426B-8404-713A16A6CFE6}" srcOrd="0" destOrd="0" presId="urn:microsoft.com/office/officeart/2005/8/layout/hList1"/>
    <dgm:cxn modelId="{A0D34A47-F03D-40E8-AD16-025F45EFCE06}" srcId="{18D71C10-43D8-49CA-AA25-466EA795654E}" destId="{904937A2-38D0-4BA9-B452-5592EB216644}" srcOrd="2" destOrd="0" parTransId="{E26864E4-0CBF-470F-B9DE-2CB37E88C067}" sibTransId="{3029F7C6-88C8-4874-A5D5-81966C912268}"/>
    <dgm:cxn modelId="{2610BF43-54F2-4894-A931-4C3055AB1922}" type="presOf" srcId="{4C9286EF-EBC5-4406-8E6D-7641E50917C1}" destId="{23B93ABE-4329-4192-BD20-E38B99C262B0}" srcOrd="0" destOrd="1" presId="urn:microsoft.com/office/officeart/2005/8/layout/hList1"/>
    <dgm:cxn modelId="{3D43E67D-B6B0-4D13-92FC-7A6E16359968}" type="presOf" srcId="{081C5BF3-31D2-4469-974D-DD8E25A29430}" destId="{C38D2350-5B27-4F1C-BC7F-5AD8A1572D7D}" srcOrd="0" destOrd="0" presId="urn:microsoft.com/office/officeart/2005/8/layout/hList1"/>
    <dgm:cxn modelId="{5AC71B70-B214-4198-BEE6-2A0F4C278DA4}" srcId="{8DF45A18-75E6-4094-AA91-126D566078CA}" destId="{18D71C10-43D8-49CA-AA25-466EA795654E}" srcOrd="1" destOrd="0" parTransId="{0621E170-4EF2-4EE6-8A59-BF5D24ED7474}" sibTransId="{96C55FF9-B17B-4E35-9D26-64FF0D11540C}"/>
    <dgm:cxn modelId="{17EC189C-A1AC-4C83-A84A-CE56D1F33710}" srcId="{18D71C10-43D8-49CA-AA25-466EA795654E}" destId="{98E8C0A9-175B-439E-B467-BFD5D9C26B71}" srcOrd="0" destOrd="0" parTransId="{13C82133-3767-447D-BD9F-AAE1694B62FA}" sibTransId="{4C1F98B0-B16E-4665-9128-BA4D9ECFAB0A}"/>
    <dgm:cxn modelId="{1A001028-A77F-4D13-9D37-0E56D4023BED}" type="presOf" srcId="{769429EE-310C-4D15-9FF9-42879BD84B11}" destId="{722659DA-17E3-4819-8872-5E89A09216CA}" srcOrd="0" destOrd="1" presId="urn:microsoft.com/office/officeart/2005/8/layout/hList1"/>
    <dgm:cxn modelId="{B2DA1486-9159-4C1C-AD1D-76B6F10A656F}" type="presOf" srcId="{E48114F1-526B-4D7C-A24F-B2B8D85B53BA}" destId="{722659DA-17E3-4819-8872-5E89A09216CA}" srcOrd="0" destOrd="0" presId="urn:microsoft.com/office/officeart/2005/8/layout/hList1"/>
    <dgm:cxn modelId="{AB021933-7BC5-4701-AFAF-3050FF48D44F}" type="presOf" srcId="{904937A2-38D0-4BA9-B452-5592EB216644}" destId="{23B93ABE-4329-4192-BD20-E38B99C262B0}" srcOrd="0" destOrd="2" presId="urn:microsoft.com/office/officeart/2005/8/layout/hList1"/>
    <dgm:cxn modelId="{16005469-170B-4519-947A-68EFFF0C631A}" type="presOf" srcId="{8DF45A18-75E6-4094-AA91-126D566078CA}" destId="{6FAC024F-A4F8-44E6-A5A9-9D3888417059}" srcOrd="0" destOrd="0" presId="urn:microsoft.com/office/officeart/2005/8/layout/hList1"/>
    <dgm:cxn modelId="{A07F4AA5-1B68-4AC9-92EF-AA3F3E97B971}" srcId="{8DF45A18-75E6-4094-AA91-126D566078CA}" destId="{081C5BF3-31D2-4469-974D-DD8E25A29430}" srcOrd="0" destOrd="0" parTransId="{9FC63BC4-AEE5-44B2-8FB3-1FD79B2F3926}" sibTransId="{BC691D30-A710-4F59-B203-B01A330CB0F5}"/>
    <dgm:cxn modelId="{90DA7A74-0161-4547-AFED-C464C5B8A17B}" srcId="{18D71C10-43D8-49CA-AA25-466EA795654E}" destId="{4C9286EF-EBC5-4406-8E6D-7641E50917C1}" srcOrd="1" destOrd="0" parTransId="{BC7BAA28-235D-4657-B5BE-5FD3DCC9A335}" sibTransId="{63E2F465-E384-4883-AF41-1D31EC58B2B6}"/>
    <dgm:cxn modelId="{4A19C4DE-70EA-4597-A6C3-EF3089B3D5A5}" srcId="{081C5BF3-31D2-4469-974D-DD8E25A29430}" destId="{769429EE-310C-4D15-9FF9-42879BD84B11}" srcOrd="1" destOrd="0" parTransId="{85C08647-210D-4DE8-9743-CA3C8CC70B9C}" sibTransId="{6E7B256C-092D-4342-B6BC-D96A93D5CEC0}"/>
    <dgm:cxn modelId="{1610C5C0-F539-4129-9573-CF306B914474}" srcId="{081C5BF3-31D2-4469-974D-DD8E25A29430}" destId="{E48114F1-526B-4D7C-A24F-B2B8D85B53BA}" srcOrd="0" destOrd="0" parTransId="{590D9C2E-3416-488B-96EE-77BB200A4756}" sibTransId="{2E208202-9770-4FC6-B6FF-EC8EDEE7FF13}"/>
    <dgm:cxn modelId="{F6714A93-C7FA-46F3-80D5-D981456D94B9}" type="presOf" srcId="{98E8C0A9-175B-439E-B467-BFD5D9C26B71}" destId="{23B93ABE-4329-4192-BD20-E38B99C262B0}" srcOrd="0" destOrd="0" presId="urn:microsoft.com/office/officeart/2005/8/layout/hList1"/>
    <dgm:cxn modelId="{6E23A84E-DF0C-4048-A887-40C9A5BED652}" srcId="{081C5BF3-31D2-4469-974D-DD8E25A29430}" destId="{326CBADF-525F-447E-8397-DB4308F99EAC}" srcOrd="2" destOrd="0" parTransId="{98DDCDD4-F147-40D7-8EE8-7A4425BFF6CE}" sibTransId="{5C533961-2328-4D13-8050-69331773EF1C}"/>
    <dgm:cxn modelId="{195BCFA3-2F9F-4330-87DD-C394E197C0B1}" type="presOf" srcId="{326CBADF-525F-447E-8397-DB4308F99EAC}" destId="{722659DA-17E3-4819-8872-5E89A09216CA}" srcOrd="0" destOrd="2" presId="urn:microsoft.com/office/officeart/2005/8/layout/hList1"/>
    <dgm:cxn modelId="{A7C57765-B31F-4895-832A-B808082E703A}" type="presParOf" srcId="{6FAC024F-A4F8-44E6-A5A9-9D3888417059}" destId="{FEAE52B2-79F7-46D0-982C-CF569733DE02}" srcOrd="0" destOrd="0" presId="urn:microsoft.com/office/officeart/2005/8/layout/hList1"/>
    <dgm:cxn modelId="{3127CF80-8479-49F7-93F1-FDC207A7FC83}" type="presParOf" srcId="{FEAE52B2-79F7-46D0-982C-CF569733DE02}" destId="{C38D2350-5B27-4F1C-BC7F-5AD8A1572D7D}" srcOrd="0" destOrd="0" presId="urn:microsoft.com/office/officeart/2005/8/layout/hList1"/>
    <dgm:cxn modelId="{E7201D7A-8858-469E-9567-24D1CA609F17}" type="presParOf" srcId="{FEAE52B2-79F7-46D0-982C-CF569733DE02}" destId="{722659DA-17E3-4819-8872-5E89A09216CA}" srcOrd="1" destOrd="0" presId="urn:microsoft.com/office/officeart/2005/8/layout/hList1"/>
    <dgm:cxn modelId="{CDFCFF84-188D-412D-9ECF-DA417AD2E202}" type="presParOf" srcId="{6FAC024F-A4F8-44E6-A5A9-9D3888417059}" destId="{111641E8-45E3-4E1E-9EB9-DD6657C3DE9C}" srcOrd="1" destOrd="0" presId="urn:microsoft.com/office/officeart/2005/8/layout/hList1"/>
    <dgm:cxn modelId="{58160DA3-27CB-41BD-BBE3-901165527476}" type="presParOf" srcId="{6FAC024F-A4F8-44E6-A5A9-9D3888417059}" destId="{2DA51DA4-C04E-45E1-911D-F8D11705ABA3}" srcOrd="2" destOrd="0" presId="urn:microsoft.com/office/officeart/2005/8/layout/hList1"/>
    <dgm:cxn modelId="{CB86BE84-50C3-4037-A01A-A7A86E685407}" type="presParOf" srcId="{2DA51DA4-C04E-45E1-911D-F8D11705ABA3}" destId="{A2459970-0179-426B-8404-713A16A6CFE6}" srcOrd="0" destOrd="0" presId="urn:microsoft.com/office/officeart/2005/8/layout/hList1"/>
    <dgm:cxn modelId="{DE5D482D-6416-4599-8AFD-5B7064F24800}" type="presParOf" srcId="{2DA51DA4-C04E-45E1-911D-F8D11705ABA3}" destId="{23B93ABE-4329-4192-BD20-E38B99C262B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0D4A8C5-A687-4AAA-BC97-C03BA02BBF21}" type="doc">
      <dgm:prSet loTypeId="urn:microsoft.com/office/officeart/2005/8/layout/pyramid2" loCatId="pyramid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57663236-9F07-449F-90C0-A91876BD7361}">
      <dgm:prSet custT="1"/>
      <dgm:spPr/>
      <dgm:t>
        <a:bodyPr/>
        <a:lstStyle/>
        <a:p>
          <a:r>
            <a:rPr lang="en-US" sz="2800" dirty="0" err="1">
              <a:latin typeface="Preeti" pitchFamily="2" charset="0"/>
            </a:rPr>
            <a:t>hGd</a:t>
          </a:r>
          <a:r>
            <a:rPr lang="en-US" sz="2800" dirty="0">
              <a:latin typeface="Preeti" pitchFamily="2" charset="0"/>
            </a:rPr>
            <a:t> s}b,</a:t>
          </a:r>
        </a:p>
      </dgm:t>
    </dgm:pt>
    <dgm:pt modelId="{07B0EAB8-59CE-4C02-A301-BAECE6A358C1}" type="parTrans" cxnId="{CAA10ABC-2C1F-464C-AA6C-985D653BA6CC}">
      <dgm:prSet/>
      <dgm:spPr/>
      <dgm:t>
        <a:bodyPr/>
        <a:lstStyle/>
        <a:p>
          <a:endParaRPr lang="en-US"/>
        </a:p>
      </dgm:t>
    </dgm:pt>
    <dgm:pt modelId="{4F0E5B4A-112E-4FE3-8FB4-845112A44C16}" type="sibTrans" cxnId="{CAA10ABC-2C1F-464C-AA6C-985D653BA6CC}">
      <dgm:prSet/>
      <dgm:spPr/>
      <dgm:t>
        <a:bodyPr/>
        <a:lstStyle/>
        <a:p>
          <a:endParaRPr lang="en-US"/>
        </a:p>
      </dgm:t>
    </dgm:pt>
    <dgm:pt modelId="{0ECFCB61-174B-4583-B89E-6BD240BB4C9A}">
      <dgm:prSet custT="1"/>
      <dgm:spPr/>
      <dgm:t>
        <a:bodyPr/>
        <a:lstStyle/>
        <a:p>
          <a:r>
            <a:rPr lang="en-US" sz="2800">
              <a:latin typeface="Preeti" pitchFamily="2" charset="0"/>
            </a:rPr>
            <a:t>s}b,</a:t>
          </a:r>
        </a:p>
      </dgm:t>
    </dgm:pt>
    <dgm:pt modelId="{5B4A6F68-14B7-400E-B4CC-4738441C3C27}" type="parTrans" cxnId="{D6D92806-25E5-447C-8D69-6F27EFABCBDA}">
      <dgm:prSet/>
      <dgm:spPr/>
      <dgm:t>
        <a:bodyPr/>
        <a:lstStyle/>
        <a:p>
          <a:endParaRPr lang="en-US"/>
        </a:p>
      </dgm:t>
    </dgm:pt>
    <dgm:pt modelId="{795EE09F-2B63-44CA-8811-2A4052B1B0DE}" type="sibTrans" cxnId="{D6D92806-25E5-447C-8D69-6F27EFABCBDA}">
      <dgm:prSet/>
      <dgm:spPr/>
      <dgm:t>
        <a:bodyPr/>
        <a:lstStyle/>
        <a:p>
          <a:endParaRPr lang="en-US"/>
        </a:p>
      </dgm:t>
    </dgm:pt>
    <dgm:pt modelId="{A470573D-0FCD-4E0E-9E37-821C515D040F}">
      <dgm:prSet custT="1"/>
      <dgm:spPr/>
      <dgm:t>
        <a:bodyPr/>
        <a:lstStyle/>
        <a:p>
          <a:r>
            <a:rPr lang="en-US" sz="2800" dirty="0">
              <a:latin typeface="Preeti" pitchFamily="2" charset="0"/>
            </a:rPr>
            <a:t>hl/</a:t>
          </a:r>
          <a:r>
            <a:rPr lang="en-US" sz="2800" dirty="0" err="1">
              <a:latin typeface="Preeti" pitchFamily="2" charset="0"/>
            </a:rPr>
            <a:t>afgf</a:t>
          </a:r>
          <a:r>
            <a:rPr lang="en-US" sz="2800" dirty="0">
              <a:latin typeface="Preeti" pitchFamily="2" charset="0"/>
            </a:rPr>
            <a:t>,</a:t>
          </a:r>
        </a:p>
      </dgm:t>
    </dgm:pt>
    <dgm:pt modelId="{8BC5A9E3-44AE-450A-9E14-F6F49DD7643A}" type="parTrans" cxnId="{FB90BDB0-09D5-42DB-A1A0-3CEFE5B37D06}">
      <dgm:prSet/>
      <dgm:spPr/>
      <dgm:t>
        <a:bodyPr/>
        <a:lstStyle/>
        <a:p>
          <a:endParaRPr lang="en-US"/>
        </a:p>
      </dgm:t>
    </dgm:pt>
    <dgm:pt modelId="{3D8D7275-1A46-465C-99C4-BCCED5B876BB}" type="sibTrans" cxnId="{FB90BDB0-09D5-42DB-A1A0-3CEFE5B37D06}">
      <dgm:prSet/>
      <dgm:spPr/>
      <dgm:t>
        <a:bodyPr/>
        <a:lstStyle/>
        <a:p>
          <a:endParaRPr lang="en-US"/>
        </a:p>
      </dgm:t>
    </dgm:pt>
    <dgm:pt modelId="{6CB1F879-9D7E-40F8-8A07-5F64E2E92D34}">
      <dgm:prSet custT="1"/>
      <dgm:spPr/>
      <dgm:t>
        <a:bodyPr/>
        <a:lstStyle/>
        <a:p>
          <a:r>
            <a:rPr lang="en-US" sz="2800">
              <a:latin typeface="Preeti" pitchFamily="2" charset="0"/>
            </a:rPr>
            <a:t>s}b / hl/afgf,</a:t>
          </a:r>
        </a:p>
      </dgm:t>
    </dgm:pt>
    <dgm:pt modelId="{B898C9B3-3A8F-4A64-935D-69666550FC4F}" type="parTrans" cxnId="{7FB87AEA-A427-4404-858B-933CA47134AC}">
      <dgm:prSet/>
      <dgm:spPr/>
      <dgm:t>
        <a:bodyPr/>
        <a:lstStyle/>
        <a:p>
          <a:endParaRPr lang="en-US"/>
        </a:p>
      </dgm:t>
    </dgm:pt>
    <dgm:pt modelId="{5D866960-A4E8-4BB3-8BB5-373C6061D053}" type="sibTrans" cxnId="{7FB87AEA-A427-4404-858B-933CA47134AC}">
      <dgm:prSet/>
      <dgm:spPr/>
      <dgm:t>
        <a:bodyPr/>
        <a:lstStyle/>
        <a:p>
          <a:endParaRPr lang="en-US"/>
        </a:p>
      </dgm:t>
    </dgm:pt>
    <dgm:pt modelId="{A90A2531-7F4B-4202-9945-36D94AE26095}">
      <dgm:prSet custT="1"/>
      <dgm:spPr/>
      <dgm:t>
        <a:bodyPr/>
        <a:lstStyle/>
        <a:p>
          <a:r>
            <a:rPr lang="en-US" sz="2800">
              <a:latin typeface="Preeti" pitchFamily="2" charset="0"/>
            </a:rPr>
            <a:t>Ifltk"lt{, </a:t>
          </a:r>
        </a:p>
      </dgm:t>
    </dgm:pt>
    <dgm:pt modelId="{5B17EA51-BA8C-47C0-943C-518A3D0A6240}" type="parTrans" cxnId="{287DD6D7-73B3-4EB3-B3E1-5FCC159F06E4}">
      <dgm:prSet/>
      <dgm:spPr/>
      <dgm:t>
        <a:bodyPr/>
        <a:lstStyle/>
        <a:p>
          <a:endParaRPr lang="en-US"/>
        </a:p>
      </dgm:t>
    </dgm:pt>
    <dgm:pt modelId="{B49E4AA1-E5F8-4D42-ACF2-EFA0963A911F}" type="sibTrans" cxnId="{287DD6D7-73B3-4EB3-B3E1-5FCC159F06E4}">
      <dgm:prSet/>
      <dgm:spPr/>
      <dgm:t>
        <a:bodyPr/>
        <a:lstStyle/>
        <a:p>
          <a:endParaRPr lang="en-US"/>
        </a:p>
      </dgm:t>
    </dgm:pt>
    <dgm:pt modelId="{9F0FD38D-675F-4C2C-8754-B9571FEAE9E3}">
      <dgm:prSet custT="1"/>
      <dgm:spPr/>
      <dgm:t>
        <a:bodyPr/>
        <a:lstStyle/>
        <a:p>
          <a:r>
            <a:rPr lang="en-US" sz="2800">
              <a:latin typeface="Preeti" pitchFamily="2" charset="0"/>
            </a:rPr>
            <a:t>hl/afgf jf Ifltk"lt{ glt/] afktsf] s}b, </a:t>
          </a:r>
        </a:p>
      </dgm:t>
    </dgm:pt>
    <dgm:pt modelId="{8106E89D-7ACF-431D-A7E9-E7A393F44F86}" type="parTrans" cxnId="{8CAD8A4B-D71A-43FA-B8D6-98507478D9B0}">
      <dgm:prSet/>
      <dgm:spPr/>
      <dgm:t>
        <a:bodyPr/>
        <a:lstStyle/>
        <a:p>
          <a:endParaRPr lang="en-US"/>
        </a:p>
      </dgm:t>
    </dgm:pt>
    <dgm:pt modelId="{096193BF-905F-418C-AE7E-ADA8CA2B249E}" type="sibTrans" cxnId="{8CAD8A4B-D71A-43FA-B8D6-98507478D9B0}">
      <dgm:prSet/>
      <dgm:spPr/>
      <dgm:t>
        <a:bodyPr/>
        <a:lstStyle/>
        <a:p>
          <a:endParaRPr lang="en-US"/>
        </a:p>
      </dgm:t>
    </dgm:pt>
    <dgm:pt modelId="{C722E898-57B8-4FEF-8570-25A683BE7CBA}">
      <dgm:prSet custT="1"/>
      <dgm:spPr/>
      <dgm:t>
        <a:bodyPr/>
        <a:lstStyle/>
        <a:p>
          <a:r>
            <a:rPr lang="en-US" sz="2800" dirty="0">
              <a:latin typeface="Preeti" pitchFamily="2" charset="0"/>
            </a:rPr>
            <a:t>s}</a:t>
          </a:r>
          <a:r>
            <a:rPr lang="en-US" sz="2800" dirty="0" err="1">
              <a:latin typeface="Preeti" pitchFamily="2" charset="0"/>
            </a:rPr>
            <a:t>bsf</a:t>
          </a:r>
          <a:r>
            <a:rPr lang="en-US" sz="2800" dirty="0">
              <a:latin typeface="Preeti" pitchFamily="2" charset="0"/>
            </a:rPr>
            <a:t>] ;§f ;</a:t>
          </a:r>
          <a:r>
            <a:rPr lang="en-US" sz="2800" dirty="0" err="1">
              <a:latin typeface="Preeti" pitchFamily="2" charset="0"/>
            </a:rPr>
            <a:t>fd'bflos</a:t>
          </a:r>
          <a:r>
            <a:rPr lang="en-US" sz="2800" dirty="0">
              <a:latin typeface="Preeti" pitchFamily="2" charset="0"/>
            </a:rPr>
            <a:t> ;]</a:t>
          </a:r>
          <a:r>
            <a:rPr lang="en-US" sz="2800" dirty="0" err="1">
              <a:latin typeface="Preeti" pitchFamily="2" charset="0"/>
            </a:rPr>
            <a:t>jf</a:t>
          </a:r>
          <a:r>
            <a:rPr lang="en-US" sz="2800" dirty="0">
              <a:latin typeface="Preeti" pitchFamily="2" charset="0"/>
            </a:rPr>
            <a:t> . </a:t>
          </a:r>
        </a:p>
      </dgm:t>
    </dgm:pt>
    <dgm:pt modelId="{879C5AE1-DBEE-4AE7-B89B-7B3C753F68E8}" type="parTrans" cxnId="{15573370-9F3E-4995-9353-BEFC0A8A2F02}">
      <dgm:prSet/>
      <dgm:spPr/>
      <dgm:t>
        <a:bodyPr/>
        <a:lstStyle/>
        <a:p>
          <a:endParaRPr lang="en-US"/>
        </a:p>
      </dgm:t>
    </dgm:pt>
    <dgm:pt modelId="{EEBB1EEC-EC03-4E4F-8086-0B66E9782971}" type="sibTrans" cxnId="{15573370-9F3E-4995-9353-BEFC0A8A2F02}">
      <dgm:prSet/>
      <dgm:spPr/>
      <dgm:t>
        <a:bodyPr/>
        <a:lstStyle/>
        <a:p>
          <a:endParaRPr lang="en-US"/>
        </a:p>
      </dgm:t>
    </dgm:pt>
    <dgm:pt modelId="{1D10D13A-EFFD-4E1C-BA4C-60428E2AA389}" type="pres">
      <dgm:prSet presAssocID="{70D4A8C5-A687-4AAA-BC97-C03BA02BBF21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9878C369-69E1-4A2A-9045-EBCD2DA3C6C1}" type="pres">
      <dgm:prSet presAssocID="{70D4A8C5-A687-4AAA-BC97-C03BA02BBF21}" presName="pyramid" presStyleLbl="node1" presStyleIdx="0" presStyleCnt="1" custLinFactNeighborX="-24429"/>
      <dgm:spPr/>
    </dgm:pt>
    <dgm:pt modelId="{C7489079-7D96-4DAB-ADBA-B45281996F7B}" type="pres">
      <dgm:prSet presAssocID="{70D4A8C5-A687-4AAA-BC97-C03BA02BBF21}" presName="theList" presStyleCnt="0"/>
      <dgm:spPr/>
    </dgm:pt>
    <dgm:pt modelId="{05A548AC-1C0F-4159-97C6-AEE8A5FD7CD8}" type="pres">
      <dgm:prSet presAssocID="{57663236-9F07-449F-90C0-A91876BD7361}" presName="aNode" presStyleLbl="fgAcc1" presStyleIdx="0" presStyleCnt="7" custScaleX="1741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08B5B0-2EA0-47FB-85FC-D42B87CE158F}" type="pres">
      <dgm:prSet presAssocID="{57663236-9F07-449F-90C0-A91876BD7361}" presName="aSpace" presStyleCnt="0"/>
      <dgm:spPr/>
    </dgm:pt>
    <dgm:pt modelId="{9B250E01-BED1-47FA-BF73-771D3FA4BA6B}" type="pres">
      <dgm:prSet presAssocID="{0ECFCB61-174B-4583-B89E-6BD240BB4C9A}" presName="aNode" presStyleLbl="fgAcc1" presStyleIdx="1" presStyleCnt="7" custScaleX="1741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43700D-E00B-4B26-A780-C7B7D142EFAA}" type="pres">
      <dgm:prSet presAssocID="{0ECFCB61-174B-4583-B89E-6BD240BB4C9A}" presName="aSpace" presStyleCnt="0"/>
      <dgm:spPr/>
    </dgm:pt>
    <dgm:pt modelId="{C3D54EF9-CA1C-4C0F-BB73-B23CEBA7D1C6}" type="pres">
      <dgm:prSet presAssocID="{A470573D-0FCD-4E0E-9E37-821C515D040F}" presName="aNode" presStyleLbl="fgAcc1" presStyleIdx="2" presStyleCnt="7" custScaleX="1741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CF3617-E1C8-4851-9145-7E153E1CACBF}" type="pres">
      <dgm:prSet presAssocID="{A470573D-0FCD-4E0E-9E37-821C515D040F}" presName="aSpace" presStyleCnt="0"/>
      <dgm:spPr/>
    </dgm:pt>
    <dgm:pt modelId="{2F9948FB-1A4D-4152-8A0D-702D9E71893F}" type="pres">
      <dgm:prSet presAssocID="{6CB1F879-9D7E-40F8-8A07-5F64E2E92D34}" presName="aNode" presStyleLbl="fgAcc1" presStyleIdx="3" presStyleCnt="7" custScaleX="1741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B990BE-AC55-4750-BF9A-D69A53EB8BBE}" type="pres">
      <dgm:prSet presAssocID="{6CB1F879-9D7E-40F8-8A07-5F64E2E92D34}" presName="aSpace" presStyleCnt="0"/>
      <dgm:spPr/>
    </dgm:pt>
    <dgm:pt modelId="{4EB6516E-146C-4582-A21B-BA7DC0DC05DC}" type="pres">
      <dgm:prSet presAssocID="{A90A2531-7F4B-4202-9945-36D94AE26095}" presName="aNode" presStyleLbl="fgAcc1" presStyleIdx="4" presStyleCnt="7" custScaleX="1741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BB871A-7946-46A0-B484-15D09B8736A0}" type="pres">
      <dgm:prSet presAssocID="{A90A2531-7F4B-4202-9945-36D94AE26095}" presName="aSpace" presStyleCnt="0"/>
      <dgm:spPr/>
    </dgm:pt>
    <dgm:pt modelId="{26A2671E-D95A-4D40-8E1D-8BA0DFF55D69}" type="pres">
      <dgm:prSet presAssocID="{9F0FD38D-675F-4C2C-8754-B9571FEAE9E3}" presName="aNode" presStyleLbl="fgAcc1" presStyleIdx="5" presStyleCnt="7" custScaleX="1741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9D8EF0-361E-49D0-84C5-9D9A5A6DFE50}" type="pres">
      <dgm:prSet presAssocID="{9F0FD38D-675F-4C2C-8754-B9571FEAE9E3}" presName="aSpace" presStyleCnt="0"/>
      <dgm:spPr/>
    </dgm:pt>
    <dgm:pt modelId="{E4BED318-AFF3-4C2D-9071-FBB449A3F228}" type="pres">
      <dgm:prSet presAssocID="{C722E898-57B8-4FEF-8570-25A683BE7CBA}" presName="aNode" presStyleLbl="fgAcc1" presStyleIdx="6" presStyleCnt="7" custScaleX="1741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77F8D7-1446-4CB1-840D-D14292EB2798}" type="pres">
      <dgm:prSet presAssocID="{C722E898-57B8-4FEF-8570-25A683BE7CBA}" presName="aSpace" presStyleCnt="0"/>
      <dgm:spPr/>
    </dgm:pt>
  </dgm:ptLst>
  <dgm:cxnLst>
    <dgm:cxn modelId="{7FB87AEA-A427-4404-858B-933CA47134AC}" srcId="{70D4A8C5-A687-4AAA-BC97-C03BA02BBF21}" destId="{6CB1F879-9D7E-40F8-8A07-5F64E2E92D34}" srcOrd="3" destOrd="0" parTransId="{B898C9B3-3A8F-4A64-935D-69666550FC4F}" sibTransId="{5D866960-A4E8-4BB3-8BB5-373C6061D053}"/>
    <dgm:cxn modelId="{DC31F7AB-D10D-4066-8F7D-27EB5AC11FB3}" type="presOf" srcId="{70D4A8C5-A687-4AAA-BC97-C03BA02BBF21}" destId="{1D10D13A-EFFD-4E1C-BA4C-60428E2AA389}" srcOrd="0" destOrd="0" presId="urn:microsoft.com/office/officeart/2005/8/layout/pyramid2"/>
    <dgm:cxn modelId="{1FBFFB0F-F325-400F-ACBB-F1206190A32E}" type="presOf" srcId="{A470573D-0FCD-4E0E-9E37-821C515D040F}" destId="{C3D54EF9-CA1C-4C0F-BB73-B23CEBA7D1C6}" srcOrd="0" destOrd="0" presId="urn:microsoft.com/office/officeart/2005/8/layout/pyramid2"/>
    <dgm:cxn modelId="{212AE56A-03B3-4346-9C6A-1B21BD2A6BEC}" type="presOf" srcId="{A90A2531-7F4B-4202-9945-36D94AE26095}" destId="{4EB6516E-146C-4582-A21B-BA7DC0DC05DC}" srcOrd="0" destOrd="0" presId="urn:microsoft.com/office/officeart/2005/8/layout/pyramid2"/>
    <dgm:cxn modelId="{52E94B67-335D-49FA-AEE2-523B80F82B62}" type="presOf" srcId="{C722E898-57B8-4FEF-8570-25A683BE7CBA}" destId="{E4BED318-AFF3-4C2D-9071-FBB449A3F228}" srcOrd="0" destOrd="0" presId="urn:microsoft.com/office/officeart/2005/8/layout/pyramid2"/>
    <dgm:cxn modelId="{CAA10ABC-2C1F-464C-AA6C-985D653BA6CC}" srcId="{70D4A8C5-A687-4AAA-BC97-C03BA02BBF21}" destId="{57663236-9F07-449F-90C0-A91876BD7361}" srcOrd="0" destOrd="0" parTransId="{07B0EAB8-59CE-4C02-A301-BAECE6A358C1}" sibTransId="{4F0E5B4A-112E-4FE3-8FB4-845112A44C16}"/>
    <dgm:cxn modelId="{D6D92806-25E5-447C-8D69-6F27EFABCBDA}" srcId="{70D4A8C5-A687-4AAA-BC97-C03BA02BBF21}" destId="{0ECFCB61-174B-4583-B89E-6BD240BB4C9A}" srcOrd="1" destOrd="0" parTransId="{5B4A6F68-14B7-400E-B4CC-4738441C3C27}" sibTransId="{795EE09F-2B63-44CA-8811-2A4052B1B0DE}"/>
    <dgm:cxn modelId="{859BF2D7-ECA2-40EE-9E46-0710658C1137}" type="presOf" srcId="{9F0FD38D-675F-4C2C-8754-B9571FEAE9E3}" destId="{26A2671E-D95A-4D40-8E1D-8BA0DFF55D69}" srcOrd="0" destOrd="0" presId="urn:microsoft.com/office/officeart/2005/8/layout/pyramid2"/>
    <dgm:cxn modelId="{287DD6D7-73B3-4EB3-B3E1-5FCC159F06E4}" srcId="{70D4A8C5-A687-4AAA-BC97-C03BA02BBF21}" destId="{A90A2531-7F4B-4202-9945-36D94AE26095}" srcOrd="4" destOrd="0" parTransId="{5B17EA51-BA8C-47C0-943C-518A3D0A6240}" sibTransId="{B49E4AA1-E5F8-4D42-ACF2-EFA0963A911F}"/>
    <dgm:cxn modelId="{15573370-9F3E-4995-9353-BEFC0A8A2F02}" srcId="{70D4A8C5-A687-4AAA-BC97-C03BA02BBF21}" destId="{C722E898-57B8-4FEF-8570-25A683BE7CBA}" srcOrd="6" destOrd="0" parTransId="{879C5AE1-DBEE-4AE7-B89B-7B3C753F68E8}" sibTransId="{EEBB1EEC-EC03-4E4F-8086-0B66E9782971}"/>
    <dgm:cxn modelId="{1A36E79C-F74B-4B8A-BCBE-BC5E1D0FB17D}" type="presOf" srcId="{57663236-9F07-449F-90C0-A91876BD7361}" destId="{05A548AC-1C0F-4159-97C6-AEE8A5FD7CD8}" srcOrd="0" destOrd="0" presId="urn:microsoft.com/office/officeart/2005/8/layout/pyramid2"/>
    <dgm:cxn modelId="{A0701846-74A6-487D-AA13-3EB6BCAEE395}" type="presOf" srcId="{6CB1F879-9D7E-40F8-8A07-5F64E2E92D34}" destId="{2F9948FB-1A4D-4152-8A0D-702D9E71893F}" srcOrd="0" destOrd="0" presId="urn:microsoft.com/office/officeart/2005/8/layout/pyramid2"/>
    <dgm:cxn modelId="{8CAD8A4B-D71A-43FA-B8D6-98507478D9B0}" srcId="{70D4A8C5-A687-4AAA-BC97-C03BA02BBF21}" destId="{9F0FD38D-675F-4C2C-8754-B9571FEAE9E3}" srcOrd="5" destOrd="0" parTransId="{8106E89D-7ACF-431D-A7E9-E7A393F44F86}" sibTransId="{096193BF-905F-418C-AE7E-ADA8CA2B249E}"/>
    <dgm:cxn modelId="{FB90BDB0-09D5-42DB-A1A0-3CEFE5B37D06}" srcId="{70D4A8C5-A687-4AAA-BC97-C03BA02BBF21}" destId="{A470573D-0FCD-4E0E-9E37-821C515D040F}" srcOrd="2" destOrd="0" parTransId="{8BC5A9E3-44AE-450A-9E14-F6F49DD7643A}" sibTransId="{3D8D7275-1A46-465C-99C4-BCCED5B876BB}"/>
    <dgm:cxn modelId="{81E87DD2-C335-45EA-9C3A-6AC11875A3AD}" type="presOf" srcId="{0ECFCB61-174B-4583-B89E-6BD240BB4C9A}" destId="{9B250E01-BED1-47FA-BF73-771D3FA4BA6B}" srcOrd="0" destOrd="0" presId="urn:microsoft.com/office/officeart/2005/8/layout/pyramid2"/>
    <dgm:cxn modelId="{AD4E0487-FD7C-49C0-A5D9-784BD3A1F94F}" type="presParOf" srcId="{1D10D13A-EFFD-4E1C-BA4C-60428E2AA389}" destId="{9878C369-69E1-4A2A-9045-EBCD2DA3C6C1}" srcOrd="0" destOrd="0" presId="urn:microsoft.com/office/officeart/2005/8/layout/pyramid2"/>
    <dgm:cxn modelId="{6A98B7F4-62C3-4529-A325-12C3FF01E0C5}" type="presParOf" srcId="{1D10D13A-EFFD-4E1C-BA4C-60428E2AA389}" destId="{C7489079-7D96-4DAB-ADBA-B45281996F7B}" srcOrd="1" destOrd="0" presId="urn:microsoft.com/office/officeart/2005/8/layout/pyramid2"/>
    <dgm:cxn modelId="{ED22C56A-73AE-493C-9A6C-370D497277C4}" type="presParOf" srcId="{C7489079-7D96-4DAB-ADBA-B45281996F7B}" destId="{05A548AC-1C0F-4159-97C6-AEE8A5FD7CD8}" srcOrd="0" destOrd="0" presId="urn:microsoft.com/office/officeart/2005/8/layout/pyramid2"/>
    <dgm:cxn modelId="{353CBD68-A4BA-4BDA-8AF1-825BEA9FA15D}" type="presParOf" srcId="{C7489079-7D96-4DAB-ADBA-B45281996F7B}" destId="{0208B5B0-2EA0-47FB-85FC-D42B87CE158F}" srcOrd="1" destOrd="0" presId="urn:microsoft.com/office/officeart/2005/8/layout/pyramid2"/>
    <dgm:cxn modelId="{10415601-FD81-47C0-835A-633D96BB0E11}" type="presParOf" srcId="{C7489079-7D96-4DAB-ADBA-B45281996F7B}" destId="{9B250E01-BED1-47FA-BF73-771D3FA4BA6B}" srcOrd="2" destOrd="0" presId="urn:microsoft.com/office/officeart/2005/8/layout/pyramid2"/>
    <dgm:cxn modelId="{4554411C-46D1-4348-AF05-37292ED1B37F}" type="presParOf" srcId="{C7489079-7D96-4DAB-ADBA-B45281996F7B}" destId="{1D43700D-E00B-4B26-A780-C7B7D142EFAA}" srcOrd="3" destOrd="0" presId="urn:microsoft.com/office/officeart/2005/8/layout/pyramid2"/>
    <dgm:cxn modelId="{11A29837-F741-47C9-8AC8-0316F2BD883B}" type="presParOf" srcId="{C7489079-7D96-4DAB-ADBA-B45281996F7B}" destId="{C3D54EF9-CA1C-4C0F-BB73-B23CEBA7D1C6}" srcOrd="4" destOrd="0" presId="urn:microsoft.com/office/officeart/2005/8/layout/pyramid2"/>
    <dgm:cxn modelId="{E997D28E-E23A-4337-A5A4-9A4E5E06CAD0}" type="presParOf" srcId="{C7489079-7D96-4DAB-ADBA-B45281996F7B}" destId="{A7CF3617-E1C8-4851-9145-7E153E1CACBF}" srcOrd="5" destOrd="0" presId="urn:microsoft.com/office/officeart/2005/8/layout/pyramid2"/>
    <dgm:cxn modelId="{C55A608D-071D-4088-81AC-AA1DE22972E7}" type="presParOf" srcId="{C7489079-7D96-4DAB-ADBA-B45281996F7B}" destId="{2F9948FB-1A4D-4152-8A0D-702D9E71893F}" srcOrd="6" destOrd="0" presId="urn:microsoft.com/office/officeart/2005/8/layout/pyramid2"/>
    <dgm:cxn modelId="{B1479B8B-D6A0-4214-858A-7BCD00B7F5A4}" type="presParOf" srcId="{C7489079-7D96-4DAB-ADBA-B45281996F7B}" destId="{B4B990BE-AC55-4750-BF9A-D69A53EB8BBE}" srcOrd="7" destOrd="0" presId="urn:microsoft.com/office/officeart/2005/8/layout/pyramid2"/>
    <dgm:cxn modelId="{1EC33B68-AA7E-479C-B1FF-50A7F7999C0F}" type="presParOf" srcId="{C7489079-7D96-4DAB-ADBA-B45281996F7B}" destId="{4EB6516E-146C-4582-A21B-BA7DC0DC05DC}" srcOrd="8" destOrd="0" presId="urn:microsoft.com/office/officeart/2005/8/layout/pyramid2"/>
    <dgm:cxn modelId="{F623F63B-6E17-4495-ABEC-F406F05195B6}" type="presParOf" srcId="{C7489079-7D96-4DAB-ADBA-B45281996F7B}" destId="{0EBB871A-7946-46A0-B484-15D09B8736A0}" srcOrd="9" destOrd="0" presId="urn:microsoft.com/office/officeart/2005/8/layout/pyramid2"/>
    <dgm:cxn modelId="{0672A520-78BA-4767-B6CF-956782CA602E}" type="presParOf" srcId="{C7489079-7D96-4DAB-ADBA-B45281996F7B}" destId="{26A2671E-D95A-4D40-8E1D-8BA0DFF55D69}" srcOrd="10" destOrd="0" presId="urn:microsoft.com/office/officeart/2005/8/layout/pyramid2"/>
    <dgm:cxn modelId="{E82B3000-AA89-41C7-93E7-3BEE1A647B50}" type="presParOf" srcId="{C7489079-7D96-4DAB-ADBA-B45281996F7B}" destId="{1B9D8EF0-361E-49D0-84C5-9D9A5A6DFE50}" srcOrd="11" destOrd="0" presId="urn:microsoft.com/office/officeart/2005/8/layout/pyramid2"/>
    <dgm:cxn modelId="{048B6097-03FB-4444-B315-1AF8D68D0992}" type="presParOf" srcId="{C7489079-7D96-4DAB-ADBA-B45281996F7B}" destId="{E4BED318-AFF3-4C2D-9071-FBB449A3F228}" srcOrd="12" destOrd="0" presId="urn:microsoft.com/office/officeart/2005/8/layout/pyramid2"/>
    <dgm:cxn modelId="{E4F1B8AE-4DFE-4D52-B03E-7C4C2163BC80}" type="presParOf" srcId="{C7489079-7D96-4DAB-ADBA-B45281996F7B}" destId="{FC77F8D7-1446-4CB1-840D-D14292EB2798}" srcOrd="1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C514BB-1E5F-4E8C-8882-9C6E8516C40E}" type="doc">
      <dgm:prSet loTypeId="urn:microsoft.com/office/officeart/2005/8/layout/funnel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76CD764-3104-4AE4-A6E6-1500DDF5751C}">
      <dgm:prSet phldrT="[Text]"/>
      <dgm:spPr/>
      <dgm:t>
        <a:bodyPr/>
        <a:lstStyle/>
        <a:p>
          <a:r>
            <a:rPr lang="pt-BR" b="1" u="sng" dirty="0">
              <a:latin typeface="Preeti" pitchFamily="2" charset="0"/>
            </a:rPr>
            <a:t>;</a:t>
          </a:r>
          <a:r>
            <a:rPr lang="pt-BR" b="1" u="none" dirty="0">
              <a:latin typeface="Preeti" pitchFamily="2" charset="0"/>
            </a:rPr>
            <a:t>hfo lgwf{/0f ug]{ cfwf/x? </a:t>
          </a:r>
          <a:r>
            <a:rPr lang="ne-NP" b="1" u="none" dirty="0" smtClean="0">
              <a:latin typeface="Preeti" pitchFamily="2" charset="0"/>
            </a:rPr>
            <a:t> दफा १५</a:t>
          </a:r>
          <a:endParaRPr lang="en-US" u="none" dirty="0">
            <a:latin typeface="Preeti" pitchFamily="2" charset="0"/>
          </a:endParaRPr>
        </a:p>
      </dgm:t>
    </dgm:pt>
    <dgm:pt modelId="{C31F3231-9216-4791-AA9F-74F7DEE77538}" type="parTrans" cxnId="{2BC89AFF-9F9F-4785-B64D-515133440FC5}">
      <dgm:prSet/>
      <dgm:spPr/>
      <dgm:t>
        <a:bodyPr/>
        <a:lstStyle/>
        <a:p>
          <a:endParaRPr lang="en-US"/>
        </a:p>
      </dgm:t>
    </dgm:pt>
    <dgm:pt modelId="{F1B4AF0D-30BF-4363-9374-12E5BD5BBC75}" type="sibTrans" cxnId="{2BC89AFF-9F9F-4785-B64D-515133440FC5}">
      <dgm:prSet/>
      <dgm:spPr/>
      <dgm:t>
        <a:bodyPr/>
        <a:lstStyle/>
        <a:p>
          <a:endParaRPr lang="en-US"/>
        </a:p>
      </dgm:t>
    </dgm:pt>
    <dgm:pt modelId="{50FB3330-19FA-45DA-BEA8-BDAD06095A23}">
      <dgm:prSet phldrT="[Text]"/>
      <dgm:spPr/>
      <dgm:t>
        <a:bodyPr/>
        <a:lstStyle/>
        <a:p>
          <a:r>
            <a:rPr lang="pt-BR" b="1" u="none" dirty="0">
              <a:latin typeface="Preeti" pitchFamily="2" charset="0"/>
            </a:rPr>
            <a:t>;hfo lgwf{/0f ubf{ ljrf/ ug'{ kg]{ s'/fx</a:t>
          </a:r>
          <a:r>
            <a:rPr lang="pt-BR" b="1" u="none" dirty="0" smtClean="0">
              <a:latin typeface="Preeti" pitchFamily="2" charset="0"/>
            </a:rPr>
            <a:t>?</a:t>
          </a:r>
          <a:r>
            <a:rPr lang="ne-NP" b="1" u="none" dirty="0" smtClean="0">
              <a:latin typeface="Preeti" pitchFamily="2" charset="0"/>
            </a:rPr>
            <a:t> दफा १५</a:t>
          </a:r>
          <a:endParaRPr lang="en-US" u="none" dirty="0">
            <a:latin typeface="Preeti" pitchFamily="2" charset="0"/>
          </a:endParaRPr>
        </a:p>
      </dgm:t>
    </dgm:pt>
    <dgm:pt modelId="{6CD1F981-9334-4FD2-9E68-D7D69CF7C36D}" type="parTrans" cxnId="{96AB89C6-3932-4C49-8FE5-47D134C9364D}">
      <dgm:prSet/>
      <dgm:spPr/>
      <dgm:t>
        <a:bodyPr/>
        <a:lstStyle/>
        <a:p>
          <a:endParaRPr lang="en-US"/>
        </a:p>
      </dgm:t>
    </dgm:pt>
    <dgm:pt modelId="{C73EE4B9-EC22-45F0-A8F6-7192F501C3EE}" type="sibTrans" cxnId="{96AB89C6-3932-4C49-8FE5-47D134C9364D}">
      <dgm:prSet/>
      <dgm:spPr/>
      <dgm:t>
        <a:bodyPr/>
        <a:lstStyle/>
        <a:p>
          <a:endParaRPr lang="en-US"/>
        </a:p>
      </dgm:t>
    </dgm:pt>
    <dgm:pt modelId="{B2E3C1F1-ECBC-4023-B32B-23F3E6146409}">
      <dgm:prSet phldrT="[Text]"/>
      <dgm:spPr/>
      <dgm:t>
        <a:bodyPr/>
        <a:lstStyle/>
        <a:p>
          <a:r>
            <a:rPr lang="pt-BR" b="1" u="none" dirty="0">
              <a:solidFill>
                <a:schemeClr val="tx1"/>
              </a:solidFill>
              <a:latin typeface="Preeti" pitchFamily="2" charset="0"/>
            </a:rPr>
            <a:t>;hfosf] p2]Zo ljrf/ ug'{ kg]{ </a:t>
          </a:r>
          <a:r>
            <a:rPr lang="ne-NP" b="1" u="none" dirty="0" smtClean="0">
              <a:solidFill>
                <a:schemeClr val="tx1"/>
              </a:solidFill>
              <a:latin typeface="Preeti" pitchFamily="2" charset="0"/>
            </a:rPr>
            <a:t>दफा १३</a:t>
          </a:r>
          <a:endParaRPr lang="en-US" u="none" dirty="0">
            <a:solidFill>
              <a:schemeClr val="tx1"/>
            </a:solidFill>
            <a:latin typeface="Preeti" pitchFamily="2" charset="0"/>
          </a:endParaRPr>
        </a:p>
      </dgm:t>
    </dgm:pt>
    <dgm:pt modelId="{F8D5F483-B324-4420-A613-49C7034F2949}" type="parTrans" cxnId="{59EB6524-DBC6-4EFA-B62A-61A05F1B47D2}">
      <dgm:prSet/>
      <dgm:spPr/>
      <dgm:t>
        <a:bodyPr/>
        <a:lstStyle/>
        <a:p>
          <a:endParaRPr lang="en-US"/>
        </a:p>
      </dgm:t>
    </dgm:pt>
    <dgm:pt modelId="{F8FDABC5-82D5-4797-92F8-915F4966ADFA}" type="sibTrans" cxnId="{59EB6524-DBC6-4EFA-B62A-61A05F1B47D2}">
      <dgm:prSet/>
      <dgm:spPr/>
      <dgm:t>
        <a:bodyPr/>
        <a:lstStyle/>
        <a:p>
          <a:endParaRPr lang="en-US"/>
        </a:p>
      </dgm:t>
    </dgm:pt>
    <dgm:pt modelId="{B32A9C93-F90A-4E1F-B0C7-024FA1E23A06}">
      <dgm:prSet phldrT="[Text]"/>
      <dgm:spPr/>
      <dgm:t>
        <a:bodyPr/>
        <a:lstStyle/>
        <a:p>
          <a:endParaRPr lang="en-US"/>
        </a:p>
      </dgm:t>
    </dgm:pt>
    <dgm:pt modelId="{7A98A869-2C73-4C36-9B63-DECF6D8AC41C}" type="parTrans" cxnId="{B728D968-4E64-4D57-9549-A471BF19662F}">
      <dgm:prSet/>
      <dgm:spPr/>
      <dgm:t>
        <a:bodyPr/>
        <a:lstStyle/>
        <a:p>
          <a:endParaRPr lang="en-US"/>
        </a:p>
      </dgm:t>
    </dgm:pt>
    <dgm:pt modelId="{291A5451-DD02-499D-9E5A-957D497FD399}" type="sibTrans" cxnId="{B728D968-4E64-4D57-9549-A471BF19662F}">
      <dgm:prSet/>
      <dgm:spPr/>
      <dgm:t>
        <a:bodyPr/>
        <a:lstStyle/>
        <a:p>
          <a:endParaRPr lang="en-US"/>
        </a:p>
      </dgm:t>
    </dgm:pt>
    <dgm:pt modelId="{6D7D80A1-A7BB-4CF2-855E-D440D81CDBE3}">
      <dgm:prSet/>
      <dgm:spPr/>
      <dgm:t>
        <a:bodyPr/>
        <a:lstStyle/>
        <a:p>
          <a:r>
            <a:rPr lang="ne-NP" b="1" u="none" dirty="0" smtClean="0">
              <a:latin typeface="Preeti" pitchFamily="2" charset="0"/>
            </a:rPr>
            <a:t>सजाय निर्धारण</a:t>
          </a:r>
          <a:endParaRPr lang="en-US" b="1" u="none" dirty="0">
            <a:latin typeface="Preeti" pitchFamily="2" charset="0"/>
          </a:endParaRPr>
        </a:p>
      </dgm:t>
    </dgm:pt>
    <dgm:pt modelId="{394C8694-7EAD-457D-83D7-20C685D1307D}" type="sibTrans" cxnId="{217FE0EF-48E4-4D94-B04B-1F69119B55A7}">
      <dgm:prSet/>
      <dgm:spPr/>
      <dgm:t>
        <a:bodyPr/>
        <a:lstStyle/>
        <a:p>
          <a:endParaRPr lang="en-US"/>
        </a:p>
      </dgm:t>
    </dgm:pt>
    <dgm:pt modelId="{47CACAEB-2425-4A57-AAFB-9452BEB4726D}" type="parTrans" cxnId="{217FE0EF-48E4-4D94-B04B-1F69119B55A7}">
      <dgm:prSet/>
      <dgm:spPr/>
      <dgm:t>
        <a:bodyPr/>
        <a:lstStyle/>
        <a:p>
          <a:endParaRPr lang="en-US"/>
        </a:p>
      </dgm:t>
    </dgm:pt>
    <dgm:pt modelId="{C2F2B42E-DF00-470A-8E24-DE4E64A4910A}" type="pres">
      <dgm:prSet presAssocID="{27C514BB-1E5F-4E8C-8882-9C6E8516C40E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CE73E09-24A0-4763-8F20-198A04BE470B}" type="pres">
      <dgm:prSet presAssocID="{27C514BB-1E5F-4E8C-8882-9C6E8516C40E}" presName="ellipse" presStyleLbl="trBgShp" presStyleIdx="0" presStyleCnt="1"/>
      <dgm:spPr/>
    </dgm:pt>
    <dgm:pt modelId="{E017ED19-0937-4466-A87D-93D597C21E96}" type="pres">
      <dgm:prSet presAssocID="{27C514BB-1E5F-4E8C-8882-9C6E8516C40E}" presName="arrow1" presStyleLbl="fgShp" presStyleIdx="0" presStyleCnt="1"/>
      <dgm:spPr/>
    </dgm:pt>
    <dgm:pt modelId="{80DE3607-2CD6-4891-9690-D36F5EBC4FB9}" type="pres">
      <dgm:prSet presAssocID="{27C514BB-1E5F-4E8C-8882-9C6E8516C40E}" presName="rectangle" presStyleLbl="revTx" presStyleIdx="0" presStyleCnt="1" custScaleY="5110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3D8B948-B13D-4B0D-965E-F65395EA2627}" type="pres">
      <dgm:prSet presAssocID="{50FB3330-19FA-45DA-BEA8-BDAD06095A23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308B97-980A-43DD-951C-D596D5243BF1}" type="pres">
      <dgm:prSet presAssocID="{B2E3C1F1-ECBC-4023-B32B-23F3E6146409}" presName="item2" presStyleLbl="node1" presStyleIdx="1" presStyleCnt="3" custLinFactNeighborX="-1559" custLinFactNeighborY="-5332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85A9E7-6B77-42FA-9C22-81EB1F51FCE7}" type="pres">
      <dgm:prSet presAssocID="{6D7D80A1-A7BB-4CF2-855E-D440D81CDBE3}" presName="item3" presStyleLbl="node1" presStyleIdx="2" presStyleCnt="3" custLinFactNeighborX="20983" custLinFactNeighborY="-358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C11144-FCF0-4A7C-B158-8DD35D315D3E}" type="pres">
      <dgm:prSet presAssocID="{27C514BB-1E5F-4E8C-8882-9C6E8516C40E}" presName="funnel" presStyleLbl="trAlignAcc1" presStyleIdx="0" presStyleCnt="1" custScaleX="230156" custScaleY="142857" custLinFactNeighborX="-653" custLinFactNeighborY="4540"/>
      <dgm:spPr>
        <a:solidFill>
          <a:srgbClr val="FF0000">
            <a:alpha val="40000"/>
          </a:srgbClr>
        </a:solidFill>
      </dgm:spPr>
      <dgm:t>
        <a:bodyPr/>
        <a:lstStyle/>
        <a:p>
          <a:endParaRPr lang="en-US"/>
        </a:p>
      </dgm:t>
    </dgm:pt>
  </dgm:ptLst>
  <dgm:cxnLst>
    <dgm:cxn modelId="{B728D968-4E64-4D57-9549-A471BF19662F}" srcId="{27C514BB-1E5F-4E8C-8882-9C6E8516C40E}" destId="{B32A9C93-F90A-4E1F-B0C7-024FA1E23A06}" srcOrd="4" destOrd="0" parTransId="{7A98A869-2C73-4C36-9B63-DECF6D8AC41C}" sibTransId="{291A5451-DD02-499D-9E5A-957D497FD399}"/>
    <dgm:cxn modelId="{96AB89C6-3932-4C49-8FE5-47D134C9364D}" srcId="{27C514BB-1E5F-4E8C-8882-9C6E8516C40E}" destId="{50FB3330-19FA-45DA-BEA8-BDAD06095A23}" srcOrd="1" destOrd="0" parTransId="{6CD1F981-9334-4FD2-9E68-D7D69CF7C36D}" sibTransId="{C73EE4B9-EC22-45F0-A8F6-7192F501C3EE}"/>
    <dgm:cxn modelId="{9CB97B4E-9EEB-4930-9377-046C7E11FEE0}" type="presOf" srcId="{50FB3330-19FA-45DA-BEA8-BDAD06095A23}" destId="{79308B97-980A-43DD-951C-D596D5243BF1}" srcOrd="0" destOrd="0" presId="urn:microsoft.com/office/officeart/2005/8/layout/funnel1"/>
    <dgm:cxn modelId="{40C83B90-7A95-4BD5-B5EE-F880B997D969}" type="presOf" srcId="{27C514BB-1E5F-4E8C-8882-9C6E8516C40E}" destId="{C2F2B42E-DF00-470A-8E24-DE4E64A4910A}" srcOrd="0" destOrd="0" presId="urn:microsoft.com/office/officeart/2005/8/layout/funnel1"/>
    <dgm:cxn modelId="{2BC89AFF-9F9F-4785-B64D-515133440FC5}" srcId="{27C514BB-1E5F-4E8C-8882-9C6E8516C40E}" destId="{276CD764-3104-4AE4-A6E6-1500DDF5751C}" srcOrd="0" destOrd="0" parTransId="{C31F3231-9216-4791-AA9F-74F7DEE77538}" sibTransId="{F1B4AF0D-30BF-4363-9374-12E5BD5BBC75}"/>
    <dgm:cxn modelId="{B41CC9C6-9B24-4A36-B4D5-28ECA71DEE52}" type="presOf" srcId="{B2E3C1F1-ECBC-4023-B32B-23F3E6146409}" destId="{33D8B948-B13D-4B0D-965E-F65395EA2627}" srcOrd="0" destOrd="0" presId="urn:microsoft.com/office/officeart/2005/8/layout/funnel1"/>
    <dgm:cxn modelId="{59EB6524-DBC6-4EFA-B62A-61A05F1B47D2}" srcId="{27C514BB-1E5F-4E8C-8882-9C6E8516C40E}" destId="{B2E3C1F1-ECBC-4023-B32B-23F3E6146409}" srcOrd="2" destOrd="0" parTransId="{F8D5F483-B324-4420-A613-49C7034F2949}" sibTransId="{F8FDABC5-82D5-4797-92F8-915F4966ADFA}"/>
    <dgm:cxn modelId="{99D801DD-6A72-4D32-AC41-6B6EC2C0E5AA}" type="presOf" srcId="{276CD764-3104-4AE4-A6E6-1500DDF5751C}" destId="{0085A9E7-6B77-42FA-9C22-81EB1F51FCE7}" srcOrd="0" destOrd="0" presId="urn:microsoft.com/office/officeart/2005/8/layout/funnel1"/>
    <dgm:cxn modelId="{217FE0EF-48E4-4D94-B04B-1F69119B55A7}" srcId="{27C514BB-1E5F-4E8C-8882-9C6E8516C40E}" destId="{6D7D80A1-A7BB-4CF2-855E-D440D81CDBE3}" srcOrd="3" destOrd="0" parTransId="{47CACAEB-2425-4A57-AAFB-9452BEB4726D}" sibTransId="{394C8694-7EAD-457D-83D7-20C685D1307D}"/>
    <dgm:cxn modelId="{7DBA770F-DCC6-4703-92CD-058096C90C19}" type="presOf" srcId="{6D7D80A1-A7BB-4CF2-855E-D440D81CDBE3}" destId="{80DE3607-2CD6-4891-9690-D36F5EBC4FB9}" srcOrd="0" destOrd="0" presId="urn:microsoft.com/office/officeart/2005/8/layout/funnel1"/>
    <dgm:cxn modelId="{8B9570E8-DBDA-40A0-9960-876D2798AE4A}" type="presParOf" srcId="{C2F2B42E-DF00-470A-8E24-DE4E64A4910A}" destId="{5CE73E09-24A0-4763-8F20-198A04BE470B}" srcOrd="0" destOrd="0" presId="urn:microsoft.com/office/officeart/2005/8/layout/funnel1"/>
    <dgm:cxn modelId="{AF379AAF-954B-485F-837A-59837BCA6535}" type="presParOf" srcId="{C2F2B42E-DF00-470A-8E24-DE4E64A4910A}" destId="{E017ED19-0937-4466-A87D-93D597C21E96}" srcOrd="1" destOrd="0" presId="urn:microsoft.com/office/officeart/2005/8/layout/funnel1"/>
    <dgm:cxn modelId="{8863BD8A-0FE6-4162-8B42-0052809EB8F2}" type="presParOf" srcId="{C2F2B42E-DF00-470A-8E24-DE4E64A4910A}" destId="{80DE3607-2CD6-4891-9690-D36F5EBC4FB9}" srcOrd="2" destOrd="0" presId="urn:microsoft.com/office/officeart/2005/8/layout/funnel1"/>
    <dgm:cxn modelId="{E0A9EDC3-FC66-4D43-97B9-2049E9D8D3E2}" type="presParOf" srcId="{C2F2B42E-DF00-470A-8E24-DE4E64A4910A}" destId="{33D8B948-B13D-4B0D-965E-F65395EA2627}" srcOrd="3" destOrd="0" presId="urn:microsoft.com/office/officeart/2005/8/layout/funnel1"/>
    <dgm:cxn modelId="{EAD19644-5C34-4322-AF1F-EFB50088A241}" type="presParOf" srcId="{C2F2B42E-DF00-470A-8E24-DE4E64A4910A}" destId="{79308B97-980A-43DD-951C-D596D5243BF1}" srcOrd="4" destOrd="0" presId="urn:microsoft.com/office/officeart/2005/8/layout/funnel1"/>
    <dgm:cxn modelId="{7B0469EF-BD00-4D3A-A026-E3BCE9B2B338}" type="presParOf" srcId="{C2F2B42E-DF00-470A-8E24-DE4E64A4910A}" destId="{0085A9E7-6B77-42FA-9C22-81EB1F51FCE7}" srcOrd="5" destOrd="0" presId="urn:microsoft.com/office/officeart/2005/8/layout/funnel1"/>
    <dgm:cxn modelId="{C83976F6-5211-4418-8478-B20AD075F125}" type="presParOf" srcId="{C2F2B42E-DF00-470A-8E24-DE4E64A4910A}" destId="{A3C11144-FCF0-4A7C-B158-8DD35D315D3E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B4031-E487-4473-9970-726F0476D6D4}">
      <dsp:nvSpPr>
        <dsp:cNvPr id="0" name=""/>
        <dsp:cNvSpPr/>
      </dsp:nvSpPr>
      <dsp:spPr>
        <a:xfrm>
          <a:off x="117103" y="737"/>
          <a:ext cx="2718663" cy="16311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e-NP" sz="2300" kern="1200" smtClean="0"/>
            <a:t>सजायको उद्देश्य</a:t>
          </a:r>
          <a:r>
            <a:rPr lang="en-US" sz="2300" kern="1200" smtClean="0"/>
            <a:t> </a:t>
          </a:r>
          <a:r>
            <a:rPr lang="ne-NP" sz="2300" kern="1200" smtClean="0"/>
            <a:t>र सिध्दान्त</a:t>
          </a:r>
          <a:endParaRPr lang="en-US" sz="2300" kern="1200" dirty="0"/>
        </a:p>
      </dsp:txBody>
      <dsp:txXfrm>
        <a:off x="164879" y="48513"/>
        <a:ext cx="2623111" cy="1535646"/>
      </dsp:txXfrm>
    </dsp:sp>
    <dsp:sp modelId="{9B9A3C18-C74F-4E4B-ADB6-D86BADBD0A21}">
      <dsp:nvSpPr>
        <dsp:cNvPr id="0" name=""/>
        <dsp:cNvSpPr/>
      </dsp:nvSpPr>
      <dsp:spPr>
        <a:xfrm>
          <a:off x="3075009" y="479222"/>
          <a:ext cx="576356" cy="6742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3075009" y="614068"/>
        <a:ext cx="403449" cy="404536"/>
      </dsp:txXfrm>
    </dsp:sp>
    <dsp:sp modelId="{BA570971-25E3-47E2-A3F2-32B00E6537F2}">
      <dsp:nvSpPr>
        <dsp:cNvPr id="0" name=""/>
        <dsp:cNvSpPr/>
      </dsp:nvSpPr>
      <dsp:spPr>
        <a:xfrm>
          <a:off x="3923233" y="737"/>
          <a:ext cx="2718663" cy="16311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e-NP" sz="2300" i="0" u="none" kern="1200" dirty="0" smtClean="0">
              <a:solidFill>
                <a:schemeClr val="bg1"/>
              </a:solidFill>
            </a:rPr>
            <a:t>सजाय निर्धारण </a:t>
          </a:r>
          <a:r>
            <a:rPr lang="ne-NP" sz="2300" i="0" u="none" kern="1200" dirty="0" smtClean="0">
              <a:solidFill>
                <a:schemeClr val="bg1"/>
              </a:solidFill>
              <a:latin typeface="Preeti"/>
              <a:cs typeface="Kalimati" panose="00000400000000000000" pitchFamily="2"/>
            </a:rPr>
            <a:t>ऐनका मुख्य व्यवस्थाहरु</a:t>
          </a:r>
          <a:r>
            <a:rPr lang="ne-NP" sz="2300" i="0" u="none" kern="1200" dirty="0" smtClean="0">
              <a:solidFill>
                <a:schemeClr val="bg1"/>
              </a:solidFill>
            </a:rPr>
            <a:t> </a:t>
          </a:r>
          <a:endParaRPr lang="en-US" sz="2300" i="0" u="none" kern="1200" dirty="0">
            <a:solidFill>
              <a:schemeClr val="bg1"/>
            </a:solidFill>
          </a:endParaRPr>
        </a:p>
      </dsp:txBody>
      <dsp:txXfrm>
        <a:off x="3971009" y="48513"/>
        <a:ext cx="2623111" cy="1535646"/>
      </dsp:txXfrm>
    </dsp:sp>
    <dsp:sp modelId="{32978E72-B0C5-4CFC-B36A-D958548FE399}">
      <dsp:nvSpPr>
        <dsp:cNvPr id="0" name=""/>
        <dsp:cNvSpPr/>
      </dsp:nvSpPr>
      <dsp:spPr>
        <a:xfrm>
          <a:off x="6881139" y="479222"/>
          <a:ext cx="576356" cy="6742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6881139" y="614068"/>
        <a:ext cx="403449" cy="404536"/>
      </dsp:txXfrm>
    </dsp:sp>
    <dsp:sp modelId="{C7255BEB-1135-422C-81A0-CC1F61FB64AE}">
      <dsp:nvSpPr>
        <dsp:cNvPr id="0" name=""/>
        <dsp:cNvSpPr/>
      </dsp:nvSpPr>
      <dsp:spPr>
        <a:xfrm>
          <a:off x="7729362" y="737"/>
          <a:ext cx="2718663" cy="16311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ne-NP" sz="2300" kern="1200" dirty="0" smtClean="0"/>
            <a:t>सजायका विभिन्न प्रकारहरु</a:t>
          </a:r>
          <a:endParaRPr lang="en-US" sz="2300" kern="1200" dirty="0" smtClean="0"/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 dirty="0"/>
        </a:p>
      </dsp:txBody>
      <dsp:txXfrm>
        <a:off x="7777138" y="48513"/>
        <a:ext cx="2623111" cy="1535646"/>
      </dsp:txXfrm>
    </dsp:sp>
    <dsp:sp modelId="{A3A9DCAF-4F97-48DD-A402-082D68744FB4}">
      <dsp:nvSpPr>
        <dsp:cNvPr id="0" name=""/>
        <dsp:cNvSpPr/>
      </dsp:nvSpPr>
      <dsp:spPr>
        <a:xfrm rot="5400000">
          <a:off x="8800515" y="1822242"/>
          <a:ext cx="576356" cy="6742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 rot="-5400000">
        <a:off x="8886426" y="1871178"/>
        <a:ext cx="404536" cy="403449"/>
      </dsp:txXfrm>
    </dsp:sp>
    <dsp:sp modelId="{1471CC22-61D6-4410-9573-0C7067BDF785}">
      <dsp:nvSpPr>
        <dsp:cNvPr id="0" name=""/>
        <dsp:cNvSpPr/>
      </dsp:nvSpPr>
      <dsp:spPr>
        <a:xfrm>
          <a:off x="7729362" y="2719401"/>
          <a:ext cx="2718663" cy="163119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ne-NP" sz="2300" kern="1200" dirty="0" smtClean="0"/>
            <a:t>सजाय गर्दा विचार गर्नुपर्ने कुराहरु</a:t>
          </a:r>
          <a:endParaRPr lang="en-US" sz="2300" kern="1200" dirty="0"/>
        </a:p>
      </dsp:txBody>
      <dsp:txXfrm>
        <a:off x="7777138" y="2767177"/>
        <a:ext cx="2623111" cy="1535646"/>
      </dsp:txXfrm>
    </dsp:sp>
    <dsp:sp modelId="{D3E04FAB-36D7-4B24-B62C-65B1FA05F918}">
      <dsp:nvSpPr>
        <dsp:cNvPr id="0" name=""/>
        <dsp:cNvSpPr/>
      </dsp:nvSpPr>
      <dsp:spPr>
        <a:xfrm rot="10800000">
          <a:off x="6913763" y="3197886"/>
          <a:ext cx="576356" cy="6742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 rot="10800000">
        <a:off x="7086670" y="3332732"/>
        <a:ext cx="403449" cy="404536"/>
      </dsp:txXfrm>
    </dsp:sp>
    <dsp:sp modelId="{C7F39433-C71F-4A73-88D7-CF3A1FBD8389}">
      <dsp:nvSpPr>
        <dsp:cNvPr id="0" name=""/>
        <dsp:cNvSpPr/>
      </dsp:nvSpPr>
      <dsp:spPr>
        <a:xfrm>
          <a:off x="3923233" y="2719401"/>
          <a:ext cx="2718663" cy="163119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e-NP" sz="2300" kern="1200" dirty="0" smtClean="0"/>
            <a:t>निर्धारणका आधारहरु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 dirty="0"/>
        </a:p>
      </dsp:txBody>
      <dsp:txXfrm>
        <a:off x="3971009" y="2767177"/>
        <a:ext cx="2623111" cy="1535646"/>
      </dsp:txXfrm>
    </dsp:sp>
    <dsp:sp modelId="{79020ED5-4476-4108-ADE9-D3B6BCA9E3BD}">
      <dsp:nvSpPr>
        <dsp:cNvPr id="0" name=""/>
        <dsp:cNvSpPr/>
      </dsp:nvSpPr>
      <dsp:spPr>
        <a:xfrm rot="10800000">
          <a:off x="3107633" y="3197886"/>
          <a:ext cx="576356" cy="6742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 rot="10800000">
        <a:off x="3280540" y="3332732"/>
        <a:ext cx="403449" cy="404536"/>
      </dsp:txXfrm>
    </dsp:sp>
    <dsp:sp modelId="{96B2B5C7-E050-4E46-A30A-19AE7F2DE874}">
      <dsp:nvSpPr>
        <dsp:cNvPr id="0" name=""/>
        <dsp:cNvSpPr/>
      </dsp:nvSpPr>
      <dsp:spPr>
        <a:xfrm>
          <a:off x="117103" y="2719401"/>
          <a:ext cx="2718663" cy="16311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e-NP" sz="2300" kern="1200" dirty="0" smtClean="0"/>
            <a:t>अभ्यास</a:t>
          </a:r>
          <a:endParaRPr lang="en-US" sz="2300" kern="1200" dirty="0"/>
        </a:p>
      </dsp:txBody>
      <dsp:txXfrm>
        <a:off x="164879" y="2767177"/>
        <a:ext cx="2623111" cy="15356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6A896-53E9-4EE3-BDC4-4D6A3996BD83}">
      <dsp:nvSpPr>
        <dsp:cNvPr id="0" name=""/>
        <dsp:cNvSpPr/>
      </dsp:nvSpPr>
      <dsp:spPr>
        <a:xfrm rot="10800000">
          <a:off x="552434" y="2854"/>
          <a:ext cx="9410730" cy="4652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176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Preeti" pitchFamily="2" charset="0"/>
            </a:rPr>
            <a:t>s;"/ </a:t>
          </a:r>
          <a:r>
            <a:rPr lang="en-US" sz="2800" kern="1200" dirty="0" err="1">
              <a:latin typeface="Preeti" pitchFamily="2" charset="0"/>
            </a:rPr>
            <a:t>ug</a:t>
          </a:r>
          <a:r>
            <a:rPr lang="en-US" sz="2800" kern="1200" dirty="0">
              <a:latin typeface="Preeti" pitchFamily="2" charset="0"/>
            </a:rPr>
            <a:t>{ s;"/bf/ </a:t>
          </a:r>
          <a:r>
            <a:rPr lang="en-US" sz="2800" kern="1200" dirty="0" err="1">
              <a:latin typeface="Preeti" pitchFamily="2" charset="0"/>
            </a:rPr>
            <a:t>jf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cGo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JolQmnfO</a:t>
          </a:r>
          <a:r>
            <a:rPr lang="en-US" sz="2800" kern="1200" dirty="0">
              <a:latin typeface="Preeti" pitchFamily="2" charset="0"/>
            </a:rPr>
            <a:t>{ xtf]</a:t>
          </a:r>
          <a:r>
            <a:rPr lang="en-US" sz="2800" kern="1200" dirty="0" err="1">
              <a:latin typeface="Preeti" pitchFamily="2" charset="0"/>
            </a:rPr>
            <a:t>T;flxt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ug</a:t>
          </a:r>
          <a:r>
            <a:rPr lang="en-US" sz="2800" kern="1200" dirty="0">
              <a:latin typeface="Preeti" pitchFamily="2" charset="0"/>
            </a:rPr>
            <a:t>]{,</a:t>
          </a:r>
        </a:p>
      </dsp:txBody>
      <dsp:txXfrm rot="10800000">
        <a:off x="668754" y="2854"/>
        <a:ext cx="9294410" cy="465281"/>
      </dsp:txXfrm>
    </dsp:sp>
    <dsp:sp modelId="{40E0E23D-C18B-4601-9DD4-1A224B22E172}">
      <dsp:nvSpPr>
        <dsp:cNvPr id="0" name=""/>
        <dsp:cNvSpPr/>
      </dsp:nvSpPr>
      <dsp:spPr>
        <a:xfrm>
          <a:off x="408583" y="0"/>
          <a:ext cx="465281" cy="4652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058C93-5DF5-47F9-BB6E-C8ED0A349E07}">
      <dsp:nvSpPr>
        <dsp:cNvPr id="0" name=""/>
        <dsp:cNvSpPr/>
      </dsp:nvSpPr>
      <dsp:spPr>
        <a:xfrm rot="10800000">
          <a:off x="552434" y="607026"/>
          <a:ext cx="9410730" cy="4652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176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>
              <a:latin typeface="Preeti" pitchFamily="2" charset="0"/>
            </a:rPr>
            <a:t>;dfh jf ;d'bfonfO{ ;'/Iff ug]{,</a:t>
          </a:r>
        </a:p>
      </dsp:txBody>
      <dsp:txXfrm rot="10800000">
        <a:off x="668754" y="607026"/>
        <a:ext cx="9294410" cy="465281"/>
      </dsp:txXfrm>
    </dsp:sp>
    <dsp:sp modelId="{D259A98E-4051-48D8-9EEA-5AFE1D535C54}">
      <dsp:nvSpPr>
        <dsp:cNvPr id="0" name=""/>
        <dsp:cNvSpPr/>
      </dsp:nvSpPr>
      <dsp:spPr>
        <a:xfrm>
          <a:off x="431443" y="584167"/>
          <a:ext cx="465281" cy="4652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2722C8-70BA-48AE-BED4-23E60D153401}">
      <dsp:nvSpPr>
        <dsp:cNvPr id="0" name=""/>
        <dsp:cNvSpPr/>
      </dsp:nvSpPr>
      <dsp:spPr>
        <a:xfrm rot="10800000">
          <a:off x="552434" y="1211198"/>
          <a:ext cx="9410730" cy="4652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176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>
              <a:latin typeface="Preeti" pitchFamily="2" charset="0"/>
            </a:rPr>
            <a:t>kLl8tnfO</a:t>
          </a:r>
          <a:r>
            <a:rPr lang="en-US" sz="2800" kern="1200" dirty="0">
              <a:latin typeface="Preeti" pitchFamily="2" charset="0"/>
            </a:rPr>
            <a:t>{ </a:t>
          </a:r>
          <a:r>
            <a:rPr lang="en-US" sz="2800" kern="1200" dirty="0" err="1">
              <a:latin typeface="Preeti" pitchFamily="2" charset="0"/>
            </a:rPr>
            <a:t>Gofo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k|bfg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ug</a:t>
          </a:r>
          <a:r>
            <a:rPr lang="en-US" sz="2800" kern="1200" dirty="0">
              <a:latin typeface="Preeti" pitchFamily="2" charset="0"/>
            </a:rPr>
            <a:t>]{,</a:t>
          </a:r>
        </a:p>
      </dsp:txBody>
      <dsp:txXfrm rot="10800000">
        <a:off x="668754" y="1211198"/>
        <a:ext cx="9294410" cy="465281"/>
      </dsp:txXfrm>
    </dsp:sp>
    <dsp:sp modelId="{B242008B-F3E0-4F58-8946-AA7E725FC66F}">
      <dsp:nvSpPr>
        <dsp:cNvPr id="0" name=""/>
        <dsp:cNvSpPr/>
      </dsp:nvSpPr>
      <dsp:spPr>
        <a:xfrm>
          <a:off x="431443" y="1138093"/>
          <a:ext cx="465281" cy="4652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F5C80-10F0-4F5A-A0CC-08938E3D5E65}">
      <dsp:nvSpPr>
        <dsp:cNvPr id="0" name=""/>
        <dsp:cNvSpPr/>
      </dsp:nvSpPr>
      <dsp:spPr>
        <a:xfrm rot="10800000">
          <a:off x="552434" y="1815370"/>
          <a:ext cx="9410730" cy="4652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176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Preeti" pitchFamily="2" charset="0"/>
            </a:rPr>
            <a:t>s;"/bf/</a:t>
          </a:r>
          <a:r>
            <a:rPr lang="en-US" sz="2800" kern="1200" dirty="0" err="1">
              <a:latin typeface="Preeti" pitchFamily="2" charset="0"/>
            </a:rPr>
            <a:t>nfO</a:t>
          </a:r>
          <a:r>
            <a:rPr lang="en-US" sz="2800" kern="1200" dirty="0">
              <a:latin typeface="Preeti" pitchFamily="2" charset="0"/>
            </a:rPr>
            <a:t>{ ;</a:t>
          </a:r>
          <a:r>
            <a:rPr lang="en-US" sz="2800" kern="1200" dirty="0" err="1">
              <a:latin typeface="Preeti" pitchFamily="2" charset="0"/>
            </a:rPr>
            <a:t>dfhdf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k'g:yf</a:t>
          </a:r>
          <a:r>
            <a:rPr lang="en-US" sz="2800" kern="1200" dirty="0">
              <a:latin typeface="Preeti" pitchFamily="2" charset="0"/>
            </a:rPr>
            <a:t>{</a:t>
          </a:r>
          <a:r>
            <a:rPr lang="en-US" sz="2800" kern="1200" dirty="0" err="1">
              <a:latin typeface="Preeti" pitchFamily="2" charset="0"/>
            </a:rPr>
            <a:t>kgf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ug</a:t>
          </a:r>
          <a:r>
            <a:rPr lang="en-US" sz="2800" kern="1200" dirty="0">
              <a:latin typeface="Preeti" pitchFamily="2" charset="0"/>
            </a:rPr>
            <a:t>{ ;</a:t>
          </a:r>
          <a:r>
            <a:rPr lang="en-US" sz="2800" kern="1200" dirty="0" err="1">
              <a:latin typeface="Preeti" pitchFamily="2" charset="0"/>
            </a:rPr>
            <a:t>xof</a:t>
          </a:r>
          <a:r>
            <a:rPr lang="en-US" sz="2800" kern="1200" dirty="0">
              <a:latin typeface="Preeti" pitchFamily="2" charset="0"/>
            </a:rPr>
            <a:t>]u </a:t>
          </a:r>
          <a:r>
            <a:rPr lang="en-US" sz="2800" kern="1200" dirty="0" err="1">
              <a:latin typeface="Preeti" pitchFamily="2" charset="0"/>
            </a:rPr>
            <a:t>ug</a:t>
          </a:r>
          <a:r>
            <a:rPr lang="en-US" sz="2800" kern="1200" dirty="0">
              <a:latin typeface="Preeti" pitchFamily="2" charset="0"/>
            </a:rPr>
            <a:t>]{ </a:t>
          </a:r>
          <a:r>
            <a:rPr lang="en-US" sz="2800" kern="1200" dirty="0" err="1">
              <a:latin typeface="Preeti" pitchFamily="2" charset="0"/>
            </a:rPr>
            <a:t>jf</a:t>
          </a:r>
          <a:r>
            <a:rPr lang="en-US" sz="2800" kern="1200" dirty="0">
              <a:latin typeface="Preeti" pitchFamily="2" charset="0"/>
            </a:rPr>
            <a:t> ;'</a:t>
          </a:r>
          <a:r>
            <a:rPr lang="en-US" sz="2800" kern="1200" dirty="0" err="1">
              <a:latin typeface="Preeti" pitchFamily="2" charset="0"/>
            </a:rPr>
            <a:t>wf</a:t>
          </a:r>
          <a:r>
            <a:rPr lang="en-US" sz="2800" kern="1200" dirty="0">
              <a:latin typeface="Preeti" pitchFamily="2" charset="0"/>
            </a:rPr>
            <a:t>/ </a:t>
          </a:r>
          <a:r>
            <a:rPr lang="en-US" sz="2800" kern="1200" dirty="0" err="1">
              <a:latin typeface="Preeti" pitchFamily="2" charset="0"/>
            </a:rPr>
            <a:t>ug</a:t>
          </a:r>
          <a:r>
            <a:rPr lang="en-US" sz="2800" kern="1200" dirty="0">
              <a:latin typeface="Preeti" pitchFamily="2" charset="0"/>
            </a:rPr>
            <a:t>]{,</a:t>
          </a:r>
        </a:p>
      </dsp:txBody>
      <dsp:txXfrm rot="10800000">
        <a:off x="668754" y="1815370"/>
        <a:ext cx="9294410" cy="465281"/>
      </dsp:txXfrm>
    </dsp:sp>
    <dsp:sp modelId="{43C4BB5E-7B9C-4ADF-B95C-167D043248BA}">
      <dsp:nvSpPr>
        <dsp:cNvPr id="0" name=""/>
        <dsp:cNvSpPr/>
      </dsp:nvSpPr>
      <dsp:spPr>
        <a:xfrm>
          <a:off x="454302" y="1746793"/>
          <a:ext cx="465281" cy="4652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73B219-7139-44B6-8CF3-36554366CA52}">
      <dsp:nvSpPr>
        <dsp:cNvPr id="0" name=""/>
        <dsp:cNvSpPr/>
      </dsp:nvSpPr>
      <dsp:spPr>
        <a:xfrm rot="10800000">
          <a:off x="552434" y="2419543"/>
          <a:ext cx="9410730" cy="4652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176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Preeti" pitchFamily="2" charset="0"/>
            </a:rPr>
            <a:t>s;"/bf/</a:t>
          </a:r>
          <a:r>
            <a:rPr lang="en-US" sz="2800" kern="1200" dirty="0" err="1">
              <a:latin typeface="Preeti" pitchFamily="2" charset="0"/>
            </a:rPr>
            <a:t>nfO</a:t>
          </a:r>
          <a:r>
            <a:rPr lang="en-US" sz="2800" kern="1200" dirty="0">
              <a:latin typeface="Preeti" pitchFamily="2" charset="0"/>
            </a:rPr>
            <a:t>{ ;</a:t>
          </a:r>
          <a:r>
            <a:rPr lang="en-US" sz="2800" kern="1200" dirty="0" err="1">
              <a:latin typeface="Preeti" pitchFamily="2" charset="0"/>
            </a:rPr>
            <a:t>dfhaf6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cnu</a:t>
          </a:r>
          <a:r>
            <a:rPr lang="en-US" sz="2800" kern="1200" dirty="0">
              <a:latin typeface="Preeti" pitchFamily="2" charset="0"/>
            </a:rPr>
            <a:t> /</a:t>
          </a:r>
          <a:r>
            <a:rPr lang="en-US" sz="2800" kern="1200" dirty="0" err="1">
              <a:latin typeface="Preeti" pitchFamily="2" charset="0"/>
            </a:rPr>
            <a:t>fVg</a:t>
          </a:r>
          <a:r>
            <a:rPr lang="en-US" sz="2800" kern="1200" dirty="0">
              <a:latin typeface="Preeti" pitchFamily="2" charset="0"/>
            </a:rPr>
            <a:t>],</a:t>
          </a:r>
        </a:p>
      </dsp:txBody>
      <dsp:txXfrm rot="10800000">
        <a:off x="668754" y="2419543"/>
        <a:ext cx="9294410" cy="465281"/>
      </dsp:txXfrm>
    </dsp:sp>
    <dsp:sp modelId="{C6849925-61E2-4633-B6EF-11104D320140}">
      <dsp:nvSpPr>
        <dsp:cNvPr id="0" name=""/>
        <dsp:cNvSpPr/>
      </dsp:nvSpPr>
      <dsp:spPr>
        <a:xfrm>
          <a:off x="374292" y="2362392"/>
          <a:ext cx="465281" cy="4652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F5EB8C-CB53-4E7D-886B-C49DC62966A4}">
      <dsp:nvSpPr>
        <dsp:cNvPr id="0" name=""/>
        <dsp:cNvSpPr/>
      </dsp:nvSpPr>
      <dsp:spPr>
        <a:xfrm rot="10800000">
          <a:off x="552434" y="3023715"/>
          <a:ext cx="9410730" cy="720596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176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Preeti" pitchFamily="2" charset="0"/>
            </a:rPr>
            <a:t>s;"/bf/</a:t>
          </a:r>
          <a:r>
            <a:rPr lang="en-US" sz="2800" kern="1200" dirty="0" err="1">
              <a:latin typeface="Preeti" pitchFamily="2" charset="0"/>
            </a:rPr>
            <a:t>nfO</a:t>
          </a:r>
          <a:r>
            <a:rPr lang="en-US" sz="2800" kern="1200" dirty="0">
              <a:latin typeface="Preeti" pitchFamily="2" charset="0"/>
            </a:rPr>
            <a:t>{ </a:t>
          </a:r>
          <a:r>
            <a:rPr lang="en-US" sz="2800" kern="1200" dirty="0" err="1">
              <a:latin typeface="Preeti" pitchFamily="2" charset="0"/>
            </a:rPr>
            <a:t>cfkm</a:t>
          </a:r>
          <a:r>
            <a:rPr lang="en-US" sz="2800" kern="1200" dirty="0">
              <a:latin typeface="Preeti" pitchFamily="2" charset="0"/>
            </a:rPr>
            <a:t>\gf] </a:t>
          </a:r>
          <a:r>
            <a:rPr lang="en-US" sz="2800" kern="1200" dirty="0" err="1">
              <a:latin typeface="Preeti" pitchFamily="2" charset="0"/>
            </a:rPr>
            <a:t>sfo</a:t>
          </a:r>
          <a:r>
            <a:rPr lang="en-US" sz="2800" kern="1200" dirty="0">
              <a:latin typeface="Preeti" pitchFamily="2" charset="0"/>
            </a:rPr>
            <a:t>{</a:t>
          </a:r>
          <a:r>
            <a:rPr lang="en-US" sz="2800" kern="1200" dirty="0" err="1">
              <a:latin typeface="Preeti" pitchFamily="2" charset="0"/>
            </a:rPr>
            <a:t>k|lt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lhDd</a:t>
          </a:r>
          <a:r>
            <a:rPr lang="en-US" sz="2800" kern="1200" dirty="0">
              <a:latin typeface="Preeti" pitchFamily="2" charset="0"/>
            </a:rPr>
            <a:t>]</a:t>
          </a:r>
          <a:r>
            <a:rPr lang="en-US" sz="2800" kern="1200" dirty="0" err="1">
              <a:latin typeface="Preeti" pitchFamily="2" charset="0"/>
            </a:rPr>
            <a:t>jf</a:t>
          </a:r>
          <a:r>
            <a:rPr lang="en-US" sz="2800" kern="1200" dirty="0">
              <a:latin typeface="Preeti" pitchFamily="2" charset="0"/>
            </a:rPr>
            <a:t>/ </a:t>
          </a:r>
          <a:r>
            <a:rPr lang="en-US" sz="2800" kern="1200" dirty="0" err="1">
              <a:latin typeface="Preeti" pitchFamily="2" charset="0"/>
            </a:rPr>
            <a:t>agfO</a:t>
          </a:r>
          <a:r>
            <a:rPr lang="en-US" sz="2800" kern="1200" dirty="0">
              <a:latin typeface="Preeti" pitchFamily="2" charset="0"/>
            </a:rPr>
            <a:t>{ </a:t>
          </a:r>
          <a:r>
            <a:rPr lang="en-US" sz="2800" kern="1200" dirty="0" err="1">
              <a:latin typeface="Preeti" pitchFamily="2" charset="0"/>
            </a:rPr>
            <a:t>kLl8t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JolQm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jf</a:t>
          </a:r>
          <a:r>
            <a:rPr lang="en-US" sz="2800" kern="1200" dirty="0">
              <a:latin typeface="Preeti" pitchFamily="2" charset="0"/>
            </a:rPr>
            <a:t> ;</a:t>
          </a:r>
          <a:r>
            <a:rPr lang="en-US" sz="2800" kern="1200" dirty="0" err="1">
              <a:latin typeface="Preeti" pitchFamily="2" charset="0"/>
            </a:rPr>
            <a:t>d'bfonfO</a:t>
          </a:r>
          <a:r>
            <a:rPr lang="en-US" sz="2800" kern="1200" dirty="0">
              <a:latin typeface="Preeti" pitchFamily="2" charset="0"/>
            </a:rPr>
            <a:t>{ </a:t>
          </a:r>
          <a:r>
            <a:rPr lang="en-US" sz="2800" kern="1200" dirty="0" err="1">
              <a:latin typeface="Preeti" pitchFamily="2" charset="0"/>
            </a:rPr>
            <a:t>xflg</a:t>
          </a:r>
          <a:r>
            <a:rPr lang="en-US" sz="2800" kern="1200" dirty="0">
              <a:latin typeface="Preeti" pitchFamily="2" charset="0"/>
            </a:rPr>
            <a:t> gf]</a:t>
          </a:r>
          <a:r>
            <a:rPr lang="en-US" sz="2800" kern="1200" dirty="0" err="1">
              <a:latin typeface="Preeti" pitchFamily="2" charset="0"/>
            </a:rPr>
            <a:t>S;fgL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ePsf</a:t>
          </a:r>
          <a:r>
            <a:rPr lang="en-US" sz="2800" kern="1200" dirty="0">
              <a:latin typeface="Preeti" pitchFamily="2" charset="0"/>
            </a:rPr>
            <a:t>] 5 </a:t>
          </a:r>
          <a:r>
            <a:rPr lang="en-US" sz="2800" kern="1200" dirty="0" err="1">
              <a:latin typeface="Preeti" pitchFamily="2" charset="0"/>
            </a:rPr>
            <a:t>eGg</a:t>
          </a:r>
          <a:r>
            <a:rPr lang="en-US" sz="2800" kern="1200" dirty="0">
              <a:latin typeface="Preeti" pitchFamily="2" charset="0"/>
            </a:rPr>
            <a:t>] s'/</a:t>
          </a:r>
          <a:r>
            <a:rPr lang="en-US" sz="2800" kern="1200" dirty="0" err="1">
              <a:latin typeface="Preeti" pitchFamily="2" charset="0"/>
            </a:rPr>
            <a:t>fsf</a:t>
          </a:r>
          <a:r>
            <a:rPr lang="en-US" sz="2800" kern="1200" dirty="0">
              <a:latin typeface="Preeti" pitchFamily="2" charset="0"/>
            </a:rPr>
            <a:t>] </a:t>
          </a:r>
          <a:r>
            <a:rPr lang="en-US" sz="2800" kern="1200" dirty="0" err="1">
              <a:latin typeface="Preeti" pitchFamily="2" charset="0"/>
            </a:rPr>
            <a:t>cg'e"lt</a:t>
          </a:r>
          <a:r>
            <a:rPr lang="en-US" sz="2800" kern="1200" dirty="0">
              <a:latin typeface="Preeti" pitchFamily="2" charset="0"/>
            </a:rPr>
            <a:t> u/</a:t>
          </a:r>
          <a:r>
            <a:rPr lang="en-US" sz="2800" kern="1200" dirty="0" err="1">
              <a:latin typeface="Preeti" pitchFamily="2" charset="0"/>
            </a:rPr>
            <a:t>fpg</a:t>
          </a:r>
          <a:r>
            <a:rPr lang="en-US" sz="2800" kern="1200" dirty="0">
              <a:latin typeface="Preeti" pitchFamily="2" charset="0"/>
            </a:rPr>
            <a:t>],</a:t>
          </a:r>
        </a:p>
      </dsp:txBody>
      <dsp:txXfrm rot="10800000">
        <a:off x="732583" y="3023715"/>
        <a:ext cx="9230581" cy="720596"/>
      </dsp:txXfrm>
    </dsp:sp>
    <dsp:sp modelId="{76A09E92-1C30-4929-8CCC-5A7608890B70}">
      <dsp:nvSpPr>
        <dsp:cNvPr id="0" name=""/>
        <dsp:cNvSpPr/>
      </dsp:nvSpPr>
      <dsp:spPr>
        <a:xfrm>
          <a:off x="362860" y="3037070"/>
          <a:ext cx="465281" cy="4652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F15562-C02C-44EE-B1E7-65EF7D74E98C}">
      <dsp:nvSpPr>
        <dsp:cNvPr id="0" name=""/>
        <dsp:cNvSpPr/>
      </dsp:nvSpPr>
      <dsp:spPr>
        <a:xfrm rot="10800000">
          <a:off x="552434" y="3883201"/>
          <a:ext cx="9410730" cy="46528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176" tIns="106680" rIns="199136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>
              <a:latin typeface="Preeti" pitchFamily="2" charset="0"/>
            </a:rPr>
            <a:t>sfg"gåf</a:t>
          </a:r>
          <a:r>
            <a:rPr lang="en-US" sz="2800" kern="1200" dirty="0">
              <a:latin typeface="Preeti" pitchFamily="2" charset="0"/>
            </a:rPr>
            <a:t>/f </a:t>
          </a:r>
          <a:r>
            <a:rPr lang="en-US" sz="2800" kern="1200" dirty="0" err="1">
              <a:latin typeface="Preeti" pitchFamily="2" charset="0"/>
            </a:rPr>
            <a:t>lgif</a:t>
          </a:r>
          <a:r>
            <a:rPr lang="en-US" sz="2800" kern="1200" dirty="0">
              <a:latin typeface="Preeti" pitchFamily="2" charset="0"/>
            </a:rPr>
            <a:t>]</a:t>
          </a:r>
          <a:r>
            <a:rPr lang="en-US" sz="2800" kern="1200" dirty="0" err="1">
              <a:latin typeface="Preeti" pitchFamily="2" charset="0"/>
            </a:rPr>
            <a:t>lwt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cfr</a:t>
          </a:r>
          <a:r>
            <a:rPr lang="en-US" sz="2800" kern="1200" dirty="0">
              <a:latin typeface="Preeti" pitchFamily="2" charset="0"/>
            </a:rPr>
            <a:t>/</a:t>
          </a:r>
          <a:r>
            <a:rPr lang="en-US" sz="2800" kern="1200" dirty="0" err="1">
              <a:latin typeface="Preeti" pitchFamily="2" charset="0"/>
            </a:rPr>
            <a:t>0fsf</a:t>
          </a:r>
          <a:r>
            <a:rPr lang="en-US" sz="2800" kern="1200" dirty="0">
              <a:latin typeface="Preeti" pitchFamily="2" charset="0"/>
            </a:rPr>
            <a:t>] </a:t>
          </a:r>
          <a:r>
            <a:rPr lang="en-US" sz="2800" kern="1200" dirty="0" err="1">
              <a:latin typeface="Preeti" pitchFamily="2" charset="0"/>
            </a:rPr>
            <a:t>lgGbf</a:t>
          </a:r>
          <a:r>
            <a:rPr lang="en-US" sz="2800" kern="1200" dirty="0">
              <a:latin typeface="Preeti" pitchFamily="2" charset="0"/>
            </a:rPr>
            <a:t> </a:t>
          </a:r>
          <a:r>
            <a:rPr lang="en-US" sz="2800" kern="1200" dirty="0" err="1">
              <a:latin typeface="Preeti" pitchFamily="2" charset="0"/>
            </a:rPr>
            <a:t>ug</a:t>
          </a:r>
          <a:r>
            <a:rPr lang="en-US" sz="2800" kern="1200" dirty="0">
              <a:latin typeface="Preeti" pitchFamily="2" charset="0"/>
            </a:rPr>
            <a:t>]{ .</a:t>
          </a:r>
        </a:p>
      </dsp:txBody>
      <dsp:txXfrm rot="10800000">
        <a:off x="668754" y="3883201"/>
        <a:ext cx="9294410" cy="465281"/>
      </dsp:txXfrm>
    </dsp:sp>
    <dsp:sp modelId="{5A461371-B4E0-435C-AE39-501066A9EBD8}">
      <dsp:nvSpPr>
        <dsp:cNvPr id="0" name=""/>
        <dsp:cNvSpPr/>
      </dsp:nvSpPr>
      <dsp:spPr>
        <a:xfrm>
          <a:off x="442870" y="3871769"/>
          <a:ext cx="465281" cy="465281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4A3861-3B40-42A1-9D09-1155138B64D9}">
      <dsp:nvSpPr>
        <dsp:cNvPr id="0" name=""/>
        <dsp:cNvSpPr/>
      </dsp:nvSpPr>
      <dsp:spPr>
        <a:xfrm rot="5400000">
          <a:off x="6816183" y="-2945049"/>
          <a:ext cx="668848" cy="6729984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latin typeface="Preeti" pitchFamily="2" charset="0"/>
            </a:rPr>
            <a:t>h:tf] ck/</a:t>
          </a:r>
          <a:r>
            <a:rPr lang="en-US" sz="2000" kern="1200" dirty="0" err="1">
              <a:latin typeface="Preeti" pitchFamily="2" charset="0"/>
            </a:rPr>
            <a:t>fw</a:t>
          </a:r>
          <a:r>
            <a:rPr lang="en-US" sz="2000" kern="1200" dirty="0">
              <a:latin typeface="Preeti" pitchFamily="2" charset="0"/>
            </a:rPr>
            <a:t> u/]sf] 5 </a:t>
          </a:r>
          <a:r>
            <a:rPr lang="en-US" sz="2000" kern="1200" dirty="0" err="1">
              <a:latin typeface="Preeti" pitchFamily="2" charset="0"/>
            </a:rPr>
            <a:t>To:t</a:t>
          </a:r>
          <a:r>
            <a:rPr lang="en-US" sz="2000" kern="1200" dirty="0">
              <a:latin typeface="Preeti" pitchFamily="2" charset="0"/>
            </a:rPr>
            <a:t>} ;</a:t>
          </a:r>
          <a:r>
            <a:rPr lang="en-US" sz="2000" kern="1200" dirty="0" err="1">
              <a:latin typeface="Preeti" pitchFamily="2" charset="0"/>
            </a:rPr>
            <a:t>hfo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lbg</a:t>
          </a:r>
          <a:endParaRPr lang="en-US" sz="2000" kern="1200" dirty="0"/>
        </a:p>
      </dsp:txBody>
      <dsp:txXfrm rot="-5400000">
        <a:off x="3785615" y="118169"/>
        <a:ext cx="6697334" cy="603548"/>
      </dsp:txXfrm>
    </dsp:sp>
    <dsp:sp modelId="{3C64B1E6-D282-4B60-9FD3-49CE4B725995}">
      <dsp:nvSpPr>
        <dsp:cNvPr id="0" name=""/>
        <dsp:cNvSpPr/>
      </dsp:nvSpPr>
      <dsp:spPr>
        <a:xfrm>
          <a:off x="0" y="1912"/>
          <a:ext cx="3785616" cy="8360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>
              <a:latin typeface="Preeti" pitchFamily="2" charset="0"/>
            </a:rPr>
            <a:t>k|ltsf/</a:t>
          </a:r>
          <a:r>
            <a:rPr lang="en-US" sz="4200" kern="1200" dirty="0" err="1">
              <a:latin typeface="Preeti" pitchFamily="2" charset="0"/>
            </a:rPr>
            <a:t>fTds</a:t>
          </a:r>
          <a:r>
            <a:rPr lang="en-US" sz="4200" kern="1200" dirty="0">
              <a:latin typeface="Preeti" pitchFamily="2" charset="0"/>
            </a:rPr>
            <a:t> </a:t>
          </a:r>
          <a:endParaRPr lang="en-US" sz="4200" kern="1200" dirty="0"/>
        </a:p>
      </dsp:txBody>
      <dsp:txXfrm>
        <a:off x="40813" y="42725"/>
        <a:ext cx="3703990" cy="754434"/>
      </dsp:txXfrm>
    </dsp:sp>
    <dsp:sp modelId="{D3503537-0410-4B00-8319-21957D00355C}">
      <dsp:nvSpPr>
        <dsp:cNvPr id="0" name=""/>
        <dsp:cNvSpPr/>
      </dsp:nvSpPr>
      <dsp:spPr>
        <a:xfrm rot="5400000">
          <a:off x="6816183" y="-2067186"/>
          <a:ext cx="668848" cy="6729984"/>
        </a:xfrm>
        <a:prstGeom prst="round2SameRect">
          <a:avLst/>
        </a:prstGeom>
        <a:solidFill>
          <a:schemeClr val="accent3">
            <a:tint val="40000"/>
            <a:alpha val="90000"/>
            <a:hueOff val="507285"/>
            <a:satOff val="25000"/>
            <a:lumOff val="445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507285"/>
              <a:satOff val="25000"/>
              <a:lumOff val="4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latin typeface="Preeti" pitchFamily="2" charset="0"/>
            </a:rPr>
            <a:t>ck/</a:t>
          </a:r>
          <a:r>
            <a:rPr lang="en-US" sz="2000" kern="1200" dirty="0" err="1">
              <a:latin typeface="Preeti" pitchFamily="2" charset="0"/>
            </a:rPr>
            <a:t>fw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ug</a:t>
          </a:r>
          <a:r>
            <a:rPr lang="en-US" sz="2000" kern="1200" dirty="0">
              <a:latin typeface="Preeti" pitchFamily="2" charset="0"/>
            </a:rPr>
            <a:t>]{ </a:t>
          </a:r>
          <a:r>
            <a:rPr lang="en-US" sz="2000" kern="1200" dirty="0" err="1">
              <a:latin typeface="Preeti" pitchFamily="2" charset="0"/>
            </a:rPr>
            <a:t>AolQm</a:t>
          </a:r>
          <a:r>
            <a:rPr lang="en-US" sz="2000" kern="1200" dirty="0">
              <a:latin typeface="Preeti" pitchFamily="2" charset="0"/>
            </a:rPr>
            <a:t> ;</a:t>
          </a:r>
          <a:r>
            <a:rPr lang="en-US" sz="2000" kern="1200" dirty="0" err="1">
              <a:latin typeface="Preeti" pitchFamily="2" charset="0"/>
            </a:rPr>
            <a:t>hfosf</a:t>
          </a:r>
          <a:r>
            <a:rPr lang="en-US" sz="2000" kern="1200" dirty="0">
              <a:latin typeface="Preeti" pitchFamily="2" charset="0"/>
            </a:rPr>
            <a:t>] </a:t>
          </a:r>
          <a:r>
            <a:rPr lang="en-US" sz="2000" kern="1200" dirty="0" err="1">
              <a:latin typeface="Preeti" pitchFamily="2" charset="0"/>
            </a:rPr>
            <a:t>lk8f</a:t>
          </a:r>
          <a:r>
            <a:rPr lang="en-US" sz="2000" kern="1200" dirty="0">
              <a:latin typeface="Preeti" pitchFamily="2" charset="0"/>
            </a:rPr>
            <a:t> ;</a:t>
          </a:r>
          <a:r>
            <a:rPr lang="en-US" sz="2000" kern="1200" dirty="0" err="1">
              <a:latin typeface="Preeti" pitchFamily="2" charset="0"/>
            </a:rPr>
            <a:t>lDem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k'g</a:t>
          </a:r>
          <a:r>
            <a:rPr lang="en-US" sz="2000" kern="1200" dirty="0">
              <a:latin typeface="Preeti" pitchFamily="2" charset="0"/>
            </a:rPr>
            <a:t> M ck/</a:t>
          </a:r>
          <a:r>
            <a:rPr lang="en-US" sz="2000" kern="1200" dirty="0" err="1">
              <a:latin typeface="Preeti" pitchFamily="2" charset="0"/>
            </a:rPr>
            <a:t>fw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gu</a:t>
          </a:r>
          <a:r>
            <a:rPr lang="en-US" sz="2000" kern="1200" dirty="0">
              <a:latin typeface="Preeti" pitchFamily="2" charset="0"/>
            </a:rPr>
            <a:t>/f]; / </a:t>
          </a:r>
          <a:r>
            <a:rPr lang="en-US" sz="2000" kern="1200" dirty="0" err="1">
              <a:latin typeface="Preeti" pitchFamily="2" charset="0"/>
            </a:rPr>
            <a:t>c?n</a:t>
          </a:r>
          <a:r>
            <a:rPr lang="en-US" sz="2000" kern="1200" dirty="0">
              <a:latin typeface="Preeti" pitchFamily="2" charset="0"/>
            </a:rPr>
            <a:t>] </a:t>
          </a:r>
          <a:r>
            <a:rPr lang="en-US" sz="2000" kern="1200" dirty="0" err="1">
              <a:latin typeface="Preeti" pitchFamily="2" charset="0"/>
            </a:rPr>
            <a:t>klg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Tof</a:t>
          </a:r>
          <a:r>
            <a:rPr lang="en-US" sz="2000" kern="1200" dirty="0">
              <a:latin typeface="Preeti" pitchFamily="2" charset="0"/>
            </a:rPr>
            <a:t>] b]v]/ ck/</a:t>
          </a:r>
          <a:r>
            <a:rPr lang="en-US" sz="2000" kern="1200" dirty="0" err="1">
              <a:latin typeface="Preeti" pitchFamily="2" charset="0"/>
            </a:rPr>
            <a:t>fw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gu?g</a:t>
          </a:r>
          <a:r>
            <a:rPr lang="en-US" sz="2000" kern="1200" dirty="0">
              <a:latin typeface="Preeti" pitchFamily="2" charset="0"/>
            </a:rPr>
            <a:t> </a:t>
          </a:r>
          <a:endParaRPr lang="en-US" sz="2000" kern="1200" dirty="0"/>
        </a:p>
      </dsp:txBody>
      <dsp:txXfrm rot="-5400000">
        <a:off x="3785615" y="996032"/>
        <a:ext cx="6697334" cy="603548"/>
      </dsp:txXfrm>
    </dsp:sp>
    <dsp:sp modelId="{E1C425EB-32D3-4D5C-AC7F-9D2E9949CBD4}">
      <dsp:nvSpPr>
        <dsp:cNvPr id="0" name=""/>
        <dsp:cNvSpPr/>
      </dsp:nvSpPr>
      <dsp:spPr>
        <a:xfrm>
          <a:off x="0" y="879775"/>
          <a:ext cx="3785616" cy="836060"/>
        </a:xfrm>
        <a:prstGeom prst="roundRect">
          <a:avLst/>
        </a:prstGeom>
        <a:solidFill>
          <a:schemeClr val="accent3">
            <a:hueOff val="677650"/>
            <a:satOff val="25000"/>
            <a:lumOff val="-36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>
              <a:latin typeface="Preeti" pitchFamily="2" charset="0"/>
            </a:rPr>
            <a:t>xtf]</a:t>
          </a:r>
          <a:r>
            <a:rPr lang="en-US" sz="4200" kern="1200" dirty="0" err="1">
              <a:latin typeface="Preeti" pitchFamily="2" charset="0"/>
            </a:rPr>
            <a:t>T;fx</a:t>
          </a:r>
          <a:endParaRPr lang="en-US" sz="4200" kern="1200" dirty="0"/>
        </a:p>
      </dsp:txBody>
      <dsp:txXfrm>
        <a:off x="40813" y="920588"/>
        <a:ext cx="3703990" cy="754434"/>
      </dsp:txXfrm>
    </dsp:sp>
    <dsp:sp modelId="{4D2E254F-0C2A-4A36-990E-2E0B3CB296DB}">
      <dsp:nvSpPr>
        <dsp:cNvPr id="0" name=""/>
        <dsp:cNvSpPr/>
      </dsp:nvSpPr>
      <dsp:spPr>
        <a:xfrm rot="5400000">
          <a:off x="6816183" y="-1189323"/>
          <a:ext cx="668848" cy="6729984"/>
        </a:xfrm>
        <a:prstGeom prst="round2SameRect">
          <a:avLst/>
        </a:prstGeom>
        <a:solidFill>
          <a:schemeClr val="accent3">
            <a:tint val="40000"/>
            <a:alpha val="90000"/>
            <a:hueOff val="1014570"/>
            <a:satOff val="50000"/>
            <a:lumOff val="89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014570"/>
              <a:satOff val="50000"/>
              <a:lumOff val="8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latin typeface="Preeti" pitchFamily="2" charset="0"/>
            </a:rPr>
            <a:t>ck/</a:t>
          </a:r>
          <a:r>
            <a:rPr lang="en-US" sz="2000" kern="1200" dirty="0" err="1">
              <a:latin typeface="Preeti" pitchFamily="2" charset="0"/>
            </a:rPr>
            <a:t>fwLnfO</a:t>
          </a:r>
          <a:r>
            <a:rPr lang="en-US" sz="2000" kern="1200" dirty="0">
              <a:latin typeface="Preeti" pitchFamily="2" charset="0"/>
            </a:rPr>
            <a:t> ;</a:t>
          </a:r>
          <a:r>
            <a:rPr lang="en-US" sz="2000" kern="1200" dirty="0" err="1">
              <a:latin typeface="Preeti" pitchFamily="2" charset="0"/>
            </a:rPr>
            <a:t>dfh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af6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6f9f</a:t>
          </a:r>
          <a:r>
            <a:rPr lang="en-US" sz="2000" kern="1200" dirty="0">
              <a:latin typeface="Preeti" pitchFamily="2" charset="0"/>
            </a:rPr>
            <a:t> /</a:t>
          </a:r>
          <a:r>
            <a:rPr lang="en-US" sz="2000" kern="1200" dirty="0" err="1">
              <a:latin typeface="Preeti" pitchFamily="2" charset="0"/>
            </a:rPr>
            <a:t>fv</a:t>
          </a:r>
          <a:r>
            <a:rPr lang="en-US" sz="2000" kern="1200" dirty="0">
              <a:latin typeface="Preeti" pitchFamily="2" charset="0"/>
            </a:rPr>
            <a:t>]</a:t>
          </a:r>
          <a:r>
            <a:rPr lang="en-US" sz="2000" kern="1200" dirty="0" err="1">
              <a:latin typeface="Preeti" pitchFamily="2" charset="0"/>
            </a:rPr>
            <a:t>kl5</a:t>
          </a:r>
          <a:r>
            <a:rPr lang="en-US" sz="2000" kern="1200" dirty="0">
              <a:latin typeface="Preeti" pitchFamily="2" charset="0"/>
            </a:rPr>
            <a:t> ;</a:t>
          </a:r>
          <a:r>
            <a:rPr lang="en-US" sz="2000" kern="1200" dirty="0" err="1">
              <a:latin typeface="Preeti" pitchFamily="2" charset="0"/>
            </a:rPr>
            <a:t>dfhdf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zflGt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sfod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x'G5</a:t>
          </a:r>
          <a:r>
            <a:rPr lang="en-US" sz="2000" kern="1200" dirty="0">
              <a:latin typeface="Preeti" pitchFamily="2" charset="0"/>
            </a:rPr>
            <a:t> </a:t>
          </a:r>
          <a:endParaRPr lang="en-US" sz="2000" kern="1200" dirty="0"/>
        </a:p>
      </dsp:txBody>
      <dsp:txXfrm rot="-5400000">
        <a:off x="3785615" y="1873895"/>
        <a:ext cx="6697334" cy="603548"/>
      </dsp:txXfrm>
    </dsp:sp>
    <dsp:sp modelId="{B8752236-340F-415C-9680-9D5620AB7ADB}">
      <dsp:nvSpPr>
        <dsp:cNvPr id="0" name=""/>
        <dsp:cNvSpPr/>
      </dsp:nvSpPr>
      <dsp:spPr>
        <a:xfrm>
          <a:off x="0" y="1757638"/>
          <a:ext cx="3785616" cy="836060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>
              <a:latin typeface="Preeti" pitchFamily="2" charset="0"/>
            </a:rPr>
            <a:t>;'/</a:t>
          </a:r>
          <a:r>
            <a:rPr lang="en-US" sz="4200" kern="1200" dirty="0" err="1">
              <a:latin typeface="Preeti" pitchFamily="2" charset="0"/>
            </a:rPr>
            <a:t>IffTds</a:t>
          </a:r>
          <a:r>
            <a:rPr lang="en-US" sz="4200" kern="1200" dirty="0">
              <a:latin typeface="Preeti" pitchFamily="2" charset="0"/>
            </a:rPr>
            <a:t> </a:t>
          </a:r>
          <a:endParaRPr lang="en-US" sz="4200" kern="1200" dirty="0"/>
        </a:p>
      </dsp:txBody>
      <dsp:txXfrm>
        <a:off x="40813" y="1798451"/>
        <a:ext cx="3703990" cy="754434"/>
      </dsp:txXfrm>
    </dsp:sp>
    <dsp:sp modelId="{367CDAC2-19A6-4E29-BE2F-9DA1ED24B90E}">
      <dsp:nvSpPr>
        <dsp:cNvPr id="0" name=""/>
        <dsp:cNvSpPr/>
      </dsp:nvSpPr>
      <dsp:spPr>
        <a:xfrm rot="5400000">
          <a:off x="6816183" y="-311459"/>
          <a:ext cx="668848" cy="6729984"/>
        </a:xfrm>
        <a:prstGeom prst="round2SameRect">
          <a:avLst/>
        </a:prstGeom>
        <a:solidFill>
          <a:schemeClr val="accent3">
            <a:tint val="40000"/>
            <a:alpha val="90000"/>
            <a:hueOff val="1521856"/>
            <a:satOff val="75000"/>
            <a:lumOff val="1334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521856"/>
              <a:satOff val="75000"/>
              <a:lumOff val="13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>
              <a:latin typeface="Preeti" pitchFamily="2" charset="0"/>
            </a:rPr>
            <a:t>ck/</a:t>
          </a:r>
          <a:r>
            <a:rPr lang="en-US" sz="2000" kern="1200" dirty="0" err="1">
              <a:latin typeface="Preeti" pitchFamily="2" charset="0"/>
            </a:rPr>
            <a:t>fwLnfO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b08</a:t>
          </a:r>
          <a:r>
            <a:rPr lang="en-US" sz="2000" kern="1200" dirty="0">
              <a:latin typeface="Preeti" pitchFamily="2" charset="0"/>
            </a:rPr>
            <a:t> </a:t>
          </a:r>
          <a:r>
            <a:rPr lang="en-US" sz="2000" kern="1200" dirty="0" err="1">
              <a:latin typeface="Preeti" pitchFamily="2" charset="0"/>
            </a:rPr>
            <a:t>eGbf</a:t>
          </a:r>
          <a:r>
            <a:rPr lang="en-US" sz="2000" kern="1200" dirty="0">
              <a:latin typeface="Preeti" pitchFamily="2" charset="0"/>
            </a:rPr>
            <a:t> ;'</a:t>
          </a:r>
          <a:r>
            <a:rPr lang="en-US" sz="2000" kern="1200" dirty="0" err="1">
              <a:latin typeface="Preeti" pitchFamily="2" charset="0"/>
            </a:rPr>
            <a:t>wf</a:t>
          </a:r>
          <a:r>
            <a:rPr lang="en-US" sz="2000" kern="1200" dirty="0">
              <a:latin typeface="Preeti" pitchFamily="2" charset="0"/>
            </a:rPr>
            <a:t>/ </a:t>
          </a:r>
          <a:r>
            <a:rPr lang="en-US" sz="2000" kern="1200" dirty="0" err="1">
              <a:latin typeface="Preeti" pitchFamily="2" charset="0"/>
            </a:rPr>
            <a:t>ug</a:t>
          </a:r>
          <a:r>
            <a:rPr lang="en-US" sz="2000" kern="1200" dirty="0">
              <a:latin typeface="Preeti" pitchFamily="2" charset="0"/>
            </a:rPr>
            <a:t>'{ </a:t>
          </a:r>
          <a:r>
            <a:rPr lang="en-US" sz="2000" kern="1200" dirty="0" err="1">
              <a:latin typeface="Preeti" pitchFamily="2" charset="0"/>
            </a:rPr>
            <a:t>k5</a:t>
          </a:r>
          <a:endParaRPr lang="en-US" sz="2000" kern="1200" dirty="0"/>
        </a:p>
      </dsp:txBody>
      <dsp:txXfrm rot="-5400000">
        <a:off x="3785615" y="2751759"/>
        <a:ext cx="6697334" cy="603548"/>
      </dsp:txXfrm>
    </dsp:sp>
    <dsp:sp modelId="{1BF135AC-FC99-45E9-8300-939E3110685E}">
      <dsp:nvSpPr>
        <dsp:cNvPr id="0" name=""/>
        <dsp:cNvSpPr/>
      </dsp:nvSpPr>
      <dsp:spPr>
        <a:xfrm>
          <a:off x="0" y="2635502"/>
          <a:ext cx="3785616" cy="836060"/>
        </a:xfrm>
        <a:prstGeom prst="roundRect">
          <a:avLst/>
        </a:prstGeom>
        <a:solidFill>
          <a:schemeClr val="accent3">
            <a:hueOff val="2032949"/>
            <a:satOff val="75000"/>
            <a:lumOff val="-110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>
              <a:latin typeface="Preeti" pitchFamily="2" charset="0"/>
            </a:rPr>
            <a:t>;'</a:t>
          </a:r>
          <a:r>
            <a:rPr lang="en-US" sz="4200" kern="1200" dirty="0" err="1">
              <a:latin typeface="Preeti" pitchFamily="2" charset="0"/>
            </a:rPr>
            <a:t>wf</a:t>
          </a:r>
          <a:r>
            <a:rPr lang="en-US" sz="4200" kern="1200" dirty="0">
              <a:latin typeface="Preeti" pitchFamily="2" charset="0"/>
            </a:rPr>
            <a:t>/</a:t>
          </a:r>
          <a:r>
            <a:rPr lang="en-US" sz="4200" kern="1200" dirty="0" err="1">
              <a:latin typeface="Preeti" pitchFamily="2" charset="0"/>
            </a:rPr>
            <a:t>fTds</a:t>
          </a:r>
          <a:r>
            <a:rPr lang="en-US" sz="4200" kern="1200" dirty="0">
              <a:latin typeface="Preeti" pitchFamily="2" charset="0"/>
            </a:rPr>
            <a:t> </a:t>
          </a:r>
          <a:endParaRPr lang="en-US" sz="4200" kern="1200" dirty="0"/>
        </a:p>
      </dsp:txBody>
      <dsp:txXfrm>
        <a:off x="40813" y="2676315"/>
        <a:ext cx="3703990" cy="754434"/>
      </dsp:txXfrm>
    </dsp:sp>
    <dsp:sp modelId="{E88A20F1-90C5-4306-989C-5C08002A55C0}">
      <dsp:nvSpPr>
        <dsp:cNvPr id="0" name=""/>
        <dsp:cNvSpPr/>
      </dsp:nvSpPr>
      <dsp:spPr>
        <a:xfrm rot="5400000">
          <a:off x="6816183" y="566403"/>
          <a:ext cx="668848" cy="6729984"/>
        </a:xfrm>
        <a:prstGeom prst="round2SameRect">
          <a:avLst/>
        </a:prstGeom>
        <a:solidFill>
          <a:schemeClr val="accent3">
            <a:tint val="40000"/>
            <a:alpha val="90000"/>
            <a:hueOff val="2029141"/>
            <a:satOff val="100000"/>
            <a:lumOff val="1779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029141"/>
              <a:satOff val="100000"/>
              <a:lumOff val="17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err="1">
              <a:latin typeface="Preeti" pitchFamily="2" charset="0"/>
            </a:rPr>
            <a:t>cleo'Qm</a:t>
          </a:r>
          <a:r>
            <a:rPr lang="en-US" sz="2000" kern="1200" dirty="0">
              <a:latin typeface="Preeti" pitchFamily="2" charset="0"/>
            </a:rPr>
            <a:t>  </a:t>
          </a:r>
          <a:r>
            <a:rPr lang="en-US" sz="2000" kern="1200" dirty="0" err="1">
              <a:latin typeface="Preeti" pitchFamily="2" charset="0"/>
            </a:rPr>
            <a:t>kLl8t</a:t>
          </a:r>
          <a:r>
            <a:rPr lang="en-US" sz="2000" kern="1200" dirty="0">
              <a:latin typeface="Preeti" pitchFamily="2" charset="0"/>
            </a:rPr>
            <a:t> / ;</a:t>
          </a:r>
          <a:r>
            <a:rPr lang="en-US" sz="2000" kern="1200" dirty="0" err="1">
              <a:latin typeface="Preeti" pitchFamily="2" charset="0"/>
            </a:rPr>
            <a:t>dfhdf</a:t>
          </a:r>
          <a:r>
            <a:rPr lang="en-US" sz="2000" kern="1200" dirty="0">
              <a:latin typeface="Preeti" pitchFamily="2" charset="0"/>
            </a:rPr>
            <a:t> ck/</a:t>
          </a:r>
          <a:r>
            <a:rPr lang="en-US" sz="2000" kern="1200" dirty="0" err="1">
              <a:latin typeface="Preeti" pitchFamily="2" charset="0"/>
            </a:rPr>
            <a:t>fwn</a:t>
          </a:r>
          <a:r>
            <a:rPr lang="en-US" sz="2000" kern="1200" dirty="0">
              <a:latin typeface="Preeti" pitchFamily="2" charset="0"/>
            </a:rPr>
            <a:t>] </a:t>
          </a:r>
          <a:r>
            <a:rPr lang="en-US" sz="2000" kern="1200" dirty="0" err="1">
              <a:latin typeface="Preeti" pitchFamily="2" charset="0"/>
            </a:rPr>
            <a:t>ljuf</a:t>
          </a:r>
          <a:r>
            <a:rPr lang="en-US" sz="2000" kern="1200" dirty="0">
              <a:latin typeface="Preeti" pitchFamily="2" charset="0"/>
            </a:rPr>
            <a:t>/]sf] ;</a:t>
          </a:r>
          <a:r>
            <a:rPr lang="en-US" sz="2000" kern="1200" dirty="0" err="1">
              <a:latin typeface="Preeti" pitchFamily="2" charset="0"/>
            </a:rPr>
            <a:t>DaGw</a:t>
          </a:r>
          <a:r>
            <a:rPr lang="en-US" sz="2000" kern="1200" dirty="0">
              <a:latin typeface="Preeti" pitchFamily="2" charset="0"/>
            </a:rPr>
            <a:t> ;'</a:t>
          </a:r>
          <a:r>
            <a:rPr lang="en-US" sz="2000" kern="1200" dirty="0" err="1">
              <a:latin typeface="Preeti" pitchFamily="2" charset="0"/>
            </a:rPr>
            <a:t>wf</a:t>
          </a:r>
          <a:r>
            <a:rPr lang="en-US" sz="2000" kern="1200" dirty="0">
              <a:latin typeface="Preeti" pitchFamily="2" charset="0"/>
            </a:rPr>
            <a:t>/ </a:t>
          </a:r>
          <a:r>
            <a:rPr lang="en-US" sz="2000" kern="1200" dirty="0" err="1">
              <a:latin typeface="Preeti" pitchFamily="2" charset="0"/>
            </a:rPr>
            <a:t>ug</a:t>
          </a:r>
          <a:r>
            <a:rPr lang="en-US" sz="2000" kern="1200" dirty="0">
              <a:latin typeface="Preeti" pitchFamily="2" charset="0"/>
            </a:rPr>
            <a:t>]{ </a:t>
          </a:r>
        </a:p>
      </dsp:txBody>
      <dsp:txXfrm rot="-5400000">
        <a:off x="3785615" y="3629621"/>
        <a:ext cx="6697334" cy="603548"/>
      </dsp:txXfrm>
    </dsp:sp>
    <dsp:sp modelId="{C2B6057D-4A06-4B94-9A53-98AD5BC7849D}">
      <dsp:nvSpPr>
        <dsp:cNvPr id="0" name=""/>
        <dsp:cNvSpPr/>
      </dsp:nvSpPr>
      <dsp:spPr>
        <a:xfrm>
          <a:off x="0" y="3513365"/>
          <a:ext cx="3785616" cy="836060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 err="1">
              <a:latin typeface="Preeti" pitchFamily="2" charset="0"/>
            </a:rPr>
            <a:t>k'g:yfksLo</a:t>
          </a:r>
          <a:r>
            <a:rPr lang="en-US" sz="4200" kern="1200" dirty="0">
              <a:latin typeface="Preeti" pitchFamily="2" charset="0"/>
            </a:rPr>
            <a:t> </a:t>
          </a:r>
          <a:r>
            <a:rPr lang="en-US" sz="4200" kern="1200" dirty="0" err="1">
              <a:latin typeface="Preeti" pitchFamily="2" charset="0"/>
            </a:rPr>
            <a:t>Gofo</a:t>
          </a:r>
          <a:r>
            <a:rPr lang="en-US" sz="4200" kern="1200" dirty="0">
              <a:latin typeface="Preeti" pitchFamily="2" charset="0"/>
            </a:rPr>
            <a:t> </a:t>
          </a:r>
        </a:p>
      </dsp:txBody>
      <dsp:txXfrm>
        <a:off x="40813" y="3554178"/>
        <a:ext cx="3703990" cy="7544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D2350-5B27-4F1C-BC7F-5AD8A1572D7D}">
      <dsp:nvSpPr>
        <dsp:cNvPr id="0" name=""/>
        <dsp:cNvSpPr/>
      </dsp:nvSpPr>
      <dsp:spPr>
        <a:xfrm>
          <a:off x="40" y="126828"/>
          <a:ext cx="3845569" cy="806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>
              <a:latin typeface="Preeti" pitchFamily="2" charset="0"/>
            </a:rPr>
            <a:t>Nffu</a:t>
          </a:r>
          <a:r>
            <a:rPr lang="en-US" sz="2800" kern="1200" dirty="0" smtClean="0">
              <a:latin typeface="Preeti"/>
            </a:rPr>
            <a:t>"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x</a:t>
          </a:r>
          <a:r>
            <a:rPr lang="en-US" sz="2800" kern="1200" dirty="0" err="1" smtClean="0">
              <a:latin typeface="Preeti"/>
            </a:rPr>
            <a:t>'</a:t>
          </a:r>
          <a:r>
            <a:rPr lang="en-US" sz="2800" kern="1200" dirty="0" err="1" smtClean="0">
              <a:latin typeface="Preeti" pitchFamily="2" charset="0"/>
            </a:rPr>
            <a:t>g</a:t>
          </a:r>
          <a:r>
            <a:rPr lang="en-US" sz="2800" kern="1200" dirty="0" smtClean="0">
              <a:latin typeface="Preeti" pitchFamily="2" charset="0"/>
            </a:rPr>
            <a:t>]</a:t>
          </a:r>
          <a:endParaRPr lang="en-US" sz="2800" kern="1200" dirty="0">
            <a:latin typeface="Preeti" pitchFamily="2" charset="0"/>
          </a:endParaRPr>
        </a:p>
      </dsp:txBody>
      <dsp:txXfrm>
        <a:off x="40" y="126828"/>
        <a:ext cx="3845569" cy="806400"/>
      </dsp:txXfrm>
    </dsp:sp>
    <dsp:sp modelId="{722659DA-17E3-4819-8872-5E89A09216CA}">
      <dsp:nvSpPr>
        <dsp:cNvPr id="0" name=""/>
        <dsp:cNvSpPr/>
      </dsp:nvSpPr>
      <dsp:spPr>
        <a:xfrm>
          <a:off x="40" y="933228"/>
          <a:ext cx="3845569" cy="34659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err="1" smtClean="0">
              <a:latin typeface="Preeti" pitchFamily="2" charset="0"/>
            </a:rPr>
            <a:t>s'g</a:t>
          </a:r>
          <a:r>
            <a:rPr lang="en-US" sz="2800" kern="1200" dirty="0" smtClean="0">
              <a:latin typeface="Preeti" pitchFamily="2" charset="0"/>
            </a:rPr>
            <a:t>} s;"/</a:t>
          </a:r>
          <a:r>
            <a:rPr lang="en-US" sz="2800" kern="1200" dirty="0" err="1" smtClean="0">
              <a:latin typeface="Preeti" pitchFamily="2" charset="0"/>
            </a:rPr>
            <a:t>sf</a:t>
          </a:r>
          <a:r>
            <a:rPr lang="en-US" sz="2800" kern="1200" dirty="0" smtClean="0">
              <a:latin typeface="Preeti" pitchFamily="2" charset="0"/>
            </a:rPr>
            <a:t> ;</a:t>
          </a:r>
          <a:r>
            <a:rPr lang="en-US" sz="2800" kern="1200" dirty="0" err="1" smtClean="0">
              <a:latin typeface="Preeti" pitchFamily="2" charset="0"/>
            </a:rPr>
            <a:t>DaGwdf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cbfntaf6</a:t>
          </a:r>
          <a:r>
            <a:rPr lang="en-US" sz="2800" kern="1200" dirty="0" smtClean="0">
              <a:latin typeface="Preeti" pitchFamily="2" charset="0"/>
            </a:rPr>
            <a:t> ;</a:t>
          </a:r>
          <a:r>
            <a:rPr lang="en-US" sz="2800" kern="1200" dirty="0" err="1" smtClean="0">
              <a:latin typeface="Preeti" pitchFamily="2" charset="0"/>
            </a:rPr>
            <a:t>hfo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lgwf</a:t>
          </a:r>
          <a:r>
            <a:rPr lang="en-US" sz="2800" kern="1200" dirty="0" smtClean="0">
              <a:latin typeface="Preeti" pitchFamily="2" charset="0"/>
            </a:rPr>
            <a:t>{/</a:t>
          </a:r>
          <a:r>
            <a:rPr lang="en-US" sz="2800" kern="1200" dirty="0" err="1" smtClean="0">
              <a:latin typeface="Preeti" pitchFamily="2" charset="0"/>
            </a:rPr>
            <a:t>0f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ug</a:t>
          </a:r>
          <a:r>
            <a:rPr lang="en-US" sz="2800" kern="1200" dirty="0" smtClean="0">
              <a:latin typeface="Preeti" pitchFamily="2" charset="0"/>
            </a:rPr>
            <a:t>]{ /</a:t>
          </a:r>
          <a:endParaRPr lang="en-US" sz="2800" kern="1200" dirty="0">
            <a:latin typeface="Preeti" pitchFamily="2" charset="0"/>
          </a:endParaRPr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To;sf</a:t>
          </a:r>
          <a:r>
            <a:rPr lang="en-US" sz="2800" kern="1200" dirty="0" smtClean="0">
              <a:latin typeface="Preeti" pitchFamily="2" charset="0"/>
            </a:rPr>
            <a:t>] </a:t>
          </a:r>
          <a:r>
            <a:rPr lang="en-US" sz="2800" kern="1200" dirty="0" err="1" smtClean="0">
              <a:latin typeface="Preeti" pitchFamily="2" charset="0"/>
            </a:rPr>
            <a:t>sfof</a:t>
          </a:r>
          <a:r>
            <a:rPr lang="en-US" sz="2800" kern="1200" dirty="0" smtClean="0">
              <a:latin typeface="Preeti" pitchFamily="2" charset="0"/>
            </a:rPr>
            <a:t>{</a:t>
          </a:r>
          <a:r>
            <a:rPr lang="en-US" sz="2800" kern="1200" dirty="0" err="1" smtClean="0">
              <a:latin typeface="Preeti" pitchFamily="2" charset="0"/>
            </a:rPr>
            <a:t>Gjog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ug</a:t>
          </a:r>
          <a:r>
            <a:rPr lang="en-US" sz="2800" kern="1200" dirty="0" smtClean="0">
              <a:latin typeface="Preeti" pitchFamily="2" charset="0"/>
            </a:rPr>
            <a:t>]{ ;</a:t>
          </a:r>
          <a:r>
            <a:rPr lang="en-US" sz="2800" kern="1200" dirty="0" err="1" smtClean="0">
              <a:latin typeface="Preeti" pitchFamily="2" charset="0"/>
            </a:rPr>
            <a:t>DaGwdf</a:t>
          </a:r>
          <a:r>
            <a:rPr lang="en-US" sz="2800" kern="1200" dirty="0" smtClean="0">
              <a:latin typeface="Preeti" pitchFamily="2" charset="0"/>
            </a:rPr>
            <a:t> </a:t>
          </a:r>
          <a:endParaRPr lang="en-US" sz="2800" kern="1200" dirty="0">
            <a:latin typeface="Preeti" pitchFamily="2" charset="0"/>
          </a:endParaRPr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err="1" smtClean="0">
              <a:solidFill>
                <a:srgbClr val="FF0000"/>
              </a:solidFill>
              <a:latin typeface="Preeti" pitchFamily="2" charset="0"/>
            </a:rPr>
            <a:t>ck</a:t>
          </a:r>
          <a:r>
            <a:rPr lang="en-US" sz="2800" kern="1200" dirty="0" smtClean="0">
              <a:solidFill>
                <a:srgbClr val="FF0000"/>
              </a:solidFill>
              <a:latin typeface="Preeti" pitchFamily="2" charset="0"/>
            </a:rPr>
            <a:t>/</a:t>
          </a:r>
          <a:r>
            <a:rPr lang="en-US" sz="2800" kern="1200" dirty="0" err="1" smtClean="0">
              <a:solidFill>
                <a:srgbClr val="FF0000"/>
              </a:solidFill>
              <a:latin typeface="Preeti" pitchFamily="2" charset="0"/>
            </a:rPr>
            <a:t>fw</a:t>
          </a:r>
          <a:r>
            <a:rPr lang="en-US" sz="2800" kern="1200" dirty="0" smtClean="0">
              <a:solidFill>
                <a:srgbClr val="FF0000"/>
              </a:solidFill>
              <a:latin typeface="Preeti" pitchFamily="2" charset="0"/>
            </a:rPr>
            <a:t> ;++</a:t>
          </a:r>
          <a:r>
            <a:rPr lang="en-US" sz="2800" kern="1200" dirty="0" err="1" smtClean="0">
              <a:solidFill>
                <a:srgbClr val="FF0000"/>
              </a:solidFill>
              <a:latin typeface="Preeti" pitchFamily="2" charset="0"/>
            </a:rPr>
            <a:t>lxtfafx</a:t>
          </a:r>
          <a:r>
            <a:rPr lang="en-US" sz="2800" kern="1200" dirty="0" smtClean="0">
              <a:solidFill>
                <a:srgbClr val="FF0000"/>
              </a:solidFill>
              <a:latin typeface="Preeti" pitchFamily="2" charset="0"/>
            </a:rPr>
            <a:t>]</a:t>
          </a:r>
          <a:r>
            <a:rPr lang="en-US" sz="2800" kern="1200" dirty="0" err="1" smtClean="0">
              <a:solidFill>
                <a:srgbClr val="FF0000"/>
              </a:solidFill>
              <a:latin typeface="Preeti" pitchFamily="2" charset="0"/>
            </a:rPr>
            <a:t>ssf</a:t>
          </a:r>
          <a:r>
            <a:rPr lang="en-US" sz="2800" kern="1200" dirty="0" smtClean="0">
              <a:solidFill>
                <a:srgbClr val="FF0000"/>
              </a:solidFill>
              <a:latin typeface="Preeti" pitchFamily="2" charset="0"/>
            </a:rPr>
            <a:t> </a:t>
          </a:r>
          <a:r>
            <a:rPr lang="en-US" sz="2800" kern="1200" dirty="0" err="1" smtClean="0">
              <a:solidFill>
                <a:srgbClr val="FF0000"/>
              </a:solidFill>
              <a:latin typeface="Preeti" pitchFamily="2" charset="0"/>
            </a:rPr>
            <a:t>cGo</a:t>
          </a:r>
          <a:r>
            <a:rPr lang="en-US" sz="2800" kern="1200" dirty="0" smtClean="0">
              <a:solidFill>
                <a:srgbClr val="FF0000"/>
              </a:solidFill>
              <a:latin typeface="Preeti" pitchFamily="2" charset="0"/>
            </a:rPr>
            <a:t> </a:t>
          </a:r>
          <a:r>
            <a:rPr lang="en-US" sz="2800" kern="1200" dirty="0" err="1" smtClean="0">
              <a:solidFill>
                <a:srgbClr val="FF0000"/>
              </a:solidFill>
              <a:latin typeface="Preeti" pitchFamily="2" charset="0"/>
            </a:rPr>
            <a:t>ljz</a:t>
          </a:r>
          <a:r>
            <a:rPr lang="en-US" sz="2800" kern="1200" dirty="0" smtClean="0">
              <a:solidFill>
                <a:srgbClr val="FF0000"/>
              </a:solidFill>
              <a:latin typeface="Preeti" pitchFamily="2" charset="0"/>
            </a:rPr>
            <a:t>]if </a:t>
          </a:r>
          <a:r>
            <a:rPr lang="en-US" sz="2800" kern="1200" dirty="0" err="1" smtClean="0">
              <a:solidFill>
                <a:srgbClr val="FF0000"/>
              </a:solidFill>
              <a:latin typeface="Preeti" pitchFamily="2" charset="0"/>
            </a:rPr>
            <a:t>sfg</a:t>
          </a:r>
          <a:r>
            <a:rPr lang="en-US" sz="2800" kern="1200" dirty="0" err="1" smtClean="0">
              <a:solidFill>
                <a:srgbClr val="FF0000"/>
              </a:solidFill>
              <a:latin typeface="Preeti"/>
            </a:rPr>
            <a:t>"</a:t>
          </a:r>
          <a:r>
            <a:rPr lang="en-US" sz="2800" kern="1200" dirty="0" err="1" smtClean="0">
              <a:solidFill>
                <a:srgbClr val="FF0000"/>
              </a:solidFill>
              <a:latin typeface="Preeti" pitchFamily="2" charset="0"/>
            </a:rPr>
            <a:t>gsf</a:t>
          </a:r>
          <a:r>
            <a:rPr lang="en-US" sz="2800" kern="1200" dirty="0" smtClean="0">
              <a:solidFill>
                <a:srgbClr val="FF0000"/>
              </a:solidFill>
              <a:latin typeface="Preeti" pitchFamily="2" charset="0"/>
            </a:rPr>
            <a:t> s;</a:t>
          </a:r>
          <a:r>
            <a:rPr lang="en-US" sz="2800" kern="1200" dirty="0" smtClean="0">
              <a:solidFill>
                <a:srgbClr val="FF0000"/>
              </a:solidFill>
              <a:latin typeface="Preeti"/>
            </a:rPr>
            <a:t>"</a:t>
          </a:r>
          <a:r>
            <a:rPr lang="en-US" sz="2800" kern="1200" dirty="0" smtClean="0">
              <a:solidFill>
                <a:srgbClr val="FF0000"/>
              </a:solidFill>
              <a:latin typeface="Preeti" pitchFamily="2" charset="0"/>
            </a:rPr>
            <a:t>/</a:t>
          </a:r>
          <a:r>
            <a:rPr lang="en-US" sz="2800" kern="1200" dirty="0" err="1" smtClean="0">
              <a:solidFill>
                <a:srgbClr val="FF0000"/>
              </a:solidFill>
              <a:latin typeface="Preeti" pitchFamily="2" charset="0"/>
            </a:rPr>
            <a:t>df</a:t>
          </a:r>
          <a:r>
            <a:rPr lang="en-US" sz="2800" kern="1200" dirty="0" smtClean="0">
              <a:solidFill>
                <a:srgbClr val="FF0000"/>
              </a:solidFill>
              <a:latin typeface="Preeti" pitchFamily="2" charset="0"/>
            </a:rPr>
            <a:t> &lt;</a:t>
          </a:r>
          <a:endParaRPr lang="en-US" sz="2800" kern="1200" dirty="0">
            <a:solidFill>
              <a:srgbClr val="FF0000"/>
            </a:solidFill>
            <a:latin typeface="Preeti" pitchFamily="2" charset="0"/>
          </a:endParaRPr>
        </a:p>
      </dsp:txBody>
      <dsp:txXfrm>
        <a:off x="40" y="933228"/>
        <a:ext cx="3845569" cy="3465905"/>
      </dsp:txXfrm>
    </dsp:sp>
    <dsp:sp modelId="{A2459970-0179-426B-8404-713A16A6CFE6}">
      <dsp:nvSpPr>
        <dsp:cNvPr id="0" name=""/>
        <dsp:cNvSpPr/>
      </dsp:nvSpPr>
      <dsp:spPr>
        <a:xfrm>
          <a:off x="4383989" y="126828"/>
          <a:ext cx="3845569" cy="8064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Preeti" pitchFamily="2" charset="0"/>
            </a:rPr>
            <a:t>of] P]g </a:t>
          </a:r>
          <a:r>
            <a:rPr lang="en-US" sz="2800" kern="1200" dirty="0" err="1" smtClean="0">
              <a:latin typeface="Preeti" pitchFamily="2" charset="0"/>
            </a:rPr>
            <a:t>nfu</a:t>
          </a:r>
          <a:r>
            <a:rPr lang="en-US" sz="2800" kern="1200" dirty="0" smtClean="0">
              <a:latin typeface="Preeti" pitchFamily="2" charset="0"/>
            </a:rPr>
            <a:t>" </a:t>
          </a:r>
          <a:r>
            <a:rPr lang="en-US" sz="2800" kern="1200" dirty="0" err="1" smtClean="0">
              <a:latin typeface="Preeti" pitchFamily="2" charset="0"/>
            </a:rPr>
            <a:t>gx'g</a:t>
          </a:r>
          <a:r>
            <a:rPr lang="en-US" sz="2800" kern="1200" dirty="0" smtClean="0">
              <a:latin typeface="Preeti" pitchFamily="2" charset="0"/>
            </a:rPr>
            <a:t>] </a:t>
          </a:r>
          <a:r>
            <a:rPr lang="en-US" sz="2800" kern="1200" dirty="0" err="1" smtClean="0">
              <a:latin typeface="Preeti" pitchFamily="2" charset="0"/>
            </a:rPr>
            <a:t>cj:yf</a:t>
          </a:r>
          <a:r>
            <a:rPr lang="en-US" sz="2800" kern="1200" dirty="0" smtClean="0">
              <a:latin typeface="Preeti" pitchFamily="2" charset="0"/>
            </a:rPr>
            <a:t> </a:t>
          </a:r>
          <a:endParaRPr lang="en-US" sz="2800" kern="1200" dirty="0">
            <a:latin typeface="Preeti" pitchFamily="2" charset="0"/>
          </a:endParaRPr>
        </a:p>
      </dsp:txBody>
      <dsp:txXfrm>
        <a:off x="4383989" y="126828"/>
        <a:ext cx="3845569" cy="806400"/>
      </dsp:txXfrm>
    </dsp:sp>
    <dsp:sp modelId="{23B93ABE-4329-4192-BD20-E38B99C262B0}">
      <dsp:nvSpPr>
        <dsp:cNvPr id="0" name=""/>
        <dsp:cNvSpPr/>
      </dsp:nvSpPr>
      <dsp:spPr>
        <a:xfrm>
          <a:off x="4383989" y="933228"/>
          <a:ext cx="3845569" cy="346590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err="1" smtClean="0">
              <a:latin typeface="Preeti" pitchFamily="2" charset="0"/>
            </a:rPr>
            <a:t>cbfntsf</a:t>
          </a:r>
          <a:r>
            <a:rPr lang="en-US" sz="2800" kern="1200" dirty="0" smtClean="0">
              <a:latin typeface="Preeti" pitchFamily="2" charset="0"/>
            </a:rPr>
            <a:t>] </a:t>
          </a:r>
          <a:r>
            <a:rPr lang="en-US" sz="2800" kern="1200" dirty="0" err="1" smtClean="0">
              <a:latin typeface="Preeti" pitchFamily="2" charset="0"/>
            </a:rPr>
            <a:t>cjx</a:t>
          </a:r>
          <a:r>
            <a:rPr lang="en-US" sz="2800" kern="1200" dirty="0" smtClean="0">
              <a:latin typeface="Preeti" pitchFamily="2" charset="0"/>
            </a:rPr>
            <a:t>]</a:t>
          </a:r>
          <a:r>
            <a:rPr lang="en-US" sz="2800" kern="1200" dirty="0" err="1" smtClean="0">
              <a:latin typeface="Preeti" pitchFamily="2" charset="0"/>
            </a:rPr>
            <a:t>ngf</a:t>
          </a:r>
          <a:r>
            <a:rPr lang="en-US" sz="2800" kern="1200" dirty="0" smtClean="0">
              <a:latin typeface="Preeti" pitchFamily="2" charset="0"/>
            </a:rPr>
            <a:t> ;</a:t>
          </a:r>
          <a:r>
            <a:rPr lang="en-US" sz="2800" kern="1200" dirty="0" err="1" smtClean="0">
              <a:latin typeface="Preeti" pitchFamily="2" charset="0"/>
            </a:rPr>
            <a:t>DaGwL</a:t>
          </a:r>
          <a:r>
            <a:rPr lang="en-US" sz="2800" kern="1200" dirty="0" smtClean="0">
              <a:latin typeface="Preeti" pitchFamily="2" charset="0"/>
            </a:rPr>
            <a:t> s;"/</a:t>
          </a:r>
          <a:r>
            <a:rPr lang="en-US" sz="2800" kern="1200" dirty="0" err="1" smtClean="0">
              <a:latin typeface="Preeti" pitchFamily="2" charset="0"/>
            </a:rPr>
            <a:t>sf</a:t>
          </a:r>
          <a:r>
            <a:rPr lang="en-US" sz="2800" kern="1200" dirty="0" smtClean="0">
              <a:latin typeface="Preeti" pitchFamily="2" charset="0"/>
            </a:rPr>
            <a:t> ;</a:t>
          </a:r>
          <a:r>
            <a:rPr lang="en-US" sz="2800" kern="1200" dirty="0" err="1" smtClean="0">
              <a:latin typeface="Preeti" pitchFamily="2" charset="0"/>
            </a:rPr>
            <a:t>DaGwdf</a:t>
          </a:r>
          <a:r>
            <a:rPr lang="en-US" sz="2800" kern="1200" dirty="0" smtClean="0">
              <a:latin typeface="Preeti" pitchFamily="2" charset="0"/>
            </a:rPr>
            <a:t> ;</a:t>
          </a:r>
          <a:r>
            <a:rPr lang="en-US" sz="2800" kern="1200" dirty="0" err="1" smtClean="0">
              <a:latin typeface="Preeti" pitchFamily="2" charset="0"/>
            </a:rPr>
            <a:t>hfo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ubf</a:t>
          </a:r>
          <a:r>
            <a:rPr lang="en-US" sz="2800" kern="1200" dirty="0" smtClean="0">
              <a:latin typeface="Preeti" pitchFamily="2" charset="0"/>
            </a:rPr>
            <a:t>{,</a:t>
          </a:r>
          <a:endParaRPr lang="en-US" sz="2800" kern="1200" dirty="0">
            <a:latin typeface="Preeti" pitchFamily="2" charset="0"/>
          </a:endParaRPr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err="1" smtClean="0">
              <a:latin typeface="Preeti" pitchFamily="2" charset="0"/>
            </a:rPr>
            <a:t>Joj:yflksf</a:t>
          </a:r>
          <a:r>
            <a:rPr lang="en-US" sz="2800" kern="1200" dirty="0" smtClean="0">
              <a:latin typeface="Preeti" pitchFamily="2" charset="0"/>
            </a:rPr>
            <a:t>–;+;</a:t>
          </a:r>
          <a:r>
            <a:rPr lang="en-US" sz="2800" kern="1200" dirty="0" err="1" smtClean="0">
              <a:latin typeface="Preeti" pitchFamily="2" charset="0"/>
            </a:rPr>
            <a:t>bn</a:t>
          </a:r>
          <a:r>
            <a:rPr lang="en-US" sz="2800" kern="1200" dirty="0" smtClean="0">
              <a:latin typeface="Preeti" pitchFamily="2" charset="0"/>
            </a:rPr>
            <a:t>] </a:t>
          </a:r>
          <a:r>
            <a:rPr lang="en-US" sz="2800" kern="1200" dirty="0" err="1" smtClean="0">
              <a:latin typeface="Preeti" pitchFamily="2" charset="0"/>
            </a:rPr>
            <a:t>rnfPsf</a:t>
          </a:r>
          <a:r>
            <a:rPr lang="en-US" sz="2800" kern="1200" dirty="0" smtClean="0">
              <a:latin typeface="Preeti" pitchFamily="2" charset="0"/>
            </a:rPr>
            <a:t>] </a:t>
          </a:r>
          <a:r>
            <a:rPr lang="en-US" sz="2800" kern="1200" dirty="0" err="1" smtClean="0">
              <a:latin typeface="Preeti" pitchFamily="2" charset="0"/>
            </a:rPr>
            <a:t>ljz</a:t>
          </a:r>
          <a:r>
            <a:rPr lang="en-US" sz="2800" kern="1200" dirty="0" smtClean="0">
              <a:latin typeface="Preeti" pitchFamily="2" charset="0"/>
            </a:rPr>
            <a:t>]</a:t>
          </a:r>
          <a:r>
            <a:rPr lang="en-US" sz="2800" kern="1200" dirty="0" err="1" smtClean="0">
              <a:latin typeface="Preeti" pitchFamily="2" charset="0"/>
            </a:rPr>
            <a:t>ifflwsf</a:t>
          </a:r>
          <a:r>
            <a:rPr lang="en-US" sz="2800" kern="1200" dirty="0" smtClean="0">
              <a:latin typeface="Preeti" pitchFamily="2" charset="0"/>
            </a:rPr>
            <a:t>/ </a:t>
          </a:r>
          <a:r>
            <a:rPr lang="en-US" sz="2800" kern="1200" dirty="0" err="1" smtClean="0">
              <a:latin typeface="Preeti" pitchFamily="2" charset="0"/>
            </a:rPr>
            <a:t>xgg</a:t>
          </a:r>
          <a:r>
            <a:rPr lang="en-US" sz="2800" kern="1200" dirty="0" smtClean="0">
              <a:latin typeface="Preeti" pitchFamily="2" charset="0"/>
            </a:rPr>
            <a:t>\ ;</a:t>
          </a:r>
          <a:r>
            <a:rPr lang="en-US" sz="2800" kern="1200" dirty="0" err="1" smtClean="0">
              <a:latin typeface="Preeti" pitchFamily="2" charset="0"/>
            </a:rPr>
            <a:t>DaGwL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sf</a:t>
          </a:r>
          <a:r>
            <a:rPr lang="en-US" sz="2800" kern="1200" dirty="0" smtClean="0">
              <a:latin typeface="Preeti" pitchFamily="2" charset="0"/>
            </a:rPr>
            <a:t>/</a:t>
          </a:r>
          <a:r>
            <a:rPr lang="en-US" sz="2800" kern="1200" dirty="0" err="1" smtClean="0">
              <a:latin typeface="Preeti" pitchFamily="2" charset="0"/>
            </a:rPr>
            <a:t>afxLsf</a:t>
          </a:r>
          <a:r>
            <a:rPr lang="en-US" sz="2800" kern="1200" dirty="0" smtClean="0">
              <a:latin typeface="Preeti" pitchFamily="2" charset="0"/>
            </a:rPr>
            <a:t> ;</a:t>
          </a:r>
          <a:r>
            <a:rPr lang="en-US" sz="2800" kern="1200" dirty="0" err="1" smtClean="0">
              <a:latin typeface="Preeti" pitchFamily="2" charset="0"/>
            </a:rPr>
            <a:t>DaGwdf</a:t>
          </a:r>
          <a:r>
            <a:rPr lang="en-US" sz="2800" kern="1200" dirty="0" smtClean="0">
              <a:latin typeface="Preeti" pitchFamily="2" charset="0"/>
            </a:rPr>
            <a:t> ;</a:t>
          </a:r>
          <a:r>
            <a:rPr lang="en-US" sz="2800" kern="1200" dirty="0" err="1" smtClean="0">
              <a:latin typeface="Preeti" pitchFamily="2" charset="0"/>
            </a:rPr>
            <a:t>hfo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ubf</a:t>
          </a:r>
          <a:r>
            <a:rPr lang="en-US" sz="2800" kern="1200" dirty="0" smtClean="0">
              <a:latin typeface="Preeti" pitchFamily="2" charset="0"/>
            </a:rPr>
            <a:t>{,  </a:t>
          </a:r>
          <a:endParaRPr lang="en-US" sz="2800" kern="1200" dirty="0">
            <a:latin typeface="Preeti" pitchFamily="2" charset="0"/>
          </a:endParaRPr>
        </a:p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kern="1200" dirty="0" smtClean="0">
              <a:latin typeface="Preeti" pitchFamily="2" charset="0"/>
            </a:rPr>
            <a:t>of] P]g </a:t>
          </a:r>
          <a:r>
            <a:rPr lang="en-US" sz="2800" kern="1200" dirty="0" err="1" smtClean="0">
              <a:latin typeface="Preeti" pitchFamily="2" charset="0"/>
            </a:rPr>
            <a:t>nfu</a:t>
          </a:r>
          <a:r>
            <a:rPr lang="en-US" sz="2800" kern="1200" dirty="0" smtClean="0">
              <a:latin typeface="Preeti" pitchFamily="2" charset="0"/>
            </a:rPr>
            <a:t>" </a:t>
          </a:r>
          <a:r>
            <a:rPr lang="en-US" sz="2800" kern="1200" dirty="0" err="1" smtClean="0">
              <a:latin typeface="Preeti" pitchFamily="2" charset="0"/>
            </a:rPr>
            <a:t>x'g</a:t>
          </a:r>
          <a:r>
            <a:rPr lang="en-US" sz="2800" kern="1200" dirty="0" smtClean="0">
              <a:latin typeface="Preeti" pitchFamily="2" charset="0"/>
            </a:rPr>
            <a:t>] 5}g </a:t>
          </a:r>
          <a:r>
            <a:rPr lang="en-US" sz="2800" kern="1200" dirty="0" err="1" smtClean="0">
              <a:latin typeface="Preeti" pitchFamily="2" charset="0"/>
            </a:rPr>
            <a:t>egL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s'g</a:t>
          </a:r>
          <a:r>
            <a:rPr lang="en-US" sz="2800" kern="1200" dirty="0" smtClean="0">
              <a:latin typeface="Preeti" pitchFamily="2" charset="0"/>
            </a:rPr>
            <a:t>} </a:t>
          </a:r>
          <a:r>
            <a:rPr lang="en-US" sz="2800" kern="1200" dirty="0" err="1" smtClean="0">
              <a:latin typeface="Preeti" pitchFamily="2" charset="0"/>
            </a:rPr>
            <a:t>sfg"gdf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Joj:yf</a:t>
          </a:r>
          <a:r>
            <a:rPr lang="en-US" sz="2800" kern="1200" dirty="0" smtClean="0">
              <a:latin typeface="Preeti" pitchFamily="2" charset="0"/>
            </a:rPr>
            <a:t> </a:t>
          </a:r>
          <a:r>
            <a:rPr lang="en-US" sz="2800" kern="1200" dirty="0" err="1" smtClean="0">
              <a:latin typeface="Preeti" pitchFamily="2" charset="0"/>
            </a:rPr>
            <a:t>ePsf</a:t>
          </a:r>
          <a:r>
            <a:rPr lang="en-US" sz="2800" kern="1200" dirty="0" smtClean="0">
              <a:latin typeface="Preeti" pitchFamily="2" charset="0"/>
            </a:rPr>
            <a:t>] </a:t>
          </a:r>
          <a:r>
            <a:rPr lang="en-US" sz="2800" kern="1200" dirty="0" err="1" smtClean="0">
              <a:latin typeface="Preeti" pitchFamily="2" charset="0"/>
            </a:rPr>
            <a:t>cj:yfdf</a:t>
          </a:r>
          <a:r>
            <a:rPr lang="en-US" sz="2800" kern="1200" dirty="0" smtClean="0">
              <a:latin typeface="Preeti" pitchFamily="2" charset="0"/>
            </a:rPr>
            <a:t> </a:t>
          </a:r>
          <a:endParaRPr lang="en-US" sz="2800" kern="1200" dirty="0">
            <a:latin typeface="Preeti" pitchFamily="2" charset="0"/>
          </a:endParaRPr>
        </a:p>
      </dsp:txBody>
      <dsp:txXfrm>
        <a:off x="4383989" y="933228"/>
        <a:ext cx="3845569" cy="34659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8C369-69E1-4A2A-9045-EBCD2DA3C6C1}">
      <dsp:nvSpPr>
        <dsp:cNvPr id="0" name=""/>
        <dsp:cNvSpPr/>
      </dsp:nvSpPr>
      <dsp:spPr>
        <a:xfrm>
          <a:off x="1168341" y="0"/>
          <a:ext cx="4351338" cy="4351338"/>
        </a:xfrm>
        <a:prstGeom prst="triangle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548AC-1C0F-4159-97C6-AEE8A5FD7CD8}">
      <dsp:nvSpPr>
        <dsp:cNvPr id="0" name=""/>
        <dsp:cNvSpPr/>
      </dsp:nvSpPr>
      <dsp:spPr>
        <a:xfrm>
          <a:off x="3358098" y="435558"/>
          <a:ext cx="4926171" cy="44193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>
              <a:latin typeface="Preeti" pitchFamily="2" charset="0"/>
            </a:rPr>
            <a:t>hGd</a:t>
          </a:r>
          <a:r>
            <a:rPr lang="en-US" sz="2800" kern="1200" dirty="0">
              <a:latin typeface="Preeti" pitchFamily="2" charset="0"/>
            </a:rPr>
            <a:t> s}b,</a:t>
          </a:r>
        </a:p>
      </dsp:txBody>
      <dsp:txXfrm>
        <a:off x="3379671" y="457131"/>
        <a:ext cx="4883025" cy="398786"/>
      </dsp:txXfrm>
    </dsp:sp>
    <dsp:sp modelId="{9B250E01-BED1-47FA-BF73-771D3FA4BA6B}">
      <dsp:nvSpPr>
        <dsp:cNvPr id="0" name=""/>
        <dsp:cNvSpPr/>
      </dsp:nvSpPr>
      <dsp:spPr>
        <a:xfrm>
          <a:off x="3358098" y="932733"/>
          <a:ext cx="4926171" cy="44193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158855"/>
              <a:satOff val="2474"/>
              <a:lumOff val="123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>
              <a:latin typeface="Preeti" pitchFamily="2" charset="0"/>
            </a:rPr>
            <a:t>s}b,</a:t>
          </a:r>
        </a:p>
      </dsp:txBody>
      <dsp:txXfrm>
        <a:off x="3379671" y="954306"/>
        <a:ext cx="4883025" cy="398786"/>
      </dsp:txXfrm>
    </dsp:sp>
    <dsp:sp modelId="{C3D54EF9-CA1C-4C0F-BB73-B23CEBA7D1C6}">
      <dsp:nvSpPr>
        <dsp:cNvPr id="0" name=""/>
        <dsp:cNvSpPr/>
      </dsp:nvSpPr>
      <dsp:spPr>
        <a:xfrm>
          <a:off x="3358098" y="1429907"/>
          <a:ext cx="4926171" cy="44193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317709"/>
              <a:satOff val="4947"/>
              <a:lumOff val="246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Preeti" pitchFamily="2" charset="0"/>
            </a:rPr>
            <a:t>hl/</a:t>
          </a:r>
          <a:r>
            <a:rPr lang="en-US" sz="2800" kern="1200" dirty="0" err="1">
              <a:latin typeface="Preeti" pitchFamily="2" charset="0"/>
            </a:rPr>
            <a:t>afgf</a:t>
          </a:r>
          <a:r>
            <a:rPr lang="en-US" sz="2800" kern="1200" dirty="0">
              <a:latin typeface="Preeti" pitchFamily="2" charset="0"/>
            </a:rPr>
            <a:t>,</a:t>
          </a:r>
        </a:p>
      </dsp:txBody>
      <dsp:txXfrm>
        <a:off x="3379671" y="1451480"/>
        <a:ext cx="4883025" cy="398786"/>
      </dsp:txXfrm>
    </dsp:sp>
    <dsp:sp modelId="{2F9948FB-1A4D-4152-8A0D-702D9E71893F}">
      <dsp:nvSpPr>
        <dsp:cNvPr id="0" name=""/>
        <dsp:cNvSpPr/>
      </dsp:nvSpPr>
      <dsp:spPr>
        <a:xfrm>
          <a:off x="3358098" y="1927081"/>
          <a:ext cx="4926171" cy="44193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476564"/>
              <a:satOff val="7421"/>
              <a:lumOff val="369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>
              <a:latin typeface="Preeti" pitchFamily="2" charset="0"/>
            </a:rPr>
            <a:t>s}b / hl/afgf,</a:t>
          </a:r>
        </a:p>
      </dsp:txBody>
      <dsp:txXfrm>
        <a:off x="3379671" y="1948654"/>
        <a:ext cx="4883025" cy="398786"/>
      </dsp:txXfrm>
    </dsp:sp>
    <dsp:sp modelId="{4EB6516E-146C-4582-A21B-BA7DC0DC05DC}">
      <dsp:nvSpPr>
        <dsp:cNvPr id="0" name=""/>
        <dsp:cNvSpPr/>
      </dsp:nvSpPr>
      <dsp:spPr>
        <a:xfrm>
          <a:off x="3358098" y="2424256"/>
          <a:ext cx="4926171" cy="44193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476564"/>
              <a:satOff val="7421"/>
              <a:lumOff val="369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>
              <a:latin typeface="Preeti" pitchFamily="2" charset="0"/>
            </a:rPr>
            <a:t>Ifltk"lt{, </a:t>
          </a:r>
        </a:p>
      </dsp:txBody>
      <dsp:txXfrm>
        <a:off x="3379671" y="2445829"/>
        <a:ext cx="4883025" cy="398786"/>
      </dsp:txXfrm>
    </dsp:sp>
    <dsp:sp modelId="{26A2671E-D95A-4D40-8E1D-8BA0DFF55D69}">
      <dsp:nvSpPr>
        <dsp:cNvPr id="0" name=""/>
        <dsp:cNvSpPr/>
      </dsp:nvSpPr>
      <dsp:spPr>
        <a:xfrm>
          <a:off x="3358098" y="2921430"/>
          <a:ext cx="4926171" cy="44193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317709"/>
              <a:satOff val="4947"/>
              <a:lumOff val="246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>
              <a:latin typeface="Preeti" pitchFamily="2" charset="0"/>
            </a:rPr>
            <a:t>hl/afgf jf Ifltk"lt{ glt/] afktsf] s}b, </a:t>
          </a:r>
        </a:p>
      </dsp:txBody>
      <dsp:txXfrm>
        <a:off x="3379671" y="2943003"/>
        <a:ext cx="4883025" cy="398786"/>
      </dsp:txXfrm>
    </dsp:sp>
    <dsp:sp modelId="{E4BED318-AFF3-4C2D-9071-FBB449A3F228}">
      <dsp:nvSpPr>
        <dsp:cNvPr id="0" name=""/>
        <dsp:cNvSpPr/>
      </dsp:nvSpPr>
      <dsp:spPr>
        <a:xfrm>
          <a:off x="3358098" y="3418604"/>
          <a:ext cx="4926171" cy="44193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158855"/>
              <a:satOff val="2474"/>
              <a:lumOff val="123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latin typeface="Preeti" pitchFamily="2" charset="0"/>
            </a:rPr>
            <a:t>s}</a:t>
          </a:r>
          <a:r>
            <a:rPr lang="en-US" sz="2800" kern="1200" dirty="0" err="1">
              <a:latin typeface="Preeti" pitchFamily="2" charset="0"/>
            </a:rPr>
            <a:t>bsf</a:t>
          </a:r>
          <a:r>
            <a:rPr lang="en-US" sz="2800" kern="1200" dirty="0">
              <a:latin typeface="Preeti" pitchFamily="2" charset="0"/>
            </a:rPr>
            <a:t>] ;§f ;</a:t>
          </a:r>
          <a:r>
            <a:rPr lang="en-US" sz="2800" kern="1200" dirty="0" err="1">
              <a:latin typeface="Preeti" pitchFamily="2" charset="0"/>
            </a:rPr>
            <a:t>fd'bflos</a:t>
          </a:r>
          <a:r>
            <a:rPr lang="en-US" sz="2800" kern="1200" dirty="0">
              <a:latin typeface="Preeti" pitchFamily="2" charset="0"/>
            </a:rPr>
            <a:t> ;]</a:t>
          </a:r>
          <a:r>
            <a:rPr lang="en-US" sz="2800" kern="1200" dirty="0" err="1">
              <a:latin typeface="Preeti" pitchFamily="2" charset="0"/>
            </a:rPr>
            <a:t>jf</a:t>
          </a:r>
          <a:r>
            <a:rPr lang="en-US" sz="2800" kern="1200" dirty="0">
              <a:latin typeface="Preeti" pitchFamily="2" charset="0"/>
            </a:rPr>
            <a:t> . </a:t>
          </a:r>
        </a:p>
      </dsp:txBody>
      <dsp:txXfrm>
        <a:off x="3379671" y="3440177"/>
        <a:ext cx="4883025" cy="3987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73E09-24A0-4763-8F20-198A04BE470B}">
      <dsp:nvSpPr>
        <dsp:cNvPr id="0" name=""/>
        <dsp:cNvSpPr/>
      </dsp:nvSpPr>
      <dsp:spPr>
        <a:xfrm>
          <a:off x="2882088" y="813958"/>
          <a:ext cx="4736734" cy="1645005"/>
        </a:xfrm>
        <a:prstGeom prst="ellipse">
          <a:avLst/>
        </a:prstGeom>
        <a:solidFill>
          <a:schemeClr val="accent4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7ED19-0937-4466-A87D-93D597C21E96}">
      <dsp:nvSpPr>
        <dsp:cNvPr id="0" name=""/>
        <dsp:cNvSpPr/>
      </dsp:nvSpPr>
      <dsp:spPr>
        <a:xfrm>
          <a:off x="4798814" y="4842019"/>
          <a:ext cx="917971" cy="587502"/>
        </a:xfrm>
        <a:prstGeom prst="down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DE3607-2CD6-4891-9690-D36F5EBC4FB9}">
      <dsp:nvSpPr>
        <dsp:cNvPr id="0" name=""/>
        <dsp:cNvSpPr/>
      </dsp:nvSpPr>
      <dsp:spPr>
        <a:xfrm>
          <a:off x="3054667" y="5581342"/>
          <a:ext cx="4406265" cy="562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e-NP" sz="1600" b="1" u="none" kern="1200" dirty="0" smtClean="0">
              <a:latin typeface="Preeti" pitchFamily="2" charset="0"/>
            </a:rPr>
            <a:t>सजाय निर्धारण</a:t>
          </a:r>
          <a:endParaRPr lang="en-US" sz="1600" b="1" u="none" kern="1200" dirty="0">
            <a:latin typeface="Preeti" pitchFamily="2" charset="0"/>
          </a:endParaRPr>
        </a:p>
      </dsp:txBody>
      <dsp:txXfrm>
        <a:off x="3054667" y="5581342"/>
        <a:ext cx="4406265" cy="562922"/>
      </dsp:txXfrm>
    </dsp:sp>
    <dsp:sp modelId="{33D8B948-B13D-4B0D-965E-F65395EA2627}">
      <dsp:nvSpPr>
        <dsp:cNvPr id="0" name=""/>
        <dsp:cNvSpPr/>
      </dsp:nvSpPr>
      <dsp:spPr>
        <a:xfrm>
          <a:off x="4604204" y="2586011"/>
          <a:ext cx="1652349" cy="165234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u="none" kern="1200" dirty="0">
              <a:solidFill>
                <a:schemeClr val="tx1"/>
              </a:solidFill>
              <a:latin typeface="Preeti" pitchFamily="2" charset="0"/>
            </a:rPr>
            <a:t>;hfosf] p2]Zo ljrf/ ug'{ kg]{ </a:t>
          </a:r>
          <a:r>
            <a:rPr lang="ne-NP" sz="1800" b="1" u="none" kern="1200" dirty="0" smtClean="0">
              <a:solidFill>
                <a:schemeClr val="tx1"/>
              </a:solidFill>
              <a:latin typeface="Preeti" pitchFamily="2" charset="0"/>
            </a:rPr>
            <a:t>दफा १३</a:t>
          </a:r>
          <a:endParaRPr lang="en-US" sz="1800" u="none" kern="1200" dirty="0">
            <a:solidFill>
              <a:schemeClr val="tx1"/>
            </a:solidFill>
            <a:latin typeface="Preeti" pitchFamily="2" charset="0"/>
          </a:endParaRPr>
        </a:p>
      </dsp:txBody>
      <dsp:txXfrm>
        <a:off x="4846185" y="2827992"/>
        <a:ext cx="1168387" cy="1168387"/>
      </dsp:txXfrm>
    </dsp:sp>
    <dsp:sp modelId="{79308B97-980A-43DD-951C-D596D5243BF1}">
      <dsp:nvSpPr>
        <dsp:cNvPr id="0" name=""/>
        <dsp:cNvSpPr/>
      </dsp:nvSpPr>
      <dsp:spPr>
        <a:xfrm>
          <a:off x="3396096" y="465250"/>
          <a:ext cx="1652349" cy="1652349"/>
        </a:xfrm>
        <a:prstGeom prst="ellips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u="none" kern="1200" dirty="0">
              <a:latin typeface="Preeti" pitchFamily="2" charset="0"/>
            </a:rPr>
            <a:t>;hfo lgwf{/0f ubf{ ljrf/ ug'{ kg]{ s'/fx</a:t>
          </a:r>
          <a:r>
            <a:rPr lang="pt-BR" sz="1800" b="1" u="none" kern="1200" dirty="0" smtClean="0">
              <a:latin typeface="Preeti" pitchFamily="2" charset="0"/>
            </a:rPr>
            <a:t>?</a:t>
          </a:r>
          <a:r>
            <a:rPr lang="ne-NP" sz="1800" b="1" u="none" kern="1200" dirty="0" smtClean="0">
              <a:latin typeface="Preeti" pitchFamily="2" charset="0"/>
            </a:rPr>
            <a:t> दफा १५</a:t>
          </a:r>
          <a:endParaRPr lang="en-US" sz="1800" u="none" kern="1200" dirty="0">
            <a:latin typeface="Preeti" pitchFamily="2" charset="0"/>
          </a:endParaRPr>
        </a:p>
      </dsp:txBody>
      <dsp:txXfrm>
        <a:off x="3638077" y="707231"/>
        <a:ext cx="1168387" cy="1168387"/>
      </dsp:txXfrm>
    </dsp:sp>
    <dsp:sp modelId="{0085A9E7-6B77-42FA-9C22-81EB1F51FCE7}">
      <dsp:nvSpPr>
        <dsp:cNvPr id="0" name=""/>
        <dsp:cNvSpPr/>
      </dsp:nvSpPr>
      <dsp:spPr>
        <a:xfrm>
          <a:off x="5457636" y="353852"/>
          <a:ext cx="1652349" cy="1652349"/>
        </a:xfrm>
        <a:prstGeom prst="ellips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u="sng" kern="1200" dirty="0">
              <a:latin typeface="Preeti" pitchFamily="2" charset="0"/>
            </a:rPr>
            <a:t>;</a:t>
          </a:r>
          <a:r>
            <a:rPr lang="pt-BR" sz="1800" b="1" u="none" kern="1200" dirty="0">
              <a:latin typeface="Preeti" pitchFamily="2" charset="0"/>
            </a:rPr>
            <a:t>hfo lgwf{/0f ug]{ cfwf/x? </a:t>
          </a:r>
          <a:r>
            <a:rPr lang="ne-NP" sz="1800" b="1" u="none" kern="1200" dirty="0" smtClean="0">
              <a:latin typeface="Preeti" pitchFamily="2" charset="0"/>
            </a:rPr>
            <a:t> दफा १५</a:t>
          </a:r>
          <a:endParaRPr lang="en-US" sz="1800" u="none" kern="1200" dirty="0">
            <a:latin typeface="Preeti" pitchFamily="2" charset="0"/>
          </a:endParaRPr>
        </a:p>
      </dsp:txBody>
      <dsp:txXfrm>
        <a:off x="5699617" y="595833"/>
        <a:ext cx="1168387" cy="1168387"/>
      </dsp:txXfrm>
    </dsp:sp>
    <dsp:sp modelId="{A3C11144-FCF0-4A7C-B158-8DD35D315D3E}">
      <dsp:nvSpPr>
        <dsp:cNvPr id="0" name=""/>
        <dsp:cNvSpPr/>
      </dsp:nvSpPr>
      <dsp:spPr>
        <a:xfrm>
          <a:off x="-657948" y="-82537"/>
          <a:ext cx="11831497" cy="5875014"/>
        </a:xfrm>
        <a:prstGeom prst="funnel">
          <a:avLst/>
        </a:prstGeom>
        <a:solidFill>
          <a:srgbClr val="FF0000">
            <a:alpha val="40000"/>
          </a:srgb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921EF-5E9B-4EEE-984D-9CF2A8203B03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22927-E10D-4856-9074-D03A09A11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98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6C57A-F88B-864D-8BFD-3506F30916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34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E6C57A-F88B-864D-8BFD-3506F30916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43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B6E8240-EB11-4D61-8D4C-E8F974949CF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8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BAF1-8235-418C-A8EF-6485EC74D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449D3-17DE-4FB5-B641-D37058E08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CB665-496F-45A2-A769-613B767C4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BBA07-1675-4F20-8494-5D00617E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953A8-14BA-438C-836C-7C7583D7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0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B271-EA90-4B68-9E82-3006BE03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6D64-8CDE-4435-BB6C-3A5468CA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25A30-B689-4D58-B5AF-621133847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7C4ED-CA1A-4703-A811-F2DFB0F2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E4ABF-6C5E-4CC3-8CB1-D9E2FF17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8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3E15-3F37-4673-B047-AD4024E7C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39A1E-1C5A-41A9-AC8B-AA41BC716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F5B38-8737-465C-8AB8-C69ED1DD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A47CC-7222-4502-8913-770B1E72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A2C10-306F-412A-8C20-F0BDD3913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908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198D6-F3AC-4B1E-B2B2-CF7BBC63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8400-6DA2-4B93-BC11-04FBAB050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E4DC9-EC4F-4034-86F0-2F8AE32D5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59237-1D60-4E91-BF0D-D7E59F0E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6C81A-496F-45FB-BB1C-A7600E36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4BA85-A28B-4DA4-AE6E-3F69C995C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1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EFD8-8DC3-421B-B791-FB101BBE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F44AF-C70C-4507-9DA2-205E9CD27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57794-A686-4F21-AFC1-7D46D3358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78839-F176-46B2-A7FB-63500FE3C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A8A8BE-F6B7-4F06-8439-6A5BCBC9D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F0242B-B3B7-4DFD-ABC3-92690751F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AE83F-1EEA-45C2-B3B6-CBDE8BD5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0D1F1C-4E8E-4A16-A823-31A9EF08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96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50BE-CD19-47A7-AA6A-5667FEC4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CB804-FADA-44B2-9D8B-93083976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7288F8-376A-401F-942C-0500E892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361D2-7873-40E9-A2B5-C006DF30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643A1-727A-464A-9EAE-A1D0D032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5A6EE-F2BC-4771-A02A-DDE07347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9269-284E-46B6-8857-07304C474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3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D2A7E-BD77-4E88-A8D8-4CE107D4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C2C9A-D593-409F-9737-97B084DB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0A90C-FB4C-47EC-867E-4D3D7345E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26F5F-BD63-41E1-B225-2881EB353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B49A3-E9A9-4ABC-8AAC-ED4D8B02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1E7A4-A0C7-4229-9273-75FE4105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57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0392-FFD6-4ED2-8854-45931BD77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54D130-A7E2-40E1-B0C8-6578803FD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2A951-1C1E-4906-A8D0-769707A91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939B4-DC9C-48A4-929B-30D140EE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AF960-103B-4DD9-9B88-E797535BC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2E23A-2F5E-4D68-AC60-58A3C0BC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5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9874-9325-4B26-A4BE-7536B788F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F7167-CBF4-4607-8CDA-3BCB96DD7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47F5-40DC-478B-88A8-28678C10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FDD34-7CA9-41AD-8FBE-5EB430F5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048D-2D05-43AE-8CDC-B1B153B2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5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3335C-7CD9-45AC-9C57-ED99C7C5C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5DC89-27AE-443A-ADE2-89DEB43C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A696A-7FC9-4754-B1E0-8506D398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9CB81-B61E-4F77-A828-749AA38B6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B585-7C69-4D69-8F13-EB5E4306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86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CAC06-750C-44ED-8E8D-1131A7FF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CF30-0535-4C4A-AD9A-724A58952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F4ED3-E441-45A8-A31F-8BEF681D8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B4452-E04B-4292-BF59-5342E6A5E656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32D71-C850-4F30-BF07-3BBA6601E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82F76-E15B-4220-8314-CFA87A64D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30459-3C5D-4E7B-A27B-A18307898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3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8E03D-285A-45B8-A604-B55F74862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" y="560070"/>
            <a:ext cx="11887200" cy="2268855"/>
          </a:xfrm>
        </p:spPr>
        <p:txBody>
          <a:bodyPr>
            <a:normAutofit/>
          </a:bodyPr>
          <a:lstStyle/>
          <a:p>
            <a:r>
              <a:rPr lang="ne-NP" b="1" dirty="0" smtClean="0">
                <a:solidFill>
                  <a:srgbClr val="FF0000"/>
                </a:solidFill>
                <a:cs typeface="Kalimati" panose="00000400000000000000" pitchFamily="2"/>
              </a:rPr>
              <a:t>सजाय</a:t>
            </a:r>
            <a:r>
              <a:rPr lang="ne-NP" b="1" dirty="0" smtClean="0">
                <a:solidFill>
                  <a:srgbClr val="FF0000"/>
                </a:solidFill>
              </a:rPr>
              <a:t> </a:t>
            </a:r>
            <a:r>
              <a:rPr lang="ne-NP" b="1" dirty="0" smtClean="0">
                <a:solidFill>
                  <a:srgbClr val="FF0000"/>
                </a:solidFill>
                <a:cs typeface="Kalimati" panose="00000400000000000000" pitchFamily="2"/>
              </a:rPr>
              <a:t>निर्धारण</a:t>
            </a:r>
            <a:r>
              <a:rPr lang="en-US" dirty="0" smtClean="0">
                <a:cs typeface="Kalimati" panose="00000400000000000000" pitchFamily="2"/>
              </a:rPr>
              <a:t/>
            </a:r>
            <a:br>
              <a:rPr lang="en-US" dirty="0" smtClean="0">
                <a:cs typeface="Kalimati" panose="00000400000000000000" pitchFamily="2"/>
              </a:rPr>
            </a:br>
            <a:endParaRPr lang="en-US" dirty="0">
              <a:cs typeface="Kalimati" panose="00000400000000000000" pitchFamily="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B6787-4C53-4F1B-938D-A3042F992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81400"/>
            <a:ext cx="10477500" cy="3025140"/>
          </a:xfrm>
        </p:spPr>
        <p:txBody>
          <a:bodyPr>
            <a:normAutofit/>
          </a:bodyPr>
          <a:lstStyle/>
          <a:p>
            <a:pPr algn="r"/>
            <a:r>
              <a:rPr lang="ne-NP" sz="4000" b="1" dirty="0" smtClean="0">
                <a:solidFill>
                  <a:srgbClr val="00B050"/>
                </a:solidFill>
                <a:cs typeface="Kalimati" panose="00000400000000000000" pitchFamily="2"/>
              </a:rPr>
              <a:t>महेश शर्मा</a:t>
            </a:r>
            <a:r>
              <a:rPr lang="en-US" sz="4000" b="1" dirty="0" smtClean="0">
                <a:solidFill>
                  <a:srgbClr val="00B050"/>
                </a:solidFill>
                <a:cs typeface="Kalimati" panose="00000400000000000000" pitchFamily="2"/>
              </a:rPr>
              <a:t> </a:t>
            </a:r>
            <a:r>
              <a:rPr lang="ne-NP" sz="4000" b="1" dirty="0" smtClean="0">
                <a:solidFill>
                  <a:srgbClr val="00B050"/>
                </a:solidFill>
                <a:cs typeface="Kalimati" panose="00000400000000000000" pitchFamily="2"/>
              </a:rPr>
              <a:t>पौडेल </a:t>
            </a:r>
            <a:endParaRPr lang="en-US" sz="4000" b="1" dirty="0">
              <a:solidFill>
                <a:srgbClr val="00B050"/>
              </a:solidFill>
              <a:cs typeface="Kalimati" panose="00000400000000000000" pitchFamily="2"/>
            </a:endParaRPr>
          </a:p>
        </p:txBody>
      </p:sp>
      <p:sp>
        <p:nvSpPr>
          <p:cNvPr id="4" name="AutoShape 2" descr="Image result for objective of punishment  ppt">
            <a:extLst>
              <a:ext uri="{FF2B5EF4-FFF2-40B4-BE49-F238E27FC236}">
                <a16:creationId xmlns:a16="http://schemas.microsoft.com/office/drawing/2014/main" id="{29AF4423-AC5A-430D-A995-24CA0428FF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268730" cy="134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Image result for objective of punishment  ppt">
            <a:extLst>
              <a:ext uri="{FF2B5EF4-FFF2-40B4-BE49-F238E27FC236}">
                <a16:creationId xmlns:a16="http://schemas.microsoft.com/office/drawing/2014/main" id="{D558A9B8-DD61-4B89-BEAC-E8B3C9003A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Image result for objective of punishment  ppt">
            <a:extLst>
              <a:ext uri="{FF2B5EF4-FFF2-40B4-BE49-F238E27FC236}">
                <a16:creationId xmlns:a16="http://schemas.microsoft.com/office/drawing/2014/main" id="{6D81DDFF-FB11-48C2-8546-75AD1ABD3A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Image result for objective of punishment  ppt">
            <a:extLst>
              <a:ext uri="{FF2B5EF4-FFF2-40B4-BE49-F238E27FC236}">
                <a16:creationId xmlns:a16="http://schemas.microsoft.com/office/drawing/2014/main" id="{4753F2C0-EC33-4297-BC73-19779984C5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1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6B16-4486-429D-A5D4-3EC7DA043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dirty="0"/>
              <a:t> </a:t>
            </a:r>
            <a:r>
              <a:rPr lang="ne-NP" dirty="0">
                <a:solidFill>
                  <a:srgbClr val="FF0000"/>
                </a:solidFill>
              </a:rPr>
              <a:t>प्रस्तुतीका क्षेत्रहरू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F504A7E-5DDF-4163-BBF8-6434363589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5537871"/>
              </p:ext>
            </p:extLst>
          </p:nvPr>
        </p:nvGraphicFramePr>
        <p:xfrm>
          <a:off x="788670" y="1825625"/>
          <a:ext cx="1056513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355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Preeti" pitchFamily="2" charset="0"/>
              </a:rPr>
              <a:t>;</a:t>
            </a:r>
            <a:r>
              <a:rPr lang="en-US" b="1" dirty="0" err="1">
                <a:solidFill>
                  <a:srgbClr val="FF0000"/>
                </a:solidFill>
                <a:latin typeface="Preeti" pitchFamily="2" charset="0"/>
              </a:rPr>
              <a:t>hfosf</a:t>
            </a:r>
            <a:r>
              <a:rPr lang="en-US" b="1" dirty="0">
                <a:solidFill>
                  <a:srgbClr val="FF0000"/>
                </a:solidFill>
                <a:latin typeface="Preeti" pitchFamily="2" charset="0"/>
              </a:rPr>
              <a:t>] </a:t>
            </a:r>
            <a:r>
              <a:rPr lang="en-US" b="1" dirty="0" err="1">
                <a:solidFill>
                  <a:srgbClr val="FF0000"/>
                </a:solidFill>
                <a:latin typeface="Preeti" pitchFamily="2" charset="0"/>
              </a:rPr>
              <a:t>p2</a:t>
            </a:r>
            <a:r>
              <a:rPr lang="en-US" b="1" dirty="0">
                <a:solidFill>
                  <a:srgbClr val="FF0000"/>
                </a:solidFill>
                <a:latin typeface="Preeti" pitchFamily="2" charset="0"/>
              </a:rPr>
              <a:t>]</a:t>
            </a:r>
            <a:r>
              <a:rPr lang="en-US" b="1" dirty="0" err="1">
                <a:solidFill>
                  <a:srgbClr val="FF0000"/>
                </a:solidFill>
                <a:latin typeface="Preeti" pitchFamily="2" charset="0"/>
              </a:rPr>
              <a:t>Zo</a:t>
            </a:r>
            <a:r>
              <a:rPr lang="en-US" b="1" dirty="0">
                <a:solidFill>
                  <a:srgbClr val="FF0000"/>
                </a:solidFill>
                <a:latin typeface="Preeti" pitchFamily="2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Preeti" pitchFamily="2" charset="0"/>
              </a:rPr>
              <a:t>-</a:t>
            </a:r>
            <a:r>
              <a:rPr lang="en-US" b="1" dirty="0" err="1" smtClean="0">
                <a:solidFill>
                  <a:srgbClr val="FF0000"/>
                </a:solidFill>
                <a:latin typeface="Preeti" pitchFamily="2" charset="0"/>
              </a:rPr>
              <a:t>bkmf</a:t>
            </a:r>
            <a:r>
              <a:rPr lang="en-US" b="1" dirty="0" smtClean="0">
                <a:solidFill>
                  <a:srgbClr val="FF0000"/>
                </a:solidFill>
                <a:latin typeface="Preeti" pitchFamily="2" charset="0"/>
              </a:rPr>
              <a:t> !#_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4AB2677-876E-4ABE-A6B1-AB812559E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05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008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7356-C3E1-47FC-82EF-AF48BDEB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rgbClr val="FF0000"/>
                </a:solidFill>
                <a:latin typeface="Preeti" pitchFamily="2" charset="0"/>
              </a:rPr>
              <a:t>b08sf</a:t>
            </a:r>
            <a:r>
              <a:rPr lang="en-US" dirty="0">
                <a:solidFill>
                  <a:srgbClr val="FF0000"/>
                </a:solidFill>
                <a:latin typeface="Preeti" pitchFamily="2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Preeti" pitchFamily="2" charset="0"/>
              </a:rPr>
              <a:t>l;WbfGtx</a:t>
            </a:r>
            <a:r>
              <a:rPr lang="en-US" dirty="0">
                <a:solidFill>
                  <a:srgbClr val="FF0000"/>
                </a:solidFill>
                <a:latin typeface="Preeti" pitchFamily="2" charset="0"/>
              </a:rPr>
              <a:t>? 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1E45CF-F3AE-4C0D-AD96-A7B28C1D60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53165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419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5565-C775-4B08-984B-2D2F1D13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Retribution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7DCA-FC76-4C37-8519-1D30632B9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200" b="1" dirty="0">
                <a:solidFill>
                  <a:srgbClr val="000000"/>
                </a:solidFill>
              </a:rPr>
              <a:t>The act of taking revenge on a perpetrator.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</a:rPr>
              <a:t>Early punishments were swift and  immediate.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</a:rPr>
              <a:t>Death and exile were common punishments.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</a:rPr>
              <a:t>Retribution follows the Old Testament: “Eye for an eye.”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</a:rPr>
              <a:t>Retribution holds offenders personally responsible; they get their “just deserts.”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6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1676400" y="838201"/>
            <a:ext cx="8382000" cy="1069975"/>
          </a:xfrm>
        </p:spPr>
        <p:txBody>
          <a:bodyPr/>
          <a:lstStyle/>
          <a:p>
            <a:pPr eaLnBrk="1" hangingPunct="1"/>
            <a:r>
              <a:rPr lang="en-US"/>
              <a:t>Deterrence  </a:t>
            </a:r>
            <a:r>
              <a:rPr lang="en-US" sz="2800"/>
              <a:t>(Preventing future harm)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1905001" y="2244725"/>
            <a:ext cx="4041775" cy="457200"/>
          </a:xfrm>
        </p:spPr>
        <p:txBody>
          <a:bodyPr>
            <a:normAutofit fontScale="55000" lnSpcReduction="20000"/>
          </a:bodyPr>
          <a:lstStyle/>
          <a:p>
            <a:pPr marL="45720" lvl="2">
              <a:buClr>
                <a:schemeClr val="accent3"/>
              </a:buClr>
              <a:defRPr/>
            </a:pPr>
            <a:endParaRPr lang="en-US" sz="2400" dirty="0"/>
          </a:p>
          <a:p>
            <a:pPr marL="45720" lvl="2">
              <a:buClr>
                <a:schemeClr val="accent3"/>
              </a:buClr>
              <a:defRPr/>
            </a:pPr>
            <a:r>
              <a:rPr lang="en-US" sz="2400" dirty="0"/>
              <a:t>General Deterrence: </a:t>
            </a:r>
          </a:p>
          <a:p>
            <a:pPr>
              <a:buClr>
                <a:schemeClr val="accent3"/>
              </a:buClr>
              <a:defRPr/>
            </a:pP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half" idx="3"/>
          </p:nvPr>
        </p:nvSpPr>
        <p:spPr>
          <a:xfrm>
            <a:off x="6245226" y="2244725"/>
            <a:ext cx="4041775" cy="457200"/>
          </a:xfrm>
        </p:spPr>
        <p:txBody>
          <a:bodyPr>
            <a:normAutofit/>
          </a:bodyPr>
          <a:lstStyle/>
          <a:p>
            <a:pPr marL="45720" lvl="2">
              <a:buClr>
                <a:schemeClr val="accent3"/>
              </a:buClr>
              <a:defRPr/>
            </a:pPr>
            <a:r>
              <a:rPr lang="en-US" sz="2400" dirty="0"/>
              <a:t>Specific Deterrence: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1905001" y="2708275"/>
            <a:ext cx="4041775" cy="3886200"/>
          </a:xfrm>
        </p:spPr>
        <p:txBody>
          <a:bodyPr>
            <a:normAutofit/>
          </a:bodyPr>
          <a:lstStyle/>
          <a:p>
            <a:pPr marL="365760" lvl="2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/>
              <a:t>Individuals will not commit crimes for fear of suffering same punishment a current ∆ has suffered. 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6242051" y="2708275"/>
            <a:ext cx="4041775" cy="3886200"/>
          </a:xfrm>
        </p:spPr>
        <p:txBody>
          <a:bodyPr>
            <a:normAutofit/>
          </a:bodyPr>
          <a:lstStyle/>
          <a:p>
            <a:pPr marL="365760" lvl="2" indent="-256032">
              <a:buClr>
                <a:schemeClr val="accent3"/>
              </a:buClr>
              <a:buFont typeface="Georgia"/>
              <a:buChar char="•"/>
              <a:defRPr/>
            </a:pPr>
            <a:r>
              <a:rPr lang="en-US" dirty="0"/>
              <a:t>Individual ∆ who was punished will avoid future crimes because he or she too fears additional punishment. </a:t>
            </a:r>
          </a:p>
          <a:p>
            <a:pPr marL="365760" indent="-256032">
              <a:buClr>
                <a:schemeClr val="accent3"/>
              </a:buClr>
              <a:buFont typeface="Georgia"/>
              <a:buChar char="•"/>
              <a:defRPr/>
            </a:pPr>
            <a:endParaRPr lang="en-US" dirty="0"/>
          </a:p>
        </p:txBody>
      </p:sp>
      <p:pic>
        <p:nvPicPr>
          <p:cNvPr id="9223" name="Picture 2" descr="http://www.aimhigherwm.org/image_library/4/49/75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20200" y="838200"/>
            <a:ext cx="10668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4" name="Picture 4" descr="http://a3.vox.com/6a00b8ea071cde1bc000c22526e35b604a-320p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43800" y="3886200"/>
            <a:ext cx="1828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5" name="Picture 4" descr="http://a3.vox.com/6a00b8ea071cde1bc000c22526e35b604a-320p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962400"/>
            <a:ext cx="1828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6" name="Picture 4" descr="http://a3.vox.com/6a00b8ea071cde1bc000c22526e35b604a-320p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3962400"/>
            <a:ext cx="1828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4" descr="http://a3.vox.com/6a00b8ea071cde1bc000c22526e35b604a-320p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3962400"/>
            <a:ext cx="1828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4" descr="http://a3.vox.com/6a00b8ea071cde1bc000c22526e35b604a-320pi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3962400"/>
            <a:ext cx="1828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7419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2208-C264-4B02-ACF2-60E11F7A7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Incapacitation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D27B9-57B6-4FBD-BC41-BA9D266E1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200" b="1" dirty="0">
                <a:solidFill>
                  <a:srgbClr val="000000"/>
                </a:solidFill>
              </a:rPr>
              <a:t>The use of imprisonment, or other means, to reduce the likelihood that an offender will be capable of committing future offenses.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</a:rPr>
              <a:t>In ancient times, mutilation and amputation were used to incapacitate.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</a:rPr>
              <a:t>Incapacitation requires restraint, not punishment.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</a:rPr>
              <a:t>It is popular in the U.S., as evidenced by the increase in prison populations.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25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D7F2-6CD6-40F8-866B-E25C87F7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Rehabilitation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CD19B-9A52-4308-9748-103BBBF70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000000"/>
                </a:solidFill>
              </a:rPr>
              <a:t>The attempt to reduce the number of crimes by changing the behavior of offenders.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</a:rPr>
              <a:t>Education, training, and counseling are some of the vehicles used.</a:t>
            </a:r>
          </a:p>
          <a:p>
            <a:pPr lvl="1"/>
            <a:r>
              <a:rPr lang="en-US" altLang="en-US" sz="3200" b="1" dirty="0">
                <a:solidFill>
                  <a:srgbClr val="000000"/>
                </a:solidFill>
              </a:rPr>
              <a:t>The ultimate goal is to reduce the number of offenses.</a:t>
            </a:r>
            <a:endParaRPr lang="en-US" alt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02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6EA47-EC48-4689-B4F8-98BF0ACA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Restoration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04DE1-C5D1-462C-B548-FFE53A750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600" b="1" dirty="0">
                <a:solidFill>
                  <a:srgbClr val="000000"/>
                </a:solidFill>
              </a:rPr>
              <a:t>A goal of criminal sentencing that attempts to make the victim “whole again.”</a:t>
            </a:r>
          </a:p>
          <a:p>
            <a:pPr lvl="1"/>
            <a:r>
              <a:rPr lang="en-US" altLang="en-US" sz="3600" b="1" dirty="0">
                <a:solidFill>
                  <a:srgbClr val="000000"/>
                </a:solidFill>
              </a:rPr>
              <a:t>Crime is a </a:t>
            </a:r>
            <a:r>
              <a:rPr lang="en-US" altLang="en-US" sz="3600" b="1" dirty="0"/>
              <a:t>violation of a person as well as the  state.</a:t>
            </a:r>
          </a:p>
          <a:p>
            <a:pPr lvl="1"/>
            <a:r>
              <a:rPr lang="en-US" altLang="en-US" sz="3600" b="1" dirty="0"/>
              <a:t>Restorative justice addresses the needs of the victim. </a:t>
            </a:r>
          </a:p>
          <a:p>
            <a:pPr lvl="1"/>
            <a:r>
              <a:rPr lang="en-US" altLang="en-US" sz="3600" b="1" dirty="0">
                <a:solidFill>
                  <a:srgbClr val="000000"/>
                </a:solidFill>
              </a:rPr>
              <a:t>Sentencing options focus primarily on restitution payments.</a:t>
            </a:r>
            <a:endParaRPr lang="en-US" alt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68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Preeti"/>
                <a:cs typeface="Preeti"/>
              </a:rPr>
              <a:t>;</a:t>
            </a:r>
            <a:r>
              <a:rPr lang="en-US" dirty="0" err="1" smtClean="0">
                <a:solidFill>
                  <a:srgbClr val="FF0000"/>
                </a:solidFill>
                <a:latin typeface="Preeti"/>
                <a:cs typeface="Preeti"/>
              </a:rPr>
              <a:t>hfo</a:t>
            </a:r>
            <a:r>
              <a:rPr lang="en-US" dirty="0" smtClean="0">
                <a:solidFill>
                  <a:srgbClr val="FF0000"/>
                </a:solidFill>
                <a:latin typeface="Preeti"/>
                <a:cs typeface="Preeti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Preeti"/>
                <a:cs typeface="Preeti"/>
              </a:rPr>
              <a:t>lgwf</a:t>
            </a:r>
            <a:r>
              <a:rPr lang="en-US" dirty="0" smtClean="0">
                <a:solidFill>
                  <a:srgbClr val="FF0000"/>
                </a:solidFill>
                <a:latin typeface="Preeti"/>
                <a:cs typeface="Preeti"/>
              </a:rPr>
              <a:t>{l/</a:t>
            </a:r>
            <a:r>
              <a:rPr lang="en-US" dirty="0" err="1" smtClean="0">
                <a:solidFill>
                  <a:srgbClr val="FF0000"/>
                </a:solidFill>
                <a:latin typeface="Preeti"/>
                <a:cs typeface="Preeti"/>
              </a:rPr>
              <a:t>0f</a:t>
            </a:r>
            <a:r>
              <a:rPr lang="en-US" dirty="0" smtClean="0">
                <a:solidFill>
                  <a:srgbClr val="FF0000"/>
                </a:solidFill>
                <a:latin typeface="Preeti"/>
                <a:cs typeface="Preeti"/>
              </a:rPr>
              <a:t> ;</a:t>
            </a:r>
            <a:r>
              <a:rPr lang="en-US" dirty="0" err="1" smtClean="0">
                <a:solidFill>
                  <a:srgbClr val="FF0000"/>
                </a:solidFill>
                <a:latin typeface="Preeti"/>
                <a:cs typeface="Preeti"/>
              </a:rPr>
              <a:t>DaGwL</a:t>
            </a:r>
            <a:r>
              <a:rPr lang="en-US" dirty="0" smtClean="0">
                <a:solidFill>
                  <a:srgbClr val="FF0000"/>
                </a:solidFill>
                <a:latin typeface="Preeti"/>
                <a:cs typeface="Preeti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Preeti"/>
                <a:cs typeface="Preeti"/>
              </a:rPr>
              <a:t>sfg"gsf</a:t>
            </a:r>
            <a:r>
              <a:rPr lang="en-US" dirty="0" smtClean="0">
                <a:solidFill>
                  <a:srgbClr val="FF0000"/>
                </a:solidFill>
                <a:latin typeface="Preeti"/>
                <a:cs typeface="Preeti"/>
              </a:rPr>
              <a:t>] </a:t>
            </a:r>
            <a:r>
              <a:rPr lang="en-US" dirty="0" err="1" smtClean="0">
                <a:solidFill>
                  <a:srgbClr val="FF0000"/>
                </a:solidFill>
                <a:latin typeface="Preeti"/>
                <a:cs typeface="Preeti"/>
              </a:rPr>
              <a:t>cEof</a:t>
            </a:r>
            <a:r>
              <a:rPr lang="en-US" dirty="0" smtClean="0">
                <a:solidFill>
                  <a:srgbClr val="FF0000"/>
                </a:solidFill>
                <a:latin typeface="Preeti"/>
                <a:cs typeface="Preeti"/>
              </a:rPr>
              <a:t>;</a:t>
            </a:r>
            <a:endParaRPr lang="en-US" dirty="0">
              <a:solidFill>
                <a:srgbClr val="FF0000"/>
              </a:solidFill>
              <a:latin typeface="Preeti"/>
              <a:cs typeface="Preet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295400"/>
            <a:ext cx="8229600" cy="522732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endParaRPr lang="en-US" dirty="0">
              <a:latin typeface="Preeti"/>
              <a:cs typeface="Preeti"/>
            </a:endParaRPr>
          </a:p>
          <a:p>
            <a:pPr algn="just"/>
            <a:r>
              <a:rPr lang="en-US" sz="3000" dirty="0" err="1">
                <a:latin typeface="Preeti"/>
                <a:cs typeface="Preeti"/>
              </a:rPr>
              <a:t>ljZjsf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sltko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d'n"sdf</a:t>
            </a:r>
            <a:r>
              <a:rPr lang="en-US" sz="3000" dirty="0">
                <a:latin typeface="Times"/>
                <a:cs typeface="Times"/>
              </a:rPr>
              <a:t> </a:t>
            </a:r>
            <a:r>
              <a:rPr lang="en-US" sz="3000" dirty="0">
                <a:latin typeface="Times"/>
                <a:cs typeface="Times"/>
              </a:rPr>
              <a:t>Penal </a:t>
            </a:r>
            <a:r>
              <a:rPr lang="en-US" sz="3000" dirty="0">
                <a:latin typeface="Times"/>
                <a:cs typeface="Times"/>
              </a:rPr>
              <a:t>code </a:t>
            </a:r>
            <a:r>
              <a:rPr lang="en-US" sz="3000" dirty="0" err="1">
                <a:latin typeface="Preeti"/>
                <a:cs typeface="Preeti"/>
              </a:rPr>
              <a:t>df</a:t>
            </a:r>
            <a:r>
              <a:rPr lang="en-US" sz="3000" dirty="0">
                <a:latin typeface="Preeti"/>
                <a:cs typeface="Preeti"/>
              </a:rPr>
              <a:t> g} ;f] </a:t>
            </a:r>
            <a:r>
              <a:rPr lang="en-US" sz="3000" dirty="0" err="1">
                <a:latin typeface="Preeti"/>
                <a:cs typeface="Preeti"/>
              </a:rPr>
              <a:t>d'n'ssf</a:t>
            </a:r>
            <a:r>
              <a:rPr lang="en-US" sz="3000" dirty="0">
                <a:latin typeface="Preeti"/>
                <a:cs typeface="Preeti"/>
              </a:rPr>
              <a:t>] ;</a:t>
            </a:r>
            <a:r>
              <a:rPr lang="en-US" sz="3000" dirty="0" err="1">
                <a:latin typeface="Preeti"/>
                <a:cs typeface="Preeti"/>
              </a:rPr>
              <a:t>hfo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lgwf</a:t>
            </a:r>
            <a:r>
              <a:rPr lang="en-US" sz="3000" dirty="0">
                <a:latin typeface="Preeti"/>
                <a:cs typeface="Preeti"/>
              </a:rPr>
              <a:t>{/0f </a:t>
            </a:r>
            <a:r>
              <a:rPr lang="en-US" sz="3000" dirty="0" err="1">
                <a:latin typeface="Preeti"/>
                <a:cs typeface="Preeti"/>
              </a:rPr>
              <a:t>ug</a:t>
            </a:r>
            <a:r>
              <a:rPr lang="en-US" sz="3000" dirty="0">
                <a:latin typeface="Preeti"/>
                <a:cs typeface="Preeti"/>
              </a:rPr>
              <a:t>]{ </a:t>
            </a:r>
            <a:r>
              <a:rPr lang="en-US" sz="3000" dirty="0" err="1">
                <a:latin typeface="Preeti"/>
                <a:cs typeface="Preeti"/>
              </a:rPr>
              <a:t>k|0ffnL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Jojl:yt</a:t>
            </a:r>
            <a:r>
              <a:rPr lang="en-US" sz="3000" dirty="0">
                <a:latin typeface="Preeti"/>
                <a:cs typeface="Preeti"/>
              </a:rPr>
              <a:t> - </a:t>
            </a:r>
            <a:r>
              <a:rPr lang="en-US" sz="3000" dirty="0">
                <a:latin typeface="Times"/>
                <a:cs typeface="Times"/>
              </a:rPr>
              <a:t>Japan, Finland, The Netherland,   </a:t>
            </a:r>
            <a:r>
              <a:rPr lang="en-US" sz="3000" dirty="0">
                <a:latin typeface="Times"/>
                <a:cs typeface="Times"/>
              </a:rPr>
              <a:t>Germany</a:t>
            </a:r>
            <a:r>
              <a:rPr lang="en-US" sz="3000" dirty="0">
                <a:latin typeface="Times"/>
                <a:cs typeface="Times"/>
              </a:rPr>
              <a:t>, Sweden, Denmark,  </a:t>
            </a:r>
            <a:r>
              <a:rPr lang="en-US" sz="3000" dirty="0">
                <a:latin typeface="Times"/>
                <a:cs typeface="Times"/>
              </a:rPr>
              <a:t>France, </a:t>
            </a:r>
            <a:r>
              <a:rPr lang="en-US" sz="3000" dirty="0">
                <a:latin typeface="Preeti"/>
                <a:cs typeface="Preeti"/>
              </a:rPr>
              <a:t>_</a:t>
            </a:r>
          </a:p>
          <a:p>
            <a:pPr algn="just"/>
            <a:r>
              <a:rPr lang="en-US" sz="3000" dirty="0">
                <a:latin typeface="Preeti"/>
                <a:cs typeface="Preeti"/>
              </a:rPr>
              <a:t>5'§} </a:t>
            </a:r>
            <a:r>
              <a:rPr lang="en-US" sz="3000" dirty="0" err="1">
                <a:latin typeface="Preeti"/>
                <a:cs typeface="Preeti"/>
              </a:rPr>
              <a:t>sfg"g4f</a:t>
            </a:r>
            <a:r>
              <a:rPr lang="en-US" sz="3000" dirty="0">
                <a:latin typeface="Preeti"/>
                <a:cs typeface="Preeti"/>
              </a:rPr>
              <a:t>/f ;</a:t>
            </a:r>
            <a:r>
              <a:rPr lang="en-US" sz="3000" dirty="0" err="1">
                <a:latin typeface="Preeti"/>
                <a:cs typeface="Preeti"/>
              </a:rPr>
              <a:t>hfo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lgwf</a:t>
            </a:r>
            <a:r>
              <a:rPr lang="en-US" sz="3000" dirty="0">
                <a:latin typeface="Preeti"/>
                <a:cs typeface="Preeti"/>
              </a:rPr>
              <a:t>{/</a:t>
            </a:r>
            <a:r>
              <a:rPr lang="en-US" sz="3000" dirty="0" err="1">
                <a:latin typeface="Preeti"/>
                <a:cs typeface="Preeti"/>
              </a:rPr>
              <a:t>0f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ug</a:t>
            </a:r>
            <a:r>
              <a:rPr lang="en-US" sz="3000" dirty="0">
                <a:latin typeface="Preeti"/>
                <a:cs typeface="Preeti"/>
              </a:rPr>
              <a:t>]{ </a:t>
            </a:r>
            <a:r>
              <a:rPr lang="en-US" sz="3000" dirty="0" err="1">
                <a:latin typeface="Preeti"/>
                <a:cs typeface="Preeti"/>
              </a:rPr>
              <a:t>k|0ffnL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Jojl:yt</a:t>
            </a:r>
            <a:r>
              <a:rPr lang="en-US" sz="3000" dirty="0">
                <a:latin typeface="Preeti"/>
                <a:cs typeface="Preeti"/>
              </a:rPr>
              <a:t>  </a:t>
            </a:r>
            <a:r>
              <a:rPr lang="en-US" sz="3000" dirty="0">
                <a:cs typeface="Preeti"/>
              </a:rPr>
              <a:t> USA– Sentencing Reform Act, Australia – New </a:t>
            </a:r>
            <a:r>
              <a:rPr lang="en-US" sz="3000" dirty="0" err="1">
                <a:cs typeface="Preeti"/>
              </a:rPr>
              <a:t>Southwales</a:t>
            </a:r>
            <a:r>
              <a:rPr lang="en-US" sz="3000" dirty="0">
                <a:cs typeface="Preeti"/>
              </a:rPr>
              <a:t> Crime  Sentencing Procedure	Act, 1999,  Australia Capital Territory Act, 2005,  England– Crime and Disorder Act, 1998, The Criminal Justice Act, 2003</a:t>
            </a:r>
          </a:p>
          <a:p>
            <a:r>
              <a:rPr lang="en-US" sz="3000" dirty="0">
                <a:latin typeface="Preeti"/>
                <a:cs typeface="Preeti"/>
              </a:rPr>
              <a:t>;</a:t>
            </a:r>
            <a:r>
              <a:rPr lang="en-US" sz="3000" dirty="0" err="1">
                <a:latin typeface="Preeti"/>
                <a:cs typeface="Preeti"/>
              </a:rPr>
              <a:t>hfosf</a:t>
            </a:r>
            <a:r>
              <a:rPr lang="en-US" sz="3000" dirty="0">
                <a:latin typeface="Preeti"/>
                <a:cs typeface="Preeti"/>
              </a:rPr>
              <a:t>] </a:t>
            </a:r>
            <a:r>
              <a:rPr lang="en-US" sz="3000" dirty="0" err="1">
                <a:latin typeface="Preeti"/>
                <a:cs typeface="Preeti"/>
              </a:rPr>
              <a:t>dflyNnf</a:t>
            </a:r>
            <a:r>
              <a:rPr lang="en-US" sz="3000" dirty="0">
                <a:latin typeface="Preeti"/>
                <a:cs typeface="Preeti"/>
              </a:rPr>
              <a:t>] </a:t>
            </a:r>
            <a:r>
              <a:rPr lang="en-US" sz="3000" dirty="0" err="1">
                <a:latin typeface="Preeti"/>
                <a:cs typeface="Preeti"/>
              </a:rPr>
              <a:t>xb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dfq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lgwf</a:t>
            </a:r>
            <a:r>
              <a:rPr lang="en-US" sz="3000" dirty="0">
                <a:latin typeface="Preeti"/>
                <a:cs typeface="Preeti"/>
              </a:rPr>
              <a:t>{l/t</a:t>
            </a:r>
          </a:p>
          <a:p>
            <a:r>
              <a:rPr lang="en-US" sz="3000" dirty="0" err="1">
                <a:latin typeface="Preeti"/>
                <a:cs typeface="Preeti"/>
              </a:rPr>
              <a:t>tNnf</a:t>
            </a:r>
            <a:r>
              <a:rPr lang="en-US" sz="3000" dirty="0">
                <a:latin typeface="Preeti"/>
                <a:cs typeface="Preeti"/>
              </a:rPr>
              <a:t>] </a:t>
            </a:r>
            <a:r>
              <a:rPr lang="en-US" sz="3000" dirty="0" err="1">
                <a:latin typeface="Preeti"/>
                <a:cs typeface="Preeti"/>
              </a:rPr>
              <a:t>xb</a:t>
            </a:r>
            <a:r>
              <a:rPr lang="en-US" sz="3000" dirty="0">
                <a:latin typeface="Preeti"/>
                <a:cs typeface="Preeti"/>
              </a:rPr>
              <a:t> ;d]t </a:t>
            </a:r>
            <a:r>
              <a:rPr lang="en-US" sz="3000" dirty="0" err="1">
                <a:latin typeface="Preeti"/>
                <a:cs typeface="Preeti"/>
              </a:rPr>
              <a:t>lgwf</a:t>
            </a:r>
            <a:r>
              <a:rPr lang="en-US" sz="3000" dirty="0">
                <a:latin typeface="Preeti"/>
                <a:cs typeface="Preeti"/>
              </a:rPr>
              <a:t>{l/t </a:t>
            </a:r>
          </a:p>
          <a:p>
            <a:r>
              <a:rPr lang="en-US" sz="3000" dirty="0" err="1">
                <a:latin typeface="Preeti"/>
                <a:cs typeface="Preeti"/>
              </a:rPr>
              <a:t>lglZrt</a:t>
            </a:r>
            <a:r>
              <a:rPr lang="en-US" sz="3000" dirty="0">
                <a:latin typeface="Preeti"/>
                <a:cs typeface="Preeti"/>
              </a:rPr>
              <a:t> ;</a:t>
            </a:r>
            <a:r>
              <a:rPr lang="en-US" sz="3000" dirty="0" err="1">
                <a:latin typeface="Preeti"/>
                <a:cs typeface="Preeti"/>
              </a:rPr>
              <a:t>hfo</a:t>
            </a:r>
            <a:r>
              <a:rPr lang="en-US" sz="3000" dirty="0">
                <a:latin typeface="Preeti"/>
                <a:cs typeface="Preeti"/>
              </a:rPr>
              <a:t> </a:t>
            </a:r>
            <a:r>
              <a:rPr lang="en-US" sz="3000" dirty="0" err="1">
                <a:latin typeface="Preeti"/>
                <a:cs typeface="Preeti"/>
              </a:rPr>
              <a:t>lgwf</a:t>
            </a:r>
            <a:r>
              <a:rPr lang="en-US" sz="3000" dirty="0">
                <a:latin typeface="Preeti"/>
                <a:cs typeface="Preeti"/>
              </a:rPr>
              <a:t>{l/t  </a:t>
            </a:r>
            <a:endParaRPr lang="en-US" sz="3000" dirty="0">
              <a:latin typeface="Times"/>
              <a:cs typeface="Times"/>
            </a:endParaRPr>
          </a:p>
          <a:p>
            <a:pPr marL="0" indent="0">
              <a:buNone/>
            </a:pPr>
            <a:r>
              <a:rPr lang="en-US" dirty="0">
                <a:latin typeface="Times"/>
                <a:cs typeface="Times"/>
              </a:rPr>
              <a:t>     						</a:t>
            </a:r>
          </a:p>
        </p:txBody>
      </p:sp>
    </p:spTree>
    <p:extLst>
      <p:ext uri="{BB962C8B-B14F-4D97-AF65-F5344CB8AC3E}">
        <p14:creationId xmlns:p14="http://schemas.microsoft.com/office/powerpoint/2010/main" val="2890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12131"/>
            <a:ext cx="1168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Preeti"/>
                <a:cs typeface="Preeti"/>
              </a:rPr>
              <a:t>				</a:t>
            </a:r>
            <a:endParaRPr lang="en-US" sz="2800" dirty="0" smtClean="0">
              <a:latin typeface="Preeti"/>
              <a:cs typeface="Preeti"/>
            </a:endParaRPr>
          </a:p>
          <a:p>
            <a:r>
              <a:rPr lang="ne-NP" sz="2800" u="sng" dirty="0" smtClean="0">
                <a:solidFill>
                  <a:srgbClr val="FF0000"/>
                </a:solidFill>
                <a:latin typeface="Preeti"/>
                <a:cs typeface="Kalimati" panose="00000400000000000000" pitchFamily="2"/>
              </a:rPr>
              <a:t>फौजदारी कसूर (सजाय निर्धारण तथा कार्यान्वयन)ऐन</a:t>
            </a:r>
            <a:r>
              <a:rPr lang="ne-NP" sz="2800" u="sng" dirty="0" smtClean="0">
                <a:solidFill>
                  <a:srgbClr val="FF0000"/>
                </a:solidFill>
                <a:latin typeface="KalpanaUttam i" pitchFamily="2" charset="0"/>
                <a:cs typeface="Kalimati" panose="00000400000000000000" pitchFamily="2"/>
              </a:rPr>
              <a:t>,२०७४ का मुख्य व्यवस्था</a:t>
            </a:r>
            <a:endParaRPr lang="ne-NP" sz="2800" u="sng" dirty="0" smtClean="0">
              <a:solidFill>
                <a:srgbClr val="FF0000"/>
              </a:solidFill>
              <a:latin typeface="Preeti"/>
              <a:cs typeface="Kalimati" panose="00000400000000000000" pitchFamily="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err="1" smtClean="0">
                <a:latin typeface="Preeti"/>
                <a:cs typeface="Preeti"/>
              </a:rPr>
              <a:t>ck</a:t>
            </a:r>
            <a:r>
              <a:rPr lang="en-GB" sz="2800" dirty="0" smtClean="0">
                <a:latin typeface="Preeti"/>
                <a:cs typeface="Preeti"/>
              </a:rPr>
              <a:t>/</a:t>
            </a:r>
            <a:r>
              <a:rPr lang="en-GB" sz="2800" dirty="0" err="1" smtClean="0">
                <a:latin typeface="Preeti"/>
                <a:cs typeface="Preeti"/>
              </a:rPr>
              <a:t>fw</a:t>
            </a:r>
            <a:r>
              <a:rPr lang="en-GB" sz="2800" dirty="0" smtClean="0">
                <a:latin typeface="Preeti"/>
                <a:cs typeface="Preeti"/>
              </a:rPr>
              <a:t> ;+</a:t>
            </a:r>
            <a:r>
              <a:rPr lang="en-GB" sz="2800" dirty="0" err="1" smtClean="0">
                <a:latin typeface="Preeti"/>
                <a:cs typeface="Preeti"/>
              </a:rPr>
              <a:t>lxtf</a:t>
            </a:r>
            <a:r>
              <a:rPr lang="en-GB" sz="2800" dirty="0" smtClean="0">
                <a:latin typeface="Preeti"/>
                <a:cs typeface="Preeti"/>
              </a:rPr>
              <a:t> / </a:t>
            </a:r>
            <a:r>
              <a:rPr lang="en-GB" sz="2800" dirty="0" err="1" smtClean="0">
                <a:latin typeface="Preeti"/>
                <a:cs typeface="Preeti"/>
              </a:rPr>
              <a:t>kmf</a:t>
            </a:r>
            <a:r>
              <a:rPr lang="en-GB" sz="2800" dirty="0" smtClean="0">
                <a:latin typeface="Preeti"/>
                <a:cs typeface="Preeti"/>
              </a:rPr>
              <a:t>}</a:t>
            </a:r>
            <a:r>
              <a:rPr lang="en-GB" sz="2800" dirty="0" err="1" smtClean="0">
                <a:latin typeface="Preeti"/>
                <a:cs typeface="Preeti"/>
              </a:rPr>
              <a:t>hbf</a:t>
            </a:r>
            <a:r>
              <a:rPr lang="en-GB" sz="2800" dirty="0" smtClean="0">
                <a:latin typeface="Preeti"/>
                <a:cs typeface="Preeti"/>
              </a:rPr>
              <a:t>/L </a:t>
            </a:r>
            <a:r>
              <a:rPr lang="en-GB" sz="2800" dirty="0" err="1" smtClean="0">
                <a:latin typeface="Preeti"/>
                <a:cs typeface="Preeti"/>
              </a:rPr>
              <a:t>sfo</a:t>
            </a:r>
            <a:r>
              <a:rPr lang="en-GB" sz="2800" dirty="0" smtClean="0">
                <a:latin typeface="Preeti"/>
                <a:cs typeface="Preeti"/>
              </a:rPr>
              <a:t>{</a:t>
            </a:r>
            <a:r>
              <a:rPr lang="en-GB" sz="2800" dirty="0" err="1" smtClean="0">
                <a:latin typeface="Preeti"/>
                <a:cs typeface="Preeti"/>
              </a:rPr>
              <a:t>ljlw</a:t>
            </a:r>
            <a:r>
              <a:rPr lang="en-GB" sz="2800" dirty="0" smtClean="0">
                <a:latin typeface="Preeti"/>
                <a:cs typeface="Preeti"/>
              </a:rPr>
              <a:t> ;+</a:t>
            </a:r>
            <a:r>
              <a:rPr lang="en-GB" sz="2800" dirty="0" err="1" smtClean="0">
                <a:latin typeface="Preeti"/>
                <a:cs typeface="Preeti"/>
              </a:rPr>
              <a:t>lxtfsf</a:t>
            </a:r>
            <a:r>
              <a:rPr lang="en-GB" sz="2800" dirty="0" smtClean="0">
                <a:latin typeface="Preeti"/>
                <a:cs typeface="Preeti"/>
              </a:rPr>
              <a:t> </a:t>
            </a:r>
            <a:r>
              <a:rPr lang="en-GB" sz="2800" dirty="0" err="1" smtClean="0">
                <a:latin typeface="Preeti"/>
                <a:cs typeface="Preeti"/>
              </a:rPr>
              <a:t>Joj:yf</a:t>
            </a:r>
            <a:r>
              <a:rPr lang="en-GB" sz="2800" dirty="0" smtClean="0">
                <a:latin typeface="Preeti"/>
                <a:cs typeface="Preeti"/>
              </a:rPr>
              <a:t> </a:t>
            </a:r>
            <a:r>
              <a:rPr lang="en-GB" sz="2800" dirty="0" err="1" smtClean="0">
                <a:latin typeface="Preeti"/>
                <a:cs typeface="Preeti"/>
              </a:rPr>
              <a:t>nfu</a:t>
            </a:r>
            <a:r>
              <a:rPr lang="en-GB" sz="2800" dirty="0">
                <a:latin typeface="Preeti"/>
                <a:cs typeface="Preeti"/>
              </a:rPr>
              <a:t>"</a:t>
            </a:r>
            <a:r>
              <a:rPr lang="en-GB" sz="2800" dirty="0" smtClean="0">
                <a:latin typeface="Preeti"/>
                <a:cs typeface="Preeti"/>
              </a:rPr>
              <a:t> </a:t>
            </a:r>
            <a:r>
              <a:rPr lang="en-GB" sz="2800" dirty="0" err="1" smtClean="0">
                <a:latin typeface="Preeti"/>
                <a:cs typeface="Preeti"/>
              </a:rPr>
              <a:t>x'g</a:t>
            </a:r>
            <a:r>
              <a:rPr lang="en-GB" sz="2800" dirty="0" smtClean="0">
                <a:latin typeface="Preeti"/>
                <a:cs typeface="Preeti"/>
              </a:rPr>
              <a:t>] -</a:t>
            </a:r>
            <a:r>
              <a:rPr lang="en-GB" sz="2800" dirty="0" err="1" smtClean="0">
                <a:latin typeface="Preeti"/>
                <a:cs typeface="Preeti"/>
              </a:rPr>
              <a:t>bkmf</a:t>
            </a:r>
            <a:r>
              <a:rPr lang="en-GB" sz="2800" dirty="0" smtClean="0">
                <a:latin typeface="Preeti"/>
                <a:cs typeface="Preeti"/>
              </a:rPr>
              <a:t> $_</a:t>
            </a:r>
            <a:endParaRPr lang="en-GB" sz="2800" dirty="0">
              <a:latin typeface="Preeti"/>
              <a:cs typeface="Preeti"/>
            </a:endParaRPr>
          </a:p>
          <a:p>
            <a:pPr marL="457200" indent="-457200">
              <a:buSzPts val="2800"/>
              <a:buFont typeface="Arial"/>
              <a:buChar char="•"/>
            </a:pPr>
            <a:r>
              <a:rPr lang="en-US" sz="2800" dirty="0" err="1">
                <a:latin typeface="Preeti"/>
                <a:cs typeface="Preeti"/>
              </a:rPr>
              <a:t>36L</a:t>
            </a:r>
            <a:r>
              <a:rPr lang="en-US" sz="2800" dirty="0">
                <a:latin typeface="Preeti"/>
                <a:cs typeface="Preeti"/>
              </a:rPr>
              <a:t> ;</a:t>
            </a:r>
            <a:r>
              <a:rPr lang="en-US" sz="2800" dirty="0" err="1">
                <a:latin typeface="Preeti"/>
                <a:cs typeface="Preeti"/>
              </a:rPr>
              <a:t>hfo</a:t>
            </a:r>
            <a:r>
              <a:rPr lang="en-US" sz="2800" dirty="0">
                <a:latin typeface="Preeti"/>
                <a:cs typeface="Preeti"/>
              </a:rPr>
              <a:t> </a:t>
            </a:r>
            <a:r>
              <a:rPr lang="en-US" sz="2800" dirty="0" err="1">
                <a:latin typeface="Preeti"/>
                <a:cs typeface="Preeti"/>
              </a:rPr>
              <a:t>x'g</a:t>
            </a:r>
            <a:r>
              <a:rPr lang="en-US" sz="2800" dirty="0">
                <a:latin typeface="Preeti"/>
                <a:cs typeface="Preeti"/>
              </a:rPr>
              <a:t>] . 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-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bkmf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 %_</a:t>
            </a:r>
            <a:endParaRPr lang="en-GB" sz="2800" dirty="0">
              <a:latin typeface="Preeti"/>
              <a:cs typeface="Preeti"/>
            </a:endParaRPr>
          </a:p>
          <a:p>
            <a:pPr marL="457200" indent="-457200">
              <a:buSzPts val="2800"/>
              <a:buFont typeface="Arial"/>
              <a:buChar char="•"/>
            </a:pPr>
            <a:r>
              <a:rPr lang="en-US" sz="2800" dirty="0" err="1">
                <a:latin typeface="Preeti"/>
                <a:cs typeface="Preeti"/>
              </a:rPr>
              <a:t>cGo</a:t>
            </a:r>
            <a:r>
              <a:rPr lang="en-US" sz="2800" dirty="0">
                <a:latin typeface="Preeti"/>
                <a:cs typeface="Preeti"/>
              </a:rPr>
              <a:t> </a:t>
            </a:r>
            <a:r>
              <a:rPr lang="en-US" sz="2800" dirty="0" err="1">
                <a:latin typeface="Preeti"/>
                <a:cs typeface="Preeti"/>
              </a:rPr>
              <a:t>sfg"g</a:t>
            </a:r>
            <a:r>
              <a:rPr lang="en-US" sz="2800" dirty="0">
                <a:latin typeface="Preeti"/>
                <a:cs typeface="Preeti"/>
              </a:rPr>
              <a:t> </a:t>
            </a:r>
            <a:r>
              <a:rPr lang="en-US" sz="2800" dirty="0" err="1">
                <a:latin typeface="Preeti"/>
                <a:cs typeface="Preeti"/>
              </a:rPr>
              <a:t>jdf</a:t>
            </a:r>
            <a:r>
              <a:rPr lang="en-US" sz="2800" dirty="0">
                <a:latin typeface="Preeti"/>
                <a:cs typeface="Preeti"/>
              </a:rPr>
              <a:t>]</a:t>
            </a:r>
            <a:r>
              <a:rPr lang="en-US" sz="2800" dirty="0" err="1">
                <a:latin typeface="Preeti"/>
                <a:cs typeface="Preeti"/>
              </a:rPr>
              <a:t>lhd</a:t>
            </a:r>
            <a:r>
              <a:rPr lang="en-US" sz="2800" dirty="0">
                <a:latin typeface="Preeti"/>
                <a:cs typeface="Preeti"/>
              </a:rPr>
              <a:t> ;</a:t>
            </a:r>
            <a:r>
              <a:rPr lang="en-US" sz="2800" dirty="0" err="1">
                <a:latin typeface="Preeti"/>
                <a:cs typeface="Preeti"/>
              </a:rPr>
              <a:t>hfo</a:t>
            </a:r>
            <a:r>
              <a:rPr lang="en-US" sz="2800" dirty="0">
                <a:latin typeface="Preeti"/>
                <a:cs typeface="Preeti"/>
              </a:rPr>
              <a:t> </a:t>
            </a:r>
            <a:r>
              <a:rPr lang="en-US" sz="2800" dirty="0" err="1">
                <a:latin typeface="Preeti"/>
                <a:cs typeface="Preeti"/>
              </a:rPr>
              <a:t>lgwf</a:t>
            </a:r>
            <a:r>
              <a:rPr lang="en-US" sz="2800" dirty="0">
                <a:latin typeface="Preeti"/>
                <a:cs typeface="Preeti"/>
              </a:rPr>
              <a:t>{/</a:t>
            </a:r>
            <a:r>
              <a:rPr lang="en-US" sz="2800" dirty="0" err="1">
                <a:latin typeface="Preeti"/>
                <a:cs typeface="Preeti"/>
              </a:rPr>
              <a:t>0f</a:t>
            </a:r>
            <a:r>
              <a:rPr lang="en-US" sz="2800" dirty="0">
                <a:latin typeface="Preeti"/>
                <a:cs typeface="Preeti"/>
              </a:rPr>
              <a:t> . 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-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bkmf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 ^_</a:t>
            </a:r>
            <a:endParaRPr lang="en-GB" sz="2800" dirty="0">
              <a:latin typeface="Preeti"/>
              <a:cs typeface="Preeti"/>
            </a:endParaRPr>
          </a:p>
          <a:p>
            <a:pPr marL="457200" indent="-457200">
              <a:buSzPts val="2800"/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o; P]g 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nfu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" 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x'g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] -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bkmf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 &amp;_</a:t>
            </a:r>
            <a:endParaRPr lang="en-US" sz="2800" dirty="0">
              <a:latin typeface="Preeti"/>
              <a:cs typeface="Preeti"/>
            </a:endParaRPr>
          </a:p>
          <a:p>
            <a:pPr marL="457200" indent="-457200">
              <a:buSzPts val="2800"/>
              <a:buFont typeface="Arial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Preeti"/>
                <a:cs typeface="Preeti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;"/bf/ 7xl/P kl5 ;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hfo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lgwf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{/0f . -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bkmf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 *_</a:t>
            </a:r>
            <a:endParaRPr lang="en-US" sz="2800" dirty="0">
              <a:latin typeface="Preeti"/>
              <a:cs typeface="Preeti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latin typeface="Preeti"/>
                <a:cs typeface="Preeti"/>
              </a:rPr>
              <a:t>;</a:t>
            </a:r>
            <a:r>
              <a:rPr lang="en-US" sz="2800" dirty="0" err="1">
                <a:latin typeface="Preeti"/>
                <a:cs typeface="Preeti"/>
              </a:rPr>
              <a:t>hfo</a:t>
            </a:r>
            <a:r>
              <a:rPr lang="en-US" sz="2800" dirty="0">
                <a:latin typeface="Preeti"/>
                <a:cs typeface="Preeti"/>
              </a:rPr>
              <a:t> </a:t>
            </a:r>
            <a:r>
              <a:rPr lang="en-US" sz="2800" dirty="0" err="1">
                <a:latin typeface="Preeti"/>
                <a:cs typeface="Preeti"/>
              </a:rPr>
              <a:t>lgwf</a:t>
            </a:r>
            <a:r>
              <a:rPr lang="en-US" sz="2800" dirty="0">
                <a:latin typeface="Preeti"/>
                <a:cs typeface="Preeti"/>
              </a:rPr>
              <a:t>{/0fsf </a:t>
            </a:r>
            <a:r>
              <a:rPr lang="en-US" sz="2800" dirty="0" err="1">
                <a:latin typeface="Preeti"/>
                <a:cs typeface="Preeti"/>
              </a:rPr>
              <a:t>nflu</a:t>
            </a:r>
            <a:r>
              <a:rPr lang="en-US" sz="2800" dirty="0">
                <a:latin typeface="Preeti"/>
                <a:cs typeface="Preeti"/>
              </a:rPr>
              <a:t> 5'§} ;'</a:t>
            </a:r>
            <a:r>
              <a:rPr lang="en-US" sz="2800" dirty="0" err="1">
                <a:latin typeface="Preeti"/>
                <a:cs typeface="Preeti"/>
              </a:rPr>
              <a:t>g'jfO</a:t>
            </a:r>
            <a:r>
              <a:rPr lang="en-US" sz="2800" dirty="0">
                <a:latin typeface="Preeti"/>
                <a:cs typeface="Preeti"/>
              </a:rPr>
              <a:t>{ . 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-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bkmf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Preeti"/>
                <a:cs typeface="Preeti"/>
              </a:rPr>
              <a:t>(_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latin typeface="Preeti"/>
                <a:cs typeface="Preeti"/>
              </a:rPr>
              <a:t>P]g </a:t>
            </a:r>
            <a:r>
              <a:rPr lang="en-US" sz="2800" dirty="0" err="1">
                <a:latin typeface="Preeti"/>
                <a:cs typeface="Preeti"/>
              </a:rPr>
              <a:t>nfu</a:t>
            </a:r>
            <a:r>
              <a:rPr lang="en-US" sz="2800" dirty="0">
                <a:latin typeface="Preeti"/>
                <a:cs typeface="Preeti"/>
              </a:rPr>
              <a:t>" </a:t>
            </a:r>
            <a:r>
              <a:rPr lang="en-US" sz="2800" dirty="0" err="1">
                <a:latin typeface="Preeti"/>
                <a:cs typeface="Preeti"/>
              </a:rPr>
              <a:t>gx'g</a:t>
            </a:r>
            <a:r>
              <a:rPr lang="en-US" sz="2800" dirty="0">
                <a:latin typeface="Preeti"/>
                <a:cs typeface="Preeti"/>
              </a:rPr>
              <a:t>] . </a:t>
            </a:r>
            <a:r>
              <a:rPr lang="en-US" sz="2800" dirty="0" err="1" smtClean="0">
                <a:solidFill>
                  <a:srgbClr val="000000"/>
                </a:solidFill>
                <a:latin typeface="Preeti"/>
                <a:cs typeface="Preeti"/>
              </a:rPr>
              <a:t>bkmf</a:t>
            </a:r>
            <a:r>
              <a:rPr lang="en-US" sz="2800" dirty="0" smtClean="0">
                <a:solidFill>
                  <a:srgbClr val="000000"/>
                </a:solidFill>
                <a:latin typeface="Preeti"/>
                <a:cs typeface="Preeti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#-@_</a:t>
            </a:r>
            <a:endParaRPr lang="en-GB" sz="2800" dirty="0">
              <a:latin typeface="Preeti"/>
              <a:cs typeface="Preeti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>
                <a:latin typeface="Preeti"/>
                <a:cs typeface="Preeti"/>
              </a:rPr>
              <a:t>;</a:t>
            </a:r>
            <a:r>
              <a:rPr lang="en-US" sz="2800" dirty="0" err="1">
                <a:latin typeface="Preeti"/>
                <a:cs typeface="Preeti"/>
              </a:rPr>
              <a:t>hfo</a:t>
            </a:r>
            <a:r>
              <a:rPr lang="en-US" sz="2800" dirty="0">
                <a:latin typeface="Preeti"/>
                <a:cs typeface="Preeti"/>
              </a:rPr>
              <a:t> </a:t>
            </a:r>
            <a:r>
              <a:rPr lang="en-US" sz="2800" dirty="0" err="1">
                <a:latin typeface="Preeti"/>
                <a:cs typeface="Preeti"/>
              </a:rPr>
              <a:t>k"j</a:t>
            </a:r>
            <a:r>
              <a:rPr lang="en-US" sz="2800" dirty="0">
                <a:latin typeface="Preeti"/>
                <a:cs typeface="Preeti"/>
              </a:rPr>
              <a:t>{sf] </a:t>
            </a:r>
            <a:r>
              <a:rPr lang="en-US" sz="2800" dirty="0" err="1">
                <a:latin typeface="Preeti"/>
                <a:cs typeface="Preeti"/>
              </a:rPr>
              <a:t>k|ltj</a:t>
            </a:r>
            <a:r>
              <a:rPr lang="en-US" sz="2800" dirty="0">
                <a:latin typeface="Preeti"/>
                <a:cs typeface="Preeti"/>
              </a:rPr>
              <a:t>]</a:t>
            </a:r>
            <a:r>
              <a:rPr lang="en-US" sz="2800" dirty="0" err="1">
                <a:latin typeface="Preeti"/>
                <a:cs typeface="Preeti"/>
              </a:rPr>
              <a:t>bg</a:t>
            </a:r>
            <a:r>
              <a:rPr lang="en-US" sz="2800" dirty="0">
                <a:latin typeface="Preeti"/>
                <a:cs typeface="Preeti"/>
              </a:rPr>
              <a:t> ;</a:t>
            </a:r>
            <a:r>
              <a:rPr lang="en-US" sz="2800" dirty="0" err="1">
                <a:latin typeface="Preeti"/>
                <a:cs typeface="Preeti"/>
              </a:rPr>
              <a:t>DaGwL</a:t>
            </a:r>
            <a:r>
              <a:rPr lang="en-US" sz="2800" dirty="0">
                <a:latin typeface="Preeti"/>
                <a:cs typeface="Preeti"/>
              </a:rPr>
              <a:t> </a:t>
            </a:r>
            <a:r>
              <a:rPr lang="en-US" sz="2800" dirty="0" err="1">
                <a:latin typeface="Preeti"/>
                <a:cs typeface="Preeti"/>
              </a:rPr>
              <a:t>Joj:yf</a:t>
            </a:r>
            <a:r>
              <a:rPr lang="en-US" sz="2800" dirty="0">
                <a:latin typeface="Preeti"/>
                <a:cs typeface="Preeti"/>
              </a:rPr>
              <a:t> . 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-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bkmf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 !@_</a:t>
            </a:r>
            <a:endParaRPr lang="en-US" sz="2800" dirty="0">
              <a:latin typeface="Preeti"/>
              <a:cs typeface="Preeti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latin typeface="Preeti"/>
                <a:cs typeface="Preeti"/>
              </a:rPr>
              <a:t>;'</a:t>
            </a:r>
            <a:r>
              <a:rPr lang="en-US" sz="2800" dirty="0" err="1">
                <a:latin typeface="Preeti"/>
                <a:cs typeface="Preeti"/>
              </a:rPr>
              <a:t>wf</a:t>
            </a:r>
            <a:r>
              <a:rPr lang="en-US" sz="2800" dirty="0">
                <a:latin typeface="Preeti"/>
                <a:cs typeface="Preeti"/>
              </a:rPr>
              <a:t>/</a:t>
            </a:r>
            <a:r>
              <a:rPr lang="en-US" sz="2800" dirty="0" err="1">
                <a:latin typeface="Preeti"/>
                <a:cs typeface="Preeti"/>
              </a:rPr>
              <a:t>fTds</a:t>
            </a:r>
            <a:r>
              <a:rPr lang="en-US" sz="2800" dirty="0">
                <a:latin typeface="Preeti"/>
                <a:cs typeface="Preeti"/>
              </a:rPr>
              <a:t> ;</a:t>
            </a:r>
            <a:r>
              <a:rPr lang="en-US" sz="2800" dirty="0" err="1">
                <a:latin typeface="Preeti"/>
                <a:cs typeface="Preeti"/>
              </a:rPr>
              <a:t>hfo</a:t>
            </a:r>
            <a:r>
              <a:rPr lang="en-US" sz="2800" dirty="0">
                <a:latin typeface="Preeti"/>
                <a:cs typeface="Preeti"/>
              </a:rPr>
              <a:t> </a:t>
            </a:r>
            <a:r>
              <a:rPr lang="en-US" sz="2800" dirty="0" err="1">
                <a:latin typeface="Preeti"/>
                <a:cs typeface="Preeti"/>
              </a:rPr>
              <a:t>sfof</a:t>
            </a:r>
            <a:r>
              <a:rPr lang="en-US" sz="2800" dirty="0">
                <a:latin typeface="Preeti"/>
                <a:cs typeface="Preeti"/>
              </a:rPr>
              <a:t>{</a:t>
            </a:r>
            <a:r>
              <a:rPr lang="en-US" sz="2800" dirty="0" err="1">
                <a:latin typeface="Preeti"/>
                <a:cs typeface="Preeti"/>
              </a:rPr>
              <a:t>Gjog</a:t>
            </a:r>
            <a:r>
              <a:rPr lang="en-US" sz="2800" dirty="0">
                <a:latin typeface="Preeti"/>
                <a:cs typeface="Preeti"/>
              </a:rPr>
              <a:t> ;</a:t>
            </a:r>
            <a:r>
              <a:rPr lang="en-US" sz="2800" dirty="0" err="1">
                <a:latin typeface="Preeti"/>
                <a:cs typeface="Preeti"/>
              </a:rPr>
              <a:t>DaGwL</a:t>
            </a:r>
            <a:r>
              <a:rPr lang="en-US" sz="2800" dirty="0">
                <a:latin typeface="Preeti"/>
                <a:cs typeface="Preeti"/>
              </a:rPr>
              <a:t> </a:t>
            </a:r>
            <a:r>
              <a:rPr lang="en-US" sz="2800" dirty="0" err="1">
                <a:latin typeface="Preeti"/>
                <a:cs typeface="Preeti"/>
              </a:rPr>
              <a:t>Joj:yf</a:t>
            </a:r>
            <a:r>
              <a:rPr lang="en-US" sz="2800" dirty="0">
                <a:latin typeface="Preeti"/>
                <a:cs typeface="Preeti"/>
              </a:rPr>
              <a:t> . 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-</a:t>
            </a:r>
            <a:r>
              <a:rPr lang="en-US" sz="2800" dirty="0" err="1">
                <a:solidFill>
                  <a:srgbClr val="000000"/>
                </a:solidFill>
                <a:latin typeface="Preeti"/>
                <a:cs typeface="Preeti"/>
              </a:rPr>
              <a:t>bkmf</a:t>
            </a:r>
            <a:r>
              <a:rPr lang="en-US" sz="2800" dirty="0">
                <a:solidFill>
                  <a:srgbClr val="000000"/>
                </a:solidFill>
                <a:latin typeface="Preeti"/>
                <a:cs typeface="Preeti"/>
              </a:rPr>
              <a:t> @@,@%,@^,@&amp;,@*,@(,#),#! / #$_</a:t>
            </a:r>
            <a:endParaRPr lang="en-US" sz="2800" dirty="0">
              <a:latin typeface="Preeti"/>
              <a:cs typeface="Preet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Preeti"/>
              <a:cs typeface="Preeti"/>
            </a:endParaRPr>
          </a:p>
          <a:p>
            <a:pPr lvl="6"/>
            <a:r>
              <a:rPr lang="en-US" sz="2800" dirty="0">
                <a:latin typeface="Preeti"/>
                <a:cs typeface="Preeti"/>
              </a:rPr>
              <a:t>^</a:t>
            </a:r>
            <a:endParaRPr lang="en-GB" sz="2800" dirty="0">
              <a:latin typeface="Preeti"/>
              <a:cs typeface="Preeti"/>
            </a:endParaRPr>
          </a:p>
          <a:p>
            <a:pPr marL="457200" indent="-457200">
              <a:buFont typeface="Arial"/>
              <a:buChar char="•"/>
            </a:pPr>
            <a:endParaRPr lang="en-GB" sz="2800" dirty="0">
              <a:latin typeface="Preeti"/>
              <a:cs typeface="Preeti"/>
            </a:endParaRPr>
          </a:p>
        </p:txBody>
      </p:sp>
    </p:spTree>
    <p:extLst>
      <p:ext uri="{BB962C8B-B14F-4D97-AF65-F5344CB8AC3E}">
        <p14:creationId xmlns:p14="http://schemas.microsoft.com/office/powerpoint/2010/main" val="113142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Preeti" pitchFamily="2" charset="0"/>
              </a:rPr>
              <a:t>P]</a:t>
            </a:r>
            <a:r>
              <a:rPr lang="en-US" dirty="0" err="1" smtClean="0">
                <a:solidFill>
                  <a:srgbClr val="FF0000"/>
                </a:solidFill>
                <a:latin typeface="Preeti" pitchFamily="2" charset="0"/>
              </a:rPr>
              <a:t>gsf</a:t>
            </a:r>
            <a:r>
              <a:rPr lang="en-US" dirty="0" smtClean="0">
                <a:solidFill>
                  <a:srgbClr val="FF0000"/>
                </a:solidFill>
                <a:latin typeface="Preeti" pitchFamily="2" charset="0"/>
              </a:rPr>
              <a:t>] </a:t>
            </a:r>
            <a:r>
              <a:rPr lang="en-US" dirty="0" err="1" smtClean="0">
                <a:solidFill>
                  <a:srgbClr val="FF0000"/>
                </a:solidFill>
                <a:latin typeface="Preeti" pitchFamily="2" charset="0"/>
              </a:rPr>
              <a:t>k|of</a:t>
            </a:r>
            <a:r>
              <a:rPr lang="en-US" dirty="0" smtClean="0">
                <a:solidFill>
                  <a:srgbClr val="FF0000"/>
                </a:solidFill>
                <a:latin typeface="Preeti" pitchFamily="2" charset="0"/>
              </a:rPr>
              <a:t>]u</a:t>
            </a:r>
            <a:endParaRPr lang="en-US" dirty="0">
              <a:solidFill>
                <a:srgbClr val="FF0000"/>
              </a:solidFill>
              <a:latin typeface="Preeti" pitchFamily="2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934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33A8-12EF-4405-B475-7F350B4B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solidFill>
                  <a:srgbClr val="FF0000"/>
                </a:solidFill>
                <a:latin typeface="Preeti" pitchFamily="2" charset="0"/>
              </a:rPr>
              <a:t>;</a:t>
            </a:r>
            <a:r>
              <a:rPr lang="en-US" b="1" u="sng" dirty="0" err="1">
                <a:solidFill>
                  <a:srgbClr val="FF0000"/>
                </a:solidFill>
                <a:latin typeface="Preeti" pitchFamily="2" charset="0"/>
              </a:rPr>
              <a:t>hfosf</a:t>
            </a:r>
            <a:r>
              <a:rPr lang="en-US" b="1" u="sng" dirty="0">
                <a:solidFill>
                  <a:srgbClr val="FF0000"/>
                </a:solidFill>
                <a:latin typeface="Preeti" pitchFamily="2" charset="0"/>
              </a:rPr>
              <a:t> </a:t>
            </a:r>
            <a:r>
              <a:rPr lang="en-US" b="1" u="sng" dirty="0" err="1">
                <a:solidFill>
                  <a:srgbClr val="FF0000"/>
                </a:solidFill>
                <a:latin typeface="Preeti" pitchFamily="2" charset="0"/>
              </a:rPr>
              <a:t>k|sf</a:t>
            </a:r>
            <a:r>
              <a:rPr lang="en-US" b="1" u="sng" dirty="0" smtClean="0">
                <a:solidFill>
                  <a:srgbClr val="FF0000"/>
                </a:solidFill>
                <a:latin typeface="Preeti" pitchFamily="2" charset="0"/>
              </a:rPr>
              <a:t>/ -</a:t>
            </a:r>
            <a:r>
              <a:rPr lang="ne-NP" sz="3200" b="1" u="sng" dirty="0" smtClean="0">
                <a:solidFill>
                  <a:srgbClr val="FF0000"/>
                </a:solidFill>
                <a:latin typeface="Preeti" pitchFamily="2" charset="0"/>
                <a:cs typeface="Kalimati" panose="00000400000000000000" pitchFamily="2"/>
              </a:rPr>
              <a:t>मुलुकी</a:t>
            </a:r>
            <a:r>
              <a:rPr lang="ne-NP" b="1" u="sng" dirty="0" smtClean="0">
                <a:solidFill>
                  <a:srgbClr val="FF0000"/>
                </a:solidFill>
                <a:latin typeface="Preeti" pitchFamily="2" charset="0"/>
              </a:rPr>
              <a:t> </a:t>
            </a:r>
            <a:r>
              <a:rPr lang="en-US" b="1" u="sng" dirty="0" err="1" smtClean="0">
                <a:solidFill>
                  <a:srgbClr val="FF0000"/>
                </a:solidFill>
                <a:latin typeface="Preeti" pitchFamily="2" charset="0"/>
              </a:rPr>
              <a:t>ck</a:t>
            </a:r>
            <a:r>
              <a:rPr lang="en-US" b="1" u="sng" dirty="0" smtClean="0">
                <a:solidFill>
                  <a:srgbClr val="FF0000"/>
                </a:solidFill>
                <a:latin typeface="Preeti" pitchFamily="2" charset="0"/>
              </a:rPr>
              <a:t>/</a:t>
            </a:r>
            <a:r>
              <a:rPr lang="en-US" b="1" u="sng" dirty="0" err="1" smtClean="0">
                <a:solidFill>
                  <a:srgbClr val="FF0000"/>
                </a:solidFill>
                <a:latin typeface="Preeti" pitchFamily="2" charset="0"/>
              </a:rPr>
              <a:t>fw</a:t>
            </a:r>
            <a:r>
              <a:rPr lang="en-US" b="1" u="sng" dirty="0" smtClean="0">
                <a:solidFill>
                  <a:srgbClr val="FF0000"/>
                </a:solidFill>
                <a:latin typeface="Preeti" pitchFamily="2" charset="0"/>
              </a:rPr>
              <a:t> ;+</a:t>
            </a:r>
            <a:r>
              <a:rPr lang="en-US" b="1" u="sng" dirty="0" err="1" smtClean="0">
                <a:solidFill>
                  <a:srgbClr val="FF0000"/>
                </a:solidFill>
                <a:latin typeface="Preeti" pitchFamily="2" charset="0"/>
              </a:rPr>
              <a:t>lxtfsf</a:t>
            </a:r>
            <a:r>
              <a:rPr lang="en-US" b="1" u="sng" dirty="0" smtClean="0">
                <a:solidFill>
                  <a:srgbClr val="FF0000"/>
                </a:solidFill>
                <a:latin typeface="Preeti" pitchFamily="2" charset="0"/>
              </a:rPr>
              <a:t>] </a:t>
            </a:r>
            <a:r>
              <a:rPr lang="en-US" b="1" u="sng" dirty="0" err="1" smtClean="0">
                <a:solidFill>
                  <a:srgbClr val="FF0000"/>
                </a:solidFill>
                <a:latin typeface="Preeti" pitchFamily="2" charset="0"/>
              </a:rPr>
              <a:t>bkmf</a:t>
            </a:r>
            <a:r>
              <a:rPr lang="en-US" b="1" u="sng" dirty="0" smtClean="0">
                <a:solidFill>
                  <a:srgbClr val="FF0000"/>
                </a:solidFill>
                <a:latin typeface="Preeti" pitchFamily="2" charset="0"/>
              </a:rPr>
              <a:t> $)_</a:t>
            </a:r>
            <a:r>
              <a:rPr lang="en-US" dirty="0" smtClean="0">
                <a:solidFill>
                  <a:srgbClr val="FF0000"/>
                </a:solidFill>
                <a:latin typeface="Preeti" pitchFamily="2" charset="0"/>
              </a:rPr>
              <a:t> </a:t>
            </a:r>
            <a:endParaRPr lang="en-US" dirty="0">
              <a:solidFill>
                <a:srgbClr val="FF0000"/>
              </a:solidFill>
              <a:latin typeface="Preeti" pitchFamily="2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C635B31-E157-401D-B95F-5DC231DA62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56103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621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D3DC6-E613-477F-BB5C-4B5572E3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rgbClr val="FF0000"/>
                </a:solidFill>
                <a:latin typeface="Preeti" pitchFamily="2" charset="0"/>
              </a:rPr>
              <a:t>hLljt</a:t>
            </a:r>
            <a:r>
              <a:rPr lang="en-US" dirty="0">
                <a:solidFill>
                  <a:srgbClr val="FF0000"/>
                </a:solidFill>
                <a:latin typeface="Preeti" pitchFamily="2" charset="0"/>
              </a:rPr>
              <a:t> /x];</a:t>
            </a:r>
            <a:r>
              <a:rPr lang="en-US" dirty="0" err="1">
                <a:solidFill>
                  <a:srgbClr val="FF0000"/>
                </a:solidFill>
                <a:latin typeface="Preeti" pitchFamily="2" charset="0"/>
              </a:rPr>
              <a:t>Dd</a:t>
            </a:r>
            <a:r>
              <a:rPr lang="en-US" dirty="0">
                <a:solidFill>
                  <a:srgbClr val="FF0000"/>
                </a:solidFill>
                <a:latin typeface="Preeti" pitchFamily="2" charset="0"/>
              </a:rPr>
              <a:t> s}b </a:t>
            </a:r>
            <a:br>
              <a:rPr lang="en-US" dirty="0">
                <a:solidFill>
                  <a:srgbClr val="FF0000"/>
                </a:solidFill>
                <a:latin typeface="Preeti" pitchFamily="2" charset="0"/>
              </a:rPr>
            </a:br>
            <a:r>
              <a:rPr lang="en-US" dirty="0">
                <a:solidFill>
                  <a:srgbClr val="FF0000"/>
                </a:solidFill>
                <a:latin typeface="Preeti" pitchFamily="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8BB35-0B70-4377-8FBC-0C52FAFAA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Preeti" pitchFamily="2" charset="0"/>
              </a:rPr>
              <a:t>qm</a:t>
            </a:r>
            <a:r>
              <a:rPr lang="en-US" dirty="0">
                <a:latin typeface="Preeti" pitchFamily="2" charset="0"/>
              </a:rPr>
              <a:t>"/ </a:t>
            </a:r>
            <a:r>
              <a:rPr lang="en-US" dirty="0" err="1">
                <a:latin typeface="Preeti" pitchFamily="2" charset="0"/>
              </a:rPr>
              <a:t>oftgf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lbO</a:t>
            </a:r>
            <a:r>
              <a:rPr lang="en-US" dirty="0">
                <a:latin typeface="Preeti" pitchFamily="2" charset="0"/>
              </a:rPr>
              <a:t>{ </a:t>
            </a:r>
            <a:r>
              <a:rPr lang="en-US" dirty="0" err="1">
                <a:latin typeface="Preeti" pitchFamily="2" charset="0"/>
              </a:rPr>
              <a:t>jf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lgd</a:t>
            </a:r>
            <a:r>
              <a:rPr lang="en-US" dirty="0">
                <a:latin typeface="Preeti" pitchFamily="2" charset="0"/>
              </a:rPr>
              <a:t>{</a:t>
            </a:r>
            <a:r>
              <a:rPr lang="en-US" dirty="0" err="1">
                <a:latin typeface="Preeti" pitchFamily="2" charset="0"/>
              </a:rPr>
              <a:t>dtfk"j</a:t>
            </a:r>
            <a:r>
              <a:rPr lang="en-US" dirty="0">
                <a:latin typeface="Preeti" pitchFamily="2" charset="0"/>
              </a:rPr>
              <a:t>{s </a:t>
            </a:r>
            <a:r>
              <a:rPr lang="en-US" dirty="0" err="1">
                <a:latin typeface="Preeti" pitchFamily="2" charset="0"/>
              </a:rPr>
              <a:t>Hofg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df</a:t>
            </a:r>
            <a:r>
              <a:rPr lang="en-US" dirty="0">
                <a:latin typeface="Preeti" pitchFamily="2" charset="0"/>
              </a:rPr>
              <a:t>/]sf],  </a:t>
            </a:r>
          </a:p>
          <a:p>
            <a:r>
              <a:rPr lang="en-US" dirty="0" err="1">
                <a:latin typeface="Preeti" pitchFamily="2" charset="0"/>
              </a:rPr>
              <a:t>jfo'ofg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ckx</a:t>
            </a:r>
            <a:r>
              <a:rPr lang="en-US" dirty="0">
                <a:latin typeface="Preeti" pitchFamily="2" charset="0"/>
              </a:rPr>
              <a:t>/</a:t>
            </a:r>
            <a:r>
              <a:rPr lang="en-US" dirty="0" err="1">
                <a:latin typeface="Preeti" pitchFamily="2" charset="0"/>
              </a:rPr>
              <a:t>0f</a:t>
            </a:r>
            <a:r>
              <a:rPr lang="en-US" dirty="0">
                <a:latin typeface="Preeti" pitchFamily="2" charset="0"/>
              </a:rPr>
              <a:t> u/L </a:t>
            </a:r>
            <a:r>
              <a:rPr lang="en-US" dirty="0" err="1">
                <a:latin typeface="Preeti" pitchFamily="2" charset="0"/>
              </a:rPr>
              <a:t>jf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jfo'ofg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ljikmf</a:t>
            </a:r>
            <a:r>
              <a:rPr lang="en-US" dirty="0">
                <a:latin typeface="Preeti" pitchFamily="2" charset="0"/>
              </a:rPr>
              <a:t>]6 u/L </a:t>
            </a:r>
            <a:r>
              <a:rPr lang="en-US" dirty="0" err="1">
                <a:latin typeface="Preeti" pitchFamily="2" charset="0"/>
              </a:rPr>
              <a:t>Hofg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df</a:t>
            </a:r>
            <a:r>
              <a:rPr lang="en-US" dirty="0">
                <a:latin typeface="Preeti" pitchFamily="2" charset="0"/>
              </a:rPr>
              <a:t>/]sf],</a:t>
            </a:r>
          </a:p>
          <a:p>
            <a:r>
              <a:rPr lang="en-US" dirty="0" err="1">
                <a:latin typeface="Preeti" pitchFamily="2" charset="0"/>
              </a:rPr>
              <a:t>ckx</a:t>
            </a:r>
            <a:r>
              <a:rPr lang="en-US" dirty="0">
                <a:latin typeface="Preeti" pitchFamily="2" charset="0"/>
              </a:rPr>
              <a:t>/</a:t>
            </a:r>
            <a:r>
              <a:rPr lang="en-US" dirty="0" err="1">
                <a:latin typeface="Preeti" pitchFamily="2" charset="0"/>
              </a:rPr>
              <a:t>0f</a:t>
            </a:r>
            <a:r>
              <a:rPr lang="en-US" dirty="0">
                <a:latin typeface="Preeti" pitchFamily="2" charset="0"/>
              </a:rPr>
              <a:t> u/L </a:t>
            </a:r>
            <a:r>
              <a:rPr lang="en-US" dirty="0" err="1">
                <a:latin typeface="Preeti" pitchFamily="2" charset="0"/>
              </a:rPr>
              <a:t>jf</a:t>
            </a:r>
            <a:r>
              <a:rPr lang="en-US" dirty="0">
                <a:latin typeface="Preeti" pitchFamily="2" charset="0"/>
              </a:rPr>
              <a:t> z/L/</a:t>
            </a:r>
            <a:r>
              <a:rPr lang="en-US" dirty="0" err="1">
                <a:latin typeface="Preeti" pitchFamily="2" charset="0"/>
              </a:rPr>
              <a:t>aGws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lnO</a:t>
            </a:r>
            <a:r>
              <a:rPr lang="en-US" dirty="0">
                <a:latin typeface="Preeti" pitchFamily="2" charset="0"/>
              </a:rPr>
              <a:t>{ </a:t>
            </a:r>
            <a:r>
              <a:rPr lang="en-US" dirty="0" err="1">
                <a:latin typeface="Preeti" pitchFamily="2" charset="0"/>
              </a:rPr>
              <a:t>Hofg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df</a:t>
            </a:r>
            <a:r>
              <a:rPr lang="en-US" dirty="0">
                <a:latin typeface="Preeti" pitchFamily="2" charset="0"/>
              </a:rPr>
              <a:t>/]sf],</a:t>
            </a:r>
          </a:p>
          <a:p>
            <a:r>
              <a:rPr lang="en-US" dirty="0">
                <a:latin typeface="Preeti" pitchFamily="2" charset="0"/>
              </a:rPr>
              <a:t>;fj{</a:t>
            </a:r>
            <a:r>
              <a:rPr lang="en-US" dirty="0" err="1">
                <a:latin typeface="Preeti" pitchFamily="2" charset="0"/>
              </a:rPr>
              <a:t>hlgs</a:t>
            </a:r>
            <a:r>
              <a:rPr lang="en-US" dirty="0">
                <a:latin typeface="Preeti" pitchFamily="2" charset="0"/>
              </a:rPr>
              <a:t> ?</a:t>
            </a:r>
            <a:r>
              <a:rPr lang="en-US" dirty="0" err="1">
                <a:latin typeface="Preeti" pitchFamily="2" charset="0"/>
              </a:rPr>
              <a:t>kdf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pkef</a:t>
            </a:r>
            <a:r>
              <a:rPr lang="en-US" dirty="0">
                <a:latin typeface="Preeti" pitchFamily="2" charset="0"/>
              </a:rPr>
              <a:t>]u </a:t>
            </a:r>
            <a:r>
              <a:rPr lang="en-US" dirty="0" err="1">
                <a:latin typeface="Preeti" pitchFamily="2" charset="0"/>
              </a:rPr>
              <a:t>x'g</a:t>
            </a:r>
            <a:r>
              <a:rPr lang="en-US" dirty="0">
                <a:latin typeface="Preeti" pitchFamily="2" charset="0"/>
              </a:rPr>
              <a:t>] k]o </a:t>
            </a:r>
            <a:r>
              <a:rPr lang="en-US" dirty="0" err="1">
                <a:latin typeface="Preeti" pitchFamily="2" charset="0"/>
              </a:rPr>
              <a:t>jf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vfB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kbfy</a:t>
            </a:r>
            <a:r>
              <a:rPr lang="en-US" dirty="0">
                <a:latin typeface="Preeti" pitchFamily="2" charset="0"/>
              </a:rPr>
              <a:t>{</a:t>
            </a:r>
            <a:r>
              <a:rPr lang="en-US" dirty="0" err="1">
                <a:latin typeface="Preeti" pitchFamily="2" charset="0"/>
              </a:rPr>
              <a:t>df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ljif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xfnL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Hofg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df</a:t>
            </a:r>
            <a:r>
              <a:rPr lang="en-US" dirty="0">
                <a:latin typeface="Preeti" pitchFamily="2" charset="0"/>
              </a:rPr>
              <a:t>/]sf],</a:t>
            </a:r>
          </a:p>
          <a:p>
            <a:r>
              <a:rPr lang="en-US" dirty="0">
                <a:latin typeface="Preeti" pitchFamily="2" charset="0"/>
              </a:rPr>
              <a:t>s'g} </a:t>
            </a:r>
            <a:r>
              <a:rPr lang="en-US" dirty="0" err="1">
                <a:latin typeface="Preeti" pitchFamily="2" charset="0"/>
              </a:rPr>
              <a:t>hft</a:t>
            </a:r>
            <a:r>
              <a:rPr lang="en-US" dirty="0">
                <a:latin typeface="Preeti" pitchFamily="2" charset="0"/>
              </a:rPr>
              <a:t>, </a:t>
            </a:r>
            <a:r>
              <a:rPr lang="en-US" dirty="0" err="1">
                <a:latin typeface="Preeti" pitchFamily="2" charset="0"/>
              </a:rPr>
              <a:t>hflt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jf</a:t>
            </a:r>
            <a:r>
              <a:rPr lang="en-US" dirty="0">
                <a:latin typeface="Preeti" pitchFamily="2" charset="0"/>
              </a:rPr>
              <a:t> ;</a:t>
            </a:r>
            <a:r>
              <a:rPr lang="en-US" dirty="0" err="1">
                <a:latin typeface="Preeti" pitchFamily="2" charset="0"/>
              </a:rPr>
              <a:t>Dk|bfosf</a:t>
            </a:r>
            <a:r>
              <a:rPr lang="en-US" dirty="0">
                <a:latin typeface="Preeti" pitchFamily="2" charset="0"/>
              </a:rPr>
              <a:t>] </a:t>
            </a:r>
            <a:r>
              <a:rPr lang="en-US" dirty="0" err="1">
                <a:latin typeface="Preeti" pitchFamily="2" charset="0"/>
              </a:rPr>
              <a:t>cl:tTj</a:t>
            </a:r>
            <a:r>
              <a:rPr lang="en-US" dirty="0">
                <a:latin typeface="Preeti" pitchFamily="2" charset="0"/>
              </a:rPr>
              <a:t> g} </a:t>
            </a:r>
            <a:r>
              <a:rPr lang="en-US" dirty="0" err="1">
                <a:latin typeface="Preeti" pitchFamily="2" charset="0"/>
              </a:rPr>
              <a:t>nf</a:t>
            </a:r>
            <a:r>
              <a:rPr lang="en-US" dirty="0">
                <a:latin typeface="Preeti" pitchFamily="2" charset="0"/>
              </a:rPr>
              <a:t>]k </a:t>
            </a:r>
            <a:r>
              <a:rPr lang="en-US" dirty="0" err="1">
                <a:latin typeface="Preeti" pitchFamily="2" charset="0"/>
              </a:rPr>
              <a:t>ug</a:t>
            </a:r>
            <a:r>
              <a:rPr lang="en-US" dirty="0">
                <a:latin typeface="Preeti" pitchFamily="2" charset="0"/>
              </a:rPr>
              <a:t>]{ </a:t>
            </a:r>
            <a:r>
              <a:rPr lang="en-US" dirty="0" err="1">
                <a:latin typeface="Preeti" pitchFamily="2" charset="0"/>
              </a:rPr>
              <a:t>hfltxTof</a:t>
            </a:r>
            <a:r>
              <a:rPr lang="en-US" dirty="0">
                <a:latin typeface="Preeti" pitchFamily="2" charset="0"/>
              </a:rPr>
              <a:t> -h]gf];</a:t>
            </a:r>
            <a:r>
              <a:rPr lang="en-US" dirty="0" err="1">
                <a:latin typeface="Preeti" pitchFamily="2" charset="0"/>
              </a:rPr>
              <a:t>fO8</a:t>
            </a:r>
            <a:r>
              <a:rPr lang="en-US" dirty="0">
                <a:latin typeface="Preeti" pitchFamily="2" charset="0"/>
              </a:rPr>
              <a:t>_ u/]sf] </a:t>
            </a:r>
            <a:r>
              <a:rPr lang="en-US" dirty="0" err="1">
                <a:latin typeface="Preeti" pitchFamily="2" charset="0"/>
              </a:rPr>
              <a:t>jf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ug</a:t>
            </a:r>
            <a:r>
              <a:rPr lang="en-US" dirty="0">
                <a:latin typeface="Preeti" pitchFamily="2" charset="0"/>
              </a:rPr>
              <a:t>]{ </a:t>
            </a:r>
            <a:r>
              <a:rPr lang="en-US" dirty="0" err="1">
                <a:latin typeface="Preeti" pitchFamily="2" charset="0"/>
              </a:rPr>
              <a:t>p2</a:t>
            </a:r>
            <a:r>
              <a:rPr lang="en-US" dirty="0">
                <a:latin typeface="Preeti" pitchFamily="2" charset="0"/>
              </a:rPr>
              <a:t>]</a:t>
            </a:r>
            <a:r>
              <a:rPr lang="en-US" dirty="0" err="1">
                <a:latin typeface="Preeti" pitchFamily="2" charset="0"/>
              </a:rPr>
              <a:t>Zon</a:t>
            </a:r>
            <a:r>
              <a:rPr lang="en-US" dirty="0">
                <a:latin typeface="Preeti" pitchFamily="2" charset="0"/>
              </a:rPr>
              <a:t>] s;"/ u/]sf] </a:t>
            </a:r>
            <a:r>
              <a:rPr lang="en-US" dirty="0" err="1">
                <a:latin typeface="Preeti" pitchFamily="2" charset="0"/>
              </a:rPr>
              <a:t>jf</a:t>
            </a:r>
            <a:r>
              <a:rPr lang="en-US" dirty="0">
                <a:latin typeface="Preeti" pitchFamily="2" charset="0"/>
              </a:rPr>
              <a:t> </a:t>
            </a:r>
          </a:p>
          <a:p>
            <a:r>
              <a:rPr lang="en-US" dirty="0" err="1">
                <a:latin typeface="Preeti" pitchFamily="2" charset="0"/>
              </a:rPr>
              <a:t>hjh</a:t>
            </a:r>
            <a:r>
              <a:rPr lang="en-US" dirty="0">
                <a:latin typeface="Preeti" pitchFamily="2" charset="0"/>
              </a:rPr>
              <a:t>{:</a:t>
            </a:r>
            <a:r>
              <a:rPr lang="en-US" dirty="0" err="1">
                <a:latin typeface="Preeti" pitchFamily="2" charset="0"/>
              </a:rPr>
              <a:t>tL</a:t>
            </a:r>
            <a:r>
              <a:rPr lang="en-US" dirty="0">
                <a:latin typeface="Preeti" pitchFamily="2" charset="0"/>
              </a:rPr>
              <a:t> s/</a:t>
            </a:r>
            <a:r>
              <a:rPr lang="en-US" dirty="0" err="1">
                <a:latin typeface="Preeti" pitchFamily="2" charset="0"/>
              </a:rPr>
              <a:t>0fL</a:t>
            </a:r>
            <a:r>
              <a:rPr lang="en-US" dirty="0">
                <a:latin typeface="Preeti" pitchFamily="2" charset="0"/>
              </a:rPr>
              <a:t> u/L </a:t>
            </a:r>
            <a:r>
              <a:rPr lang="en-US" dirty="0" err="1">
                <a:latin typeface="Preeti" pitchFamily="2" charset="0"/>
              </a:rPr>
              <a:t>Hofg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df</a:t>
            </a:r>
            <a:r>
              <a:rPr lang="en-US" dirty="0">
                <a:latin typeface="Preeti" pitchFamily="2" charset="0"/>
              </a:rPr>
              <a:t>/]sf] .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F94E17-E8FC-4D72-859D-C1A9BC88301D}"/>
              </a:ext>
            </a:extLst>
          </p:cNvPr>
          <p:cNvSpPr/>
          <p:nvPr/>
        </p:nvSpPr>
        <p:spPr>
          <a:xfrm>
            <a:off x="0" y="5589270"/>
            <a:ext cx="12192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Preeti" pitchFamily="2" charset="0"/>
              </a:rPr>
              <a:t>plNnlvt </a:t>
            </a:r>
            <a:r>
              <a:rPr lang="en-US" sz="2800" dirty="0" err="1">
                <a:latin typeface="Preeti" pitchFamily="2" charset="0"/>
              </a:rPr>
              <a:t>cj:yfdf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afx</a:t>
            </a:r>
            <a:r>
              <a:rPr lang="en-US" sz="2800" dirty="0">
                <a:latin typeface="Preeti" pitchFamily="2" charset="0"/>
              </a:rPr>
              <a:t>]s </a:t>
            </a:r>
            <a:r>
              <a:rPr lang="en-US" sz="2800" dirty="0" err="1">
                <a:latin typeface="Preeti" pitchFamily="2" charset="0"/>
              </a:rPr>
              <a:t>hGd</a:t>
            </a:r>
            <a:r>
              <a:rPr lang="en-US" sz="2800" dirty="0">
                <a:latin typeface="Preeti" pitchFamily="2" charset="0"/>
              </a:rPr>
              <a:t> s}</a:t>
            </a:r>
            <a:r>
              <a:rPr lang="en-US" sz="2800" dirty="0" err="1">
                <a:latin typeface="Preeti" pitchFamily="2" charset="0"/>
              </a:rPr>
              <a:t>bsf</a:t>
            </a:r>
            <a:r>
              <a:rPr lang="en-US" sz="2800" dirty="0">
                <a:latin typeface="Preeti" pitchFamily="2" charset="0"/>
              </a:rPr>
              <a:t>] ;</a:t>
            </a:r>
            <a:r>
              <a:rPr lang="en-US" sz="2800" dirty="0" err="1">
                <a:latin typeface="Preeti" pitchFamily="2" charset="0"/>
              </a:rPr>
              <a:t>hfo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u0fgf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ubf</a:t>
            </a:r>
            <a:r>
              <a:rPr lang="en-US" sz="2800" dirty="0">
                <a:latin typeface="Preeti" pitchFamily="2" charset="0"/>
              </a:rPr>
              <a:t>{ </a:t>
            </a:r>
            <a:r>
              <a:rPr lang="en-US" sz="2800" dirty="0" err="1">
                <a:latin typeface="Preeti" pitchFamily="2" charset="0"/>
              </a:rPr>
              <a:t>kRrL</a:t>
            </a:r>
            <a:r>
              <a:rPr lang="en-US" sz="2800" dirty="0">
                <a:latin typeface="Preeti" pitchFamily="2" charset="0"/>
              </a:rPr>
              <a:t>; </a:t>
            </a:r>
            <a:r>
              <a:rPr lang="en-US" sz="2800" dirty="0" err="1">
                <a:latin typeface="Preeti" pitchFamily="2" charset="0"/>
              </a:rPr>
              <a:t>jif</a:t>
            </a:r>
            <a:r>
              <a:rPr lang="en-US" sz="2800" dirty="0">
                <a:latin typeface="Preeti" pitchFamily="2" charset="0"/>
              </a:rPr>
              <a:t>{{ s}b ;</a:t>
            </a:r>
            <a:r>
              <a:rPr lang="en-US" sz="2800" dirty="0" err="1">
                <a:latin typeface="Preeti" pitchFamily="2" charset="0"/>
              </a:rPr>
              <a:t>hfo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x'g</a:t>
            </a:r>
            <a:r>
              <a:rPr lang="en-US" sz="2800" dirty="0">
                <a:latin typeface="Preeti" pitchFamily="2" charset="0"/>
              </a:rPr>
              <a:t>] u/L </a:t>
            </a:r>
            <a:r>
              <a:rPr lang="en-US" sz="2800" dirty="0" err="1">
                <a:latin typeface="Preeti" pitchFamily="2" charset="0"/>
              </a:rPr>
              <a:t>u0fgf</a:t>
            </a:r>
            <a:r>
              <a:rPr lang="en-US" sz="2800" dirty="0">
                <a:latin typeface="Preeti" pitchFamily="2" charset="0"/>
              </a:rPr>
              <a:t> </a:t>
            </a:r>
            <a:r>
              <a:rPr lang="en-US" sz="2800" dirty="0" err="1">
                <a:latin typeface="Preeti" pitchFamily="2" charset="0"/>
              </a:rPr>
              <a:t>ug</a:t>
            </a:r>
            <a:r>
              <a:rPr lang="en-US" sz="2800" dirty="0">
                <a:latin typeface="Preeti" pitchFamily="2" charset="0"/>
              </a:rPr>
              <a:t>{‘ kg]{</a:t>
            </a:r>
          </a:p>
        </p:txBody>
      </p:sp>
    </p:spTree>
    <p:extLst>
      <p:ext uri="{BB962C8B-B14F-4D97-AF65-F5344CB8AC3E}">
        <p14:creationId xmlns:p14="http://schemas.microsoft.com/office/powerpoint/2010/main" val="273394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ne-NP" sz="3600" dirty="0" smtClean="0">
                <a:solidFill>
                  <a:srgbClr val="FF0000"/>
                </a:solidFill>
              </a:rPr>
              <a:t/>
            </a:r>
            <a:br>
              <a:rPr lang="ne-NP" sz="3600" dirty="0" smtClean="0">
                <a:solidFill>
                  <a:srgbClr val="FF0000"/>
                </a:solidFill>
              </a:rPr>
            </a:br>
            <a:r>
              <a:rPr lang="ne-NP" sz="3600" dirty="0" smtClean="0">
                <a:solidFill>
                  <a:srgbClr val="FF0000"/>
                </a:solidFill>
              </a:rPr>
              <a:t>छलफल</a:t>
            </a:r>
            <a:br>
              <a:rPr lang="ne-NP" sz="3600" dirty="0" smtClean="0">
                <a:solidFill>
                  <a:srgbClr val="FF0000"/>
                </a:solidFill>
              </a:rPr>
            </a:br>
            <a:r>
              <a:rPr lang="ne-NP" sz="3600" dirty="0" smtClean="0">
                <a:solidFill>
                  <a:srgbClr val="FF0000"/>
                </a:solidFill>
                <a:cs typeface="Kalimati" panose="00000400000000000000" pitchFamily="2"/>
              </a:rPr>
              <a:t>यसमा </a:t>
            </a:r>
            <a:r>
              <a:rPr lang="ne-NP" sz="3600" dirty="0">
                <a:solidFill>
                  <a:srgbClr val="FF0000"/>
                </a:solidFill>
                <a:cs typeface="Kalimati" panose="00000400000000000000" pitchFamily="2"/>
              </a:rPr>
              <a:t>के </a:t>
            </a:r>
            <a:r>
              <a:rPr lang="ne-NP" sz="3600" dirty="0" smtClean="0">
                <a:solidFill>
                  <a:srgbClr val="FF0000"/>
                </a:solidFill>
                <a:cs typeface="Kalimati" panose="00000400000000000000" pitchFamily="2"/>
              </a:rPr>
              <a:t>कस्तो </a:t>
            </a:r>
            <a:r>
              <a:rPr lang="ne-NP" sz="3600" dirty="0">
                <a:solidFill>
                  <a:srgbClr val="FF0000"/>
                </a:solidFill>
                <a:cs typeface="Kalimati" panose="00000400000000000000" pitchFamily="2"/>
              </a:rPr>
              <a:t>फैसला गर्नुहुन्छ</a:t>
            </a:r>
            <a:r>
              <a:rPr lang="ne-NP" sz="3600" dirty="0">
                <a:solidFill>
                  <a:srgbClr val="FF0000"/>
                </a:solidFill>
                <a:latin typeface="KalpanaUttam i" pitchFamily="2" charset="0"/>
                <a:cs typeface="Kalimati" panose="00000400000000000000" pitchFamily="2"/>
              </a:rPr>
              <a:t>,</a:t>
            </a:r>
            <a:r>
              <a:rPr lang="ne-NP" sz="3600" dirty="0">
                <a:solidFill>
                  <a:srgbClr val="FF0000"/>
                </a:solidFill>
                <a:cs typeface="Kalimati" panose="00000400000000000000" pitchFamily="2"/>
              </a:rPr>
              <a:t> </a:t>
            </a:r>
            <a:r>
              <a:rPr lang="ne-NP" sz="3600" dirty="0" smtClean="0">
                <a:solidFill>
                  <a:srgbClr val="FF0000"/>
                </a:solidFill>
                <a:cs typeface="Kalimati" panose="00000400000000000000" pitchFamily="2"/>
              </a:rPr>
              <a:t/>
            </a:r>
            <a:br>
              <a:rPr lang="ne-NP" sz="3600" dirty="0" smtClean="0">
                <a:solidFill>
                  <a:srgbClr val="FF0000"/>
                </a:solidFill>
                <a:cs typeface="Kalimati" panose="00000400000000000000" pitchFamily="2"/>
              </a:rPr>
            </a:br>
            <a:r>
              <a:rPr lang="ne-NP" sz="3600" dirty="0" smtClean="0">
                <a:solidFill>
                  <a:srgbClr val="FF0000"/>
                </a:solidFill>
                <a:cs typeface="Kalimati" panose="00000400000000000000" pitchFamily="2"/>
              </a:rPr>
              <a:t>कसूर </a:t>
            </a:r>
            <a:r>
              <a:rPr lang="ne-NP" sz="3600" dirty="0">
                <a:solidFill>
                  <a:srgbClr val="FF0000"/>
                </a:solidFill>
                <a:cs typeface="Kalimati" panose="00000400000000000000" pitchFamily="2"/>
              </a:rPr>
              <a:t>ठहर भएमा</a:t>
            </a:r>
            <a:r>
              <a:rPr lang="ne-NP" sz="3600" dirty="0">
                <a:solidFill>
                  <a:srgbClr val="FF0000"/>
                </a:solidFill>
              </a:rPr>
              <a:t> के कसरी प्रकृया अघि </a:t>
            </a:r>
            <a:r>
              <a:rPr lang="ne-NP" sz="3600" dirty="0" smtClean="0">
                <a:solidFill>
                  <a:srgbClr val="FF0000"/>
                </a:solidFill>
              </a:rPr>
              <a:t>बढाउनु हुन्छ</a:t>
            </a:r>
            <a:br>
              <a:rPr lang="ne-NP" sz="3600" dirty="0" smtClean="0">
                <a:solidFill>
                  <a:srgbClr val="FF0000"/>
                </a:solidFill>
              </a:rPr>
            </a:br>
            <a:r>
              <a:rPr lang="ne-NP" sz="3600" dirty="0" smtClean="0">
                <a:solidFill>
                  <a:srgbClr val="FF0000"/>
                </a:solidFill>
              </a:rPr>
              <a:t> </a:t>
            </a:r>
            <a:r>
              <a:rPr lang="ne-NP" sz="3600" dirty="0">
                <a:solidFill>
                  <a:srgbClr val="FF0000"/>
                </a:solidFill>
              </a:rPr>
              <a:t>के कुन आधारमा के कति सजाय निर्धारण गर्नुहुन्छ</a:t>
            </a:r>
            <a:r>
              <a:rPr lang="ne-NP" dirty="0"/>
              <a:t/>
            </a:r>
            <a:br>
              <a:rPr lang="ne-NP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48249"/>
            <a:ext cx="10515600" cy="392871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e-NP" dirty="0" smtClean="0"/>
              <a:t>राम रतन राय मादक पदार्थ सेवन गरी सडकमा पल्टिरहेको अवस्थामा शंका लागि जाच गर्दा निजको साथबाट २४ ग्राम हिरोइन बरामद भएको बरामद मुचुल्का र प्रहरी प्रतिवेदन</a:t>
            </a:r>
          </a:p>
          <a:p>
            <a:pPr marL="0" indent="0">
              <a:buNone/>
            </a:pPr>
            <a:r>
              <a:rPr lang="ne-NP" dirty="0" smtClean="0"/>
              <a:t>प्रतिवादी पक्राउ परेपछि जाँच गर्दा मादक पदार्थ सेवन गरेको पाइएको </a:t>
            </a:r>
          </a:p>
          <a:p>
            <a:pPr marL="0" indent="0">
              <a:buNone/>
            </a:pPr>
            <a:r>
              <a:rPr lang="ne-NP" dirty="0" smtClean="0"/>
              <a:t>अधिकार प्राप्त अधिकारी समक्ष आफ्नो पाइन्न्ट खल्तिमा हिरोइन बरामद भएकोमा साबित </a:t>
            </a:r>
          </a:p>
          <a:p>
            <a:pPr marL="0" indent="0">
              <a:buNone/>
            </a:pPr>
            <a:r>
              <a:rPr lang="ne-NP" dirty="0" smtClean="0"/>
              <a:t>मैले मादक पदार्थ सेवन गरी घरमा सताउने गर्दथे घरका मानिस दिक्क भएकाले मलाई थुनाउन म नसामा भएकाले के कसरी खल्तीमा कसले राख्यो थाहा भएन लागू </a:t>
            </a:r>
            <a:r>
              <a:rPr lang="ne-NP" dirty="0" smtClean="0">
                <a:cs typeface="Kalimati" panose="00000400000000000000" pitchFamily="2"/>
              </a:rPr>
              <a:t>औषधको कारोबार सेवन केही गर्दिन भनी इन्कार रही</a:t>
            </a:r>
            <a:r>
              <a:rPr lang="ne-NP" dirty="0"/>
              <a:t>अदालत समक्ष </a:t>
            </a:r>
            <a:r>
              <a:rPr lang="ne-NP" dirty="0" smtClean="0">
                <a:cs typeface="Kalimati" panose="00000400000000000000" pitchFamily="2"/>
              </a:rPr>
              <a:t>बयान</a:t>
            </a:r>
          </a:p>
          <a:p>
            <a:pPr marL="0" indent="0">
              <a:buNone/>
            </a:pPr>
            <a:r>
              <a:rPr lang="ne-NP" dirty="0" smtClean="0">
                <a:cs typeface="Kalimati" panose="00000400000000000000" pitchFamily="2"/>
              </a:rPr>
              <a:t>मादक पदार्थ सेवन गरेकाले ३ पटक सुधार केन्द्रमा बसेको</a:t>
            </a:r>
          </a:p>
          <a:p>
            <a:pPr marL="0" indent="0">
              <a:buNone/>
            </a:pPr>
            <a:r>
              <a:rPr lang="ne-NP" dirty="0" smtClean="0">
                <a:cs typeface="Kalimati" panose="00000400000000000000" pitchFamily="2"/>
              </a:rPr>
              <a:t>प्रहरी प्रतिवेदक र बरामद मुचुल्काका मानिसले अदालतमा प्रतिवादीबाट लागू औषध बरामद भएको भनी बकपत्र</a:t>
            </a:r>
          </a:p>
          <a:p>
            <a:pPr marL="0" indent="0">
              <a:buNone/>
            </a:pPr>
            <a:r>
              <a:rPr lang="ne-NP" dirty="0" smtClean="0">
                <a:cs typeface="Kalimati" panose="00000400000000000000" pitchFamily="2"/>
              </a:rPr>
              <a:t>परीक्षण प्रतिवेदनबाट बरामद बस्तु हिरोइन देखिएको</a:t>
            </a:r>
          </a:p>
        </p:txBody>
      </p:sp>
    </p:spTree>
    <p:extLst>
      <p:ext uri="{BB962C8B-B14F-4D97-AF65-F5344CB8AC3E}">
        <p14:creationId xmlns:p14="http://schemas.microsoft.com/office/powerpoint/2010/main" val="4160969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83AA40-13F8-44F6-8EA9-CEDE854F8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8083764"/>
              </p:ext>
            </p:extLst>
          </p:nvPr>
        </p:nvGraphicFramePr>
        <p:xfrm>
          <a:off x="838200" y="571500"/>
          <a:ext cx="10515600" cy="5875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3" name="Straight Arrow Connector 2"/>
          <p:cNvCxnSpPr/>
          <p:nvPr/>
        </p:nvCxnSpPr>
        <p:spPr>
          <a:xfrm flipH="1" flipV="1">
            <a:off x="3412902" y="1841680"/>
            <a:ext cx="1429555" cy="115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7714445" y="1751528"/>
            <a:ext cx="1004552" cy="1481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847008" y="4578440"/>
            <a:ext cx="721217" cy="399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639933" y="1339021"/>
            <a:ext cx="1764404" cy="9144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e-NP" dirty="0" smtClean="0"/>
              <a:t>कति सजाय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852804" y="1136976"/>
            <a:ext cx="194471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e-NP" dirty="0" smtClean="0"/>
              <a:t>के का </a:t>
            </a:r>
            <a:r>
              <a:rPr lang="ne-NP" dirty="0" smtClean="0">
                <a:cs typeface="Kalimati"/>
              </a:rPr>
              <a:t>आधारमा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493017" y="4520485"/>
            <a:ext cx="190607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e-NP" dirty="0" smtClean="0"/>
              <a:t>सजाय के का लागि 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216721" y="2941913"/>
            <a:ext cx="1906073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e-NP" dirty="0" smtClean="0"/>
              <a:t>कसूरको गम्भीरता घटाउने आधार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343954" y="3051810"/>
            <a:ext cx="1906073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e-NP" dirty="0" smtClean="0"/>
              <a:t>कसूरको गंभीरता बढाउने आधार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007854" y="0"/>
            <a:ext cx="1906073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e-NP" dirty="0" smtClean="0"/>
              <a:t>सजाय </a:t>
            </a:r>
            <a:r>
              <a:rPr lang="ne-NP" dirty="0" smtClean="0"/>
              <a:t>निर्धारण मार्गदर्शन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13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685800"/>
            <a:ext cx="8153400" cy="914400"/>
          </a:xfrm>
        </p:spPr>
        <p:txBody>
          <a:bodyPr>
            <a:noAutofit/>
          </a:bodyPr>
          <a:lstStyle/>
          <a:p>
            <a:pPr algn="ctr"/>
            <a:r>
              <a:rPr lang="ne-NP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सजाय निर्धारण </a:t>
            </a:r>
            <a:r>
              <a:rPr lang="ne-NP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सम्बन्धी सामान्य मार्गदर्शनमा समावेश रहेका चरणहरु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kila" panose="020B0604020202020204" pitchFamily="34" charset="0"/>
              <a:cs typeface="Kokil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52601"/>
            <a:ext cx="7848600" cy="4373563"/>
          </a:xfrm>
        </p:spPr>
        <p:txBody>
          <a:bodyPr>
            <a:normAutofit fontScale="92500"/>
          </a:bodyPr>
          <a:lstStyle/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पहिलो चरणः 	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कसूरको वर्ग यकिन गर्ने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दोस्रो चरणः 	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कैद सजायको आधार विन्दु यकिन गर्ने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तेस्रो चरणः 	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सजायको उद्देश्य विचार गर्ने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चौथो  चरणः 	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समग्रतामा सजाय निर्धारण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पाँचौ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चरणः 	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कसूरको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गम्भीरता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बढाउने वा घटाउने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अवस्था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विश्लेषण गर्ने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छैठौँ  चरणः 	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कैद यकिन गर्ने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सातौँ चरणः 	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जरिवाना यकिन गर्ने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आठौँ चरणः 	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थप सजाय  हुने भए निर्धारण गर्ने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नवौँ चरणः 	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सजायमा छुट दिने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 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7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620000" cy="792162"/>
          </a:xfrm>
        </p:spPr>
        <p:txBody>
          <a:bodyPr>
            <a:normAutofit fontScale="90000"/>
          </a:bodyPr>
          <a:lstStyle/>
          <a:p>
            <a:r>
              <a:rPr lang="ne-NP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सामान्य मार्गदर्शनमा समावेश रहेका चरणहरु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……………………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kila" panose="020B0604020202020204" pitchFamily="34" charset="0"/>
              <a:cs typeface="Kokila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00200"/>
            <a:ext cx="8001000" cy="4800600"/>
          </a:xfrm>
        </p:spPr>
        <p:txBody>
          <a:bodyPr>
            <a:normAutofit/>
          </a:bodyPr>
          <a:lstStyle/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दशौँ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चरणः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   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कसूरसँग सम्बन्धित सम्पत्ति वा साधन जफत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एघारौँ चरणः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 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विगो निर्धारण गर्ने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बाह्रौँ चरणः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क्षतिपूर्ति तथा क्षतिपूर्ति शुल्क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तेह्रौँ चरणः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    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अन्य आदेश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चौधौँ चरणः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  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नैतिक पतन हुने नहुने घोषणा गर्ने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ne-NP" b="1" dirty="0">
              <a:latin typeface="Kokila" panose="020B0604020202020204" pitchFamily="34" charset="0"/>
              <a:cs typeface="Kokila" panose="020B0604020202020204" pitchFamily="34" charset="0"/>
            </a:endParaRPr>
          </a:p>
          <a:p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पन्ध्रौँ चरणः 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   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(</a:t>
            </a:r>
            <a:r>
              <a:rPr lang="ne-NP" b="1" dirty="0">
                <a:latin typeface="Kokila" panose="020B0604020202020204" pitchFamily="34" charset="0"/>
                <a:cs typeface="Kokila" panose="020B0604020202020204" pitchFamily="34" charset="0"/>
              </a:rPr>
              <a:t>आधार र कारण सहितको फैसला</a:t>
            </a:r>
            <a:r>
              <a:rPr lang="en-US" b="1" dirty="0"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5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204A-47FA-4855-980E-42773C02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FF0000"/>
                </a:solidFill>
                <a:latin typeface="Preeti" pitchFamily="2" charset="0"/>
              </a:rPr>
              <a:t>;hfo lgwf{/0f ubf{ ljrf/ ug'{ kg]{ s'/fx?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B670C-8524-4039-9F1E-DE2E47417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>
                <a:latin typeface="Preeti" pitchFamily="2" charset="0"/>
              </a:rPr>
              <a:t>s;"/sf] uDeL/tf / s;"/bf/sf] bf]ifsf] dfqf cg';f/ ;hfo </a:t>
            </a:r>
            <a:r>
              <a:rPr lang="pt-BR" dirty="0">
                <a:solidFill>
                  <a:srgbClr val="FF0000"/>
                </a:solidFill>
                <a:latin typeface="Preeti" pitchFamily="2" charset="0"/>
              </a:rPr>
              <a:t>;dfg'kflts </a:t>
            </a:r>
            <a:r>
              <a:rPr lang="pt-BR" dirty="0">
                <a:latin typeface="Preeti" pitchFamily="2" charset="0"/>
              </a:rPr>
              <a:t>eGbf a9L x'g gx'g],</a:t>
            </a:r>
            <a:endParaRPr lang="en-US" dirty="0">
              <a:latin typeface="Preeti" pitchFamily="2" charset="0"/>
            </a:endParaRPr>
          </a:p>
          <a:p>
            <a:pPr algn="just"/>
            <a:r>
              <a:rPr lang="pt-BR" dirty="0">
                <a:latin typeface="Preeti" pitchFamily="2" charset="0"/>
              </a:rPr>
              <a:t>;hfosf] p2]Zo k|fKt ug{ cfjZos x'g] eGbf </a:t>
            </a:r>
            <a:r>
              <a:rPr lang="pt-BR" dirty="0">
                <a:solidFill>
                  <a:srgbClr val="FF0000"/>
                </a:solidFill>
                <a:latin typeface="Preeti" pitchFamily="2" charset="0"/>
              </a:rPr>
              <a:t>rsf</a:t>
            </a:r>
            <a:r>
              <a:rPr lang="pt-BR" dirty="0">
                <a:latin typeface="Preeti" pitchFamily="2" charset="0"/>
              </a:rPr>
              <a:t>]{ ;hfo x'g gx'g],</a:t>
            </a:r>
            <a:endParaRPr lang="en-US" dirty="0">
              <a:latin typeface="Preeti" pitchFamily="2" charset="0"/>
            </a:endParaRPr>
          </a:p>
          <a:p>
            <a:pPr algn="just"/>
            <a:r>
              <a:rPr lang="pt-BR" dirty="0">
                <a:latin typeface="Preeti" pitchFamily="2" charset="0"/>
              </a:rPr>
              <a:t>p:t} kl/l:yltdf 36]sf] s;"/sf] csf]{ s;"/bf/nfO{ klxn] lbOPsf] ;hfo;u cldNbf] jf </a:t>
            </a:r>
            <a:r>
              <a:rPr lang="pt-BR" dirty="0">
                <a:solidFill>
                  <a:srgbClr val="FF0000"/>
                </a:solidFill>
                <a:latin typeface="Preeti" pitchFamily="2" charset="0"/>
              </a:rPr>
              <a:t>c;dfg ;hfo </a:t>
            </a:r>
            <a:r>
              <a:rPr lang="pt-BR" dirty="0">
                <a:latin typeface="Preeti" pitchFamily="2" charset="0"/>
              </a:rPr>
              <a:t>x'g gx'g],</a:t>
            </a:r>
            <a:endParaRPr lang="en-US" dirty="0">
              <a:latin typeface="Preeti" pitchFamily="2" charset="0"/>
            </a:endParaRPr>
          </a:p>
          <a:p>
            <a:pPr algn="just"/>
            <a:r>
              <a:rPr lang="pt-BR" dirty="0">
                <a:latin typeface="Preeti" pitchFamily="2" charset="0"/>
              </a:rPr>
              <a:t>PseGbf a9L s;"/sf] nflu ;hfo ubf{ jf s'g} s;"/df ;hfo ef]lu/x]sf] s;"/bf/nfO{ csf]{ s;"/ afkt ;hfo ubf{ ;du| ;hfo </a:t>
            </a:r>
            <a:r>
              <a:rPr lang="pt-BR" dirty="0">
                <a:solidFill>
                  <a:srgbClr val="FF0000"/>
                </a:solidFill>
                <a:latin typeface="Preeti" pitchFamily="2" charset="0"/>
              </a:rPr>
              <a:t>plrt / ;dfg'kflts </a:t>
            </a:r>
            <a:r>
              <a:rPr lang="pt-BR" dirty="0">
                <a:latin typeface="Preeti" pitchFamily="2" charset="0"/>
              </a:rPr>
              <a:t>eGbf a9L x'g gx'g], </a:t>
            </a:r>
            <a:endParaRPr lang="en-US" dirty="0">
              <a:latin typeface="Preeti" pitchFamily="2" charset="0"/>
            </a:endParaRPr>
          </a:p>
          <a:p>
            <a:pPr algn="just"/>
            <a:r>
              <a:rPr lang="pt-BR" dirty="0">
                <a:latin typeface="Preeti" pitchFamily="2" charset="0"/>
              </a:rPr>
              <a:t>s;"/sf] cg'kftdf </a:t>
            </a:r>
            <a:r>
              <a:rPr lang="pt-BR" dirty="0">
                <a:solidFill>
                  <a:srgbClr val="FF0000"/>
                </a:solidFill>
                <a:latin typeface="Preeti" pitchFamily="2" charset="0"/>
              </a:rPr>
              <a:t>cGo ;hfo g} kof{Kt </a:t>
            </a:r>
            <a:r>
              <a:rPr lang="pt-BR" dirty="0">
                <a:latin typeface="Preeti" pitchFamily="2" charset="0"/>
              </a:rPr>
              <a:t>x'g] b]lvPdf s}b ;hfo gug]{ .</a:t>
            </a:r>
            <a:endParaRPr lang="en-US" dirty="0">
              <a:latin typeface="Preeti" pitchFamily="2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99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altLang="ne-NP" smtClean="0">
                <a:ea typeface="Kalimati" pitchFamily="2"/>
                <a:cs typeface="Kalimati" pitchFamily="2"/>
              </a:rPr>
              <a:t>समानुपातिक भन्दा बढी हुन नहुने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ne-NP" dirty="0" smtClean="0">
                <a:ea typeface="Kalimati" pitchFamily="2"/>
                <a:cs typeface="Kalimati" pitchFamily="2"/>
              </a:rPr>
              <a:t>Principle of Just Deserts </a:t>
            </a:r>
            <a:r>
              <a:rPr lang="ne-NP" altLang="ne-NP" dirty="0" smtClean="0">
                <a:ea typeface="Kalimati" pitchFamily="2"/>
                <a:cs typeface="Kalimati" pitchFamily="2"/>
              </a:rPr>
              <a:t>पनि भनिने, </a:t>
            </a:r>
            <a:r>
              <a:rPr lang="en-US" altLang="ne-NP" dirty="0" smtClean="0">
                <a:ea typeface="Kalimati" pitchFamily="2"/>
                <a:cs typeface="Kalimati" pitchFamily="2"/>
              </a:rPr>
              <a:t>Andrew Von Hirsch </a:t>
            </a:r>
            <a:r>
              <a:rPr lang="ne-NP" altLang="ne-NP" dirty="0" smtClean="0">
                <a:ea typeface="Kalimati" pitchFamily="2"/>
                <a:cs typeface="Kalimati" pitchFamily="2"/>
              </a:rPr>
              <a:t>प्रतिपादक</a:t>
            </a:r>
          </a:p>
          <a:p>
            <a:r>
              <a:rPr lang="en-US" altLang="ne-NP" dirty="0" smtClean="0">
                <a:ea typeface="Kalimati" pitchFamily="2"/>
                <a:cs typeface="Kalimati" pitchFamily="2"/>
              </a:rPr>
              <a:t>Just deserts sees punishment as "deserved, justified and even required by the offender's behavior"</a:t>
            </a:r>
            <a:endParaRPr lang="ne-NP" altLang="ne-NP" dirty="0" smtClean="0">
              <a:ea typeface="Kalimati" pitchFamily="2"/>
              <a:cs typeface="Kalimati" pitchFamily="2"/>
            </a:endParaRPr>
          </a:p>
          <a:p>
            <a:r>
              <a:rPr lang="ne-NP" altLang="ne-NP" dirty="0" smtClean="0">
                <a:ea typeface="Kalimati" pitchFamily="2"/>
                <a:cs typeface="Kalimati" pitchFamily="2"/>
              </a:rPr>
              <a:t>कसूरको गम्भीरता</a:t>
            </a:r>
          </a:p>
          <a:p>
            <a:r>
              <a:rPr lang="ne-NP" altLang="ne-NP" dirty="0" smtClean="0">
                <a:ea typeface="Kalimati" pitchFamily="2"/>
                <a:cs typeface="Kalimati" pitchFamily="2"/>
              </a:rPr>
              <a:t>कसूरदारको दोषको मात्रा</a:t>
            </a:r>
          </a:p>
          <a:p>
            <a:pPr marL="457200" lvl="1" indent="0">
              <a:buFont typeface="Arial" charset="0"/>
              <a:buNone/>
            </a:pPr>
            <a:endParaRPr lang="en-US" altLang="ne-NP" dirty="0" smtClean="0">
              <a:ea typeface="Kalimati" pitchFamily="2"/>
              <a:cs typeface="Kalimati" pitchFamily="2"/>
            </a:endParaRPr>
          </a:p>
          <a:p>
            <a:pPr lvl="2">
              <a:buFont typeface="Wingdings" pitchFamily="2" charset="2"/>
              <a:buChar char="§"/>
            </a:pPr>
            <a:r>
              <a:rPr lang="ne-NP" altLang="ne-NP" dirty="0" smtClean="0">
                <a:ea typeface="Kalimati" pitchFamily="2"/>
                <a:cs typeface="Kalimati" pitchFamily="2"/>
              </a:rPr>
              <a:t>कसूरको गम्भीरताको मापन समान प्रकृतिका अन्य कसूरको सन्दर्भमा तुलना गरिन्छ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pPr marL="457200" lvl="1" indent="0">
              <a:buFont typeface="Arial" charset="0"/>
              <a:buNone/>
            </a:pPr>
            <a:endParaRPr lang="en-US" altLang="ne-NP" dirty="0" smtClean="0">
              <a:ea typeface="Kalimati" pitchFamily="2"/>
              <a:cs typeface="Kalimati" pitchFamily="2"/>
            </a:endParaRPr>
          </a:p>
          <a:p>
            <a:pPr lvl="2">
              <a:buFont typeface="Wingdings" pitchFamily="2" charset="2"/>
              <a:buChar char="§"/>
            </a:pPr>
            <a:r>
              <a:rPr lang="ne-NP" altLang="ne-NP" dirty="0" smtClean="0">
                <a:ea typeface="Kalimati" pitchFamily="2"/>
                <a:cs typeface="Kalimati" pitchFamily="2"/>
              </a:rPr>
              <a:t>कसूरको गम्भीरताको मापन आरोपित अपराध विशेष कै प्रकृति र प्रभावलाई हेरेर गरिन्छ</a:t>
            </a:r>
          </a:p>
        </p:txBody>
      </p:sp>
    </p:spTree>
    <p:extLst>
      <p:ext uri="{BB962C8B-B14F-4D97-AF65-F5344CB8AC3E}">
        <p14:creationId xmlns:p14="http://schemas.microsoft.com/office/powerpoint/2010/main" val="355252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838200" y="234950"/>
            <a:ext cx="10515600" cy="957263"/>
          </a:xfrm>
        </p:spPr>
        <p:txBody>
          <a:bodyPr/>
          <a:lstStyle/>
          <a:p>
            <a:pPr algn="ctr"/>
            <a:r>
              <a:rPr lang="ne-NP" altLang="ne-NP" smtClean="0">
                <a:ea typeface="Kalimati" pitchFamily="2"/>
                <a:cs typeface="Kalimati" pitchFamily="2"/>
              </a:rPr>
              <a:t>आवश्यक भन्दा चर्को सजाय हुन नहुने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7425"/>
          </a:xfrm>
        </p:spPr>
        <p:txBody>
          <a:bodyPr/>
          <a:lstStyle/>
          <a:p>
            <a:r>
              <a:rPr lang="ne-NP" altLang="ne-NP" dirty="0" smtClean="0">
                <a:ea typeface="Kalimati" pitchFamily="2"/>
                <a:cs typeface="Kalimati" pitchFamily="2"/>
              </a:rPr>
              <a:t>कम सजायले नै उद्देश्य हासिल हुन्छ भने अनावश्यक मात्रामा बढी गर्न हुँदैन</a:t>
            </a:r>
          </a:p>
          <a:p>
            <a:endParaRPr lang="ne-NP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ne-NP" altLang="ne-NP" dirty="0" smtClean="0">
                <a:ea typeface="Kalimati" pitchFamily="2"/>
                <a:cs typeface="Kalimati" pitchFamily="2"/>
              </a:rPr>
              <a:t>आवश्यक भन्दा बढी गर्दा न्याय र व्यवस्था प्रति असन्तोष पैदा गर्ने</a:t>
            </a:r>
          </a:p>
          <a:p>
            <a:pPr lvl="1">
              <a:buFont typeface="Kalimati" pitchFamily="2"/>
              <a:buChar char="÷"/>
            </a:pPr>
            <a:endParaRPr lang="ne-NP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ne-NP" altLang="ne-NP" dirty="0" smtClean="0">
                <a:ea typeface="Kalimati" pitchFamily="2"/>
                <a:cs typeface="Kalimati" pitchFamily="2"/>
              </a:rPr>
              <a:t>राज्य र समाज प्रति सम्मान भन्दा घृणा र द्बेषको भावना जगाउने</a:t>
            </a:r>
          </a:p>
          <a:p>
            <a:pPr lvl="1">
              <a:buFont typeface="Kalimati" pitchFamily="2"/>
              <a:buChar char="÷"/>
            </a:pPr>
            <a:endParaRPr lang="ne-NP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ne-NP" altLang="ne-NP" dirty="0" smtClean="0">
                <a:ea typeface="Kalimati" pitchFamily="2"/>
                <a:cs typeface="Kalimati" pitchFamily="2"/>
              </a:rPr>
              <a:t>राज्य र समाजप्रति प्रतिक्रिया जनाउने उपायको रुपमा पुन:अपराधिक क्रियाकलापमा संलग्न हुने</a:t>
            </a:r>
          </a:p>
          <a:p>
            <a:pPr lvl="1">
              <a:buFont typeface="Kalimati" pitchFamily="2"/>
              <a:buChar char="÷"/>
            </a:pPr>
            <a:endParaRPr lang="ne-NP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ne-NP" altLang="ne-NP" dirty="0" smtClean="0">
                <a:ea typeface="Kalimati" pitchFamily="2"/>
                <a:cs typeface="Kalimati" pitchFamily="2"/>
              </a:rPr>
              <a:t>आवश्यकताको मापन ?</a:t>
            </a:r>
          </a:p>
        </p:txBody>
      </p:sp>
    </p:spTree>
    <p:extLst>
      <p:ext uri="{BB962C8B-B14F-4D97-AF65-F5344CB8AC3E}">
        <p14:creationId xmlns:p14="http://schemas.microsoft.com/office/powerpoint/2010/main" val="14073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altLang="ne-NP" sz="3600" smtClean="0">
                <a:ea typeface="Kalimati" pitchFamily="2"/>
                <a:cs typeface="Kalimati" pitchFamily="2"/>
              </a:rPr>
              <a:t>अर्को कसूरदारको सजायसंग असमान हुन नहुने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ne-NP" altLang="ne-NP" smtClean="0">
                <a:ea typeface="Kalimati" pitchFamily="2"/>
                <a:cs typeface="Kalimati" pitchFamily="2"/>
              </a:rPr>
              <a:t>प्रत्यक्षवादी सम्प्रदाय </a:t>
            </a:r>
            <a:r>
              <a:rPr lang="en-US" altLang="ne-NP" smtClean="0">
                <a:ea typeface="Kalimati" pitchFamily="2"/>
                <a:cs typeface="Kalimati" pitchFamily="2"/>
              </a:rPr>
              <a:t>(Positive School) </a:t>
            </a:r>
            <a:r>
              <a:rPr lang="ne-NP" altLang="ne-NP" smtClean="0">
                <a:ea typeface="Kalimati" pitchFamily="2"/>
                <a:cs typeface="Kalimati" pitchFamily="2"/>
              </a:rPr>
              <a:t>को धारणा</a:t>
            </a:r>
          </a:p>
          <a:p>
            <a:pPr algn="just"/>
            <a:r>
              <a:rPr lang="en-US" altLang="ne-NP" smtClean="0">
                <a:ea typeface="Kalimati" pitchFamily="2"/>
                <a:cs typeface="Kalimati" pitchFamily="2"/>
              </a:rPr>
              <a:t>Parity in the punishment of co-offenders</a:t>
            </a:r>
          </a:p>
          <a:p>
            <a:pPr algn="just"/>
            <a:r>
              <a:rPr lang="en-US" altLang="ne-NP" smtClean="0">
                <a:ea typeface="Kalimati" pitchFamily="2"/>
                <a:cs typeface="Kalimati" pitchFamily="2"/>
              </a:rPr>
              <a:t>Based upon the notion of equal justice</a:t>
            </a:r>
          </a:p>
          <a:p>
            <a:pPr algn="just"/>
            <a:r>
              <a:rPr lang="en-US" altLang="ne-NP" smtClean="0">
                <a:ea typeface="Kalimati" pitchFamily="2"/>
                <a:cs typeface="Kalimati" pitchFamily="2"/>
              </a:rPr>
              <a:t>But Equal justice does not require the same sentence regardless of distinction in the culpability and circumstances</a:t>
            </a:r>
          </a:p>
          <a:p>
            <a:pPr algn="just"/>
            <a:r>
              <a:rPr lang="en-US" altLang="ne-NP" smtClean="0">
                <a:ea typeface="Kalimati" pitchFamily="2"/>
                <a:cs typeface="Kalimati" pitchFamily="2"/>
              </a:rPr>
              <a:t>Where the case of the accused is similar in all respects as that of co-accused then the benefit extended to one accused should be extended to the co-accused.</a:t>
            </a:r>
          </a:p>
          <a:p>
            <a:endParaRPr lang="en-US" altLang="ne-NP" smtClean="0"/>
          </a:p>
          <a:p>
            <a:endParaRPr lang="ne-NP" altLang="ne-NP" smtClean="0"/>
          </a:p>
          <a:p>
            <a:endParaRPr lang="ne-NP" altLang="ne-NP" smtClean="0"/>
          </a:p>
          <a:p>
            <a:endParaRPr lang="ne-NP" altLang="ne-NP" smtClean="0"/>
          </a:p>
        </p:txBody>
      </p:sp>
    </p:spTree>
    <p:extLst>
      <p:ext uri="{BB962C8B-B14F-4D97-AF65-F5344CB8AC3E}">
        <p14:creationId xmlns:p14="http://schemas.microsoft.com/office/powerpoint/2010/main" val="82699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altLang="ne-NP" smtClean="0">
                <a:ea typeface="Kalimati" pitchFamily="2"/>
                <a:cs typeface="Kalimati" pitchFamily="2"/>
              </a:rPr>
              <a:t>अन्तिम विकल्पको रुपमा कैद सजाय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8850"/>
          </a:xfrm>
        </p:spPr>
        <p:txBody>
          <a:bodyPr/>
          <a:lstStyle/>
          <a:p>
            <a:r>
              <a:rPr lang="ne-NP" altLang="ne-NP" smtClean="0">
                <a:ea typeface="Kalimati" pitchFamily="2"/>
                <a:cs typeface="Kalimati" pitchFamily="2"/>
              </a:rPr>
              <a:t>कैद दण्ड प्रतिको नियन्त्रित दृष्टिकोणको कारण विकल्पको खोजी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लामो समयसम्म कैदमा राख्दा ÷</a:t>
            </a:r>
          </a:p>
          <a:p>
            <a:pPr lvl="1">
              <a:buFont typeface="Kalimati" pitchFamily="2"/>
              <a:buChar char="÷"/>
            </a:pPr>
            <a:r>
              <a:rPr lang="ne-NP" altLang="ne-NP" smtClean="0">
                <a:ea typeface="Kalimati" pitchFamily="2"/>
                <a:cs typeface="Kalimati" pitchFamily="2"/>
              </a:rPr>
              <a:t>कसूरदारहरुको अपराधिक भावना संस्थागत हुन जाने</a:t>
            </a:r>
          </a:p>
          <a:p>
            <a:pPr lvl="1">
              <a:buFont typeface="Kalimati" pitchFamily="2"/>
              <a:buChar char="÷"/>
            </a:pPr>
            <a:r>
              <a:rPr lang="ne-NP" altLang="ne-NP" smtClean="0">
                <a:ea typeface="Kalimati" pitchFamily="2"/>
                <a:cs typeface="Kalimati" pitchFamily="2"/>
              </a:rPr>
              <a:t>अपराधीहरुमा सुधारको सम्भावना कम हुन जाने</a:t>
            </a:r>
          </a:p>
          <a:p>
            <a:pPr lvl="1">
              <a:buFont typeface="Kalimati" pitchFamily="2"/>
              <a:buChar char="÷"/>
            </a:pPr>
            <a:r>
              <a:rPr lang="ne-NP" altLang="ne-NP" smtClean="0">
                <a:ea typeface="Kalimati" pitchFamily="2"/>
                <a:cs typeface="Kalimati" pitchFamily="2"/>
              </a:rPr>
              <a:t>सजाय भोगीसकेपछि पनि समाजमा पुनस्थापन हुन नसक्ने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त्यसैले अन्तिम विकल्पको रुपमा मात्र गर्ने</a:t>
            </a:r>
          </a:p>
          <a:p>
            <a:r>
              <a:rPr lang="en-US" altLang="ne-NP" smtClean="0">
                <a:ea typeface="Kalimati" pitchFamily="2"/>
                <a:cs typeface="Kalimati" pitchFamily="2"/>
              </a:rPr>
              <a:t>Tokyo Rules, 1990 Art 1.5</a:t>
            </a:r>
          </a:p>
          <a:p>
            <a:pPr lvl="1">
              <a:buFont typeface="Kalimati" pitchFamily="2"/>
              <a:buChar char="÷"/>
            </a:pPr>
            <a:r>
              <a:rPr lang="en-US" altLang="ne-NP" smtClean="0">
                <a:ea typeface="Kalimati" pitchFamily="2"/>
                <a:cs typeface="Kalimati" pitchFamily="2"/>
              </a:rPr>
              <a:t>shall develop non-custodial measures</a:t>
            </a:r>
          </a:p>
          <a:p>
            <a:r>
              <a:rPr lang="en-US" altLang="ne-NP" smtClean="0">
                <a:ea typeface="Kalimati" pitchFamily="2"/>
                <a:cs typeface="Kalimati" pitchFamily="2"/>
              </a:rPr>
              <a:t>CRC Art 37(b)</a:t>
            </a:r>
          </a:p>
          <a:p>
            <a:pPr lvl="1">
              <a:buFont typeface="Kalimati" pitchFamily="2"/>
              <a:buChar char="÷"/>
            </a:pPr>
            <a:r>
              <a:rPr lang="en-US" altLang="ne-NP" smtClean="0">
                <a:ea typeface="Kalimati" pitchFamily="2"/>
                <a:cs typeface="Kalimati" pitchFamily="2"/>
              </a:rPr>
              <a:t>Imprisonment shall be used only as a last resort</a:t>
            </a:r>
          </a:p>
          <a:p>
            <a:pPr lvl="1">
              <a:buFont typeface="Kalimati" pitchFamily="2"/>
              <a:buChar char="÷"/>
            </a:pPr>
            <a:endParaRPr lang="en-US" altLang="ne-NP" smtClean="0">
              <a:ea typeface="Kalimati" pitchFamily="2"/>
              <a:cs typeface="Kalimati" pitchFamily="2"/>
            </a:endParaRPr>
          </a:p>
          <a:p>
            <a:pPr lvl="1">
              <a:buFont typeface="Arial" charset="0"/>
              <a:buNone/>
            </a:pPr>
            <a:endParaRPr lang="en-US" altLang="ne-NP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endParaRPr lang="ne-NP" altLang="ne-NP" smtClean="0">
              <a:ea typeface="Kalimati" pitchFamily="2"/>
              <a:cs typeface="Kalimat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9038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7439D-EE81-4B68-8BFF-3640F66B4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u="sng" dirty="0">
                <a:solidFill>
                  <a:srgbClr val="FF0000"/>
                </a:solidFill>
                <a:latin typeface="Preeti" pitchFamily="2" charset="0"/>
              </a:rPr>
              <a:t>;hfo lgwf{/0f ug]{ cfwf/x?</a:t>
            </a:r>
            <a:r>
              <a:rPr lang="pt-BR" b="1" dirty="0">
                <a:solidFill>
                  <a:srgbClr val="FF0000"/>
                </a:solidFill>
                <a:latin typeface="Preeti" pitchFamily="2" charset="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B8DE1-9D7B-447B-829E-A10637236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Preeti" pitchFamily="2" charset="0"/>
              </a:rPr>
              <a:t>s;\"/sf] </a:t>
            </a:r>
            <a:r>
              <a:rPr lang="en-US" dirty="0" err="1">
                <a:latin typeface="Preeti" pitchFamily="2" charset="0"/>
              </a:rPr>
              <a:t>uDeL</a:t>
            </a:r>
            <a:r>
              <a:rPr lang="en-US" dirty="0">
                <a:latin typeface="Preeti" pitchFamily="2" charset="0"/>
              </a:rPr>
              <a:t>/</a:t>
            </a:r>
            <a:r>
              <a:rPr lang="en-US" dirty="0" err="1">
                <a:latin typeface="Preeti" pitchFamily="2" charset="0"/>
              </a:rPr>
              <a:t>tf</a:t>
            </a:r>
            <a:r>
              <a:rPr lang="en-US" dirty="0">
                <a:latin typeface="Preeti" pitchFamily="2" charset="0"/>
              </a:rPr>
              <a:t> / s;"/bf/sf] bf]</a:t>
            </a:r>
            <a:r>
              <a:rPr lang="en-US" dirty="0" err="1">
                <a:latin typeface="Preeti" pitchFamily="2" charset="0"/>
              </a:rPr>
              <a:t>ifsf</a:t>
            </a:r>
            <a:r>
              <a:rPr lang="en-US" dirty="0">
                <a:latin typeface="Preeti" pitchFamily="2" charset="0"/>
              </a:rPr>
              <a:t>] </a:t>
            </a:r>
            <a:r>
              <a:rPr lang="en-US" dirty="0" err="1">
                <a:latin typeface="Preeti" pitchFamily="2" charset="0"/>
              </a:rPr>
              <a:t>dfqf</a:t>
            </a:r>
            <a:r>
              <a:rPr lang="en-US" dirty="0">
                <a:latin typeface="Preeti" pitchFamily="2" charset="0"/>
              </a:rPr>
              <a:t>, </a:t>
            </a:r>
          </a:p>
          <a:p>
            <a:r>
              <a:rPr lang="en-US" dirty="0">
                <a:latin typeface="Preeti" pitchFamily="2" charset="0"/>
              </a:rPr>
              <a:t>s;"/ </a:t>
            </a:r>
            <a:r>
              <a:rPr lang="en-US" dirty="0" err="1">
                <a:latin typeface="Preeti" pitchFamily="2" charset="0"/>
              </a:rPr>
              <a:t>ubf</a:t>
            </a:r>
            <a:r>
              <a:rPr lang="en-US" dirty="0">
                <a:latin typeface="Preeti" pitchFamily="2" charset="0"/>
              </a:rPr>
              <a:t>{sf] kl/</a:t>
            </a:r>
            <a:r>
              <a:rPr lang="en-US" dirty="0" err="1">
                <a:latin typeface="Preeti" pitchFamily="2" charset="0"/>
              </a:rPr>
              <a:t>l:ylt</a:t>
            </a:r>
            <a:r>
              <a:rPr lang="en-US" dirty="0">
                <a:latin typeface="Preeti" pitchFamily="2" charset="0"/>
              </a:rPr>
              <a:t>, </a:t>
            </a:r>
          </a:p>
          <a:p>
            <a:r>
              <a:rPr lang="en-US" dirty="0">
                <a:latin typeface="Preeti" pitchFamily="2" charset="0"/>
              </a:rPr>
              <a:t>s;"/sf] </a:t>
            </a:r>
            <a:r>
              <a:rPr lang="en-US" dirty="0" err="1">
                <a:latin typeface="Preeti" pitchFamily="2" charset="0"/>
              </a:rPr>
              <a:t>uDeL</a:t>
            </a:r>
            <a:r>
              <a:rPr lang="en-US" dirty="0">
                <a:latin typeface="Preeti" pitchFamily="2" charset="0"/>
              </a:rPr>
              <a:t>/</a:t>
            </a:r>
            <a:r>
              <a:rPr lang="en-US" dirty="0" err="1">
                <a:latin typeface="Preeti" pitchFamily="2" charset="0"/>
              </a:rPr>
              <a:t>tf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a9fpg</a:t>
            </a:r>
            <a:r>
              <a:rPr lang="en-US" dirty="0">
                <a:latin typeface="Preeti" pitchFamily="2" charset="0"/>
              </a:rPr>
              <a:t>] </a:t>
            </a:r>
            <a:r>
              <a:rPr lang="en-US" dirty="0" err="1">
                <a:latin typeface="Preeti" pitchFamily="2" charset="0"/>
              </a:rPr>
              <a:t>jf</a:t>
            </a:r>
            <a:r>
              <a:rPr lang="en-US" dirty="0">
                <a:latin typeface="Preeti" pitchFamily="2" charset="0"/>
              </a:rPr>
              <a:t> </a:t>
            </a:r>
            <a:r>
              <a:rPr lang="en-US" dirty="0" err="1">
                <a:latin typeface="Preeti" pitchFamily="2" charset="0"/>
              </a:rPr>
              <a:t>36fpg</a:t>
            </a:r>
            <a:r>
              <a:rPr lang="en-US" dirty="0">
                <a:latin typeface="Preeti" pitchFamily="2" charset="0"/>
              </a:rPr>
              <a:t>] </a:t>
            </a:r>
            <a:r>
              <a:rPr lang="en-US" dirty="0" err="1">
                <a:latin typeface="Preeti" pitchFamily="2" charset="0"/>
              </a:rPr>
              <a:t>cj:yfx</a:t>
            </a:r>
            <a:r>
              <a:rPr lang="en-US" dirty="0">
                <a:latin typeface="Preeti" pitchFamily="2" charset="0"/>
              </a:rPr>
              <a:t>?,</a:t>
            </a:r>
          </a:p>
          <a:p>
            <a:r>
              <a:rPr lang="en-US" dirty="0">
                <a:latin typeface="Preeti" pitchFamily="2" charset="0"/>
              </a:rPr>
              <a:t>s;"/bf/sf] </a:t>
            </a:r>
            <a:r>
              <a:rPr lang="en-US" dirty="0" err="1">
                <a:latin typeface="Preeti" pitchFamily="2" charset="0"/>
              </a:rPr>
              <a:t>cfr</a:t>
            </a:r>
            <a:r>
              <a:rPr lang="en-US" dirty="0">
                <a:latin typeface="Preeti" pitchFamily="2" charset="0"/>
              </a:rPr>
              <a:t>/</a:t>
            </a:r>
            <a:r>
              <a:rPr lang="en-US" dirty="0" err="1">
                <a:latin typeface="Preeti" pitchFamily="2" charset="0"/>
              </a:rPr>
              <a:t>0f</a:t>
            </a:r>
            <a:r>
              <a:rPr lang="en-US" dirty="0">
                <a:latin typeface="Preeti" pitchFamily="2" charset="0"/>
              </a:rPr>
              <a:t> / </a:t>
            </a:r>
            <a:r>
              <a:rPr lang="en-US" dirty="0" err="1">
                <a:latin typeface="Preeti" pitchFamily="2" charset="0"/>
              </a:rPr>
              <a:t>ljutsf</a:t>
            </a:r>
            <a:r>
              <a:rPr lang="en-US" dirty="0">
                <a:latin typeface="Preeti" pitchFamily="2" charset="0"/>
              </a:rPr>
              <a:t>] s[</a:t>
            </a:r>
            <a:r>
              <a:rPr lang="en-US" dirty="0" err="1">
                <a:latin typeface="Preeti" pitchFamily="2" charset="0"/>
              </a:rPr>
              <a:t>ofsnfk</a:t>
            </a:r>
            <a:r>
              <a:rPr lang="en-US" dirty="0">
                <a:latin typeface="Preeti" pitchFamily="2" charset="0"/>
              </a:rPr>
              <a:t>,</a:t>
            </a:r>
          </a:p>
          <a:p>
            <a:r>
              <a:rPr lang="en-US" dirty="0">
                <a:latin typeface="Preeti" pitchFamily="2" charset="0"/>
              </a:rPr>
              <a:t>;</a:t>
            </a:r>
            <a:r>
              <a:rPr lang="en-US" dirty="0" err="1">
                <a:latin typeface="Preeti" pitchFamily="2" charset="0"/>
              </a:rPr>
              <a:t>hfosf</a:t>
            </a:r>
            <a:r>
              <a:rPr lang="en-US" dirty="0">
                <a:latin typeface="Preeti" pitchFamily="2" charset="0"/>
              </a:rPr>
              <a:t>] </a:t>
            </a:r>
            <a:r>
              <a:rPr lang="en-US" dirty="0" err="1">
                <a:latin typeface="Preeti" pitchFamily="2" charset="0"/>
              </a:rPr>
              <a:t>p2</a:t>
            </a:r>
            <a:r>
              <a:rPr lang="en-US" dirty="0">
                <a:latin typeface="Preeti" pitchFamily="2" charset="0"/>
              </a:rPr>
              <a:t>]Zo 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14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altLang="ne-NP" smtClean="0">
                <a:ea typeface="Kalimati" pitchFamily="2"/>
                <a:cs typeface="Kalimati" pitchFamily="2"/>
              </a:rPr>
              <a:t>कसूरको गम्भीरता बढाउने अवस्थाहरु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3138"/>
          </a:xfrm>
        </p:spPr>
        <p:txBody>
          <a:bodyPr>
            <a:normAutofit lnSpcReduction="10000"/>
          </a:bodyPr>
          <a:lstStyle/>
          <a:p>
            <a:r>
              <a:rPr lang="hi-IN" altLang="ne-NP" dirty="0" smtClean="0">
                <a:ea typeface="Kalimati" pitchFamily="2"/>
                <a:cs typeface="Kalimati" pitchFamily="2"/>
              </a:rPr>
              <a:t>सार्वजनिक पदाधिकारीका विरुद्धमा भएको कसूर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hi-IN" altLang="ne-NP" dirty="0" smtClean="0">
                <a:ea typeface="Kalimati" pitchFamily="2"/>
                <a:cs typeface="Kalimati" pitchFamily="2"/>
              </a:rPr>
              <a:t>राष्ट्रपति वा सरकार प्रमुख वा विदेशी राज्य प्रमुख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hi-IN" altLang="ne-NP" dirty="0" smtClean="0">
                <a:ea typeface="Kalimati" pitchFamily="2"/>
                <a:cs typeface="Kalimati" pitchFamily="2"/>
              </a:rPr>
              <a:t>निजहरुको उपस्थितिमा 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hi-IN" altLang="ne-NP" dirty="0" smtClean="0">
                <a:ea typeface="Kalimati" pitchFamily="2"/>
                <a:cs typeface="Kalimati" pitchFamily="2"/>
              </a:rPr>
              <a:t>सार्वजनिक पदाधिकारीको कर्तव्य पालनमा वाधा पुर्‍याउने 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hi-IN" altLang="ne-NP" dirty="0" smtClean="0">
                <a:ea typeface="Kalimati" pitchFamily="2"/>
                <a:cs typeface="Kalimati" pitchFamily="2"/>
              </a:rPr>
              <a:t>सार्वजनिक पदाधिकारीलाई गैरकानूनी काम गर्न लगाउने नियतले गरेको कसूर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r>
              <a:rPr lang="hi-IN" altLang="ne-NP" dirty="0" smtClean="0">
                <a:ea typeface="Kalimati" pitchFamily="2"/>
                <a:cs typeface="Kalimati" pitchFamily="2"/>
              </a:rPr>
              <a:t>विश्वास वा पदको दुरुपयोग गरेर कसूर गरेको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hi-IN" altLang="ne-NP" dirty="0" smtClean="0">
                <a:ea typeface="Kalimati" pitchFamily="2"/>
                <a:cs typeface="Kalimati" pitchFamily="2"/>
              </a:rPr>
              <a:t>विश्वासको दुरुपयोग गरी कसूर गरेको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pPr lvl="1">
              <a:buFont typeface="Kalimati" pitchFamily="2"/>
              <a:buChar char="÷"/>
            </a:pPr>
            <a:r>
              <a:rPr lang="hi-IN" altLang="ne-NP" dirty="0" smtClean="0">
                <a:ea typeface="Kalimati" pitchFamily="2"/>
                <a:cs typeface="Kalimati" pitchFamily="2"/>
              </a:rPr>
              <a:t>सार्वजनिक पदको लाभ उठाई वा दुरुपयोग गरी कसूर गरेको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r>
              <a:rPr lang="hi-IN" altLang="ne-NP" dirty="0" smtClean="0">
                <a:ea typeface="Kalimati" pitchFamily="2"/>
                <a:cs typeface="Kalimati" pitchFamily="2"/>
              </a:rPr>
              <a:t>पाँच वा बढी व्यक्तिहरुले सामूहिक रुपमा कसूर गरेको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r>
              <a:rPr lang="hi-IN" altLang="ne-NP" dirty="0" smtClean="0">
                <a:ea typeface="Kalimati" pitchFamily="2"/>
                <a:cs typeface="Kalimati" pitchFamily="2"/>
              </a:rPr>
              <a:t>सङ्कटको लाभ लिई कसूर गरेको</a:t>
            </a:r>
            <a:endParaRPr lang="en-US" altLang="ne-NP" dirty="0" smtClean="0">
              <a:ea typeface="Kalimati" pitchFamily="2"/>
              <a:cs typeface="Kalimati" pitchFamily="2"/>
            </a:endParaRPr>
          </a:p>
          <a:p>
            <a:r>
              <a:rPr lang="hi-IN" altLang="ne-NP" dirty="0" smtClean="0">
                <a:ea typeface="Kalimati" pitchFamily="2"/>
                <a:cs typeface="Kalimati" pitchFamily="2"/>
              </a:rPr>
              <a:t>हतियार वा विषालु वा विष्फोटक पदार्थ प्रयोग गरी कसूर गरेको</a:t>
            </a:r>
            <a:endParaRPr lang="en-US" altLang="ne-NP" dirty="0" smtClean="0">
              <a:ea typeface="Kalimati" pitchFamily="2"/>
              <a:cs typeface="Kalimat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64069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altLang="ne-NP" smtClean="0">
                <a:ea typeface="Kalimati" pitchFamily="2"/>
                <a:cs typeface="Kalimati" pitchFamily="2"/>
              </a:rPr>
              <a:t>कसूरको गम्भीरता बढाउने अवस्थाहरु</a:t>
            </a:r>
            <a:endParaRPr lang="ne-NP" altLang="ne-NP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4413"/>
          </a:xfrm>
        </p:spPr>
        <p:txBody>
          <a:bodyPr/>
          <a:lstStyle/>
          <a:p>
            <a:r>
              <a:rPr lang="ne-NP" altLang="ne-NP" smtClean="0">
                <a:ea typeface="Kalimati" pitchFamily="2"/>
                <a:cs typeface="Kalimati" pitchFamily="2"/>
              </a:rPr>
              <a:t>कैद सजाय पाएको कसूरदारले पुन: कसूर 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पारितोषिक वा लाभको प्रलोभनमा कसूर 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संरक्षण वा जिम्मामा रहेको व्यक्ति वा सम्पत्तिको विरुद्ध कसूर 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एकै वारदातमा </a:t>
            </a:r>
            <a:r>
              <a:rPr lang="ne-NP" altLang="ne-NP" smtClean="0">
                <a:solidFill>
                  <a:srgbClr val="FF0000"/>
                </a:solidFill>
                <a:ea typeface="Kalimati" pitchFamily="2"/>
                <a:cs typeface="Kalimati" pitchFamily="2"/>
              </a:rPr>
              <a:t>एकभन्दा बढी कसूर </a:t>
            </a:r>
            <a:r>
              <a:rPr lang="ne-NP" altLang="ne-NP" smtClean="0">
                <a:ea typeface="Kalimati" pitchFamily="2"/>
                <a:cs typeface="Kalimati" pitchFamily="2"/>
              </a:rPr>
              <a:t>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एकै वारदातमा एकभन्दा बढी व्यक्तिका विरुद्ध कसूर 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अपहरण गरी वा शरीर बन्धक लिई कसूर गरेको 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थुना, हिरासत, कैद वा नियन्त्रणमा रहेको व्यक्ति विरुद्ध कसूर 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आफूले सुरक्षा गर्नुपर्ने व्यक्तिको विरुद्धमा कसूर 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जातिहत्याको उद्देश्यले कसूर गरेको</a:t>
            </a:r>
          </a:p>
        </p:txBody>
      </p:sp>
    </p:spTree>
    <p:extLst>
      <p:ext uri="{BB962C8B-B14F-4D97-AF65-F5344CB8AC3E}">
        <p14:creationId xmlns:p14="http://schemas.microsoft.com/office/powerpoint/2010/main" val="398909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altLang="ne-NP" smtClean="0">
                <a:ea typeface="Kalimati" pitchFamily="2"/>
                <a:cs typeface="Kalimati" pitchFamily="2"/>
              </a:rPr>
              <a:t>कसूरको गम्भीरता बढाउने अवस्थाहरु</a:t>
            </a:r>
            <a:endParaRPr lang="ne-NP" altLang="ne-NP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9975"/>
          </a:xfrm>
        </p:spPr>
        <p:txBody>
          <a:bodyPr/>
          <a:lstStyle/>
          <a:p>
            <a:r>
              <a:rPr lang="ne-NP" altLang="ne-NP" dirty="0" smtClean="0">
                <a:ea typeface="Kalimati" pitchFamily="2"/>
                <a:cs typeface="Kalimati" pitchFamily="2"/>
              </a:rPr>
              <a:t>जात जाति सम्प्रदाय विरुद्ध घृणा उत्पन्न गर्ने उद्देश्यले कसूर गरेको</a:t>
            </a:r>
          </a:p>
          <a:p>
            <a:r>
              <a:rPr lang="ne-NP" altLang="ne-NP" dirty="0" smtClean="0">
                <a:ea typeface="Kalimati" pitchFamily="2"/>
                <a:cs typeface="Kalimati" pitchFamily="2"/>
              </a:rPr>
              <a:t>क्रुर यातना वा अमानवीय तवरले कसूर गरेको</a:t>
            </a:r>
          </a:p>
          <a:p>
            <a:r>
              <a:rPr lang="ne-NP" altLang="ne-NP" dirty="0" smtClean="0">
                <a:ea typeface="Kalimati" pitchFamily="2"/>
                <a:cs typeface="Kalimati" pitchFamily="2"/>
              </a:rPr>
              <a:t>मानवता विरुद्धको कसूर गरेको</a:t>
            </a:r>
          </a:p>
          <a:p>
            <a:r>
              <a:rPr lang="ne-NP" altLang="ne-NP" dirty="0" smtClean="0">
                <a:ea typeface="Kalimati" pitchFamily="2"/>
                <a:cs typeface="Kalimati" pitchFamily="2"/>
              </a:rPr>
              <a:t>नियोजित वा संगठित रुपमा कसूर गरेको</a:t>
            </a:r>
          </a:p>
          <a:p>
            <a:r>
              <a:rPr lang="ne-NP" altLang="ne-NP" dirty="0" smtClean="0">
                <a:ea typeface="Kalimati" pitchFamily="2"/>
                <a:cs typeface="Kalimati" pitchFamily="2"/>
              </a:rPr>
              <a:t>आफ्नो बचाउ गर्न नसक्ने स्थितिका व्यक्ति वा बालबालिका विरुद्ध कसूर गरेको</a:t>
            </a:r>
          </a:p>
          <a:p>
            <a:r>
              <a:rPr lang="ne-NP" altLang="ne-NP" dirty="0" smtClean="0">
                <a:ea typeface="Kalimati" pitchFamily="2"/>
                <a:cs typeface="Kalimati" pitchFamily="2"/>
              </a:rPr>
              <a:t>उद्बार गर्ने काममा खटिंदा कसूर गरेको</a:t>
            </a:r>
          </a:p>
          <a:p>
            <a:r>
              <a:rPr lang="ne-NP" altLang="ne-NP" dirty="0" smtClean="0">
                <a:ea typeface="Kalimati" pitchFamily="2"/>
                <a:cs typeface="Kalimati" pitchFamily="2"/>
              </a:rPr>
              <a:t>एकपटक पीडित भैसकेको व्यक्ति विरुद्ध सोही कसूरदारले अर्को कसूर गरेको</a:t>
            </a:r>
          </a:p>
          <a:p>
            <a:r>
              <a:rPr lang="ne-NP" altLang="ne-NP" dirty="0" smtClean="0">
                <a:ea typeface="Kalimati" pitchFamily="2"/>
                <a:cs typeface="Kalimati" pitchFamily="2"/>
              </a:rPr>
              <a:t>सरकारी कार्यालय वा धार्मिक स्थलमा कसूर गरेको</a:t>
            </a:r>
          </a:p>
        </p:txBody>
      </p:sp>
    </p:spTree>
    <p:extLst>
      <p:ext uri="{BB962C8B-B14F-4D97-AF65-F5344CB8AC3E}">
        <p14:creationId xmlns:p14="http://schemas.microsoft.com/office/powerpoint/2010/main" val="345107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altLang="ne-NP" smtClean="0">
                <a:ea typeface="Kalimati" pitchFamily="2"/>
                <a:cs typeface="Kalimati" pitchFamily="2"/>
              </a:rPr>
              <a:t>कसूरको गम्भीरता घटाउने अवस्थाहरु</a:t>
            </a:r>
            <a:endParaRPr lang="ne-NP" altLang="ne-NP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altLang="ne-NP" smtClean="0">
                <a:ea typeface="Kalimati" pitchFamily="2"/>
                <a:cs typeface="Kalimati" pitchFamily="2"/>
              </a:rPr>
              <a:t>उमेर १८ वर्षभन्दा कम वा </a:t>
            </a:r>
            <a:r>
              <a:rPr lang="ne-NP" altLang="ne-NP" smtClean="0">
                <a:solidFill>
                  <a:srgbClr val="FF0000"/>
                </a:solidFill>
                <a:ea typeface="Kalimati" pitchFamily="2"/>
                <a:cs typeface="Kalimati" pitchFamily="2"/>
              </a:rPr>
              <a:t>७५</a:t>
            </a:r>
            <a:r>
              <a:rPr lang="ne-NP" altLang="ne-NP" smtClean="0">
                <a:ea typeface="Kalimati" pitchFamily="2"/>
                <a:cs typeface="Kalimati" pitchFamily="2"/>
              </a:rPr>
              <a:t> वर्षभन्दा माथिको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कसूरदारको कसूर गर्ने नियत नभएको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पीडित स्वयंले उत्तेजित पारेको धम्की दिएको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प्रतिकारको रुपमा तत्कालै कसूर 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स्वेच्छाले कसूर स्वीकार गरेको वा पश्चाताप 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सम्बन्धित अधिकारी समक्ष आत्मसमर्पण गरेको</a:t>
            </a:r>
          </a:p>
          <a:p>
            <a:r>
              <a:rPr lang="ne-NP" altLang="ne-NP" smtClean="0">
                <a:ea typeface="Kalimati" pitchFamily="2"/>
                <a:cs typeface="Kalimati" pitchFamily="2"/>
              </a:rPr>
              <a:t>कसूर स्वीकार गरी पीडितलाई क्षतिपूर्ति दिइसकेको वा दिन मञ्जुर गरेको</a:t>
            </a:r>
          </a:p>
          <a:p>
            <a:endParaRPr lang="ne-NP" altLang="ne-NP" smtClean="0">
              <a:ea typeface="Kalimati" pitchFamily="2"/>
              <a:cs typeface="Kalimat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0843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e-NP" altLang="ne-NP" smtClean="0">
                <a:ea typeface="Kalimati" pitchFamily="2"/>
                <a:cs typeface="Kalimati" pitchFamily="2"/>
              </a:rPr>
              <a:t>कसूरको गम्भीरता घटाउने अवस्थाहरु</a:t>
            </a:r>
            <a:endParaRPr lang="ne-NP" altLang="ne-NP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i-IN" altLang="ne-NP" smtClean="0">
                <a:ea typeface="Kalimati" pitchFamily="2"/>
                <a:cs typeface="Kalimati" pitchFamily="2"/>
              </a:rPr>
              <a:t>शारीरिक</a:t>
            </a:r>
            <a:r>
              <a:rPr lang="en-US" altLang="ne-NP" smtClean="0">
                <a:ea typeface="Kalimati" pitchFamily="2"/>
                <a:cs typeface="Kalimati" pitchFamily="2"/>
              </a:rPr>
              <a:t>, </a:t>
            </a:r>
            <a:r>
              <a:rPr lang="hi-IN" altLang="ne-NP" smtClean="0">
                <a:ea typeface="Kalimati" pitchFamily="2"/>
                <a:cs typeface="Kalimati" pitchFamily="2"/>
              </a:rPr>
              <a:t>मानसिक वा अपाङ्गताको कारण कसूरदारको क्षमता ह्रास भएको</a:t>
            </a:r>
            <a:endParaRPr lang="en-US" altLang="ne-NP" smtClean="0">
              <a:ea typeface="Kalimati" pitchFamily="2"/>
              <a:cs typeface="Kalimati" pitchFamily="2"/>
            </a:endParaRPr>
          </a:p>
          <a:p>
            <a:pPr algn="just"/>
            <a:r>
              <a:rPr lang="hi-IN" altLang="ne-NP" smtClean="0">
                <a:ea typeface="Kalimati" pitchFamily="2"/>
                <a:cs typeface="Kalimati" pitchFamily="2"/>
              </a:rPr>
              <a:t>हानिनोक्सानीको मात्र उल्लेखनीय नदेखिएको</a:t>
            </a:r>
            <a:endParaRPr lang="en-US" altLang="ne-NP" smtClean="0">
              <a:ea typeface="Kalimati" pitchFamily="2"/>
              <a:cs typeface="Kalimati" pitchFamily="2"/>
            </a:endParaRPr>
          </a:p>
          <a:p>
            <a:pPr algn="just"/>
            <a:r>
              <a:rPr lang="hi-IN" altLang="ne-NP" smtClean="0">
                <a:ea typeface="Kalimati" pitchFamily="2"/>
                <a:cs typeface="Kalimati" pitchFamily="2"/>
              </a:rPr>
              <a:t>साँचो कुरा व्यक्त गरी न्यायिक प्रक्रियामा सहयोग पुर्‍याएको</a:t>
            </a:r>
            <a:endParaRPr lang="en-US" altLang="ne-NP" smtClean="0">
              <a:ea typeface="Kalimati" pitchFamily="2"/>
              <a:cs typeface="Kalimati" pitchFamily="2"/>
            </a:endParaRPr>
          </a:p>
          <a:p>
            <a:pPr algn="just"/>
            <a:r>
              <a:rPr lang="hi-IN" altLang="ne-NP" smtClean="0">
                <a:ea typeface="Kalimati" pitchFamily="2"/>
                <a:cs typeface="Kalimati" pitchFamily="2"/>
              </a:rPr>
              <a:t>कसूर स्वीकार गरी भविष्यमा कसूर नगर्ने प्रतिवद्धता व्यक्त गरेको</a:t>
            </a:r>
            <a:endParaRPr lang="en-US" altLang="ne-NP" smtClean="0">
              <a:ea typeface="Kalimati" pitchFamily="2"/>
              <a:cs typeface="Kalimati" pitchFamily="2"/>
            </a:endParaRPr>
          </a:p>
          <a:p>
            <a:pPr algn="just"/>
            <a:r>
              <a:rPr lang="hi-IN" altLang="ne-NP" smtClean="0">
                <a:ea typeface="Kalimati" pitchFamily="2"/>
                <a:cs typeface="Kalimati" pitchFamily="2"/>
              </a:rPr>
              <a:t>कसैको बहकाउ वा </a:t>
            </a:r>
            <a:r>
              <a:rPr lang="hi-IN" altLang="ne-NP" smtClean="0">
                <a:solidFill>
                  <a:srgbClr val="FF0000"/>
                </a:solidFill>
                <a:ea typeface="Kalimati" pitchFamily="2"/>
                <a:cs typeface="Kalimati" pitchFamily="2"/>
              </a:rPr>
              <a:t>दबाबमा</a:t>
            </a:r>
            <a:r>
              <a:rPr lang="hi-IN" altLang="ne-NP" smtClean="0">
                <a:ea typeface="Kalimati" pitchFamily="2"/>
                <a:cs typeface="Kalimati" pitchFamily="2"/>
              </a:rPr>
              <a:t> अपराध गरेको</a:t>
            </a:r>
            <a:endParaRPr lang="en-US" altLang="ne-NP" smtClean="0">
              <a:ea typeface="Kalimati" pitchFamily="2"/>
              <a:cs typeface="Kalimat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55562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06FE-47A5-45D5-BB1F-65BDAADC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e-NP" b="1" dirty="0">
                <a:solidFill>
                  <a:srgbClr val="FF0000"/>
                </a:solidFill>
                <a:latin typeface="Preeti" pitchFamily="2" charset="0"/>
              </a:rPr>
              <a:t>जरिबानाको सजाय निर्धारण गर्ने आधार</a:t>
            </a:r>
            <a:br>
              <a:rPr lang="ne-NP" b="1" dirty="0">
                <a:solidFill>
                  <a:srgbClr val="FF0000"/>
                </a:solidFill>
                <a:latin typeface="Preeti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45F64-0AB9-4612-8150-15804F01A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ne-NP" dirty="0">
                <a:latin typeface="Preeti" pitchFamily="2" charset="0"/>
              </a:rPr>
              <a:t>कसूरदारको आर्थिक हैसियत र आय आर्जन क्षमता, </a:t>
            </a:r>
          </a:p>
          <a:p>
            <a:r>
              <a:rPr lang="ne-NP" dirty="0">
                <a:latin typeface="Preeti" pitchFamily="2" charset="0"/>
              </a:rPr>
              <a:t>कसूरदारले गरेको कसूरको कारणबाट अरु व्यक्तिलाई हुन गएको आर्थिक हानी नोक्सानी,</a:t>
            </a:r>
          </a:p>
          <a:p>
            <a:r>
              <a:rPr lang="ne-NP" dirty="0">
                <a:latin typeface="Preeti" pitchFamily="2" charset="0"/>
              </a:rPr>
              <a:t>कसूरदारले गरेको कसूरको कारणबाट कसूरदार वा निजको परिवारले प्राप्त गरेको लाभ,</a:t>
            </a:r>
          </a:p>
          <a:p>
            <a:r>
              <a:rPr lang="ne-NP" dirty="0">
                <a:latin typeface="Preeti" pitchFamily="2" charset="0"/>
              </a:rPr>
              <a:t>जरिबानाबाट कसूरदारले पालन पोषण गर्नु पर्ने परिवारलाई पर्ने असर, </a:t>
            </a:r>
          </a:p>
          <a:p>
            <a:r>
              <a:rPr lang="ne-NP" dirty="0">
                <a:latin typeface="Preeti" pitchFamily="2" charset="0"/>
              </a:rPr>
              <a:t>पीडितलाई तिर्नु पर्ने क्षतिपूर्ति रकम,</a:t>
            </a:r>
          </a:p>
          <a:p>
            <a:r>
              <a:rPr lang="ne-NP" dirty="0">
                <a:latin typeface="Preeti" pitchFamily="2" charset="0"/>
              </a:rPr>
              <a:t>जरिबाना नतिरेको कारणबाट सरकारलाई पर्न सक्ने दायित्व,</a:t>
            </a:r>
          </a:p>
          <a:p>
            <a:r>
              <a:rPr lang="ne-NP" dirty="0">
                <a:latin typeface="Preeti" pitchFamily="2" charset="0"/>
              </a:rPr>
              <a:t>कसूरदार सङ्गठित संस्था भएमा त्यस्तो संस्थाको आर्थिक हैसियत र कारोबार,</a:t>
            </a:r>
          </a:p>
          <a:p>
            <a:r>
              <a:rPr lang="ne-NP" dirty="0">
                <a:latin typeface="Preeti" pitchFamily="2" charset="0"/>
              </a:rPr>
              <a:t>पीडित राहत कोषमा रकम जम्मा गराउनु पर्ने भए त्यस्तो रकम </a:t>
            </a:r>
          </a:p>
          <a:p>
            <a:r>
              <a:rPr lang="ne-NP" dirty="0">
                <a:latin typeface="Preeti" pitchFamily="2" charset="0"/>
              </a:rPr>
              <a:t>जरिबाना निर्धारण गर्दा विगो खुलेकोमा विगोको आधारमा </a:t>
            </a:r>
            <a:r>
              <a:rPr lang="ne-NP" dirty="0" smtClean="0">
                <a:latin typeface="Preeti" pitchFamily="2" charset="0"/>
              </a:rPr>
              <a:t>जरिबाना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88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853EA-4E33-4279-ACB9-136D95B82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910"/>
            <a:ext cx="10515600" cy="461105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ne-NP" sz="3200" dirty="0">
                <a:latin typeface="Preeti" pitchFamily="2" charset="0"/>
              </a:rPr>
              <a:t>जरिबाना गर्दा कसूरदारले कसूरबाट पीडित व्यक्तिलाई क्षतिपूर्ति समेत तिर्नु पर्ने गरी जरिबाना गरिने भए निजले त्यस्तो क्षतिपूर्ति तिर्न नसक्ने गरी जरिबाना गर्नु हँुदैन </a:t>
            </a:r>
            <a:r>
              <a:rPr lang="ne-NP" sz="3200" dirty="0" smtClean="0">
                <a:latin typeface="Preeti" pitchFamily="2" charset="0"/>
              </a:rPr>
              <a:t> </a:t>
            </a:r>
            <a:endParaRPr lang="ne-NP" sz="3200" dirty="0">
              <a:latin typeface="Preeti" pitchFamily="2" charset="0"/>
            </a:endParaRPr>
          </a:p>
          <a:p>
            <a:pPr algn="just"/>
            <a:r>
              <a:rPr lang="ne-NP" sz="3200" dirty="0">
                <a:latin typeface="Preeti" pitchFamily="2" charset="0"/>
              </a:rPr>
              <a:t>जरिबाना कसूरदारले तत्काल बुझाउनु पर्नेछ । त्यस्तो कसूरदारले त्यस्तो जरिबाना तत्काल बुझाउन नसकी त्यस बापत कुनै सम्पत्ति जमानत दिएमा अदालतले एक वर्ष भित्र त्यस्तो रकम चुक्ता हुने गरी बढीमा तीन किस्तामा जरिबाना बुझाउने गरी आदेश दिन </a:t>
            </a:r>
            <a:r>
              <a:rPr lang="ne-NP" sz="3200" dirty="0" smtClean="0">
                <a:latin typeface="Preeti" pitchFamily="2" charset="0"/>
              </a:rPr>
              <a:t>सक्ने</a:t>
            </a:r>
            <a:endParaRPr lang="ne-NP" sz="3200" dirty="0">
              <a:latin typeface="Preeti" pitchFamily="2" charset="0"/>
            </a:endParaRPr>
          </a:p>
          <a:p>
            <a:pPr algn="just"/>
            <a:r>
              <a:rPr lang="ne-NP" sz="3200" dirty="0">
                <a:latin typeface="Preeti" pitchFamily="2" charset="0"/>
              </a:rPr>
              <a:t>कुनै कसूरमा एकभन्दा बढी कसूरदारलाई जरिबाना निर्धारण गर्दा प्रत्येक कसूरदारले कसूरको मात्रा अनुसार जरिबाना तिर्नु पर्ने गरी निर्धारण </a:t>
            </a:r>
            <a:r>
              <a:rPr lang="ne-NP" sz="3200" dirty="0" smtClean="0">
                <a:latin typeface="Preeti" pitchFamily="2" charset="0"/>
              </a:rPr>
              <a:t>गर्नु पर्ने</a:t>
            </a:r>
            <a:endParaRPr lang="ne-NP" sz="3200" dirty="0">
              <a:latin typeface="Preeti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4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सजाय निर्धारको अभ्यासमा रहेका कमजोरीहरु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ne-NP" dirty="0" smtClean="0"/>
              <a:t>न्यूनतम सजाय गर्ने प्रवृत्ति न्यूनतम सजाय गरे पनि न्यायको मकसद पुरा हुने भन्ने लेख्ने गरिएको</a:t>
            </a:r>
          </a:p>
          <a:p>
            <a:r>
              <a:rPr lang="ne-NP" dirty="0" smtClean="0"/>
              <a:t>गरिएको सजाय के आधारमा निश्चित गरिएको भन्ने आधार कारण खुल्ने नगरेको</a:t>
            </a:r>
          </a:p>
          <a:p>
            <a:r>
              <a:rPr lang="ne-NP" dirty="0" smtClean="0"/>
              <a:t>सजायको उद्देश्य</a:t>
            </a:r>
            <a:r>
              <a:rPr lang="ne-NP" dirty="0">
                <a:latin typeface="KalpanaUttam i" pitchFamily="2" charset="0"/>
                <a:cs typeface="Kalimati" panose="00000400000000000000" pitchFamily="2"/>
              </a:rPr>
              <a:t>,</a:t>
            </a:r>
            <a:r>
              <a:rPr lang="ne-NP" dirty="0" smtClean="0"/>
              <a:t> सजाय निर्धारणका आधार</a:t>
            </a:r>
            <a:r>
              <a:rPr lang="ne-NP" dirty="0" smtClean="0">
                <a:latin typeface="KalpanaUttam i" pitchFamily="2" charset="0"/>
              </a:rPr>
              <a:t>, सजाय निर्धारण गर्दा बिचार गर्नुपर्ने कुराहरु</a:t>
            </a:r>
            <a:r>
              <a:rPr lang="ne-NP" dirty="0" smtClean="0">
                <a:latin typeface="KalpanaUttam i" pitchFamily="2" charset="0"/>
                <a:cs typeface="Kalimati" panose="00000400000000000000" pitchFamily="2"/>
              </a:rPr>
              <a:t>, गम्भीरता बढाउने र घटाउने आधार खुलाउने नगरिएको</a:t>
            </a:r>
          </a:p>
          <a:p>
            <a:r>
              <a:rPr lang="ne-NP" dirty="0" smtClean="0">
                <a:latin typeface="KalpanaUttam i" pitchFamily="2" charset="0"/>
                <a:cs typeface="Kalimati" panose="00000400000000000000" pitchFamily="2"/>
              </a:rPr>
              <a:t>सर्वोच्च अदालतबाट सजाय निर्धारण जारी मार्ग निर्देशिकालाई अनुशरण नगरिएको</a:t>
            </a:r>
          </a:p>
          <a:p>
            <a:r>
              <a:rPr lang="ne-NP" smtClean="0">
                <a:latin typeface="KalpanaUttam i" pitchFamily="2" charset="0"/>
                <a:cs typeface="Kalimati" panose="00000400000000000000" pitchFamily="2"/>
              </a:rPr>
              <a:t>कसूरको मात्रा र सजाय समानुपातिक हुने गरी सजाय निर्धारण गरी त्यसलाई कसरी समानुपातिक भएको भन्ने पनि उल्लेख हुने नगरेको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64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>
                <a:solidFill>
                  <a:srgbClr val="FF0000"/>
                </a:solidFill>
                <a:cs typeface="Kalimati"/>
              </a:rPr>
              <a:t>ऐनले गरेका सुधारात्मक व्यवस्थाहरू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1600200"/>
          <a:ext cx="8229600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e-NP" dirty="0" smtClean="0"/>
                        <a:t>सुधारात्मक</a:t>
                      </a:r>
                      <a:r>
                        <a:rPr lang="ne-NP" baseline="0" dirty="0" smtClean="0"/>
                        <a:t> बिषय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कसले गर्ने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अवस्था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अन्य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e-NP" dirty="0" smtClean="0"/>
                        <a:t>सामुदायिक</a:t>
                      </a:r>
                      <a:r>
                        <a:rPr lang="ne-NP" baseline="0" dirty="0" smtClean="0"/>
                        <a:t> सेवा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अदालतले</a:t>
                      </a:r>
                      <a:r>
                        <a:rPr lang="ne-NP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छ महिनासम्म कैद सजाय भएकोमा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सामाजिक</a:t>
                      </a:r>
                      <a:r>
                        <a:rPr lang="ne-NP" baseline="0" dirty="0" smtClean="0"/>
                        <a:t> कार्यमा लगाइने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कैद सजाय निलम्बन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अदालतले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एक बर्षभन्दा</a:t>
                      </a:r>
                      <a:r>
                        <a:rPr lang="ne-NP" baseline="0" dirty="0" smtClean="0">
                          <a:solidFill>
                            <a:srgbClr val="FF0000"/>
                          </a:solidFill>
                        </a:rPr>
                        <a:t> कम कैद, पहिलो पटक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तीन बर्षसम्म</a:t>
                      </a:r>
                      <a:r>
                        <a:rPr lang="ne-NP" baseline="0" dirty="0" smtClean="0">
                          <a:solidFill>
                            <a:srgbClr val="FF0000"/>
                          </a:solidFill>
                        </a:rPr>
                        <a:t> निलम्बन</a:t>
                      </a:r>
                      <a:r>
                        <a:rPr lang="en-US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ne-NP" baseline="0" dirty="0" smtClean="0">
                          <a:solidFill>
                            <a:srgbClr val="FF0000"/>
                          </a:solidFill>
                        </a:rPr>
                        <a:t>(संशोधन प्रस्ताव )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e-NP" dirty="0" smtClean="0"/>
                        <a:t>सुधार गृहमा पठाउने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प्रोवेशन</a:t>
                      </a:r>
                      <a:r>
                        <a:rPr lang="ne-NP" baseline="0" dirty="0" smtClean="0"/>
                        <a:t> अधिकृतको सिफारिसमा अदालतले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दुइ</a:t>
                      </a:r>
                      <a:r>
                        <a:rPr lang="ne-NP" baseline="0" dirty="0" smtClean="0"/>
                        <a:t> बर्ष वा सोभन्दा कम कैदको सजाय भएकोमा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नकारात्मक सूची रहेको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e-NP" dirty="0" smtClean="0"/>
                        <a:t>पुनस्थापनाकेन्द्रमा</a:t>
                      </a:r>
                      <a:r>
                        <a:rPr lang="ne-NP" baseline="0" dirty="0" smtClean="0"/>
                        <a:t> पठाउन सकिने</a:t>
                      </a:r>
                      <a:endParaRPr lang="ne-NP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e-NP" dirty="0" smtClean="0"/>
                        <a:t>प्रोवेशन</a:t>
                      </a:r>
                      <a:r>
                        <a:rPr lang="ne-NP" baseline="0" dirty="0" smtClean="0"/>
                        <a:t> अधिकृतको सिफारिसमा अदालतले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लागू </a:t>
                      </a:r>
                      <a:r>
                        <a:rPr lang="ne-NP" dirty="0" smtClean="0">
                          <a:cs typeface="Kalimati"/>
                        </a:rPr>
                        <a:t>औषध सेवनको कसूरदार र शारीरिक</a:t>
                      </a:r>
                      <a:r>
                        <a:rPr lang="ne-NP" baseline="0" dirty="0" smtClean="0">
                          <a:cs typeface="Kalimati"/>
                        </a:rPr>
                        <a:t> मानसिक दुर्वललाइ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e-NP" dirty="0" smtClean="0"/>
                        <a:t>नकारात्मक सूची रहेको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e-NP" dirty="0" smtClean="0"/>
                        <a:t>सप्ताहन्त वा रात्रीकालमा</a:t>
                      </a:r>
                      <a:r>
                        <a:rPr lang="ne-NP" baseline="0" dirty="0" smtClean="0"/>
                        <a:t> मात्र कारागारमा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अदालतले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एक बर्षसम्म</a:t>
                      </a:r>
                      <a:r>
                        <a:rPr lang="ne-NP" baseline="0" dirty="0" smtClean="0"/>
                        <a:t> कैद भएको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e-NP" dirty="0" smtClean="0"/>
                        <a:t>नकारात्मक सूची रहेको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46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304802"/>
          <a:ext cx="8229600" cy="5794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66798">
                <a:tc>
                  <a:txBody>
                    <a:bodyPr/>
                    <a:lstStyle/>
                    <a:p>
                      <a:r>
                        <a:rPr lang="ne-NP" dirty="0" smtClean="0"/>
                        <a:t>खुला कारागारमा राख्न सकिने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कारागार प्रमुखको सिफारिसमा</a:t>
                      </a:r>
                      <a:r>
                        <a:rPr lang="ne-NP" baseline="0" dirty="0" smtClean="0"/>
                        <a:t> जिल्ला न्यायाधीशले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कैद अवधिको दुइ तिहाइ</a:t>
                      </a:r>
                      <a:r>
                        <a:rPr lang="ne-NP" baseline="0" dirty="0" smtClean="0"/>
                        <a:t> भुक्तान गरि सकेको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बाहिर</a:t>
                      </a:r>
                      <a:r>
                        <a:rPr lang="ne-NP" baseline="0" dirty="0" smtClean="0"/>
                        <a:t> समेत गइ कुनै काम गर्न </a:t>
                      </a:r>
                      <a:r>
                        <a:rPr lang="ne-NP" baseline="0" smtClean="0"/>
                        <a:t>तोकिएको ठाँउ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878">
                <a:tc>
                  <a:txBody>
                    <a:bodyPr/>
                    <a:lstStyle/>
                    <a:p>
                      <a:r>
                        <a:rPr lang="ne-NP" dirty="0" smtClean="0"/>
                        <a:t>प्यारोलमा राख्न सकिने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प्यारोल</a:t>
                      </a:r>
                      <a:r>
                        <a:rPr lang="ne-NP" baseline="0" dirty="0" smtClean="0"/>
                        <a:t> प्रोवेशन बोर्डको सिफारिसमा जिल्ला न्यायाधीशले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एक बर्षभन्दा</a:t>
                      </a:r>
                      <a:r>
                        <a:rPr lang="ne-NP" baseline="0" dirty="0" smtClean="0"/>
                        <a:t> बढी कैद भइ दुइ तिहाइ भुक्तान भएको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प्यारोल अधिकृतको</a:t>
                      </a:r>
                      <a:r>
                        <a:rPr lang="ne-NP" baseline="0" dirty="0" smtClean="0"/>
                        <a:t> निगरानीमा समाजमा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7938">
                <a:tc>
                  <a:txBody>
                    <a:bodyPr/>
                    <a:lstStyle/>
                    <a:p>
                      <a:r>
                        <a:rPr lang="ne-NP" dirty="0" smtClean="0"/>
                        <a:t>सामाजीकरण गर्ने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कारागारले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एकबर्षभन्दा</a:t>
                      </a:r>
                      <a:r>
                        <a:rPr lang="ne-NP" baseline="0" dirty="0" smtClean="0"/>
                        <a:t> बढी कैद भइ भुक्तान हुन छ महिना पहिले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गरेको</a:t>
                      </a:r>
                      <a:r>
                        <a:rPr lang="ne-NP" baseline="0" dirty="0" smtClean="0"/>
                        <a:t> कामको प्रतिवेदन साप्ताहिक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238">
                <a:tc>
                  <a:txBody>
                    <a:bodyPr/>
                    <a:lstStyle/>
                    <a:p>
                      <a:r>
                        <a:rPr lang="ne-NP" dirty="0" smtClean="0"/>
                        <a:t>कैद बापत श्रममा लगाउने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कारागारले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तीन बर्षभन्दा</a:t>
                      </a:r>
                      <a:r>
                        <a:rPr lang="ne-NP" baseline="0" dirty="0" smtClean="0"/>
                        <a:t> बढी सजाय पाइ अठार बर्ष नाघेको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/>
                        <a:t>प्रति ३ दिन काम गरे बापत थप १ दिन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318"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कारागार बाहीर जान</a:t>
                      </a:r>
                      <a:r>
                        <a:rPr lang="ne-NP" baseline="0" dirty="0" smtClean="0">
                          <a:solidFill>
                            <a:srgbClr val="FF0000"/>
                          </a:solidFill>
                        </a:rPr>
                        <a:t> दिने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कारागारले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सदगत,काजक्रिया,</a:t>
                      </a:r>
                      <a:r>
                        <a:rPr lang="ne-NP" baseline="0" dirty="0" smtClean="0">
                          <a:solidFill>
                            <a:srgbClr val="FF0000"/>
                          </a:solidFill>
                        </a:rPr>
                        <a:t> बिरामी भेट्न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सुरक्षासाथ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318"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अस्पताल वा यस्तै स्थानमा</a:t>
                      </a:r>
                      <a:r>
                        <a:rPr lang="ne-NP" baseline="0" dirty="0" smtClean="0">
                          <a:solidFill>
                            <a:srgbClr val="FF0000"/>
                          </a:solidFill>
                        </a:rPr>
                        <a:t> राख्ने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कारागारले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होस</a:t>
                      </a:r>
                      <a:r>
                        <a:rPr lang="ne-NP" baseline="0" dirty="0" smtClean="0">
                          <a:solidFill>
                            <a:srgbClr val="FF0000"/>
                          </a:solidFill>
                        </a:rPr>
                        <a:t> ठेगान नभएको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e-NP" dirty="0" smtClean="0">
                          <a:solidFill>
                            <a:srgbClr val="FF0000"/>
                          </a:solidFill>
                        </a:rPr>
                        <a:t>कैद भुक्तान मानिने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59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325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/>
            </a:r>
            <a:br>
              <a:rPr lang="en-US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r>
              <a:rPr lang="en-US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Thank you for your kind Attention!</a:t>
            </a:r>
            <a:br>
              <a:rPr lang="en-US" b="1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</a:br>
            <a:endParaRPr lang="en-US" dirty="0"/>
          </a:p>
        </p:txBody>
      </p:sp>
      <p:pic>
        <p:nvPicPr>
          <p:cNvPr id="41987" name="Picture 2" descr="C:\Users\Mahesh\Documents\New Folder\Sunset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905000" y="1981201"/>
            <a:ext cx="3868738" cy="4449763"/>
          </a:xfrm>
        </p:spPr>
      </p:pic>
      <p:pic>
        <p:nvPicPr>
          <p:cNvPr id="41988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rcRect/>
          <a:stretch>
            <a:fillRect/>
          </a:stretch>
        </p:blipFill>
        <p:spPr>
          <a:xfrm>
            <a:off x="5715000" y="1981200"/>
            <a:ext cx="4495800" cy="4419600"/>
          </a:xfrm>
        </p:spPr>
      </p:pic>
    </p:spTree>
    <p:extLst>
      <p:ext uri="{BB962C8B-B14F-4D97-AF65-F5344CB8AC3E}">
        <p14:creationId xmlns:p14="http://schemas.microsoft.com/office/powerpoint/2010/main" val="280075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2240</Words>
  <Application>Microsoft Office PowerPoint</Application>
  <PresentationFormat>Widescreen</PresentationFormat>
  <Paragraphs>305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Arial</vt:lpstr>
      <vt:lpstr>Calibri</vt:lpstr>
      <vt:lpstr>Calibri Light</vt:lpstr>
      <vt:lpstr>Georgia</vt:lpstr>
      <vt:lpstr>Kalimati</vt:lpstr>
      <vt:lpstr>KalpanaUttam i</vt:lpstr>
      <vt:lpstr>Kokila</vt:lpstr>
      <vt:lpstr>Mangal</vt:lpstr>
      <vt:lpstr>Preeti</vt:lpstr>
      <vt:lpstr>Times</vt:lpstr>
      <vt:lpstr>Wingdings</vt:lpstr>
      <vt:lpstr>Office Theme</vt:lpstr>
      <vt:lpstr>सजाय निर्धारण </vt:lpstr>
      <vt:lpstr> प्रस्तुतीका क्षेत्रहरू</vt:lpstr>
      <vt:lpstr>;hfosf] p2]Zo -bkmf !#_</vt:lpstr>
      <vt:lpstr>b08sf l;WbfGtx? </vt:lpstr>
      <vt:lpstr>Retribution</vt:lpstr>
      <vt:lpstr>Deterrence  (Preventing future harm)</vt:lpstr>
      <vt:lpstr>Incapacitation</vt:lpstr>
      <vt:lpstr>Rehabilitation</vt:lpstr>
      <vt:lpstr>Restoration</vt:lpstr>
      <vt:lpstr>;hfo lgwf{l/0f ;DaGwL sfg"gsf] cEof;</vt:lpstr>
      <vt:lpstr>PowerPoint Presentation</vt:lpstr>
      <vt:lpstr>P]gsf] k|of]u</vt:lpstr>
      <vt:lpstr>;hfosf k|sf/ -मुलुकी ck/fw ;+lxtfsf] bkmf $)_ </vt:lpstr>
      <vt:lpstr>hLljt /x];Dd s}b   </vt:lpstr>
      <vt:lpstr> छलफल यसमा के कस्तो फैसला गर्नुहुन्छ,  कसूर ठहर भएमा के कसरी प्रकृया अघि बढाउनु हुन्छ  के कुन आधारमा के कति सजाय निर्धारण गर्नुहुन्छ </vt:lpstr>
      <vt:lpstr>PowerPoint Presentation</vt:lpstr>
      <vt:lpstr>सजाय निर्धारण सम्बन्धी सामान्य मार्गदर्शनमा समावेश रहेका चरणहरु</vt:lpstr>
      <vt:lpstr>सामान्य मार्गदर्शनमा समावेश रहेका चरणहरु……………………</vt:lpstr>
      <vt:lpstr>;hfo lgwf{/0f ubf{ ljrf/ ug'{ kg]{ s'/fx? </vt:lpstr>
      <vt:lpstr>समानुपातिक भन्दा बढी हुन नहुने</vt:lpstr>
      <vt:lpstr>आवश्यक भन्दा चर्को सजाय हुन नहुने</vt:lpstr>
      <vt:lpstr>अर्को कसूरदारको सजायसंग असमान हुन नहुने</vt:lpstr>
      <vt:lpstr>अन्तिम विकल्पको रुपमा कैद सजाय</vt:lpstr>
      <vt:lpstr>;hfo lgwf{/0f ug]{ cfwf/x? </vt:lpstr>
      <vt:lpstr>कसूरको गम्भीरता बढाउने अवस्थाहरु</vt:lpstr>
      <vt:lpstr>कसूरको गम्भीरता बढाउने अवस्थाहरु</vt:lpstr>
      <vt:lpstr>कसूरको गम्भीरता बढाउने अवस्थाहरु</vt:lpstr>
      <vt:lpstr>कसूरको गम्भीरता घटाउने अवस्थाहरु</vt:lpstr>
      <vt:lpstr>कसूरको गम्भीरता घटाउने अवस्थाहरु</vt:lpstr>
      <vt:lpstr>जरिबानाको सजाय निर्धारण गर्ने आधार </vt:lpstr>
      <vt:lpstr>PowerPoint Presentation</vt:lpstr>
      <vt:lpstr>सजाय निर्धारको अभ्यासमा रहेका कमजोरीहरु</vt:lpstr>
      <vt:lpstr>ऐनले गरेका सुधारात्मक व्यवस्थाहरू</vt:lpstr>
      <vt:lpstr>PowerPoint Presentation</vt:lpstr>
      <vt:lpstr> Thank you for your kind Attention!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सजायको उद्देश्य तथा निर्धारणका आधारहरु</dc:title>
  <dc:creator>Mahesh</dc:creator>
  <cp:lastModifiedBy>user</cp:lastModifiedBy>
  <cp:revision>66</cp:revision>
  <dcterms:created xsi:type="dcterms:W3CDTF">2017-12-03T13:56:08Z</dcterms:created>
  <dcterms:modified xsi:type="dcterms:W3CDTF">2026-01-22T16:40:21Z</dcterms:modified>
</cp:coreProperties>
</file>